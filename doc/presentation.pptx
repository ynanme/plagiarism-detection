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4193" r:id="rId2"/>
    <p:sldMasterId id="2147483671" r:id="rId3"/>
  </p:sldMasterIdLst>
  <p:notesMasterIdLst>
    <p:notesMasterId r:id="rId40"/>
  </p:notesMasterIdLst>
  <p:handoutMasterIdLst>
    <p:handoutMasterId r:id="rId41"/>
  </p:handoutMasterIdLst>
  <p:sldIdLst>
    <p:sldId id="1479" r:id="rId4"/>
    <p:sldId id="1642" r:id="rId5"/>
    <p:sldId id="1645" r:id="rId6"/>
    <p:sldId id="1665" r:id="rId7"/>
    <p:sldId id="1649" r:id="rId8"/>
    <p:sldId id="2141" r:id="rId9"/>
    <p:sldId id="2173" r:id="rId10"/>
    <p:sldId id="2142" r:id="rId11"/>
    <p:sldId id="2135" r:id="rId12"/>
    <p:sldId id="1662" r:id="rId13"/>
    <p:sldId id="2148" r:id="rId14"/>
    <p:sldId id="2156" r:id="rId15"/>
    <p:sldId id="2157" r:id="rId16"/>
    <p:sldId id="2158" r:id="rId17"/>
    <p:sldId id="2174" r:id="rId18"/>
    <p:sldId id="2159" r:id="rId19"/>
    <p:sldId id="2161" r:id="rId20"/>
    <p:sldId id="2160" r:id="rId21"/>
    <p:sldId id="2170" r:id="rId22"/>
    <p:sldId id="2171" r:id="rId23"/>
    <p:sldId id="1652" r:id="rId24"/>
    <p:sldId id="2163" r:id="rId25"/>
    <p:sldId id="2175" r:id="rId26"/>
    <p:sldId id="2164" r:id="rId27"/>
    <p:sldId id="2176" r:id="rId28"/>
    <p:sldId id="2165" r:id="rId29"/>
    <p:sldId id="2177" r:id="rId30"/>
    <p:sldId id="2166" r:id="rId31"/>
    <p:sldId id="2167" r:id="rId32"/>
    <p:sldId id="2179" r:id="rId33"/>
    <p:sldId id="2168" r:id="rId34"/>
    <p:sldId id="2178" r:id="rId35"/>
    <p:sldId id="2172" r:id="rId36"/>
    <p:sldId id="2169" r:id="rId37"/>
    <p:sldId id="1664" r:id="rId38"/>
    <p:sldId id="2128" r:id="rId3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707C"/>
    <a:srgbClr val="268539"/>
    <a:srgbClr val="C00000"/>
    <a:srgbClr val="000000"/>
    <a:srgbClr val="5EAADE"/>
    <a:srgbClr val="FCFCFC"/>
    <a:srgbClr val="F7F7F7"/>
    <a:srgbClr val="5C5C5C"/>
    <a:srgbClr val="9F5B72"/>
    <a:srgbClr val="494B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4D3888-A66E-D9EC-23E3-8E7A91DBDD5E}" v="829" dt="2025-04-02T01:05:02.710"/>
    <p1510:client id="{040A44F6-E331-6722-A922-79A42BDD6598}" v="32" dt="2025-04-02T23:51:08.534"/>
    <p1510:client id="{14C13D2C-BF0D-6036-6813-B10514146A3A}" v="21" dt="2025-04-02T23:56:25.871"/>
    <p1510:client id="{2259AACF-6C00-1CC6-0411-542B2B94C368}" v="620" dt="2025-04-02T20:01:56.808"/>
    <p1510:client id="{381DD81F-7183-CF08-2663-2B867BB48C32}" v="103" dt="2025-04-02T21:26:43.257"/>
    <p1510:client id="{3E909200-3DB5-E797-4C74-B567E73B4F8F}" v="67" dt="2025-04-02T21:48:09.377"/>
    <p1510:client id="{84C4B4ED-79BF-C2B6-1F2A-0802B7627E7A}" v="2" dt="2025-04-02T18:05:46.328"/>
    <p1510:client id="{C3DCFBC8-AE1F-786B-55A3-CE3CE907E5AC}" v="602" dt="2025-04-01T19:21:44.440"/>
    <p1510:client id="{C4D3CAFF-B86D-5511-2BCD-4191493F4CE8}" v="1225" dt="2025-04-03T02:14:51.951"/>
    <p1510:client id="{D2B08894-A9CD-1D3E-12A4-2C08D23054C3}" v="1786" dt="2025-04-02T16:00:30.956"/>
    <p1510:client id="{D441F5AA-A872-FBA7-D7A3-2DE7D3B9C5B9}" v="48" dt="2025-04-02T22:16:52.922"/>
    <p1510:client id="{DE395AC1-9019-C95E-78B7-2FBA19E155EB}" v="432" dt="2025-04-02T13:24:17.400"/>
    <p1510:client id="{E93A5ED9-658D-F822-F766-C7622E3D00F5}" v="498" dt="2025-04-02T11:57:46.100"/>
    <p1510:client id="{F5526B51-7A68-4472-5F19-0D1A08530560}" v="372" dt="2025-04-01T21:10:13.9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Style moye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microsoft.com/office/2015/10/relationships/revisionInfo" Target="revisionInfo.xml"/><Relationship Id="rId20" Type="http://schemas.openxmlformats.org/officeDocument/2006/relationships/slide" Target="slides/slide17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D0CDCF-B072-4CC6-B2A3-B1C4F4AE3FFA}" type="datetimeFigureOut">
              <a:rPr lang="en-US" smtClean="0"/>
              <a:pPr/>
              <a:t>4/2/2025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8A0187-CA69-4ACB-9811-75164F281D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8819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02T00:03:03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22934 8080 16383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18658 5329 16383 0 0,'0'0'0'0'0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15843 6874 16383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16140 6895 16383 0 0,'0'0'0'0'0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16648 6916 16383 0 0,'0'0'0'0'0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16330 7022 16383 0 0,'0'0'0'0'0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15589 7043 16383 0 0,'0'0'0'0'0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14827 7022 16383 0 0,'0'0'0'0'0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14340 6980 16383 0 0,'0'0'0'0'0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14679 6853 16383 0 0,'0'0'0'0'0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14954 6853 16383 0 0,'0'0'0'0'0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15356 6895 16383 0 0,'0'0'0'0'0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15251 7086 16383 0 0,'0'0'0'0'0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15991 7001 16383 0 0,'0'0'0'0'0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16584 6874 16383 0 0,'0'0'0'0'0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16415 6874 16383 0 0,'0'0'0'0'0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13875 6789 16383 0 0,'0'0'0'0'0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13219 11277 16383 0 0,'0'0'0'0'0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12965 11467 16383 0 0,'0'0'0'0'0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12203 11425 16383 0 0,'0'0'0'0'0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11800 11573 16383 0 0,'0'0'0'0'0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11525 11594 16383 0 0,'0'0'0'0'0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12478 11446 16383 0 0,'0'0'0'0'0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4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11335 11531 16383 0 0,'0'0'0'0'0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12139 11509 16383 0 0,'0'0'0'0'0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12626 11552 16383 0 0,'0'0'0'0'0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13176 11509 16383 0 0,'0'0'0'0'0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12753 11425 16383 0 0,'0'0'0'0'0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11758 11488 16383 0 0,'0'0'0'0'0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11906 11552 16383 0 0,'0'0'0'0'0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12054 11552 16383 0 0,'0'0'0'0'0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11187 11531 16383 0 0,'0'0'0'0'0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11292 11594 16383 0 0,'0'0'0'0'0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13621 11425 16383 0 0,'0'0'0'0'0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13938 11446 16383 0 0,'0'0'0'0'0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14510 11446 16383 0 0,'0'0'0'0'0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14277 11509 16383 0 0,'0'0'0'0'0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14700 11467 16383 0 0,'0'0'0'0'0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15293 11531 16383 0 0,'0'0'0'0'0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14700 11150 16383 0 0,'0'0'0'0'0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5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13028 11361 16383 0 0,'0'0'0'0'0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12330 11594 16383 0 0,'0'0'0'0'0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15610 6895 16383 0 0,'0'0'0'0'0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15420 6959 16383 0 0,'0'0'0'0'0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1T22:54:55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16584 7001 16383 0 0,'0'0'0'0'0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09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15843 6874 16383 0 0,'0'0'0'0'0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09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16140 6895 16383 0 0,'0'0'0'0'0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09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16648 6916 16383 0 0,'0'0'0'0'0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09.8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16330 7022 16383 0 0,'0'0'0'0'0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09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15589 7043 16383 0 0,'0'0'0'0'0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09.8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14827 7022 16383 0 0,'0'0'0'0'0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09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14340 6980 16383 0 0,'0'0'0'0'0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09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14679 6853 16383 0 0,'0'0'0'0'0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09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14954 6853 16383 0 0,'0'0'0'0'0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09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15356 6895 16383 0 0,'0'0'0'0'0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09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15251 7086 16383 0 0,'0'0'0'0'0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09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15991 7001 16383 0 0,'0'0'0'0'0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09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16584 6874 16383 0 0,'0'0'0'0'0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09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16415 6874 16383 0 0,'0'0'0'0'0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09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13875 6789 16383 0 0,'0'0'0'0'0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09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13219 11277 16383 0 0,'0'0'0'0'0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10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12965 11467 16383 0 0,'0'0'0'0'0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10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12203 11425 16383 0 0,'0'0'0'0'0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10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11800 11573 16383 0 0,'0'0'0'0'0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10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11525 11594 16383 0 0,'0'0'0'0'0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10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12478 11446 16383 0 0,'0'0'0'0'0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10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11335 11531 16383 0 0,'0'0'0'0'0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10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12139 11509 16383 0 0,'0'0'0'0'0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10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12626 11552 16383 0 0,'0'0'0'0'0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10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13176 11509 16383 0 0,'0'0'0'0'0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10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12753 11425 16383 0 0,'0'0'0'0'0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10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11758 11488 16383 0 0,'0'0'0'0'0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10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11906 11552 16383 0 0,'0'0'0'0'0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10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12054 11552 16383 0 0,'0'0'0'0'0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10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11187 11531 16383 0 0,'0'0'0'0'0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10.2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11292 11594 16383 0 0,'0'0'0'0'0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10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13621 11425 16383 0 0,'0'0'0'0'0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10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13938 11446 16383 0 0,'0'0'0'0'0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10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14510 11446 16383 0 0,'0'0'0'0'0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10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14277 11509 16383 0 0,'0'0'0'0'0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10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14700 11467 16383 0 0,'0'0'0'0'0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10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15293 11531 16383 0 0,'0'0'0'0'0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10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14700 11150 16383 0 0,'0'0'0'0'0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10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13028 11361 16383 0 0,'0'0'0'0'0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10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12330 11594 16383 0 0,'0'0'0'0'0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10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15610 6895 16383 0 0,'0'0'0'0'0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10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15420 6959 16383 0 0,'0'0'0'0'0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2T13:15:10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16584 7001 16383 0 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3E9E0-D922-418E-8BFA-E41C87CB1E68}" type="datetimeFigureOut">
              <a:rPr lang="en-US" smtClean="0"/>
              <a:pPr/>
              <a:t>4/2/2025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7D2F9E-D167-4ED3-83EC-AE46EA34BE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720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256114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6174F8-1206-42B4-8253-0D1E82F521D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87819" y="730530"/>
            <a:ext cx="8368363" cy="17325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l">
              <a:buNone/>
              <a:defRPr sz="1100" b="0" baseline="0">
                <a:solidFill>
                  <a:schemeClr val="bg1">
                    <a:lumMod val="50000"/>
                  </a:schemeClr>
                </a:solidFill>
                <a:latin typeface="+mj-lt"/>
                <a:ea typeface="Roboto" panose="02000000000000000000" pitchFamily="2" charset="0"/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E59A572-76E8-4055-881A-EC3A9E6FD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82611"/>
            <a:ext cx="8368363" cy="409459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5127143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PTD00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3949700" y="0"/>
            <a:ext cx="5194300" cy="5143500"/>
          </a:xfrm>
          <a:custGeom>
            <a:avLst/>
            <a:gdLst>
              <a:gd name="connsiteX0" fmla="*/ 1762115 w 5194300"/>
              <a:gd name="connsiteY0" fmla="*/ 0 h 5143500"/>
              <a:gd name="connsiteX1" fmla="*/ 3362315 w 5194300"/>
              <a:gd name="connsiteY1" fmla="*/ 0 h 5143500"/>
              <a:gd name="connsiteX2" fmla="*/ 3594100 w 5194300"/>
              <a:gd name="connsiteY2" fmla="*/ 0 h 5143500"/>
              <a:gd name="connsiteX3" fmla="*/ 5194300 w 5194300"/>
              <a:gd name="connsiteY3" fmla="*/ 0 h 5143500"/>
              <a:gd name="connsiteX4" fmla="*/ 3432185 w 5194300"/>
              <a:gd name="connsiteY4" fmla="*/ 5143500 h 5143500"/>
              <a:gd name="connsiteX5" fmla="*/ 1831985 w 5194300"/>
              <a:gd name="connsiteY5" fmla="*/ 5143500 h 5143500"/>
              <a:gd name="connsiteX6" fmla="*/ 1600200 w 5194300"/>
              <a:gd name="connsiteY6" fmla="*/ 5143500 h 5143500"/>
              <a:gd name="connsiteX7" fmla="*/ 0 w 5194300"/>
              <a:gd name="connsiteY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4300" h="5143500">
                <a:moveTo>
                  <a:pt x="1762115" y="0"/>
                </a:moveTo>
                <a:lnTo>
                  <a:pt x="3362315" y="0"/>
                </a:lnTo>
                <a:lnTo>
                  <a:pt x="3594100" y="0"/>
                </a:lnTo>
                <a:lnTo>
                  <a:pt x="5194300" y="0"/>
                </a:lnTo>
                <a:lnTo>
                  <a:pt x="3432185" y="5143500"/>
                </a:lnTo>
                <a:lnTo>
                  <a:pt x="1831985" y="5143500"/>
                </a:lnTo>
                <a:lnTo>
                  <a:pt x="16002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</p:spPr>
        <p:txBody>
          <a:bodyPr wrap="square" tIns="1548000" bIns="274320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502458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D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056632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235AB1-3A9D-4256-B6BB-6B3272A5686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87819" y="730530"/>
            <a:ext cx="8368363" cy="17325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l">
              <a:buNone/>
              <a:defRPr sz="1100" b="0" baseline="0">
                <a:solidFill>
                  <a:schemeClr val="bg1"/>
                </a:solidFill>
                <a:latin typeface="+mj-lt"/>
                <a:ea typeface="Roboto" panose="02000000000000000000" pitchFamily="2" charset="0"/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2C460F2B-268D-49B2-9922-3D4C88D7F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82611"/>
            <a:ext cx="8368363" cy="409459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7688404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42E324-B3F9-BA8B-E636-0DB5DCF6B8A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3845719" cy="5143497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7A702D9-F0D6-6E51-C7A3-A37F4F89B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469" y="164902"/>
            <a:ext cx="279866" cy="273248"/>
          </a:xfrm>
          <a:prstGeom prst="rect">
            <a:avLst/>
          </a:prstGeom>
        </p:spPr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5B50CE-7411-9DF7-D5E1-A3E206F8C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964406"/>
            <a:ext cx="4131469" cy="2555503"/>
          </a:xfrm>
        </p:spPr>
        <p:txBody>
          <a:bodyPr anchor="b">
            <a:noAutofit/>
          </a:bodyPr>
          <a:lstStyle>
            <a:lvl1pPr>
              <a:defRPr sz="405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DF0E4240-FCE5-B1CB-F0A1-3CC878A24B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0" y="3588245"/>
            <a:ext cx="4131469" cy="590850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7224117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7386" userDrawn="1">
          <p15:clr>
            <a:srgbClr val="FBAE40"/>
          </p15:clr>
        </p15:guide>
        <p15:guide id="4" orient="horz" pos="406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A8CDC8F-EBCC-371F-A83A-69244C209993}"/>
              </a:ext>
            </a:extLst>
          </p:cNvPr>
          <p:cNvSpPr/>
          <p:nvPr userDrawn="1"/>
        </p:nvSpPr>
        <p:spPr>
          <a:xfrm>
            <a:off x="440532" y="438150"/>
            <a:ext cx="8262937" cy="4048125"/>
          </a:xfrm>
          <a:prstGeom prst="rect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pPr lvl="0"/>
            <a:endParaRPr lang="en-US" sz="1013">
              <a:solidFill>
                <a:schemeClr val="tx1"/>
              </a:solidFill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7A702D9-F0D6-6E51-C7A3-A37F4F89B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469" y="164902"/>
            <a:ext cx="279866" cy="273248"/>
          </a:xfrm>
          <a:prstGeom prst="rect">
            <a:avLst/>
          </a:prstGeom>
        </p:spPr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5B50CE-7411-9DF7-D5E1-A3E206F8C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075" y="855822"/>
            <a:ext cx="7181852" cy="1891133"/>
          </a:xfrm>
        </p:spPr>
        <p:txBody>
          <a:bodyPr anchor="b">
            <a:noAutofit/>
          </a:bodyPr>
          <a:lstStyle>
            <a:lvl1pPr algn="ctr">
              <a:defRPr sz="405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DF0E4240-FCE5-B1CB-F0A1-3CC878A24B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81075" y="2815291"/>
            <a:ext cx="7181852" cy="798018"/>
          </a:xfrm>
        </p:spPr>
        <p:txBody>
          <a:bodyPr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1936894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7386" userDrawn="1">
          <p15:clr>
            <a:srgbClr val="FBAE40"/>
          </p15:clr>
        </p15:guide>
        <p15:guide id="4" orient="horz" pos="406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7A702D9-F0D6-6E51-C7A3-A37F4F89B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469" y="164902"/>
            <a:ext cx="279866" cy="273248"/>
          </a:xfrm>
          <a:prstGeom prst="rect">
            <a:avLst/>
          </a:prstGeom>
        </p:spPr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5B50CE-7411-9DF7-D5E1-A3E206F8C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2" y="738664"/>
            <a:ext cx="7110412" cy="2019721"/>
          </a:xfrm>
        </p:spPr>
        <p:txBody>
          <a:bodyPr anchor="b">
            <a:noAutofit/>
          </a:bodyPr>
          <a:lstStyle>
            <a:lvl1pPr algn="l">
              <a:defRPr sz="405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DF0E4240-FCE5-B1CB-F0A1-3CC878A24B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0532" y="2826721"/>
            <a:ext cx="7110412" cy="798018"/>
          </a:xfrm>
        </p:spPr>
        <p:txBody>
          <a:bodyPr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7A19E8BE-47C2-34D2-2AC5-50FA401FA6AE}"/>
              </a:ext>
            </a:extLst>
          </p:cNvPr>
          <p:cNvSpPr/>
          <p:nvPr userDrawn="1"/>
        </p:nvSpPr>
        <p:spPr>
          <a:xfrm>
            <a:off x="440532" y="2792553"/>
            <a:ext cx="711041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endParaRPr sz="1013"/>
          </a:p>
        </p:txBody>
      </p:sp>
    </p:spTree>
    <p:extLst>
      <p:ext uri="{BB962C8B-B14F-4D97-AF65-F5344CB8AC3E}">
        <p14:creationId xmlns:p14="http://schemas.microsoft.com/office/powerpoint/2010/main" val="66136707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7386" userDrawn="1">
          <p15:clr>
            <a:srgbClr val="FBAE40"/>
          </p15:clr>
        </p15:guide>
        <p15:guide id="4" orient="horz" pos="406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42E324-B3F9-BA8B-E636-0DB5DCF6B8A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" y="0"/>
            <a:ext cx="3059906" cy="5143497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7A702D9-F0D6-6E51-C7A3-A37F4F89B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469" y="164902"/>
            <a:ext cx="279866" cy="273248"/>
          </a:xfrm>
          <a:prstGeom prst="rect">
            <a:avLst/>
          </a:prstGeom>
        </p:spPr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5B50CE-7411-9DF7-D5E1-A3E206F8C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5657" y="964406"/>
            <a:ext cx="5357813" cy="2555503"/>
          </a:xfrm>
        </p:spPr>
        <p:txBody>
          <a:bodyPr anchor="b">
            <a:noAutofit/>
          </a:bodyPr>
          <a:lstStyle>
            <a:lvl1pPr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DF0E4240-FCE5-B1CB-F0A1-3CC878A24B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5657" y="3588245"/>
            <a:ext cx="5357813" cy="590850"/>
          </a:xfrm>
        </p:spPr>
        <p:txBody>
          <a:bodyPr anchor="t">
            <a:noAutofit/>
          </a:bodyPr>
          <a:lstStyle>
            <a:lvl1pPr marL="0" indent="0"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927416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7386" userDrawn="1">
          <p15:clr>
            <a:srgbClr val="FBAE40"/>
          </p15:clr>
        </p15:guide>
        <p15:guide id="4" orient="horz" pos="406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7A702D9-F0D6-6E51-C7A3-A37F4F89B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469" y="164902"/>
            <a:ext cx="279866" cy="273248"/>
          </a:xfrm>
          <a:prstGeom prst="rect">
            <a:avLst/>
          </a:prstGeom>
        </p:spPr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5B50CE-7411-9DF7-D5E1-A3E206F8C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00" y="1325880"/>
            <a:ext cx="7061202" cy="1396469"/>
          </a:xfrm>
        </p:spPr>
        <p:txBody>
          <a:bodyPr anchor="b">
            <a:noAutofit/>
          </a:bodyPr>
          <a:lstStyle>
            <a:lvl1pPr algn="ctr"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DF0E4240-FCE5-B1CB-F0A1-3CC878A24B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1400" y="2790685"/>
            <a:ext cx="7061202" cy="590850"/>
          </a:xfrm>
        </p:spPr>
        <p:txBody>
          <a:bodyPr anchor="t">
            <a:noAutofit/>
          </a:bodyPr>
          <a:lstStyle>
            <a:lvl1pPr marL="0" indent="0" algn="ctr"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181D6F-925D-11AF-2C98-147D20F7345F}"/>
              </a:ext>
            </a:extLst>
          </p:cNvPr>
          <p:cNvSpPr/>
          <p:nvPr userDrawn="1"/>
        </p:nvSpPr>
        <p:spPr>
          <a:xfrm>
            <a:off x="981074" y="1280160"/>
            <a:ext cx="7181853" cy="1485126"/>
          </a:xfrm>
          <a:prstGeom prst="rect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pPr lvl="0"/>
            <a:endParaRPr lang="en-US" sz="101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80572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7386" userDrawn="1">
          <p15:clr>
            <a:srgbClr val="FBAE40"/>
          </p15:clr>
        </p15:guide>
        <p15:guide id="4" orient="horz" pos="4068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7A702D9-F0D6-6E51-C7A3-A37F4F89B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469" y="164902"/>
            <a:ext cx="279866" cy="273248"/>
          </a:xfrm>
          <a:prstGeom prst="rect">
            <a:avLst/>
          </a:prstGeom>
        </p:spPr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5B50CE-7411-9DF7-D5E1-A3E206F8C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00" y="1325880"/>
            <a:ext cx="7061202" cy="1396469"/>
          </a:xfrm>
        </p:spPr>
        <p:txBody>
          <a:bodyPr anchor="b">
            <a:noAutofit/>
          </a:bodyPr>
          <a:lstStyle>
            <a:lvl1pPr algn="ctr"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DF0E4240-FCE5-B1CB-F0A1-3CC878A24B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1400" y="2790685"/>
            <a:ext cx="7061202" cy="590850"/>
          </a:xfrm>
        </p:spPr>
        <p:txBody>
          <a:bodyPr anchor="t">
            <a:noAutofit/>
          </a:bodyPr>
          <a:lstStyle>
            <a:lvl1pPr marL="0" indent="0" algn="ctr"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02958EE0-5C2B-9354-6BC1-3F5715D3E501}"/>
              </a:ext>
            </a:extLst>
          </p:cNvPr>
          <p:cNvSpPr/>
          <p:nvPr userDrawn="1"/>
        </p:nvSpPr>
        <p:spPr>
          <a:xfrm>
            <a:off x="3838575" y="2756517"/>
            <a:ext cx="1466851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endParaRPr sz="1013"/>
          </a:p>
        </p:txBody>
      </p:sp>
    </p:spTree>
    <p:extLst>
      <p:ext uri="{BB962C8B-B14F-4D97-AF65-F5344CB8AC3E}">
        <p14:creationId xmlns:p14="http://schemas.microsoft.com/office/powerpoint/2010/main" val="120896301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7386" userDrawn="1">
          <p15:clr>
            <a:srgbClr val="FBAE40"/>
          </p15:clr>
        </p15:guide>
        <p15:guide id="4" orient="horz" pos="4068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03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1888" y="164902"/>
            <a:ext cx="279866" cy="2732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440532" y="4485581"/>
            <a:ext cx="825925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endParaRPr sz="1013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438151"/>
            <a:ext cx="8262938" cy="697706"/>
          </a:xfrm>
        </p:spPr>
        <p:txBody>
          <a:bodyPr wrap="square" anchor="t">
            <a:noAutofit/>
          </a:bodyPr>
          <a:lstStyle>
            <a:lvl1pPr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6CEDCBA5-E29C-F317-A1C0-30907E0199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0531" y="1340006"/>
            <a:ext cx="3374230" cy="46985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AC4168D-DBA3-1038-A267-B5C3991018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0531" y="2163862"/>
            <a:ext cx="3374230" cy="46985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F87B46C0-64ED-A546-4708-0A59FB1013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0531" y="2987719"/>
            <a:ext cx="3374230" cy="46985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BAAB606B-9644-6972-2910-97E020CD9AB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0531" y="3811576"/>
            <a:ext cx="3374230" cy="46985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F96B559-DDD5-C3D7-D7AB-8B85EFFCDCF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25559" y="1340006"/>
            <a:ext cx="3374230" cy="46985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42EE36C8-A9D5-2C5F-145D-1283212BAA4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25559" y="2163862"/>
            <a:ext cx="3374230" cy="46985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DEA311-A086-03BF-9C5A-FAC97198BA0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25559" y="2987719"/>
            <a:ext cx="3374230" cy="46985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222D379-4CBA-1530-BD95-FC018532A55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25559" y="3811576"/>
            <a:ext cx="3374230" cy="46985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665944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7386" userDrawn="1">
          <p15:clr>
            <a:srgbClr val="FBAE40"/>
          </p15:clr>
        </p15:guide>
        <p15:guide id="4" orient="horz" pos="4068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03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1888" y="164902"/>
            <a:ext cx="279866" cy="2732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440532" y="4485581"/>
            <a:ext cx="825925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endParaRPr sz="1013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438151"/>
            <a:ext cx="8262938" cy="697706"/>
          </a:xfrm>
        </p:spPr>
        <p:txBody>
          <a:bodyPr wrap="square" anchor="t">
            <a:noAutofit/>
          </a:bodyPr>
          <a:lstStyle>
            <a:lvl1pPr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6CEDCBA5-E29C-F317-A1C0-30907E0199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1" y="1340006"/>
            <a:ext cx="4127789" cy="46985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AC4168D-DBA3-1038-A267-B5C3991018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1" y="2163862"/>
            <a:ext cx="4127789" cy="46985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F87B46C0-64ED-A546-4708-0A59FB1013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1" y="2987719"/>
            <a:ext cx="4127789" cy="46985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BAAB606B-9644-6972-2910-97E020CD9AB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2001" y="3811576"/>
            <a:ext cx="4127789" cy="46985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93797374-5F30-18F8-BC16-299A9010910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" y="1340006"/>
            <a:ext cx="3814763" cy="2941424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58103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7386" userDrawn="1">
          <p15:clr>
            <a:srgbClr val="FBAE40"/>
          </p15:clr>
        </p15:guide>
        <p15:guide id="4" orient="horz" pos="4068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1888" y="164902"/>
            <a:ext cx="279866" cy="2732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440532" y="4485581"/>
            <a:ext cx="825925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endParaRPr sz="1013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438151"/>
            <a:ext cx="5643563" cy="697706"/>
          </a:xfrm>
        </p:spPr>
        <p:txBody>
          <a:bodyPr wrap="square" anchor="t">
            <a:noAutofit/>
          </a:bodyPr>
          <a:lstStyle>
            <a:lvl1pPr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6CEDCBA5-E29C-F317-A1C0-30907E0199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0530" y="1340006"/>
            <a:ext cx="5643563" cy="46985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6E227C2C-7038-3050-0594-64731D0B0B1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364865" y="439597"/>
            <a:ext cx="2334924" cy="3917333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F82F900E-E7FA-C19B-AA97-572C491C48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0530" y="1976773"/>
            <a:ext cx="5643563" cy="46985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B6A171AC-A4A3-581C-9426-2414E9F2711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40530" y="2613539"/>
            <a:ext cx="5643563" cy="46985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605426E3-26ED-7EB8-86CA-70F1CEFF0F9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40530" y="3250305"/>
            <a:ext cx="5643563" cy="46985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B14CD0C-88D2-2217-BD10-BEC6B32673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40530" y="3887073"/>
            <a:ext cx="5643563" cy="46985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082175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7386" userDrawn="1">
          <p15:clr>
            <a:srgbClr val="FBAE40"/>
          </p15:clr>
        </p15:guide>
        <p15:guide id="4" orient="horz" pos="4068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1888" y="164902"/>
            <a:ext cx="279866" cy="2732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440532" y="4485581"/>
            <a:ext cx="825925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endParaRPr sz="1013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914584" y="1921916"/>
            <a:ext cx="3790128" cy="1079899"/>
          </a:xfrm>
        </p:spPr>
        <p:txBody>
          <a:bodyPr wrap="square" anchor="ctr">
            <a:noAutofit/>
          </a:bodyPr>
          <a:lstStyle>
            <a:lvl1pPr algn="ctr"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6CEDCBA5-E29C-F317-A1C0-30907E0199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14575" y="562948"/>
            <a:ext cx="6385212" cy="67638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F82F900E-E7FA-C19B-AA97-572C491C48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314575" y="1342348"/>
            <a:ext cx="6385212" cy="67638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B6A171AC-A4A3-581C-9426-2414E9F2711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314575" y="2121747"/>
            <a:ext cx="6385212" cy="67638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605426E3-26ED-7EB8-86CA-70F1CEFF0F9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314575" y="2901146"/>
            <a:ext cx="6385212" cy="67638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B14CD0C-88D2-2217-BD10-BEC6B32673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318257" y="3680545"/>
            <a:ext cx="6385212" cy="67638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6719562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7386" userDrawn="1">
          <p15:clr>
            <a:srgbClr val="FBAE40"/>
          </p15:clr>
        </p15:guide>
        <p15:guide id="4" orient="horz" pos="406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1888" y="164902"/>
            <a:ext cx="279866" cy="2732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440532" y="4485581"/>
            <a:ext cx="825925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endParaRPr sz="1013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438151"/>
            <a:ext cx="8265319" cy="697706"/>
          </a:xfrm>
        </p:spPr>
        <p:txBody>
          <a:bodyPr wrap="square" anchor="t">
            <a:noAutofit/>
          </a:bodyPr>
          <a:lstStyle>
            <a:lvl1pPr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6CEDCBA5-E29C-F317-A1C0-30907E0199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8150" y="1639145"/>
            <a:ext cx="1459707" cy="2343148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F82F900E-E7FA-C19B-AA97-572C491C48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140148" y="1639145"/>
            <a:ext cx="1459707" cy="2343148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B6A171AC-A4A3-581C-9426-2414E9F2711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842147" y="1639145"/>
            <a:ext cx="1459707" cy="2343148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605426E3-26ED-7EB8-86CA-70F1CEFF0F9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544145" y="1639145"/>
            <a:ext cx="1459707" cy="2343148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B14CD0C-88D2-2217-BD10-BEC6B32673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246143" y="1639145"/>
            <a:ext cx="1459707" cy="2343148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C15AAC49-04E5-14A7-C4AC-CBFA1501A728}"/>
              </a:ext>
            </a:extLst>
          </p:cNvPr>
          <p:cNvSpPr/>
          <p:nvPr userDrawn="1"/>
        </p:nvSpPr>
        <p:spPr>
          <a:xfrm>
            <a:off x="446593" y="1591886"/>
            <a:ext cx="1460700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endParaRPr sz="1013"/>
          </a:p>
        </p:txBody>
      </p:sp>
      <p:sp>
        <p:nvSpPr>
          <p:cNvPr id="7" name="Line">
            <a:extLst>
              <a:ext uri="{FF2B5EF4-FFF2-40B4-BE49-F238E27FC236}">
                <a16:creationId xmlns:a16="http://schemas.microsoft.com/office/drawing/2014/main" id="{412D1F20-BF14-465E-15C6-366E2E87A127}"/>
              </a:ext>
            </a:extLst>
          </p:cNvPr>
          <p:cNvSpPr/>
          <p:nvPr userDrawn="1"/>
        </p:nvSpPr>
        <p:spPr>
          <a:xfrm>
            <a:off x="2146977" y="1591886"/>
            <a:ext cx="1460700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endParaRPr sz="1013"/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7C601C26-558A-0485-68FA-0B3A44C0012B}"/>
              </a:ext>
            </a:extLst>
          </p:cNvPr>
          <p:cNvSpPr/>
          <p:nvPr userDrawn="1"/>
        </p:nvSpPr>
        <p:spPr>
          <a:xfrm>
            <a:off x="3847361" y="1591886"/>
            <a:ext cx="1460700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endParaRPr sz="1013"/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71F2589F-8E0A-4564-4196-AB40887F481B}"/>
              </a:ext>
            </a:extLst>
          </p:cNvPr>
          <p:cNvSpPr/>
          <p:nvPr userDrawn="1"/>
        </p:nvSpPr>
        <p:spPr>
          <a:xfrm>
            <a:off x="5547746" y="1591886"/>
            <a:ext cx="1460700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endParaRPr sz="1013"/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041CC5FF-73DF-7404-2795-EBC523E73FB8}"/>
              </a:ext>
            </a:extLst>
          </p:cNvPr>
          <p:cNvSpPr/>
          <p:nvPr userDrawn="1"/>
        </p:nvSpPr>
        <p:spPr>
          <a:xfrm>
            <a:off x="7248129" y="1591886"/>
            <a:ext cx="1460700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endParaRPr sz="1013"/>
          </a:p>
        </p:txBody>
      </p:sp>
    </p:spTree>
    <p:extLst>
      <p:ext uri="{BB962C8B-B14F-4D97-AF65-F5344CB8AC3E}">
        <p14:creationId xmlns:p14="http://schemas.microsoft.com/office/powerpoint/2010/main" val="89701391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7386" userDrawn="1">
          <p15:clr>
            <a:srgbClr val="FBAE40"/>
          </p15:clr>
        </p15:guide>
        <p15:guide id="4" orient="horz" pos="4068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05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1888" y="164902"/>
            <a:ext cx="279866" cy="2732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440532" y="4485581"/>
            <a:ext cx="825925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endParaRPr sz="1013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2" y="1954530"/>
            <a:ext cx="3359944" cy="1234440"/>
          </a:xfrm>
        </p:spPr>
        <p:txBody>
          <a:bodyPr wrap="square" anchor="ctr">
            <a:noAutofit/>
          </a:bodyPr>
          <a:lstStyle>
            <a:lvl1pPr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17B038DB-153E-EEB9-4032-900DD60BB2DC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788153" y="1214876"/>
            <a:ext cx="3913735" cy="31778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681D5D28-3559-47CD-6745-A0FD325A50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88153" y="895113"/>
            <a:ext cx="3913735" cy="3177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Website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0F91C74D-71D2-5CA7-00FB-303FFB8E199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788153" y="2116591"/>
            <a:ext cx="3913735" cy="31778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C38AC1FC-26E5-358F-9100-9A46675DEF7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788153" y="1796828"/>
            <a:ext cx="3913735" cy="3177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Email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2FD2225E-A040-537E-36EA-C4957269F98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788153" y="3018307"/>
            <a:ext cx="3913735" cy="31778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726BF17D-F6A8-E12C-D100-56C59027A95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788153" y="2698543"/>
            <a:ext cx="3913735" cy="3177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Phone Number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F4495EFA-923F-DE8B-D07B-0CBD0EC85608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4788153" y="3920022"/>
            <a:ext cx="3913735" cy="31778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A368480-EF27-8B04-A0A1-6A07E81A8FA3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788153" y="3600259"/>
            <a:ext cx="3913735" cy="3177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Location</a:t>
            </a:r>
          </a:p>
        </p:txBody>
      </p:sp>
    </p:spTree>
    <p:extLst>
      <p:ext uri="{BB962C8B-B14F-4D97-AF65-F5344CB8AC3E}">
        <p14:creationId xmlns:p14="http://schemas.microsoft.com/office/powerpoint/2010/main" val="122808412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7386" userDrawn="1">
          <p15:clr>
            <a:srgbClr val="FBAE40"/>
          </p15:clr>
        </p15:guide>
        <p15:guide id="4" orient="horz" pos="406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05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1888" y="164902"/>
            <a:ext cx="279866" cy="2732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440532" y="4485581"/>
            <a:ext cx="825925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endParaRPr sz="1013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2" y="1954530"/>
            <a:ext cx="3359944" cy="1234440"/>
          </a:xfrm>
        </p:spPr>
        <p:txBody>
          <a:bodyPr wrap="square" anchor="ctr">
            <a:noAutofit/>
          </a:bodyPr>
          <a:lstStyle>
            <a:lvl1pPr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8F5207-3A5D-41DF-E001-899C5F9FBCD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379319" y="1118394"/>
            <a:ext cx="385363" cy="385363"/>
          </a:xfrm>
          <a:custGeom>
            <a:avLst/>
            <a:gdLst>
              <a:gd name="connsiteX0" fmla="*/ 391447 w 513817"/>
              <a:gd name="connsiteY0" fmla="*/ 270430 h 513817"/>
              <a:gd name="connsiteX1" fmla="*/ 294093 w 513817"/>
              <a:gd name="connsiteY1" fmla="*/ 469872 h 513817"/>
              <a:gd name="connsiteX2" fmla="*/ 472576 w 513817"/>
              <a:gd name="connsiteY2" fmla="*/ 270430 h 513817"/>
              <a:gd name="connsiteX3" fmla="*/ 270430 w 513817"/>
              <a:gd name="connsiteY3" fmla="*/ 270430 h 513817"/>
              <a:gd name="connsiteX4" fmla="*/ 270430 w 513817"/>
              <a:gd name="connsiteY4" fmla="*/ 456351 h 513817"/>
              <a:gd name="connsiteX5" fmla="*/ 364404 w 513817"/>
              <a:gd name="connsiteY5" fmla="*/ 270430 h 513817"/>
              <a:gd name="connsiteX6" fmla="*/ 149413 w 513817"/>
              <a:gd name="connsiteY6" fmla="*/ 270430 h 513817"/>
              <a:gd name="connsiteX7" fmla="*/ 243387 w 513817"/>
              <a:gd name="connsiteY7" fmla="*/ 456351 h 513817"/>
              <a:gd name="connsiteX8" fmla="*/ 243387 w 513817"/>
              <a:gd name="connsiteY8" fmla="*/ 270430 h 513817"/>
              <a:gd name="connsiteX9" fmla="*/ 41241 w 513817"/>
              <a:gd name="connsiteY9" fmla="*/ 270430 h 513817"/>
              <a:gd name="connsiteX10" fmla="*/ 219724 w 513817"/>
              <a:gd name="connsiteY10" fmla="*/ 469872 h 513817"/>
              <a:gd name="connsiteX11" fmla="*/ 122370 w 513817"/>
              <a:gd name="connsiteY11" fmla="*/ 270430 h 513817"/>
              <a:gd name="connsiteX12" fmla="*/ 270430 w 513817"/>
              <a:gd name="connsiteY12" fmla="*/ 57466 h 513817"/>
              <a:gd name="connsiteX13" fmla="*/ 270430 w 513817"/>
              <a:gd name="connsiteY13" fmla="*/ 243387 h 513817"/>
              <a:gd name="connsiteX14" fmla="*/ 364404 w 513817"/>
              <a:gd name="connsiteY14" fmla="*/ 243387 h 513817"/>
              <a:gd name="connsiteX15" fmla="*/ 270430 w 513817"/>
              <a:gd name="connsiteY15" fmla="*/ 57466 h 513817"/>
              <a:gd name="connsiteX16" fmla="*/ 243387 w 513817"/>
              <a:gd name="connsiteY16" fmla="*/ 57466 h 513817"/>
              <a:gd name="connsiteX17" fmla="*/ 149413 w 513817"/>
              <a:gd name="connsiteY17" fmla="*/ 243387 h 513817"/>
              <a:gd name="connsiteX18" fmla="*/ 243387 w 513817"/>
              <a:gd name="connsiteY18" fmla="*/ 243387 h 513817"/>
              <a:gd name="connsiteX19" fmla="*/ 294093 w 513817"/>
              <a:gd name="connsiteY19" fmla="*/ 43945 h 513817"/>
              <a:gd name="connsiteX20" fmla="*/ 391447 w 513817"/>
              <a:gd name="connsiteY20" fmla="*/ 243387 h 513817"/>
              <a:gd name="connsiteX21" fmla="*/ 472576 w 513817"/>
              <a:gd name="connsiteY21" fmla="*/ 243387 h 513817"/>
              <a:gd name="connsiteX22" fmla="*/ 294093 w 513817"/>
              <a:gd name="connsiteY22" fmla="*/ 43945 h 513817"/>
              <a:gd name="connsiteX23" fmla="*/ 219724 w 513817"/>
              <a:gd name="connsiteY23" fmla="*/ 43945 h 513817"/>
              <a:gd name="connsiteX24" fmla="*/ 41241 w 513817"/>
              <a:gd name="connsiteY24" fmla="*/ 243387 h 513817"/>
              <a:gd name="connsiteX25" fmla="*/ 122370 w 513817"/>
              <a:gd name="connsiteY25" fmla="*/ 243387 h 513817"/>
              <a:gd name="connsiteX26" fmla="*/ 219724 w 513817"/>
              <a:gd name="connsiteY26" fmla="*/ 43945 h 513817"/>
              <a:gd name="connsiteX27" fmla="*/ 256909 w 513817"/>
              <a:gd name="connsiteY27" fmla="*/ 0 h 513817"/>
              <a:gd name="connsiteX28" fmla="*/ 513817 w 513817"/>
              <a:gd name="connsiteY28" fmla="*/ 256909 h 513817"/>
              <a:gd name="connsiteX29" fmla="*/ 256909 w 513817"/>
              <a:gd name="connsiteY29" fmla="*/ 513817 h 513817"/>
              <a:gd name="connsiteX30" fmla="*/ 0 w 513817"/>
              <a:gd name="connsiteY30" fmla="*/ 256909 h 513817"/>
              <a:gd name="connsiteX31" fmla="*/ 256909 w 513817"/>
              <a:gd name="connsiteY31" fmla="*/ 0 h 513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513817" h="513817">
                <a:moveTo>
                  <a:pt x="391447" y="270430"/>
                </a:moveTo>
                <a:cubicBezTo>
                  <a:pt x="386715" y="347503"/>
                  <a:pt x="338038" y="415786"/>
                  <a:pt x="294093" y="469872"/>
                </a:cubicBezTo>
                <a:cubicBezTo>
                  <a:pt x="391447" y="452970"/>
                  <a:pt x="466492" y="371165"/>
                  <a:pt x="472576" y="270430"/>
                </a:cubicBezTo>
                <a:close/>
                <a:moveTo>
                  <a:pt x="270430" y="270430"/>
                </a:moveTo>
                <a:lnTo>
                  <a:pt x="270430" y="456351"/>
                </a:lnTo>
                <a:cubicBezTo>
                  <a:pt x="313699" y="402941"/>
                  <a:pt x="358996" y="340066"/>
                  <a:pt x="364404" y="270430"/>
                </a:cubicBezTo>
                <a:close/>
                <a:moveTo>
                  <a:pt x="149413" y="270430"/>
                </a:moveTo>
                <a:cubicBezTo>
                  <a:pt x="154821" y="340066"/>
                  <a:pt x="200118" y="402941"/>
                  <a:pt x="243387" y="456351"/>
                </a:cubicBezTo>
                <a:lnTo>
                  <a:pt x="243387" y="270430"/>
                </a:lnTo>
                <a:close/>
                <a:moveTo>
                  <a:pt x="41241" y="270430"/>
                </a:moveTo>
                <a:cubicBezTo>
                  <a:pt x="47325" y="371165"/>
                  <a:pt x="122370" y="452970"/>
                  <a:pt x="219724" y="469872"/>
                </a:cubicBezTo>
                <a:cubicBezTo>
                  <a:pt x="175780" y="415786"/>
                  <a:pt x="127778" y="347503"/>
                  <a:pt x="122370" y="270430"/>
                </a:cubicBezTo>
                <a:close/>
                <a:moveTo>
                  <a:pt x="270430" y="57466"/>
                </a:moveTo>
                <a:lnTo>
                  <a:pt x="270430" y="243387"/>
                </a:lnTo>
                <a:lnTo>
                  <a:pt x="364404" y="243387"/>
                </a:lnTo>
                <a:cubicBezTo>
                  <a:pt x="358996" y="173075"/>
                  <a:pt x="313699" y="110876"/>
                  <a:pt x="270430" y="57466"/>
                </a:cubicBezTo>
                <a:close/>
                <a:moveTo>
                  <a:pt x="243387" y="57466"/>
                </a:moveTo>
                <a:cubicBezTo>
                  <a:pt x="200118" y="110876"/>
                  <a:pt x="154821" y="173751"/>
                  <a:pt x="149413" y="243387"/>
                </a:cubicBezTo>
                <a:lnTo>
                  <a:pt x="243387" y="243387"/>
                </a:lnTo>
                <a:close/>
                <a:moveTo>
                  <a:pt x="294093" y="43945"/>
                </a:moveTo>
                <a:cubicBezTo>
                  <a:pt x="338038" y="98031"/>
                  <a:pt x="386715" y="166314"/>
                  <a:pt x="391447" y="243387"/>
                </a:cubicBezTo>
                <a:lnTo>
                  <a:pt x="472576" y="243387"/>
                </a:lnTo>
                <a:cubicBezTo>
                  <a:pt x="466492" y="142652"/>
                  <a:pt x="391447" y="60847"/>
                  <a:pt x="294093" y="43945"/>
                </a:cubicBezTo>
                <a:close/>
                <a:moveTo>
                  <a:pt x="219724" y="43945"/>
                </a:moveTo>
                <a:cubicBezTo>
                  <a:pt x="122370" y="60847"/>
                  <a:pt x="47325" y="142652"/>
                  <a:pt x="41241" y="243387"/>
                </a:cubicBezTo>
                <a:lnTo>
                  <a:pt x="122370" y="243387"/>
                </a:lnTo>
                <a:cubicBezTo>
                  <a:pt x="127102" y="166314"/>
                  <a:pt x="175780" y="98031"/>
                  <a:pt x="219724" y="43945"/>
                </a:cubicBezTo>
                <a:close/>
                <a:moveTo>
                  <a:pt x="256909" y="0"/>
                </a:moveTo>
                <a:cubicBezTo>
                  <a:pt x="398884" y="0"/>
                  <a:pt x="513817" y="114933"/>
                  <a:pt x="513817" y="256909"/>
                </a:cubicBezTo>
                <a:cubicBezTo>
                  <a:pt x="513817" y="398884"/>
                  <a:pt x="398884" y="513817"/>
                  <a:pt x="256909" y="513817"/>
                </a:cubicBezTo>
                <a:cubicBezTo>
                  <a:pt x="114933" y="513817"/>
                  <a:pt x="0" y="398884"/>
                  <a:pt x="0" y="256909"/>
                </a:cubicBezTo>
                <a:cubicBezTo>
                  <a:pt x="0" y="114933"/>
                  <a:pt x="114933" y="0"/>
                  <a:pt x="2569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75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36B746-5A89-B7D9-956C-F0400442F30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4369178" y="1927012"/>
            <a:ext cx="405645" cy="446210"/>
          </a:xfrm>
          <a:custGeom>
            <a:avLst/>
            <a:gdLst>
              <a:gd name="connsiteX0" fmla="*/ 270768 w 540860"/>
              <a:gd name="connsiteY0" fmla="*/ 393307 h 594946"/>
              <a:gd name="connsiteX1" fmla="*/ 205527 w 540860"/>
              <a:gd name="connsiteY1" fmla="*/ 419167 h 594946"/>
              <a:gd name="connsiteX2" fmla="*/ 196062 w 540860"/>
              <a:gd name="connsiteY2" fmla="*/ 427956 h 594946"/>
              <a:gd name="connsiteX3" fmla="*/ 62199 w 540860"/>
              <a:gd name="connsiteY3" fmla="*/ 554382 h 594946"/>
              <a:gd name="connsiteX4" fmla="*/ 478661 w 540860"/>
              <a:gd name="connsiteY4" fmla="*/ 554382 h 594946"/>
              <a:gd name="connsiteX5" fmla="*/ 345474 w 540860"/>
              <a:gd name="connsiteY5" fmla="*/ 427956 h 594946"/>
              <a:gd name="connsiteX6" fmla="*/ 336009 w 540860"/>
              <a:gd name="connsiteY6" fmla="*/ 419167 h 594946"/>
              <a:gd name="connsiteX7" fmla="*/ 270768 w 540860"/>
              <a:gd name="connsiteY7" fmla="*/ 393307 h 594946"/>
              <a:gd name="connsiteX8" fmla="*/ 500296 w 540860"/>
              <a:gd name="connsiteY8" fmla="*/ 281247 h 594946"/>
              <a:gd name="connsiteX9" fmla="*/ 365081 w 540860"/>
              <a:gd name="connsiteY9" fmla="*/ 409701 h 594946"/>
              <a:gd name="connsiteX10" fmla="*/ 500296 w 540860"/>
              <a:gd name="connsiteY10" fmla="*/ 538156 h 594946"/>
              <a:gd name="connsiteX11" fmla="*/ 40565 w 540860"/>
              <a:gd name="connsiteY11" fmla="*/ 280571 h 594946"/>
              <a:gd name="connsiteX12" fmla="*/ 40565 w 540860"/>
              <a:gd name="connsiteY12" fmla="*/ 537480 h 594946"/>
              <a:gd name="connsiteX13" fmla="*/ 175780 w 540860"/>
              <a:gd name="connsiteY13" fmla="*/ 409025 h 594946"/>
              <a:gd name="connsiteX14" fmla="*/ 270429 w 540860"/>
              <a:gd name="connsiteY14" fmla="*/ 215668 h 594946"/>
              <a:gd name="connsiteX15" fmla="*/ 248795 w 540860"/>
              <a:gd name="connsiteY15" fmla="*/ 237302 h 594946"/>
              <a:gd name="connsiteX16" fmla="*/ 270429 w 540860"/>
              <a:gd name="connsiteY16" fmla="*/ 258936 h 594946"/>
              <a:gd name="connsiteX17" fmla="*/ 292064 w 540860"/>
              <a:gd name="connsiteY17" fmla="*/ 237302 h 594946"/>
              <a:gd name="connsiteX18" fmla="*/ 270429 w 540860"/>
              <a:gd name="connsiteY18" fmla="*/ 215668 h 594946"/>
              <a:gd name="connsiteX19" fmla="*/ 271105 w 540860"/>
              <a:gd name="connsiteY19" fmla="*/ 147384 h 594946"/>
              <a:gd name="connsiteX20" fmla="*/ 358995 w 540860"/>
              <a:gd name="connsiteY20" fmla="*/ 235274 h 594946"/>
              <a:gd name="connsiteX21" fmla="*/ 358995 w 540860"/>
              <a:gd name="connsiteY21" fmla="*/ 256908 h 594946"/>
              <a:gd name="connsiteX22" fmla="*/ 337361 w 540860"/>
              <a:gd name="connsiteY22" fmla="*/ 278543 h 594946"/>
              <a:gd name="connsiteX23" fmla="*/ 304233 w 540860"/>
              <a:gd name="connsiteY23" fmla="*/ 263669 h 594946"/>
              <a:gd name="connsiteX24" fmla="*/ 248119 w 540860"/>
              <a:gd name="connsiteY24" fmla="*/ 272458 h 594946"/>
              <a:gd name="connsiteX25" fmla="*/ 229865 w 540860"/>
              <a:gd name="connsiteY25" fmla="*/ 219048 h 594946"/>
              <a:gd name="connsiteX26" fmla="*/ 279218 w 540860"/>
              <a:gd name="connsiteY26" fmla="*/ 192005 h 594946"/>
              <a:gd name="connsiteX27" fmla="*/ 315050 w 540860"/>
              <a:gd name="connsiteY27" fmla="*/ 235950 h 594946"/>
              <a:gd name="connsiteX28" fmla="*/ 336685 w 540860"/>
              <a:gd name="connsiteY28" fmla="*/ 257584 h 594946"/>
              <a:gd name="connsiteX29" fmla="*/ 336685 w 540860"/>
              <a:gd name="connsiteY29" fmla="*/ 235950 h 594946"/>
              <a:gd name="connsiteX30" fmla="*/ 271105 w 540860"/>
              <a:gd name="connsiteY30" fmla="*/ 170371 h 594946"/>
              <a:gd name="connsiteX31" fmla="*/ 205526 w 540860"/>
              <a:gd name="connsiteY31" fmla="*/ 235950 h 594946"/>
              <a:gd name="connsiteX32" fmla="*/ 270429 w 540860"/>
              <a:gd name="connsiteY32" fmla="*/ 301529 h 594946"/>
              <a:gd name="connsiteX33" fmla="*/ 303557 w 540860"/>
              <a:gd name="connsiteY33" fmla="*/ 293416 h 594946"/>
              <a:gd name="connsiteX34" fmla="*/ 319107 w 540860"/>
              <a:gd name="connsiteY34" fmla="*/ 298149 h 594946"/>
              <a:gd name="connsiteX35" fmla="*/ 314374 w 540860"/>
              <a:gd name="connsiteY35" fmla="*/ 313698 h 594946"/>
              <a:gd name="connsiteX36" fmla="*/ 270429 w 540860"/>
              <a:gd name="connsiteY36" fmla="*/ 324516 h 594946"/>
              <a:gd name="connsiteX37" fmla="*/ 183216 w 540860"/>
              <a:gd name="connsiteY37" fmla="*/ 235274 h 594946"/>
              <a:gd name="connsiteX38" fmla="*/ 271105 w 540860"/>
              <a:gd name="connsiteY38" fmla="*/ 147384 h 594946"/>
              <a:gd name="connsiteX39" fmla="*/ 135215 w 540860"/>
              <a:gd name="connsiteY39" fmla="*/ 108172 h 594946"/>
              <a:gd name="connsiteX40" fmla="*/ 135215 w 540860"/>
              <a:gd name="connsiteY40" fmla="*/ 333305 h 594946"/>
              <a:gd name="connsiteX41" fmla="*/ 196062 w 540860"/>
              <a:gd name="connsiteY41" fmla="*/ 391447 h 594946"/>
              <a:gd name="connsiteX42" fmla="*/ 344798 w 540860"/>
              <a:gd name="connsiteY42" fmla="*/ 391447 h 594946"/>
              <a:gd name="connsiteX43" fmla="*/ 405645 w 540860"/>
              <a:gd name="connsiteY43" fmla="*/ 333305 h 594946"/>
              <a:gd name="connsiteX44" fmla="*/ 405645 w 540860"/>
              <a:gd name="connsiteY44" fmla="*/ 108172 h 594946"/>
              <a:gd name="connsiteX45" fmla="*/ 270430 w 540860"/>
              <a:gd name="connsiteY45" fmla="*/ 0 h 594946"/>
              <a:gd name="connsiteX46" fmla="*/ 351559 w 540860"/>
              <a:gd name="connsiteY46" fmla="*/ 67608 h 594946"/>
              <a:gd name="connsiteX47" fmla="*/ 446210 w 540860"/>
              <a:gd name="connsiteY47" fmla="*/ 67608 h 594946"/>
              <a:gd name="connsiteX48" fmla="*/ 446210 w 540860"/>
              <a:gd name="connsiteY48" fmla="*/ 126426 h 594946"/>
              <a:gd name="connsiteX49" fmla="*/ 540860 w 540860"/>
              <a:gd name="connsiteY49" fmla="*/ 217020 h 594946"/>
              <a:gd name="connsiteX50" fmla="*/ 540860 w 540860"/>
              <a:gd name="connsiteY50" fmla="*/ 594946 h 594946"/>
              <a:gd name="connsiteX51" fmla="*/ 0 w 540860"/>
              <a:gd name="connsiteY51" fmla="*/ 594946 h 594946"/>
              <a:gd name="connsiteX52" fmla="*/ 0 w 540860"/>
              <a:gd name="connsiteY52" fmla="*/ 217020 h 594946"/>
              <a:gd name="connsiteX53" fmla="*/ 94651 w 540860"/>
              <a:gd name="connsiteY53" fmla="*/ 127102 h 594946"/>
              <a:gd name="connsiteX54" fmla="*/ 94651 w 540860"/>
              <a:gd name="connsiteY54" fmla="*/ 67608 h 594946"/>
              <a:gd name="connsiteX55" fmla="*/ 189301 w 540860"/>
              <a:gd name="connsiteY55" fmla="*/ 67608 h 594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40860" h="594946">
                <a:moveTo>
                  <a:pt x="270768" y="393307"/>
                </a:moveTo>
                <a:cubicBezTo>
                  <a:pt x="247275" y="393307"/>
                  <a:pt x="223781" y="401927"/>
                  <a:pt x="205527" y="419167"/>
                </a:cubicBezTo>
                <a:lnTo>
                  <a:pt x="196062" y="427956"/>
                </a:lnTo>
                <a:lnTo>
                  <a:pt x="62199" y="554382"/>
                </a:lnTo>
                <a:lnTo>
                  <a:pt x="478661" y="554382"/>
                </a:lnTo>
                <a:lnTo>
                  <a:pt x="345474" y="427956"/>
                </a:lnTo>
                <a:lnTo>
                  <a:pt x="336009" y="419167"/>
                </a:lnTo>
                <a:cubicBezTo>
                  <a:pt x="317755" y="401927"/>
                  <a:pt x="294262" y="393307"/>
                  <a:pt x="270768" y="393307"/>
                </a:cubicBezTo>
                <a:close/>
                <a:moveTo>
                  <a:pt x="500296" y="281247"/>
                </a:moveTo>
                <a:lnTo>
                  <a:pt x="365081" y="409701"/>
                </a:lnTo>
                <a:lnTo>
                  <a:pt x="500296" y="538156"/>
                </a:lnTo>
                <a:close/>
                <a:moveTo>
                  <a:pt x="40565" y="280571"/>
                </a:moveTo>
                <a:lnTo>
                  <a:pt x="40565" y="537480"/>
                </a:lnTo>
                <a:lnTo>
                  <a:pt x="175780" y="409025"/>
                </a:lnTo>
                <a:close/>
                <a:moveTo>
                  <a:pt x="270429" y="215668"/>
                </a:moveTo>
                <a:cubicBezTo>
                  <a:pt x="258936" y="215668"/>
                  <a:pt x="248795" y="225133"/>
                  <a:pt x="248795" y="237302"/>
                </a:cubicBezTo>
                <a:cubicBezTo>
                  <a:pt x="248795" y="248795"/>
                  <a:pt x="258260" y="258936"/>
                  <a:pt x="270429" y="258936"/>
                </a:cubicBezTo>
                <a:cubicBezTo>
                  <a:pt x="282599" y="258936"/>
                  <a:pt x="292064" y="249471"/>
                  <a:pt x="292064" y="237302"/>
                </a:cubicBezTo>
                <a:cubicBezTo>
                  <a:pt x="292064" y="225133"/>
                  <a:pt x="282599" y="215668"/>
                  <a:pt x="270429" y="215668"/>
                </a:cubicBezTo>
                <a:close/>
                <a:moveTo>
                  <a:pt x="271105" y="147384"/>
                </a:moveTo>
                <a:cubicBezTo>
                  <a:pt x="319783" y="147384"/>
                  <a:pt x="358995" y="186596"/>
                  <a:pt x="358995" y="235274"/>
                </a:cubicBezTo>
                <a:lnTo>
                  <a:pt x="358995" y="256908"/>
                </a:lnTo>
                <a:cubicBezTo>
                  <a:pt x="358995" y="269078"/>
                  <a:pt x="349530" y="278543"/>
                  <a:pt x="337361" y="278543"/>
                </a:cubicBezTo>
                <a:cubicBezTo>
                  <a:pt x="324515" y="278543"/>
                  <a:pt x="312346" y="273134"/>
                  <a:pt x="304233" y="263669"/>
                </a:cubicBezTo>
                <a:cubicBezTo>
                  <a:pt x="290035" y="279895"/>
                  <a:pt x="266373" y="283275"/>
                  <a:pt x="248119" y="272458"/>
                </a:cubicBezTo>
                <a:cubicBezTo>
                  <a:pt x="229865" y="261641"/>
                  <a:pt x="222428" y="238654"/>
                  <a:pt x="229865" y="219048"/>
                </a:cubicBezTo>
                <a:cubicBezTo>
                  <a:pt x="237302" y="199442"/>
                  <a:pt x="258260" y="187949"/>
                  <a:pt x="279218" y="192005"/>
                </a:cubicBezTo>
                <a:cubicBezTo>
                  <a:pt x="300177" y="196061"/>
                  <a:pt x="315050" y="214315"/>
                  <a:pt x="315050" y="235950"/>
                </a:cubicBezTo>
                <a:cubicBezTo>
                  <a:pt x="315050" y="248119"/>
                  <a:pt x="324515" y="257584"/>
                  <a:pt x="336685" y="257584"/>
                </a:cubicBezTo>
                <a:lnTo>
                  <a:pt x="336685" y="235950"/>
                </a:lnTo>
                <a:cubicBezTo>
                  <a:pt x="336685" y="199442"/>
                  <a:pt x="306937" y="170371"/>
                  <a:pt x="271105" y="170371"/>
                </a:cubicBezTo>
                <a:cubicBezTo>
                  <a:pt x="235273" y="170371"/>
                  <a:pt x="205526" y="200118"/>
                  <a:pt x="205526" y="235950"/>
                </a:cubicBezTo>
                <a:cubicBezTo>
                  <a:pt x="204850" y="271782"/>
                  <a:pt x="234597" y="301529"/>
                  <a:pt x="270429" y="301529"/>
                </a:cubicBezTo>
                <a:cubicBezTo>
                  <a:pt x="281923" y="301529"/>
                  <a:pt x="293416" y="298825"/>
                  <a:pt x="303557" y="293416"/>
                </a:cubicBezTo>
                <a:cubicBezTo>
                  <a:pt x="308966" y="290712"/>
                  <a:pt x="315726" y="292740"/>
                  <a:pt x="319107" y="298149"/>
                </a:cubicBezTo>
                <a:cubicBezTo>
                  <a:pt x="321811" y="303557"/>
                  <a:pt x="319783" y="310318"/>
                  <a:pt x="314374" y="313698"/>
                </a:cubicBezTo>
                <a:cubicBezTo>
                  <a:pt x="300853" y="320459"/>
                  <a:pt x="285979" y="324516"/>
                  <a:pt x="270429" y="324516"/>
                </a:cubicBezTo>
                <a:cubicBezTo>
                  <a:pt x="221752" y="323840"/>
                  <a:pt x="182540" y="284627"/>
                  <a:pt x="183216" y="235274"/>
                </a:cubicBezTo>
                <a:cubicBezTo>
                  <a:pt x="183216" y="186596"/>
                  <a:pt x="222428" y="147384"/>
                  <a:pt x="271105" y="147384"/>
                </a:cubicBezTo>
                <a:close/>
                <a:moveTo>
                  <a:pt x="135215" y="108172"/>
                </a:moveTo>
                <a:lnTo>
                  <a:pt x="135215" y="333305"/>
                </a:lnTo>
                <a:lnTo>
                  <a:pt x="196062" y="391447"/>
                </a:lnTo>
                <a:cubicBezTo>
                  <a:pt x="240007" y="357644"/>
                  <a:pt x="300853" y="357644"/>
                  <a:pt x="344798" y="391447"/>
                </a:cubicBezTo>
                <a:lnTo>
                  <a:pt x="405645" y="333305"/>
                </a:lnTo>
                <a:lnTo>
                  <a:pt x="405645" y="108172"/>
                </a:lnTo>
                <a:close/>
                <a:moveTo>
                  <a:pt x="270430" y="0"/>
                </a:moveTo>
                <a:lnTo>
                  <a:pt x="351559" y="67608"/>
                </a:lnTo>
                <a:lnTo>
                  <a:pt x="446210" y="67608"/>
                </a:lnTo>
                <a:lnTo>
                  <a:pt x="446210" y="126426"/>
                </a:lnTo>
                <a:lnTo>
                  <a:pt x="540860" y="217020"/>
                </a:lnTo>
                <a:lnTo>
                  <a:pt x="540860" y="594946"/>
                </a:lnTo>
                <a:lnTo>
                  <a:pt x="0" y="594946"/>
                </a:lnTo>
                <a:lnTo>
                  <a:pt x="0" y="217020"/>
                </a:lnTo>
                <a:lnTo>
                  <a:pt x="94651" y="127102"/>
                </a:lnTo>
                <a:lnTo>
                  <a:pt x="94651" y="67608"/>
                </a:lnTo>
                <a:lnTo>
                  <a:pt x="189301" y="676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75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02F571-EE30-0274-9D91-1880425A90B7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369433" y="2786338"/>
            <a:ext cx="404882" cy="405836"/>
          </a:xfrm>
          <a:custGeom>
            <a:avLst/>
            <a:gdLst>
              <a:gd name="connsiteX0" fmla="*/ 417472 w 539842"/>
              <a:gd name="connsiteY0" fmla="*/ 321135 h 541115"/>
              <a:gd name="connsiteX1" fmla="*/ 438431 w 539842"/>
              <a:gd name="connsiteY1" fmla="*/ 329924 h 541115"/>
              <a:gd name="connsiteX2" fmla="*/ 531729 w 539842"/>
              <a:gd name="connsiteY2" fmla="*/ 423222 h 541115"/>
              <a:gd name="connsiteX3" fmla="*/ 539842 w 539842"/>
              <a:gd name="connsiteY3" fmla="*/ 444181 h 541115"/>
              <a:gd name="connsiteX4" fmla="*/ 531053 w 539842"/>
              <a:gd name="connsiteY4" fmla="*/ 465139 h 541115"/>
              <a:gd name="connsiteX5" fmla="*/ 520912 w 539842"/>
              <a:gd name="connsiteY5" fmla="*/ 475280 h 541115"/>
              <a:gd name="connsiteX6" fmla="*/ 386373 w 539842"/>
              <a:gd name="connsiteY6" fmla="*/ 340741 h 541115"/>
              <a:gd name="connsiteX7" fmla="*/ 396514 w 539842"/>
              <a:gd name="connsiteY7" fmla="*/ 329924 h 541115"/>
              <a:gd name="connsiteX8" fmla="*/ 417472 w 539842"/>
              <a:gd name="connsiteY8" fmla="*/ 321135 h 541115"/>
              <a:gd name="connsiteX9" fmla="*/ 44956 w 539842"/>
              <a:gd name="connsiteY9" fmla="*/ 39888 h 541115"/>
              <a:gd name="connsiteX10" fmla="*/ 179495 w 539842"/>
              <a:gd name="connsiteY10" fmla="*/ 174427 h 541115"/>
              <a:gd name="connsiteX11" fmla="*/ 158536 w 539842"/>
              <a:gd name="connsiteY11" fmla="*/ 194709 h 541115"/>
              <a:gd name="connsiteX12" fmla="*/ 154480 w 539842"/>
              <a:gd name="connsiteY12" fmla="*/ 204850 h 541115"/>
              <a:gd name="connsiteX13" fmla="*/ 158536 w 539842"/>
              <a:gd name="connsiteY13" fmla="*/ 214991 h 541115"/>
              <a:gd name="connsiteX14" fmla="*/ 326203 w 539842"/>
              <a:gd name="connsiteY14" fmla="*/ 381982 h 541115"/>
              <a:gd name="connsiteX15" fmla="*/ 336344 w 539842"/>
              <a:gd name="connsiteY15" fmla="*/ 386038 h 541115"/>
              <a:gd name="connsiteX16" fmla="*/ 346485 w 539842"/>
              <a:gd name="connsiteY16" fmla="*/ 381982 h 541115"/>
              <a:gd name="connsiteX17" fmla="*/ 366767 w 539842"/>
              <a:gd name="connsiteY17" fmla="*/ 361024 h 541115"/>
              <a:gd name="connsiteX18" fmla="*/ 500630 w 539842"/>
              <a:gd name="connsiteY18" fmla="*/ 495563 h 541115"/>
              <a:gd name="connsiteX19" fmla="*/ 482376 w 539842"/>
              <a:gd name="connsiteY19" fmla="*/ 513817 h 541115"/>
              <a:gd name="connsiteX20" fmla="*/ 413417 w 539842"/>
              <a:gd name="connsiteY20" fmla="*/ 540860 h 541115"/>
              <a:gd name="connsiteX21" fmla="*/ 305245 w 539842"/>
              <a:gd name="connsiteY21" fmla="*/ 509084 h 541115"/>
              <a:gd name="connsiteX22" fmla="*/ 262652 w 539842"/>
              <a:gd name="connsiteY22" fmla="*/ 482041 h 541115"/>
              <a:gd name="connsiteX23" fmla="*/ 56449 w 539842"/>
              <a:gd name="connsiteY23" fmla="*/ 269077 h 541115"/>
              <a:gd name="connsiteX24" fmla="*/ 15885 w 539842"/>
              <a:gd name="connsiteY24" fmla="*/ 198090 h 541115"/>
              <a:gd name="connsiteX25" fmla="*/ 335 w 539842"/>
              <a:gd name="connsiteY25" fmla="*/ 110200 h 541115"/>
              <a:gd name="connsiteX26" fmla="*/ 22645 w 539842"/>
              <a:gd name="connsiteY26" fmla="*/ 62198 h 541115"/>
              <a:gd name="connsiteX27" fmla="*/ 44956 w 539842"/>
              <a:gd name="connsiteY27" fmla="*/ 39888 h 541115"/>
              <a:gd name="connsiteX28" fmla="*/ 97013 w 539842"/>
              <a:gd name="connsiteY28" fmla="*/ 0 h 541115"/>
              <a:gd name="connsiteX29" fmla="*/ 117296 w 539842"/>
              <a:gd name="connsiteY29" fmla="*/ 8789 h 541115"/>
              <a:gd name="connsiteX30" fmla="*/ 210594 w 539842"/>
              <a:gd name="connsiteY30" fmla="*/ 101411 h 541115"/>
              <a:gd name="connsiteX31" fmla="*/ 219383 w 539842"/>
              <a:gd name="connsiteY31" fmla="*/ 122370 h 541115"/>
              <a:gd name="connsiteX32" fmla="*/ 210594 w 539842"/>
              <a:gd name="connsiteY32" fmla="*/ 143328 h 541115"/>
              <a:gd name="connsiteX33" fmla="*/ 200453 w 539842"/>
              <a:gd name="connsiteY33" fmla="*/ 153469 h 541115"/>
              <a:gd name="connsiteX34" fmla="*/ 65914 w 539842"/>
              <a:gd name="connsiteY34" fmla="*/ 18930 h 541115"/>
              <a:gd name="connsiteX35" fmla="*/ 76055 w 539842"/>
              <a:gd name="connsiteY35" fmla="*/ 8789 h 541115"/>
              <a:gd name="connsiteX36" fmla="*/ 97013 w 539842"/>
              <a:gd name="connsiteY36" fmla="*/ 0 h 541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539842" h="541115">
                <a:moveTo>
                  <a:pt x="417472" y="321135"/>
                </a:moveTo>
                <a:cubicBezTo>
                  <a:pt x="425585" y="321135"/>
                  <a:pt x="433022" y="324515"/>
                  <a:pt x="438431" y="329924"/>
                </a:cubicBezTo>
                <a:lnTo>
                  <a:pt x="531729" y="423222"/>
                </a:lnTo>
                <a:cubicBezTo>
                  <a:pt x="537138" y="428631"/>
                  <a:pt x="539842" y="436068"/>
                  <a:pt x="539842" y="444181"/>
                </a:cubicBezTo>
                <a:cubicBezTo>
                  <a:pt x="539842" y="452294"/>
                  <a:pt x="536462" y="459730"/>
                  <a:pt x="531053" y="465139"/>
                </a:cubicBezTo>
                <a:lnTo>
                  <a:pt x="520912" y="475280"/>
                </a:lnTo>
                <a:lnTo>
                  <a:pt x="386373" y="340741"/>
                </a:lnTo>
                <a:lnTo>
                  <a:pt x="396514" y="329924"/>
                </a:lnTo>
                <a:cubicBezTo>
                  <a:pt x="401923" y="324515"/>
                  <a:pt x="409360" y="321135"/>
                  <a:pt x="417472" y="321135"/>
                </a:cubicBezTo>
                <a:close/>
                <a:moveTo>
                  <a:pt x="44956" y="39888"/>
                </a:moveTo>
                <a:lnTo>
                  <a:pt x="179495" y="174427"/>
                </a:lnTo>
                <a:lnTo>
                  <a:pt x="158536" y="194709"/>
                </a:lnTo>
                <a:cubicBezTo>
                  <a:pt x="155832" y="197413"/>
                  <a:pt x="154480" y="201470"/>
                  <a:pt x="154480" y="204850"/>
                </a:cubicBezTo>
                <a:cubicBezTo>
                  <a:pt x="154480" y="208231"/>
                  <a:pt x="155832" y="212287"/>
                  <a:pt x="158536" y="214991"/>
                </a:cubicBezTo>
                <a:lnTo>
                  <a:pt x="326203" y="381982"/>
                </a:lnTo>
                <a:cubicBezTo>
                  <a:pt x="328907" y="384686"/>
                  <a:pt x="332964" y="386038"/>
                  <a:pt x="336344" y="386038"/>
                </a:cubicBezTo>
                <a:cubicBezTo>
                  <a:pt x="339724" y="386038"/>
                  <a:pt x="343781" y="384686"/>
                  <a:pt x="346485" y="381982"/>
                </a:cubicBezTo>
                <a:lnTo>
                  <a:pt x="366767" y="361024"/>
                </a:lnTo>
                <a:lnTo>
                  <a:pt x="500630" y="495563"/>
                </a:lnTo>
                <a:lnTo>
                  <a:pt x="482376" y="513817"/>
                </a:lnTo>
                <a:cubicBezTo>
                  <a:pt x="464798" y="532747"/>
                  <a:pt x="439107" y="542888"/>
                  <a:pt x="413417" y="540860"/>
                </a:cubicBezTo>
                <a:cubicBezTo>
                  <a:pt x="374880" y="538155"/>
                  <a:pt x="339048" y="525986"/>
                  <a:pt x="305245" y="509084"/>
                </a:cubicBezTo>
                <a:cubicBezTo>
                  <a:pt x="290371" y="500971"/>
                  <a:pt x="276173" y="492182"/>
                  <a:pt x="262652" y="482041"/>
                </a:cubicBezTo>
                <a:cubicBezTo>
                  <a:pt x="181523" y="424575"/>
                  <a:pt x="111887" y="352235"/>
                  <a:pt x="56449" y="269077"/>
                </a:cubicBezTo>
                <a:cubicBezTo>
                  <a:pt x="40899" y="246767"/>
                  <a:pt x="26702" y="223104"/>
                  <a:pt x="15885" y="198090"/>
                </a:cubicBezTo>
                <a:cubicBezTo>
                  <a:pt x="5743" y="169694"/>
                  <a:pt x="-1693" y="140623"/>
                  <a:pt x="335" y="110200"/>
                </a:cubicBezTo>
                <a:cubicBezTo>
                  <a:pt x="1011" y="91946"/>
                  <a:pt x="9124" y="75044"/>
                  <a:pt x="22645" y="62198"/>
                </a:cubicBezTo>
                <a:cubicBezTo>
                  <a:pt x="28054" y="56790"/>
                  <a:pt x="36167" y="48677"/>
                  <a:pt x="44956" y="39888"/>
                </a:cubicBezTo>
                <a:close/>
                <a:moveTo>
                  <a:pt x="97013" y="0"/>
                </a:moveTo>
                <a:cubicBezTo>
                  <a:pt x="104450" y="0"/>
                  <a:pt x="111887" y="3380"/>
                  <a:pt x="117296" y="8789"/>
                </a:cubicBezTo>
                <a:lnTo>
                  <a:pt x="210594" y="101411"/>
                </a:lnTo>
                <a:cubicBezTo>
                  <a:pt x="216003" y="106820"/>
                  <a:pt x="219383" y="114257"/>
                  <a:pt x="219383" y="122370"/>
                </a:cubicBezTo>
                <a:cubicBezTo>
                  <a:pt x="219383" y="130482"/>
                  <a:pt x="216003" y="137919"/>
                  <a:pt x="210594" y="143328"/>
                </a:cubicBezTo>
                <a:lnTo>
                  <a:pt x="200453" y="153469"/>
                </a:lnTo>
                <a:lnTo>
                  <a:pt x="65914" y="18930"/>
                </a:lnTo>
                <a:lnTo>
                  <a:pt x="76055" y="8789"/>
                </a:lnTo>
                <a:cubicBezTo>
                  <a:pt x="81464" y="3380"/>
                  <a:pt x="89577" y="0"/>
                  <a:pt x="970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75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DFB2A89-AC5C-16AF-5F55-FA3C97E4CD7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465864" y="3655803"/>
            <a:ext cx="212270" cy="344798"/>
          </a:xfrm>
          <a:custGeom>
            <a:avLst/>
            <a:gdLst>
              <a:gd name="connsiteX0" fmla="*/ 141514 w 283026"/>
              <a:gd name="connsiteY0" fmla="*/ 81129 h 459731"/>
              <a:gd name="connsiteX1" fmla="*/ 80667 w 283026"/>
              <a:gd name="connsiteY1" fmla="*/ 141976 h 459731"/>
              <a:gd name="connsiteX2" fmla="*/ 141514 w 283026"/>
              <a:gd name="connsiteY2" fmla="*/ 202823 h 459731"/>
              <a:gd name="connsiteX3" fmla="*/ 202361 w 283026"/>
              <a:gd name="connsiteY3" fmla="*/ 141976 h 459731"/>
              <a:gd name="connsiteX4" fmla="*/ 141514 w 283026"/>
              <a:gd name="connsiteY4" fmla="*/ 81129 h 459731"/>
              <a:gd name="connsiteX5" fmla="*/ 141514 w 283026"/>
              <a:gd name="connsiteY5" fmla="*/ 0 h 459731"/>
              <a:gd name="connsiteX6" fmla="*/ 258475 w 283026"/>
              <a:gd name="connsiteY6" fmla="*/ 62199 h 459731"/>
              <a:gd name="connsiteX7" fmla="*/ 273348 w 283026"/>
              <a:gd name="connsiteY7" fmla="*/ 194034 h 459731"/>
              <a:gd name="connsiteX8" fmla="*/ 209121 w 283026"/>
              <a:gd name="connsiteY8" fmla="*/ 336009 h 459731"/>
              <a:gd name="connsiteX9" fmla="*/ 153683 w 283026"/>
              <a:gd name="connsiteY9" fmla="*/ 452294 h 459731"/>
              <a:gd name="connsiteX10" fmla="*/ 141514 w 283026"/>
              <a:gd name="connsiteY10" fmla="*/ 459731 h 459731"/>
              <a:gd name="connsiteX11" fmla="*/ 129344 w 283026"/>
              <a:gd name="connsiteY11" fmla="*/ 452294 h 459731"/>
              <a:gd name="connsiteX12" fmla="*/ 73906 w 283026"/>
              <a:gd name="connsiteY12" fmla="*/ 336009 h 459731"/>
              <a:gd name="connsiteX13" fmla="*/ 9679 w 283026"/>
              <a:gd name="connsiteY13" fmla="*/ 194034 h 459731"/>
              <a:gd name="connsiteX14" fmla="*/ 24553 w 283026"/>
              <a:gd name="connsiteY14" fmla="*/ 62199 h 459731"/>
              <a:gd name="connsiteX15" fmla="*/ 141514 w 283026"/>
              <a:gd name="connsiteY15" fmla="*/ 0 h 459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3026" h="459731">
                <a:moveTo>
                  <a:pt x="141514" y="81129"/>
                </a:moveTo>
                <a:cubicBezTo>
                  <a:pt x="107710" y="81129"/>
                  <a:pt x="80667" y="108172"/>
                  <a:pt x="80667" y="141976"/>
                </a:cubicBezTo>
                <a:cubicBezTo>
                  <a:pt x="80667" y="175780"/>
                  <a:pt x="107710" y="202823"/>
                  <a:pt x="141514" y="202823"/>
                </a:cubicBezTo>
                <a:cubicBezTo>
                  <a:pt x="175318" y="202823"/>
                  <a:pt x="202361" y="175780"/>
                  <a:pt x="202361" y="141976"/>
                </a:cubicBezTo>
                <a:cubicBezTo>
                  <a:pt x="202361" y="108172"/>
                  <a:pt x="175318" y="81129"/>
                  <a:pt x="141514" y="81129"/>
                </a:cubicBezTo>
                <a:close/>
                <a:moveTo>
                  <a:pt x="141514" y="0"/>
                </a:moveTo>
                <a:cubicBezTo>
                  <a:pt x="188163" y="0"/>
                  <a:pt x="232108" y="22987"/>
                  <a:pt x="258475" y="62199"/>
                </a:cubicBezTo>
                <a:cubicBezTo>
                  <a:pt x="284842" y="100735"/>
                  <a:pt x="290250" y="150089"/>
                  <a:pt x="273348" y="194034"/>
                </a:cubicBezTo>
                <a:lnTo>
                  <a:pt x="209121" y="336009"/>
                </a:lnTo>
                <a:lnTo>
                  <a:pt x="153683" y="452294"/>
                </a:lnTo>
                <a:cubicBezTo>
                  <a:pt x="151655" y="457027"/>
                  <a:pt x="146922" y="459731"/>
                  <a:pt x="141514" y="459731"/>
                </a:cubicBezTo>
                <a:cubicBezTo>
                  <a:pt x="136105" y="459731"/>
                  <a:pt x="131373" y="457027"/>
                  <a:pt x="129344" y="452294"/>
                </a:cubicBezTo>
                <a:lnTo>
                  <a:pt x="73906" y="336009"/>
                </a:lnTo>
                <a:lnTo>
                  <a:pt x="9679" y="194034"/>
                </a:lnTo>
                <a:cubicBezTo>
                  <a:pt x="-7223" y="150089"/>
                  <a:pt x="-1814" y="100735"/>
                  <a:pt x="24553" y="62199"/>
                </a:cubicBezTo>
                <a:cubicBezTo>
                  <a:pt x="50920" y="22987"/>
                  <a:pt x="94865" y="0"/>
                  <a:pt x="14151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75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CE9B7D8-D58F-9523-0E67-4514CB183C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29509" y="1032402"/>
            <a:ext cx="3773960" cy="56043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spcBef>
                <a:spcPts val="3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3EF375A-DB4B-0D72-D9D2-3EB6808A484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929509" y="1928810"/>
            <a:ext cx="3773960" cy="56043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spcBef>
                <a:spcPts val="3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1297AFCA-8E69-DE98-463D-2FA9BCF0AC0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929509" y="2654247"/>
            <a:ext cx="3773960" cy="56043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spcBef>
                <a:spcPts val="3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61A065D-CD5C-5187-2E10-38939668730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929509" y="3547983"/>
            <a:ext cx="3773960" cy="56043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spcBef>
                <a:spcPts val="3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2444435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7386" userDrawn="1">
          <p15:clr>
            <a:srgbClr val="FBAE40"/>
          </p15:clr>
        </p15:guide>
        <p15:guide id="4" orient="horz" pos="4068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1888" y="164902"/>
            <a:ext cx="279866" cy="2732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DBEFECB-CF03-7F1C-AB91-43ED0E5E1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428" y="1645921"/>
            <a:ext cx="6103145" cy="1183109"/>
          </a:xfrm>
        </p:spPr>
        <p:txBody>
          <a:bodyPr anchor="b">
            <a:noAutofit/>
          </a:bodyPr>
          <a:lstStyle>
            <a:lvl1pPr algn="ctr"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97C8C00-90C8-D879-657C-39E4141304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20428" y="2897366"/>
            <a:ext cx="6103145" cy="590850"/>
          </a:xfrm>
        </p:spPr>
        <p:txBody>
          <a:bodyPr anchor="t">
            <a:noAutofit/>
          </a:bodyPr>
          <a:lstStyle>
            <a:lvl1pPr marL="0" indent="0" algn="ctr"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176832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7386" userDrawn="1">
          <p15:clr>
            <a:srgbClr val="FBAE40"/>
          </p15:clr>
        </p15:guide>
        <p15:guide id="3" pos="3840" userDrawn="1">
          <p15:clr>
            <a:srgbClr val="FBAE40"/>
          </p15:clr>
        </p15:guide>
        <p15:guide id="4" orient="horz" pos="4068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1888" y="164902"/>
            <a:ext cx="279866" cy="2732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DBEFECB-CF03-7F1C-AB91-43ED0E5E1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428" y="1645921"/>
            <a:ext cx="6103145" cy="1183109"/>
          </a:xfrm>
        </p:spPr>
        <p:txBody>
          <a:bodyPr anchor="b">
            <a:noAutofit/>
          </a:bodyPr>
          <a:lstStyle>
            <a:lvl1pPr algn="ctr"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97C8C00-90C8-D879-657C-39E4141304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20428" y="2897366"/>
            <a:ext cx="6103145" cy="590850"/>
          </a:xfrm>
        </p:spPr>
        <p:txBody>
          <a:bodyPr anchor="t">
            <a:noAutofit/>
          </a:bodyPr>
          <a:lstStyle>
            <a:lvl1pPr marL="0" indent="0" algn="ctr"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051DE302-F517-F6F2-8DBB-05C1E95FF9BA}"/>
              </a:ext>
            </a:extLst>
          </p:cNvPr>
          <p:cNvSpPr/>
          <p:nvPr userDrawn="1"/>
        </p:nvSpPr>
        <p:spPr>
          <a:xfrm>
            <a:off x="1520428" y="3662621"/>
            <a:ext cx="6103145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endParaRPr sz="1013"/>
          </a:p>
        </p:txBody>
      </p:sp>
      <p:sp>
        <p:nvSpPr>
          <p:cNvPr id="4" name="Line">
            <a:extLst>
              <a:ext uri="{FF2B5EF4-FFF2-40B4-BE49-F238E27FC236}">
                <a16:creationId xmlns:a16="http://schemas.microsoft.com/office/drawing/2014/main" id="{AA2C1D93-9263-296C-980B-2033F4987A2E}"/>
              </a:ext>
            </a:extLst>
          </p:cNvPr>
          <p:cNvSpPr/>
          <p:nvPr userDrawn="1"/>
        </p:nvSpPr>
        <p:spPr>
          <a:xfrm>
            <a:off x="1520428" y="1485206"/>
            <a:ext cx="6103145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endParaRPr sz="1013"/>
          </a:p>
        </p:txBody>
      </p:sp>
    </p:spTree>
    <p:extLst>
      <p:ext uri="{BB962C8B-B14F-4D97-AF65-F5344CB8AC3E}">
        <p14:creationId xmlns:p14="http://schemas.microsoft.com/office/powerpoint/2010/main" val="355193847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7386" userDrawn="1">
          <p15:clr>
            <a:srgbClr val="FBAE40"/>
          </p15:clr>
        </p15:guide>
        <p15:guide id="3" pos="3840" userDrawn="1">
          <p15:clr>
            <a:srgbClr val="FBAE40"/>
          </p15:clr>
        </p15:guide>
        <p15:guide id="4" orient="horz" pos="4068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1888" y="164902"/>
            <a:ext cx="279866" cy="2732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DBEFECB-CF03-7F1C-AB91-43ED0E5E1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2" y="1645921"/>
            <a:ext cx="4131469" cy="1183109"/>
          </a:xfrm>
        </p:spPr>
        <p:txBody>
          <a:bodyPr anchor="b">
            <a:noAutofit/>
          </a:bodyPr>
          <a:lstStyle>
            <a:lvl1pPr algn="l"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97C8C00-90C8-D879-657C-39E4141304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0532" y="2897366"/>
            <a:ext cx="4131469" cy="590850"/>
          </a:xfrm>
        </p:spPr>
        <p:txBody>
          <a:bodyPr anchor="t">
            <a:noAutofit/>
          </a:bodyPr>
          <a:lstStyle>
            <a:lvl1pPr marL="0" indent="0" algn="l"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D5999C54-5396-0470-E6BA-A1B2E368076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329237" y="1101039"/>
            <a:ext cx="3814763" cy="2941424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98790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7386" userDrawn="1">
          <p15:clr>
            <a:srgbClr val="FBAE40"/>
          </p15:clr>
        </p15:guide>
        <p15:guide id="3" pos="3840" userDrawn="1">
          <p15:clr>
            <a:srgbClr val="FBAE40"/>
          </p15:clr>
        </p15:guide>
        <p15:guide id="4" orient="horz" pos="4068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1888" y="164902"/>
            <a:ext cx="279866" cy="2732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440532" y="4485581"/>
            <a:ext cx="825925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endParaRPr sz="1013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438151"/>
            <a:ext cx="8262938" cy="697706"/>
          </a:xfrm>
        </p:spPr>
        <p:txBody>
          <a:bodyPr wrap="square" anchor="t">
            <a:noAutofit/>
          </a:bodyPr>
          <a:lstStyle>
            <a:lvl1pPr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ED2A23B5-C0B6-3AAC-B354-EC615F3EB56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40531" y="1325719"/>
            <a:ext cx="2970000" cy="29700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8B5E718-DB32-6674-D4BE-0273016457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24597" y="1636665"/>
            <a:ext cx="5175192" cy="2550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A8537F55-5FAD-74EA-FB5C-AD65BDBD2F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24597" y="1325718"/>
            <a:ext cx="5175192" cy="30896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5D0DCCA-8BA3-0294-2EB8-ED93CC6BDC4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24597" y="1901552"/>
            <a:ext cx="5175192" cy="2394167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01097758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7386" userDrawn="1">
          <p15:clr>
            <a:srgbClr val="FBAE40"/>
          </p15:clr>
        </p15:guide>
        <p15:guide id="4" orient="horz" pos="4068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1888" y="164902"/>
            <a:ext cx="279866" cy="2732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440532" y="4485581"/>
            <a:ext cx="825925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endParaRPr sz="1013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438151"/>
            <a:ext cx="8262938" cy="697706"/>
          </a:xfrm>
        </p:spPr>
        <p:txBody>
          <a:bodyPr wrap="square" anchor="t">
            <a:noAutofit/>
          </a:bodyPr>
          <a:lstStyle>
            <a:lvl1pPr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ED2A23B5-C0B6-3AAC-B354-EC615F3EB56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86010" y="1473367"/>
            <a:ext cx="2029380" cy="202938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8B5E718-DB32-6674-D4BE-0273016457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6010" y="3893070"/>
            <a:ext cx="2029380" cy="255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A8537F55-5FAD-74EA-FB5C-AD65BDBD2F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6010" y="3582124"/>
            <a:ext cx="2029380" cy="308969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280399A8-15CE-2DFF-5058-EFBACF8E199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557310" y="1473367"/>
            <a:ext cx="2029380" cy="202938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CD373013-0B26-6B5B-FBAF-316FE45516C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57310" y="3893070"/>
            <a:ext cx="2029380" cy="255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923D3A7-6717-BFDA-8B77-AFD57270C0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57310" y="3582124"/>
            <a:ext cx="2029380" cy="308969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AC62088D-AB1C-F284-31D4-628F14660CD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328610" y="1473367"/>
            <a:ext cx="2029380" cy="202938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B50EC9-2639-BE23-DD5C-706D7BB869C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28610" y="3893070"/>
            <a:ext cx="2029380" cy="255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72DCBBDE-9854-746D-9EE1-487B2A3A329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28610" y="3582124"/>
            <a:ext cx="2029380" cy="308969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248588235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7386" userDrawn="1">
          <p15:clr>
            <a:srgbClr val="FBAE40"/>
          </p15:clr>
        </p15:guide>
        <p15:guide id="4" orient="horz" pos="4068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1888" y="164902"/>
            <a:ext cx="279866" cy="2732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440532" y="4485581"/>
            <a:ext cx="825925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endParaRPr sz="1013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438151"/>
            <a:ext cx="8262938" cy="697706"/>
          </a:xfrm>
        </p:spPr>
        <p:txBody>
          <a:bodyPr wrap="square" anchor="t">
            <a:noAutofit/>
          </a:bodyPr>
          <a:lstStyle>
            <a:lvl1pPr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ED2A23B5-C0B6-3AAC-B354-EC615F3EB56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02369" y="1625822"/>
            <a:ext cx="1552074" cy="1552074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8B5E718-DB32-6674-D4BE-0273016457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2369" y="3568219"/>
            <a:ext cx="1552074" cy="255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A8537F55-5FAD-74EA-FB5C-AD65BDBD2F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2369" y="3257272"/>
            <a:ext cx="1552074" cy="308969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79AD52B5-D46B-A529-383E-98EF6FB0212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825703" y="1625822"/>
            <a:ext cx="1552074" cy="1552074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1AE2E895-BBF3-ACA0-71AD-F864915376B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825703" y="3568219"/>
            <a:ext cx="1552074" cy="255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9B4C77EF-B687-3473-FEA3-0190F090F65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825703" y="3257272"/>
            <a:ext cx="1552074" cy="308969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6" name="Picture Placeholder 11">
            <a:extLst>
              <a:ext uri="{FF2B5EF4-FFF2-40B4-BE49-F238E27FC236}">
                <a16:creationId xmlns:a16="http://schemas.microsoft.com/office/drawing/2014/main" id="{E8F9E0BB-5F9E-7044-A6F3-EF6A384842C9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749037" y="1625822"/>
            <a:ext cx="1552074" cy="1552074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FA2104E5-E650-68C8-E76C-B3CB2FAAA73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749037" y="3568219"/>
            <a:ext cx="1552074" cy="255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14544DB6-2A4D-8708-142A-F056F3814A1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49037" y="3257272"/>
            <a:ext cx="1552074" cy="308969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9" name="Picture Placeholder 11">
            <a:extLst>
              <a:ext uri="{FF2B5EF4-FFF2-40B4-BE49-F238E27FC236}">
                <a16:creationId xmlns:a16="http://schemas.microsoft.com/office/drawing/2014/main" id="{3C46EA8C-DB0B-F929-0F78-F236887423F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672371" y="1625822"/>
            <a:ext cx="1552074" cy="1552074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35386C69-5210-6ABA-1737-EBB032A9686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72371" y="3568219"/>
            <a:ext cx="1552074" cy="255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A95DED95-1DFA-5011-E856-487E0BF3D02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672371" y="3257272"/>
            <a:ext cx="1552074" cy="308969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5148742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7386" userDrawn="1">
          <p15:clr>
            <a:srgbClr val="FBAE40"/>
          </p15:clr>
        </p15:guide>
        <p15:guide id="4" orient="horz" pos="4068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1888" y="164902"/>
            <a:ext cx="279866" cy="2732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440532" y="4485581"/>
            <a:ext cx="825925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endParaRPr sz="1013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438151"/>
            <a:ext cx="8262938" cy="697706"/>
          </a:xfrm>
        </p:spPr>
        <p:txBody>
          <a:bodyPr wrap="square" anchor="t">
            <a:noAutofit/>
          </a:bodyPr>
          <a:lstStyle>
            <a:lvl1pPr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ED2A23B5-C0B6-3AAC-B354-EC615F3EB56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40531" y="1307235"/>
            <a:ext cx="2359819" cy="2359819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8B5E718-DB32-6674-D4BE-0273016457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0531" y="4065752"/>
            <a:ext cx="2359818" cy="255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A8537F55-5FAD-74EA-FB5C-AD65BDBD2F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0531" y="3754806"/>
            <a:ext cx="2359818" cy="308969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280399A8-15CE-2DFF-5058-EFBACF8E199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350244" y="1307235"/>
            <a:ext cx="985910" cy="98591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CD373013-0B26-6B5B-FBAF-316FE45516C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14397" y="2573728"/>
            <a:ext cx="1457603" cy="20356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923D3A7-6717-BFDA-8B77-AFD57270C0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14397" y="2368189"/>
            <a:ext cx="1457603" cy="20356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17495C65-A9C2-6760-2EB8-69403C67F2E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414138" y="1307235"/>
            <a:ext cx="985910" cy="98591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DF48EA3-FB19-95D5-B88B-76DBBD60329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8292" y="2573728"/>
            <a:ext cx="1457603" cy="20356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5D27D937-0E3B-2890-AFF1-25E31909742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78292" y="2368189"/>
            <a:ext cx="1457603" cy="20356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7202B847-E0E1-159C-2E66-8AAB18E5322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478032" y="1307235"/>
            <a:ext cx="985910" cy="98591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BD9BDBC7-69ED-25DC-FA05-C0DC44C066F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42186" y="2573728"/>
            <a:ext cx="1457603" cy="20356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B8F57406-E682-8E44-344A-43D480008DE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42186" y="2368189"/>
            <a:ext cx="1457603" cy="20356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8" name="Picture Placeholder 11">
            <a:extLst>
              <a:ext uri="{FF2B5EF4-FFF2-40B4-BE49-F238E27FC236}">
                <a16:creationId xmlns:a16="http://schemas.microsoft.com/office/drawing/2014/main" id="{7EA507F2-8F21-5B8D-A430-E3CCA8808BC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3350244" y="2848336"/>
            <a:ext cx="985910" cy="98591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DFEEA7A4-D686-069A-7619-036033546E3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114397" y="4114828"/>
            <a:ext cx="1457603" cy="20356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6D0E6F41-E353-0280-9245-862650AA971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114397" y="3909290"/>
            <a:ext cx="1457603" cy="20356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1" name="Picture Placeholder 11">
            <a:extLst>
              <a:ext uri="{FF2B5EF4-FFF2-40B4-BE49-F238E27FC236}">
                <a16:creationId xmlns:a16="http://schemas.microsoft.com/office/drawing/2014/main" id="{8361E199-4608-07FF-5390-537E1B4A32CF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414138" y="2848336"/>
            <a:ext cx="985910" cy="98591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F4E645ED-7EAC-EFE4-7C86-0C22E5F0FC3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78292" y="4114828"/>
            <a:ext cx="1457603" cy="20356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7C9D7F74-4B1D-C06D-8CE4-C1D04189452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178292" y="3909290"/>
            <a:ext cx="1457603" cy="20356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4" name="Picture Placeholder 11">
            <a:extLst>
              <a:ext uri="{FF2B5EF4-FFF2-40B4-BE49-F238E27FC236}">
                <a16:creationId xmlns:a16="http://schemas.microsoft.com/office/drawing/2014/main" id="{44C112AC-01D2-5A50-3BE6-431FA98B10A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478032" y="2848336"/>
            <a:ext cx="985910" cy="98591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B89CF107-8F86-DA07-E1F1-90E54AC2B51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242186" y="4114828"/>
            <a:ext cx="1457603" cy="20356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CA77B277-9F84-AA4E-61B2-C9953C47B90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242186" y="3909290"/>
            <a:ext cx="1457603" cy="20356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188791021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7386" userDrawn="1">
          <p15:clr>
            <a:srgbClr val="FBAE40"/>
          </p15:clr>
        </p15:guide>
        <p15:guide id="4" orient="horz" pos="4068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08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1888" y="164902"/>
            <a:ext cx="279866" cy="2732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440532" y="4485581"/>
            <a:ext cx="825925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endParaRPr sz="1013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438151"/>
            <a:ext cx="8262938" cy="697706"/>
          </a:xfrm>
        </p:spPr>
        <p:txBody>
          <a:bodyPr wrap="square" anchor="t">
            <a:noAutofit/>
          </a:bodyPr>
          <a:lstStyle>
            <a:lvl1pPr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E3854D-6A50-C211-16CD-27AD19F6FF5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0531" y="1205639"/>
            <a:ext cx="8262938" cy="3099948"/>
          </a:xfrm>
        </p:spPr>
        <p:txBody>
          <a:bodyPr/>
          <a:lstStyle>
            <a:lvl1pPr>
              <a:buClr>
                <a:schemeClr val="tx1"/>
              </a:buClr>
              <a:defRPr sz="1350"/>
            </a:lvl1pPr>
            <a:lvl2pPr>
              <a:buClr>
                <a:schemeClr val="tx1"/>
              </a:buClr>
              <a:defRPr sz="1050"/>
            </a:lvl2pPr>
            <a:lvl3pPr>
              <a:buClr>
                <a:schemeClr val="tx1"/>
              </a:buClr>
              <a:defRPr sz="900"/>
            </a:lvl3pPr>
            <a:lvl4pPr>
              <a:buClr>
                <a:schemeClr val="tx1"/>
              </a:buClr>
              <a:defRPr sz="825"/>
            </a:lvl4pPr>
            <a:lvl5pPr>
              <a:buClr>
                <a:schemeClr val="tx1"/>
              </a:buCl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722463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7386" userDrawn="1">
          <p15:clr>
            <a:srgbClr val="FBAE40"/>
          </p15:clr>
        </p15:guide>
        <p15:guide id="4" orient="horz" pos="4068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S09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1888" y="164902"/>
            <a:ext cx="279866" cy="2732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440532" y="4485581"/>
            <a:ext cx="825925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endParaRPr sz="1013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2" y="1965722"/>
            <a:ext cx="3509963" cy="1212056"/>
          </a:xfrm>
        </p:spPr>
        <p:txBody>
          <a:bodyPr wrap="square" anchor="ctr">
            <a:noAutofit/>
          </a:bodyPr>
          <a:lstStyle>
            <a:lvl1pPr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7FDD0AB9-57DA-26EE-6569-8EC25F064C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1" y="1570263"/>
            <a:ext cx="4127789" cy="245695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A3DD38-5D79-7EB9-84A7-32AE005050F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1" y="1116282"/>
            <a:ext cx="4127789" cy="45200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4182111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7386" userDrawn="1">
          <p15:clr>
            <a:srgbClr val="FBAE40"/>
          </p15:clr>
        </p15:guide>
        <p15:guide id="4" orient="horz" pos="4068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8E111DB-A4F6-727D-9A45-519DB447A1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1888" y="164902"/>
            <a:ext cx="279866" cy="2732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3D91454C-2D8A-6AD6-FE36-673AA157BE7E}"/>
              </a:ext>
            </a:extLst>
          </p:cNvPr>
          <p:cNvSpPr/>
          <p:nvPr userDrawn="1"/>
        </p:nvSpPr>
        <p:spPr>
          <a:xfrm>
            <a:off x="440532" y="4485581"/>
            <a:ext cx="825925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endParaRPr sz="1013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E9853BD-2C47-5262-7D17-F184BC6D0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2" y="786567"/>
            <a:ext cx="3806320" cy="1689095"/>
          </a:xfrm>
        </p:spPr>
        <p:txBody>
          <a:bodyPr wrap="square" anchor="t">
            <a:noAutofit/>
          </a:bodyPr>
          <a:lstStyle>
            <a:lvl1pPr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4BF9382-7FB9-E1CE-FF1D-7EF9A988C7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212" y="3121819"/>
            <a:ext cx="3806320" cy="123511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5E5ED50-C23B-550A-A44E-B22012AFB5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212" y="2667837"/>
            <a:ext cx="3806320" cy="45200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F447F3BF-FB5F-7BF4-0721-176FD94F62D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570160" y="786569"/>
            <a:ext cx="4127789" cy="3570363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45081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7386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8E111DB-A4F6-727D-9A45-519DB447A1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1888" y="164902"/>
            <a:ext cx="279866" cy="2732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3D91454C-2D8A-6AD6-FE36-673AA157BE7E}"/>
              </a:ext>
            </a:extLst>
          </p:cNvPr>
          <p:cNvSpPr/>
          <p:nvPr userDrawn="1"/>
        </p:nvSpPr>
        <p:spPr>
          <a:xfrm>
            <a:off x="440532" y="4485581"/>
            <a:ext cx="825925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endParaRPr sz="1013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E9853BD-2C47-5262-7D17-F184BC6D0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3" y="2571751"/>
            <a:ext cx="3885680" cy="1689095"/>
          </a:xfrm>
        </p:spPr>
        <p:txBody>
          <a:bodyPr wrap="square" anchor="t">
            <a:noAutofit/>
          </a:bodyPr>
          <a:lstStyle>
            <a:lvl1pPr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4BF9382-7FB9-E1CE-FF1D-7EF9A988C7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0" y="3025732"/>
            <a:ext cx="4125949" cy="123511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5E5ED50-C23B-550A-A44E-B22012AFB5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0" y="2571750"/>
            <a:ext cx="4125949" cy="45200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F447F3BF-FB5F-7BF4-0721-176FD94F62D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38692" y="657918"/>
            <a:ext cx="8259257" cy="1605739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88491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7386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42E324-B3F9-BA8B-E636-0DB5DCF6B8A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364865" y="439597"/>
            <a:ext cx="2334924" cy="3917333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C527AC1-99E4-87C5-6AB2-BD537C5E8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2" y="438150"/>
            <a:ext cx="5643563" cy="1426369"/>
          </a:xfrm>
        </p:spPr>
        <p:txBody>
          <a:bodyPr wrap="square" anchor="t">
            <a:noAutofit/>
          </a:bodyPr>
          <a:lstStyle>
            <a:lvl1pPr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1F89CF16-742B-9AD3-4951-442BF353FEEA}"/>
              </a:ext>
            </a:extLst>
          </p:cNvPr>
          <p:cNvSpPr/>
          <p:nvPr userDrawn="1"/>
        </p:nvSpPr>
        <p:spPr>
          <a:xfrm>
            <a:off x="440532" y="4485581"/>
            <a:ext cx="825925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endParaRPr sz="1013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7D30BC7-CE65-CC64-D5B9-56620BE2ED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212" y="2571750"/>
            <a:ext cx="2615695" cy="17851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1D033DD-6852-B385-EDA8-28728327AC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212" y="2117769"/>
            <a:ext cx="2615695" cy="45200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7BDB5675-1DBE-D17A-4FE3-C2CA2458D0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8399" y="2571750"/>
            <a:ext cx="2615695" cy="17851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A07C8966-04AE-FDD6-79AC-66D7B8C637C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68399" y="2117769"/>
            <a:ext cx="2615695" cy="45200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F186260F-531D-92B8-CE76-F5E12B1A23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1888" y="164902"/>
            <a:ext cx="279866" cy="2732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57507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7386" userDrawn="1">
          <p15:clr>
            <a:srgbClr val="FBAE40"/>
          </p15:clr>
        </p15:guide>
        <p15:guide id="3" pos="3833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33DF2F9-A4F1-2B9F-C8F3-B759E7EDF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2" y="1114426"/>
            <a:ext cx="4131468" cy="2914649"/>
          </a:xfrm>
        </p:spPr>
        <p:txBody>
          <a:bodyPr wrap="square" anchor="ctr">
            <a:normAutofit/>
          </a:bodyPr>
          <a:lstStyle>
            <a:lvl1pPr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01601AA-D8AE-4BD6-36A2-A20A1AD372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1888" y="164902"/>
            <a:ext cx="279866" cy="2732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2941D97-0B66-6521-13A9-02960E203A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8153" y="1568408"/>
            <a:ext cx="3913735" cy="90047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A9F5550A-9C41-9F87-9AE0-A1876ABFBA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8153" y="1114426"/>
            <a:ext cx="3913735" cy="45200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E3A9DCB9-42A9-E7BF-9C94-4D37BE89E6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88153" y="3128603"/>
            <a:ext cx="3913735" cy="90047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917D2F7D-1D50-2F04-6A4D-56E6206726A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88153" y="2674621"/>
            <a:ext cx="3913735" cy="45200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Line">
            <a:extLst>
              <a:ext uri="{FF2B5EF4-FFF2-40B4-BE49-F238E27FC236}">
                <a16:creationId xmlns:a16="http://schemas.microsoft.com/office/drawing/2014/main" id="{0AE32FE4-0AB2-5893-8C16-25FAF24256A9}"/>
              </a:ext>
            </a:extLst>
          </p:cNvPr>
          <p:cNvSpPr/>
          <p:nvPr userDrawn="1"/>
        </p:nvSpPr>
        <p:spPr>
          <a:xfrm>
            <a:off x="440532" y="4485581"/>
            <a:ext cx="825925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endParaRPr sz="1013"/>
          </a:p>
        </p:txBody>
      </p:sp>
    </p:spTree>
    <p:extLst>
      <p:ext uri="{BB962C8B-B14F-4D97-AF65-F5344CB8AC3E}">
        <p14:creationId xmlns:p14="http://schemas.microsoft.com/office/powerpoint/2010/main" val="181302067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7386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D96AF8D7-D3E5-B5C6-030A-DFBC5AEC7D0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38150" y="2571750"/>
            <a:ext cx="4133850" cy="168909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D6DEB02-D09E-230B-231B-1D0048DD1A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1888" y="164902"/>
            <a:ext cx="279866" cy="2732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3D157B0-4969-ADC8-40E4-929945CB2B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8153" y="1183021"/>
            <a:ext cx="3913735" cy="123510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E728C4-FE95-3A47-6E1C-B8E8B5B401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8153" y="729039"/>
            <a:ext cx="3913735" cy="45200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6FC5DA4-62A0-88FF-BF5D-9EA632428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2" y="729037"/>
            <a:ext cx="4131469" cy="1689092"/>
          </a:xfrm>
        </p:spPr>
        <p:txBody>
          <a:bodyPr wrap="square" anchor="t">
            <a:noAutofit/>
          </a:bodyPr>
          <a:lstStyle>
            <a:lvl1pPr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C34A76BF-7489-7BC1-4760-2B92A24DE35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88153" y="3025732"/>
            <a:ext cx="3913735" cy="123510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8604F45B-3785-242D-920C-8E91ADB14F1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788153" y="2571750"/>
            <a:ext cx="3913735" cy="45200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2A5B4396-2277-277B-B196-5F18A5AF43D4}"/>
              </a:ext>
            </a:extLst>
          </p:cNvPr>
          <p:cNvSpPr/>
          <p:nvPr userDrawn="1"/>
        </p:nvSpPr>
        <p:spPr>
          <a:xfrm>
            <a:off x="440532" y="4485581"/>
            <a:ext cx="825925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endParaRPr sz="1013"/>
          </a:p>
        </p:txBody>
      </p:sp>
    </p:spTree>
    <p:extLst>
      <p:ext uri="{BB962C8B-B14F-4D97-AF65-F5344CB8AC3E}">
        <p14:creationId xmlns:p14="http://schemas.microsoft.com/office/powerpoint/2010/main" val="371746879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7386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2" y="438150"/>
            <a:ext cx="5643563" cy="1426369"/>
          </a:xfrm>
        </p:spPr>
        <p:txBody>
          <a:bodyPr wrap="square" anchor="t">
            <a:noAutofit/>
          </a:bodyPr>
          <a:lstStyle>
            <a:lvl1pPr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E235B5-1CFD-192F-6EB8-F70885CA89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212" y="2571750"/>
            <a:ext cx="2462645" cy="17851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5E227211-DEE4-1F0C-C1BA-C744EE226C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212" y="2117769"/>
            <a:ext cx="2462645" cy="45200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CC6E57F-E43B-2EE4-AB08-63909F883D55}"/>
              </a:ext>
            </a:extLst>
          </p:cNvPr>
          <p:cNvSpPr/>
          <p:nvPr userDrawn="1"/>
        </p:nvSpPr>
        <p:spPr>
          <a:xfrm>
            <a:off x="440532" y="4485581"/>
            <a:ext cx="825925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endParaRPr sz="1013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3846A5A-8F37-B136-A0F1-6BD3AD064F5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0678" y="2571750"/>
            <a:ext cx="2462645" cy="17851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368FC9E-CAA6-CEA5-3C08-5FF7E8DC60B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0678" y="2117769"/>
            <a:ext cx="2462645" cy="45200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AAA5796-F6FB-A6CA-511A-1EEBFE3369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7143" y="2571750"/>
            <a:ext cx="2462645" cy="17851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110970-5FFF-B6C8-AFF0-CD5B6482EF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37143" y="2117769"/>
            <a:ext cx="2462645" cy="45200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4CC8AE1-E3C5-4C60-9B18-3492B10846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1888" y="164902"/>
            <a:ext cx="279866" cy="2732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06341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7386" userDrawn="1">
          <p15:clr>
            <a:srgbClr val="FBAE40"/>
          </p15:clr>
        </p15:guide>
        <p15:guide id="4" orient="horz" pos="162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2" y="438151"/>
            <a:ext cx="8259256" cy="856104"/>
          </a:xfrm>
        </p:spPr>
        <p:txBody>
          <a:bodyPr wrap="square" anchor="t">
            <a:noAutofit/>
          </a:bodyPr>
          <a:lstStyle>
            <a:lvl1pPr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E235B5-1CFD-192F-6EB8-F70885CA89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6185" y="1658666"/>
            <a:ext cx="5367284" cy="66170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5E227211-DEE4-1F0C-C1BA-C744EE226C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36185" y="1383440"/>
            <a:ext cx="5367284" cy="27324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CC6E57F-E43B-2EE4-AB08-63909F883D55}"/>
              </a:ext>
            </a:extLst>
          </p:cNvPr>
          <p:cNvSpPr/>
          <p:nvPr userDrawn="1"/>
        </p:nvSpPr>
        <p:spPr>
          <a:xfrm>
            <a:off x="440532" y="4485581"/>
            <a:ext cx="825925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endParaRPr sz="1013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4CC8AE1-E3C5-4C60-9B18-3492B10846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1888" y="164902"/>
            <a:ext cx="279866" cy="2732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5D48B3A2-87CA-D940-DA4C-B9BC3A5460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6185" y="2696680"/>
            <a:ext cx="5367284" cy="66170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508460C-E2DF-0597-7FA3-BD646563B79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6185" y="2421454"/>
            <a:ext cx="5367284" cy="27324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011F1C81-624D-494F-19CB-D11EAB6E659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6185" y="3734694"/>
            <a:ext cx="5367284" cy="66170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EA329C29-2A56-24DC-D206-CD3C51BC521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6185" y="3459468"/>
            <a:ext cx="5367284" cy="27324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0CB8E3C6-5F85-DE7D-F543-5AF40FCC6F8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40531" y="1383440"/>
            <a:ext cx="2619376" cy="3012954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77126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7386" userDrawn="1">
          <p15:clr>
            <a:srgbClr val="FBAE40"/>
          </p15:clr>
        </p15:guide>
        <p15:guide id="4" orient="horz" pos="1620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2" y="438150"/>
            <a:ext cx="8259257" cy="923290"/>
          </a:xfrm>
        </p:spPr>
        <p:txBody>
          <a:bodyPr wrap="square" anchor="t">
            <a:noAutofit/>
          </a:bodyPr>
          <a:lstStyle>
            <a:lvl1pPr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E235B5-1CFD-192F-6EB8-F70885CA89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211" y="2066479"/>
            <a:ext cx="3533429" cy="6950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5E227211-DEE4-1F0C-C1BA-C744EE226C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211" y="1612496"/>
            <a:ext cx="3533429" cy="45200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CC6E57F-E43B-2EE4-AB08-63909F883D55}"/>
              </a:ext>
            </a:extLst>
          </p:cNvPr>
          <p:cNvSpPr/>
          <p:nvPr userDrawn="1"/>
        </p:nvSpPr>
        <p:spPr>
          <a:xfrm>
            <a:off x="440532" y="4485581"/>
            <a:ext cx="825925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endParaRPr sz="1013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4CC8AE1-E3C5-4C60-9B18-3492B10846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1888" y="164902"/>
            <a:ext cx="279866" cy="2732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B5B4E7CA-7C0D-2BE1-900B-1C0AAE8E91A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211" y="3470726"/>
            <a:ext cx="3533429" cy="6950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0CB755E1-6469-E746-0C7D-4040975AF08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4211" y="3016743"/>
            <a:ext cx="3533429" cy="45200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EF00055C-4FB4-156A-AF90-9C37A8D31C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66360" y="2066479"/>
            <a:ext cx="3533429" cy="6950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E6F24C38-45DE-B346-8C83-8374C06A250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66360" y="1612496"/>
            <a:ext cx="3533429" cy="45200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351E3AC4-A8F9-CB05-1D9F-FF0DFB9BE84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66360" y="3470726"/>
            <a:ext cx="3533429" cy="6950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9DD7A8DC-3669-5217-42DD-DCC2E54E0EE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6360" y="3016743"/>
            <a:ext cx="3533429" cy="45200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925311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7386" userDrawn="1">
          <p15:clr>
            <a:srgbClr val="FBAE40"/>
          </p15:clr>
        </p15:guide>
        <p15:guide id="4" orient="horz" pos="1620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E235B5-1CFD-192F-6EB8-F70885CA89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211" y="1389709"/>
            <a:ext cx="5639883" cy="43909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5E227211-DEE4-1F0C-C1BA-C744EE226C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211" y="1128713"/>
            <a:ext cx="5639883" cy="259017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CC6E57F-E43B-2EE4-AB08-63909F883D55}"/>
              </a:ext>
            </a:extLst>
          </p:cNvPr>
          <p:cNvSpPr/>
          <p:nvPr userDrawn="1"/>
        </p:nvSpPr>
        <p:spPr>
          <a:xfrm>
            <a:off x="440532" y="4485581"/>
            <a:ext cx="825925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endParaRPr sz="1013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4CC8AE1-E3C5-4C60-9B18-3492B10846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1888" y="164902"/>
            <a:ext cx="279866" cy="2732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C721A43-3435-77D0-8B4B-3D4EBC0A3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2" y="438151"/>
            <a:ext cx="8259256" cy="576260"/>
          </a:xfrm>
        </p:spPr>
        <p:txBody>
          <a:bodyPr wrap="square" anchor="t">
            <a:noAutofit/>
          </a:bodyPr>
          <a:lstStyle>
            <a:lvl1pPr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FA1AF92F-4589-AA32-B2C1-AE52DF317F8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211" y="2243309"/>
            <a:ext cx="5639883" cy="43909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D2219A9A-C6ED-13A6-A853-EEED783D811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4211" y="1982313"/>
            <a:ext cx="5639883" cy="259017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0988F608-3F86-988F-C4CD-7FFD9486F17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4211" y="3096910"/>
            <a:ext cx="5639883" cy="43909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211F701-C32D-4699-CD3A-A7AE37A22C4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211" y="2835914"/>
            <a:ext cx="5639883" cy="259017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486D0414-27A3-D725-864E-019081C0A0E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4211" y="3950510"/>
            <a:ext cx="5639883" cy="43909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A70108FE-3FBD-5CF6-3A83-2ED2AA53071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211" y="3689514"/>
            <a:ext cx="5639883" cy="259017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1">
            <a:extLst>
              <a:ext uri="{FF2B5EF4-FFF2-40B4-BE49-F238E27FC236}">
                <a16:creationId xmlns:a16="http://schemas.microsoft.com/office/drawing/2014/main" id="{A8D27BA7-1C62-86C8-7333-D5A469BD027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79344" y="1128712"/>
            <a:ext cx="2524126" cy="326088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50730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7386" userDrawn="1">
          <p15:clr>
            <a:srgbClr val="FBAE40"/>
          </p15:clr>
        </p15:guide>
        <p15:guide id="4" orient="horz" pos="1620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Contents C40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1888" y="164902"/>
            <a:ext cx="279866" cy="2732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440532" y="4485581"/>
            <a:ext cx="825925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pPr lvl="0"/>
            <a:endParaRPr sz="1013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438151"/>
            <a:ext cx="8262938" cy="697706"/>
          </a:xfrm>
        </p:spPr>
        <p:txBody>
          <a:bodyPr wrap="square" anchor="t">
            <a:noAutofit/>
          </a:bodyPr>
          <a:lstStyle>
            <a:lvl1pPr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7988FCE7-9EEA-20F9-FBD0-9FBD8476DD5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40531" y="1926054"/>
            <a:ext cx="8259366" cy="2467353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GB"/>
            </a:lvl1pPr>
          </a:lstStyle>
          <a:p>
            <a:pPr marL="0" lvl="0" indent="0">
              <a:buNone/>
            </a:pPr>
            <a:endParaRPr lang="en-GB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77BE0BDB-DAD5-EE16-7948-5AC3A142011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38151" y="1217869"/>
            <a:ext cx="8259257" cy="62617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5978690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7386" userDrawn="1">
          <p15:clr>
            <a:srgbClr val="FBAE40"/>
          </p15:clr>
        </p15:guide>
        <p15:guide id="4" orient="horz" pos="4068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Radial Bars C41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1888" y="164902"/>
            <a:ext cx="279866" cy="2732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440532" y="4485581"/>
            <a:ext cx="825925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pPr lvl="0"/>
            <a:endParaRPr sz="1013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2" y="438151"/>
            <a:ext cx="8259257" cy="697706"/>
          </a:xfrm>
        </p:spPr>
        <p:txBody>
          <a:bodyPr wrap="square" anchor="t">
            <a:noAutofit/>
          </a:bodyPr>
          <a:lstStyle>
            <a:lvl1pPr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03E1A22-15E6-99B0-0EA7-06EE8A7893A3}"/>
              </a:ext>
            </a:extLst>
          </p:cNvPr>
          <p:cNvSpPr/>
          <p:nvPr userDrawn="1"/>
        </p:nvSpPr>
        <p:spPr>
          <a:xfrm>
            <a:off x="3979016" y="1342194"/>
            <a:ext cx="1185969" cy="1185969"/>
          </a:xfrm>
          <a:prstGeom prst="ellipse">
            <a:avLst/>
          </a:prstGeom>
          <a:noFill/>
          <a:ln w="76200">
            <a:solidFill>
              <a:schemeClr val="tx1">
                <a:lumMod val="75000"/>
                <a:lumOff val="2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99D06AB7-04E5-F10D-C6B2-F7500B7940E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979016" y="1342194"/>
            <a:ext cx="1185969" cy="1185969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750" dirty="0"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lvl="0" algn="ctr" defTabSz="685800"/>
            <a:r>
              <a:rPr lang="en-US"/>
              <a:t> </a:t>
            </a:r>
            <a:endParaRPr lang="en-GB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4685B14C-E40C-F7E2-A95A-62159344B5F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99815" y="1657423"/>
            <a:ext cx="944370" cy="57013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1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86B3DB33-A6B3-A4C5-F0E6-DC55F19D70D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416552" y="3121819"/>
            <a:ext cx="2310896" cy="123511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54694B27-8DC7-C525-588E-4C16A561466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416552" y="2667837"/>
            <a:ext cx="2310896" cy="4520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A1521D1-FFE0-846B-905D-ED44508458C3}"/>
              </a:ext>
            </a:extLst>
          </p:cNvPr>
          <p:cNvSpPr/>
          <p:nvPr userDrawn="1"/>
        </p:nvSpPr>
        <p:spPr>
          <a:xfrm>
            <a:off x="6955037" y="1342194"/>
            <a:ext cx="1185969" cy="1185969"/>
          </a:xfrm>
          <a:prstGeom prst="ellipse">
            <a:avLst/>
          </a:prstGeom>
          <a:noFill/>
          <a:ln w="76200">
            <a:solidFill>
              <a:schemeClr val="tx1">
                <a:lumMod val="75000"/>
                <a:lumOff val="2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028DE5FF-7013-50C3-69CB-1D219D8FD72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955037" y="1342194"/>
            <a:ext cx="1185969" cy="1185969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750" dirty="0"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lvl="0" algn="ctr" defTabSz="685800"/>
            <a:r>
              <a:rPr lang="en-US"/>
              <a:t> </a:t>
            </a:r>
            <a:endParaRPr lang="en-GB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D17E3F93-5287-1C6E-FE4B-77D084A6F42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075836" y="1657423"/>
            <a:ext cx="944370" cy="57013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1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3CD59CD-553C-A0E8-A2B0-ACF10EE8B74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6392573" y="3121819"/>
            <a:ext cx="2310896" cy="123511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73CC586C-1DE6-C4A2-E2B1-396F978D6A12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92573" y="2667837"/>
            <a:ext cx="2310896" cy="4520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38AEAC67-8C7E-3DFC-9352-943F1621542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38151" y="1264504"/>
            <a:ext cx="2621756" cy="309242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57592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7386" userDrawn="1">
          <p15:clr>
            <a:srgbClr val="FBAE40"/>
          </p15:clr>
        </p15:guide>
        <p15:guide id="3" pos="3840" userDrawn="1">
          <p15:clr>
            <a:srgbClr val="FBAE40"/>
          </p15:clr>
        </p15:guide>
        <p15:guide id="4" orient="horz" pos="4068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Radial Bars C42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1888" y="164902"/>
            <a:ext cx="279866" cy="2732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9EE2173-7CDA-D701-7A87-6EDF98DA0CFF}"/>
              </a:ext>
            </a:extLst>
          </p:cNvPr>
          <p:cNvSpPr/>
          <p:nvPr userDrawn="1"/>
        </p:nvSpPr>
        <p:spPr>
          <a:xfrm>
            <a:off x="1002995" y="1342194"/>
            <a:ext cx="1185969" cy="1185969"/>
          </a:xfrm>
          <a:prstGeom prst="ellipse">
            <a:avLst/>
          </a:prstGeom>
          <a:noFill/>
          <a:ln w="76200">
            <a:solidFill>
              <a:schemeClr val="tx1">
                <a:lumMod val="75000"/>
                <a:lumOff val="2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1C2CD237-3717-AD86-1213-EFB7F229ECE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02995" y="1342194"/>
            <a:ext cx="1185969" cy="1185969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750" dirty="0"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lvl="0" algn="ctr" defTabSz="685800"/>
            <a:r>
              <a:rPr lang="en-US"/>
              <a:t> </a:t>
            </a:r>
            <a:endParaRPr lang="en-GB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56DBD21C-3AA1-5D99-9B09-44D96B28CE4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23794" y="1657423"/>
            <a:ext cx="944370" cy="57013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1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875A0D9D-9999-05ED-97DF-82D46D5EC5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0531" y="3121819"/>
            <a:ext cx="2310896" cy="123511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783E987C-2F68-C340-20FB-50AA6EA04A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0531" y="2667837"/>
            <a:ext cx="2310896" cy="4520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440532" y="4485581"/>
            <a:ext cx="825925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pPr lvl="0"/>
            <a:endParaRPr sz="1013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438151"/>
            <a:ext cx="8262938" cy="697706"/>
          </a:xfrm>
        </p:spPr>
        <p:txBody>
          <a:bodyPr wrap="square" anchor="t">
            <a:noAutofit/>
          </a:bodyPr>
          <a:lstStyle>
            <a:lvl1pPr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03E1A22-15E6-99B0-0EA7-06EE8A7893A3}"/>
              </a:ext>
            </a:extLst>
          </p:cNvPr>
          <p:cNvSpPr/>
          <p:nvPr userDrawn="1"/>
        </p:nvSpPr>
        <p:spPr>
          <a:xfrm>
            <a:off x="3979016" y="1342194"/>
            <a:ext cx="1185969" cy="1185969"/>
          </a:xfrm>
          <a:prstGeom prst="ellipse">
            <a:avLst/>
          </a:prstGeom>
          <a:noFill/>
          <a:ln w="76200">
            <a:solidFill>
              <a:schemeClr val="tx1">
                <a:lumMod val="75000"/>
                <a:lumOff val="2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99D06AB7-04E5-F10D-C6B2-F7500B7940E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979016" y="1342194"/>
            <a:ext cx="1185969" cy="1185969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750" dirty="0"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lvl="0" algn="ctr" defTabSz="685800"/>
            <a:r>
              <a:rPr lang="en-US"/>
              <a:t> </a:t>
            </a:r>
            <a:endParaRPr lang="en-GB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4685B14C-E40C-F7E2-A95A-62159344B5F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99815" y="1657423"/>
            <a:ext cx="944370" cy="57013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1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86B3DB33-A6B3-A4C5-F0E6-DC55F19D70D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416552" y="3121819"/>
            <a:ext cx="2310896" cy="123511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54694B27-8DC7-C525-588E-4C16A561466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416552" y="2667837"/>
            <a:ext cx="2310896" cy="4520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A1521D1-FFE0-846B-905D-ED44508458C3}"/>
              </a:ext>
            </a:extLst>
          </p:cNvPr>
          <p:cNvSpPr/>
          <p:nvPr userDrawn="1"/>
        </p:nvSpPr>
        <p:spPr>
          <a:xfrm>
            <a:off x="6955037" y="1342194"/>
            <a:ext cx="1185969" cy="1185969"/>
          </a:xfrm>
          <a:prstGeom prst="ellipse">
            <a:avLst/>
          </a:prstGeom>
          <a:noFill/>
          <a:ln w="76200">
            <a:solidFill>
              <a:schemeClr val="tx1">
                <a:lumMod val="75000"/>
                <a:lumOff val="2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028DE5FF-7013-50C3-69CB-1D219D8FD72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955037" y="1342194"/>
            <a:ext cx="1185969" cy="1185969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750" dirty="0"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lvl="0" algn="ctr" defTabSz="685800"/>
            <a:r>
              <a:rPr lang="en-US"/>
              <a:t> </a:t>
            </a:r>
            <a:endParaRPr lang="en-GB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D17E3F93-5287-1C6E-FE4B-77D084A6F42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075836" y="1657423"/>
            <a:ext cx="944370" cy="57013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1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3CD59CD-553C-A0E8-A2B0-ACF10EE8B74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6392573" y="3121819"/>
            <a:ext cx="2310896" cy="123511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73CC586C-1DE6-C4A2-E2B1-396F978D6A12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92573" y="2667837"/>
            <a:ext cx="2310896" cy="4520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3608742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7386" userDrawn="1">
          <p15:clr>
            <a:srgbClr val="FBAE40"/>
          </p15:clr>
        </p15:guide>
        <p15:guide id="3" pos="3840" userDrawn="1">
          <p15:clr>
            <a:srgbClr val="FBAE40"/>
          </p15:clr>
        </p15:guide>
        <p15:guide id="4" orient="horz" pos="4068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Radial Bars C43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1888" y="164902"/>
            <a:ext cx="279866" cy="2732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9EE2173-7CDA-D701-7A87-6EDF98DA0CFF}"/>
              </a:ext>
            </a:extLst>
          </p:cNvPr>
          <p:cNvSpPr/>
          <p:nvPr userDrawn="1"/>
        </p:nvSpPr>
        <p:spPr>
          <a:xfrm>
            <a:off x="755993" y="1342194"/>
            <a:ext cx="1185969" cy="1185969"/>
          </a:xfrm>
          <a:prstGeom prst="ellipse">
            <a:avLst/>
          </a:prstGeom>
          <a:noFill/>
          <a:ln w="76200">
            <a:solidFill>
              <a:schemeClr val="tx1">
                <a:lumMod val="75000"/>
                <a:lumOff val="2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1C2CD237-3717-AD86-1213-EFB7F229ECE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55993" y="1342194"/>
            <a:ext cx="1185969" cy="1185969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750" dirty="0"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lvl="0" algn="ctr" defTabSz="685800"/>
            <a:r>
              <a:rPr lang="en-US"/>
              <a:t> </a:t>
            </a:r>
            <a:endParaRPr lang="en-GB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56DBD21C-3AA1-5D99-9B09-44D96B28CE4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76793" y="1657423"/>
            <a:ext cx="944370" cy="57013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1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875A0D9D-9999-05ED-97DF-82D46D5EC5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0532" y="3121819"/>
            <a:ext cx="1816894" cy="123511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783E987C-2F68-C340-20FB-50AA6EA04A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0532" y="2667837"/>
            <a:ext cx="1816894" cy="4520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440532" y="4485581"/>
            <a:ext cx="825925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pPr lvl="0"/>
            <a:endParaRPr sz="1013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2" y="438151"/>
            <a:ext cx="8259257" cy="697706"/>
          </a:xfrm>
        </p:spPr>
        <p:txBody>
          <a:bodyPr wrap="square" anchor="t">
            <a:noAutofit/>
          </a:bodyPr>
          <a:lstStyle>
            <a:lvl1pPr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62CDCC9-7B42-8325-50C8-C0E041345542}"/>
              </a:ext>
            </a:extLst>
          </p:cNvPr>
          <p:cNvSpPr/>
          <p:nvPr userDrawn="1"/>
        </p:nvSpPr>
        <p:spPr>
          <a:xfrm>
            <a:off x="2903448" y="1342194"/>
            <a:ext cx="1185969" cy="1185969"/>
          </a:xfrm>
          <a:prstGeom prst="ellipse">
            <a:avLst/>
          </a:prstGeom>
          <a:noFill/>
          <a:ln w="76200">
            <a:solidFill>
              <a:schemeClr val="tx1">
                <a:lumMod val="75000"/>
                <a:lumOff val="2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6D49278C-6358-D02B-579B-5E7ED5B0AC8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03448" y="1342194"/>
            <a:ext cx="1185969" cy="1185969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750" dirty="0"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lvl="0" algn="ctr" defTabSz="685800"/>
            <a:r>
              <a:rPr lang="en-US"/>
              <a:t> </a:t>
            </a:r>
            <a:endParaRPr lang="en-GB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5983F0-D678-0E01-442D-492EF6F2351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024248" y="1657423"/>
            <a:ext cx="944370" cy="57013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1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48787902-1083-C53F-BCD7-8B067EA7664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587986" y="3121819"/>
            <a:ext cx="1816894" cy="123511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72B67B5C-8D9F-B622-63B4-60876437354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2587986" y="2667837"/>
            <a:ext cx="1816894" cy="4520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0C15369-F481-7024-9705-6FDF72479195}"/>
              </a:ext>
            </a:extLst>
          </p:cNvPr>
          <p:cNvSpPr/>
          <p:nvPr userDrawn="1"/>
        </p:nvSpPr>
        <p:spPr>
          <a:xfrm>
            <a:off x="5050903" y="1342194"/>
            <a:ext cx="1185969" cy="1185969"/>
          </a:xfrm>
          <a:prstGeom prst="ellipse">
            <a:avLst/>
          </a:prstGeom>
          <a:noFill/>
          <a:ln w="76200">
            <a:solidFill>
              <a:schemeClr val="tx1">
                <a:lumMod val="75000"/>
                <a:lumOff val="2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2052C13B-0098-ADF1-F80D-CF9D4B1ECDE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050903" y="1342194"/>
            <a:ext cx="1185969" cy="1185969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750" dirty="0"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lvl="0" algn="ctr" defTabSz="685800"/>
            <a:r>
              <a:rPr lang="en-US"/>
              <a:t> </a:t>
            </a:r>
            <a:endParaRPr lang="en-GB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D776CC3C-8C36-3769-68EC-C44EE527426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1702" y="1657423"/>
            <a:ext cx="944370" cy="57013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1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D1DB1F3F-F745-B461-21A4-BB077EB093B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735441" y="3121819"/>
            <a:ext cx="1816894" cy="123511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E5C3A481-8899-5C9C-853B-30897D0F2C5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735441" y="2667837"/>
            <a:ext cx="1816894" cy="4520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56946BB-6D5D-EF97-41CD-F22280712B5B}"/>
              </a:ext>
            </a:extLst>
          </p:cNvPr>
          <p:cNvSpPr/>
          <p:nvPr userDrawn="1"/>
        </p:nvSpPr>
        <p:spPr>
          <a:xfrm>
            <a:off x="7198357" y="1342194"/>
            <a:ext cx="1185969" cy="1185969"/>
          </a:xfrm>
          <a:prstGeom prst="ellipse">
            <a:avLst/>
          </a:prstGeom>
          <a:noFill/>
          <a:ln w="76200">
            <a:solidFill>
              <a:schemeClr val="tx1">
                <a:lumMod val="75000"/>
                <a:lumOff val="2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5F97318-61FA-2F18-0382-A8856C63141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198357" y="1342194"/>
            <a:ext cx="1185969" cy="1185969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750" dirty="0"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lvl="0" algn="ctr" defTabSz="685800"/>
            <a:r>
              <a:rPr lang="en-US"/>
              <a:t> </a:t>
            </a:r>
            <a:endParaRPr lang="en-GB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BE2247D-8013-D621-32F1-426DBE0E7C4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319156" y="1657423"/>
            <a:ext cx="944370" cy="57013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1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47B4FD26-8CA2-1326-9664-99F43F02674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882895" y="3121819"/>
            <a:ext cx="1816894" cy="123511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C6827281-080C-3075-FCE7-5CDA9CD7184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882895" y="2667837"/>
            <a:ext cx="1816894" cy="4520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038872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7386" userDrawn="1">
          <p15:clr>
            <a:srgbClr val="FBAE40"/>
          </p15:clr>
        </p15:guide>
        <p15:guide id="3" pos="3840" userDrawn="1">
          <p15:clr>
            <a:srgbClr val="FBAE40"/>
          </p15:clr>
        </p15:guide>
        <p15:guide id="4" orient="horz" pos="4068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 C44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1888" y="164902"/>
            <a:ext cx="279866" cy="2732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440532" y="4485581"/>
            <a:ext cx="825925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pPr lvl="0"/>
            <a:endParaRPr sz="1013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2" y="438151"/>
            <a:ext cx="8259257" cy="697706"/>
          </a:xfrm>
        </p:spPr>
        <p:txBody>
          <a:bodyPr wrap="square" anchor="t">
            <a:noAutofit/>
          </a:bodyPr>
          <a:lstStyle>
            <a:lvl1pPr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6" name="Chart Placeholder 25">
            <a:extLst>
              <a:ext uri="{FF2B5EF4-FFF2-40B4-BE49-F238E27FC236}">
                <a16:creationId xmlns:a16="http://schemas.microsoft.com/office/drawing/2014/main" id="{F4B24E60-B27C-5A25-E32D-B6C038280008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440532" y="1222773"/>
            <a:ext cx="3691414" cy="3172061"/>
          </a:xfrm>
        </p:spPr>
        <p:txBody>
          <a:bodyPr/>
          <a:lstStyle/>
          <a:p>
            <a:endParaRPr lang="en-GB"/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A7C87ED8-4CE5-C5FF-FD26-3C89564135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08375" y="1676756"/>
            <a:ext cx="3691414" cy="271807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CC019D02-6671-C71E-BC8C-FE5992C863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08375" y="1222773"/>
            <a:ext cx="3691414" cy="45200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752799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7386" userDrawn="1">
          <p15:clr>
            <a:srgbClr val="FBAE40"/>
          </p15:clr>
        </p15:guide>
        <p15:guide id="3" pos="3840" userDrawn="1">
          <p15:clr>
            <a:srgbClr val="FBAE40"/>
          </p15:clr>
        </p15:guide>
        <p15:guide id="4" orient="horz" pos="4068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 C44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1888" y="164902"/>
            <a:ext cx="279866" cy="2732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440532" y="4485581"/>
            <a:ext cx="825925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pPr lvl="0"/>
            <a:endParaRPr sz="1013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2" y="438151"/>
            <a:ext cx="8259257" cy="697706"/>
          </a:xfrm>
        </p:spPr>
        <p:txBody>
          <a:bodyPr wrap="square" anchor="t">
            <a:noAutofit/>
          </a:bodyPr>
          <a:lstStyle>
            <a:lvl1pPr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6" name="Chart Placeholder 25">
            <a:extLst>
              <a:ext uri="{FF2B5EF4-FFF2-40B4-BE49-F238E27FC236}">
                <a16:creationId xmlns:a16="http://schemas.microsoft.com/office/drawing/2014/main" id="{F4B24E60-B27C-5A25-E32D-B6C038280008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012055" y="1222773"/>
            <a:ext cx="3691414" cy="3172061"/>
          </a:xfrm>
        </p:spPr>
        <p:txBody>
          <a:bodyPr/>
          <a:lstStyle/>
          <a:p>
            <a:endParaRPr lang="en-GB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A7C87ED8-4CE5-C5FF-FD26-3C89564135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0532" y="1676756"/>
            <a:ext cx="3691414" cy="271807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C019D02-6671-C71E-BC8C-FE5992C863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0532" y="1222773"/>
            <a:ext cx="3691414" cy="45200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085089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7386" userDrawn="1">
          <p15:clr>
            <a:srgbClr val="FBAE40"/>
          </p15:clr>
        </p15:guide>
        <p15:guide id="3" pos="3840" userDrawn="1">
          <p15:clr>
            <a:srgbClr val="FBAE40"/>
          </p15:clr>
        </p15:guide>
        <p15:guide id="4" orient="horz" pos="4068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ACDD1A6-536E-0CCF-EF98-51B51BF6A58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72404" y="2691576"/>
            <a:ext cx="169695" cy="238286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A2F605B9-DD22-872B-689D-2D7562F0DAA7}"/>
              </a:ext>
            </a:extLst>
          </p:cNvPr>
          <p:cNvSpPr/>
          <p:nvPr userDrawn="1"/>
        </p:nvSpPr>
        <p:spPr>
          <a:xfrm>
            <a:off x="440532" y="4485581"/>
            <a:ext cx="825925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pPr lvl="0"/>
            <a:endParaRPr sz="1013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2D45A-2EAF-4A31-8BAE-AD989F7DA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438151"/>
            <a:ext cx="8262938" cy="697706"/>
          </a:xfrm>
        </p:spPr>
        <p:txBody>
          <a:bodyPr wrap="square" anchor="t">
            <a:noAutofit/>
          </a:bodyPr>
          <a:lstStyle>
            <a:lvl1pPr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BC5305DD-784C-DCC5-7399-2D36AF29D154}"/>
              </a:ext>
            </a:extLst>
          </p:cNvPr>
          <p:cNvSpPr/>
          <p:nvPr userDrawn="1"/>
        </p:nvSpPr>
        <p:spPr>
          <a:xfrm>
            <a:off x="440532" y="2810719"/>
            <a:ext cx="8259257" cy="0"/>
          </a:xfrm>
          <a:prstGeom prst="line">
            <a:avLst/>
          </a:prstGeom>
          <a:ln w="25400">
            <a:solidFill>
              <a:schemeClr val="tx1"/>
            </a:solidFill>
            <a:prstDash val="dash"/>
            <a:miter/>
            <a:tailEnd type="stealth" w="lg" len="lg"/>
          </a:ln>
        </p:spPr>
        <p:txBody>
          <a:bodyPr lIns="25717" rIns="25717"/>
          <a:lstStyle/>
          <a:p>
            <a:endParaRPr sz="1013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0291D71-218F-D9A9-2622-7DB85D8925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61536" y="2686050"/>
            <a:ext cx="169695" cy="238286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C7187E5-9CB0-DE77-CB11-15E8C3DB51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0531" y="3502987"/>
            <a:ext cx="2211705" cy="88613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232E8A5-6B09-7349-2403-BC94FA614B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0531" y="3049005"/>
            <a:ext cx="2211705" cy="4520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8615F10-68C5-1996-CA95-B27855937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531" y="2393719"/>
            <a:ext cx="2211705" cy="23828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7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07B9150-95B2-43DD-FC9D-3EA2304B84C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51399" y="2989433"/>
            <a:ext cx="2211705" cy="23828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7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2AA0503F-912F-E893-7DC8-F27630BC0A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83271" y="2686050"/>
            <a:ext cx="169695" cy="238286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7AE3F38-484E-8027-C32D-B240FBB258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2266" y="3502987"/>
            <a:ext cx="2211705" cy="88613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218F744-A07C-F8EF-CC0A-E4AD045A2D5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62266" y="3049005"/>
            <a:ext cx="2211705" cy="4520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190B8ED-0179-5E35-1308-5D8108D82A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62266" y="2393719"/>
            <a:ext cx="2211705" cy="23828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7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5F7162-0C65-68F6-5B4A-B7B95913E1A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51399" y="1748691"/>
            <a:ext cx="2211705" cy="88613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F9E05BA1-6724-0402-3843-571B91A91F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51399" y="1294709"/>
            <a:ext cx="2211705" cy="4520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4851761"/>
      </p:ext>
    </p:extLst>
  </p:cSld>
  <p:clrMapOvr>
    <a:masterClrMapping/>
  </p:clrMapOvr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ACDD1A6-536E-0CCF-EF98-51B51BF6A58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88183" y="2691576"/>
            <a:ext cx="169695" cy="238286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A2F605B9-DD22-872B-689D-2D7562F0DAA7}"/>
              </a:ext>
            </a:extLst>
          </p:cNvPr>
          <p:cNvSpPr/>
          <p:nvPr userDrawn="1"/>
        </p:nvSpPr>
        <p:spPr>
          <a:xfrm>
            <a:off x="440532" y="4485581"/>
            <a:ext cx="825925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pPr lvl="0"/>
            <a:endParaRPr sz="1013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2D45A-2EAF-4A31-8BAE-AD989F7DA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2" y="438151"/>
            <a:ext cx="8259257" cy="697706"/>
          </a:xfrm>
        </p:spPr>
        <p:txBody>
          <a:bodyPr wrap="square" anchor="t">
            <a:noAutofit/>
          </a:bodyPr>
          <a:lstStyle>
            <a:lvl1pPr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BC5305DD-784C-DCC5-7399-2D36AF29D154}"/>
              </a:ext>
            </a:extLst>
          </p:cNvPr>
          <p:cNvSpPr/>
          <p:nvPr userDrawn="1"/>
        </p:nvSpPr>
        <p:spPr>
          <a:xfrm>
            <a:off x="440532" y="2810719"/>
            <a:ext cx="8259257" cy="0"/>
          </a:xfrm>
          <a:prstGeom prst="line">
            <a:avLst/>
          </a:prstGeom>
          <a:ln w="25400">
            <a:solidFill>
              <a:schemeClr val="tx1"/>
            </a:solidFill>
            <a:prstDash val="dash"/>
            <a:miter/>
            <a:tailEnd type="stealth" w="lg" len="lg"/>
          </a:ln>
        </p:spPr>
        <p:txBody>
          <a:bodyPr lIns="25717" rIns="25717"/>
          <a:lstStyle/>
          <a:p>
            <a:endParaRPr sz="1013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0291D71-218F-D9A9-2622-7DB85D8925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43000" y="2686050"/>
            <a:ext cx="169695" cy="238286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C7187E5-9CB0-DE77-CB11-15E8C3DB51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0532" y="3502987"/>
            <a:ext cx="1622584" cy="88613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232E8A5-6B09-7349-2403-BC94FA614B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0532" y="3049005"/>
            <a:ext cx="1622584" cy="4520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8615F10-68C5-1996-CA95-B27855937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532" y="2393719"/>
            <a:ext cx="1622584" cy="23828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7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07B9150-95B2-43DD-FC9D-3EA2304B84C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76816" y="2989433"/>
            <a:ext cx="1622584" cy="23828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7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2AA0503F-912F-E893-7DC8-F27630BC0A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19725" y="2686050"/>
            <a:ext cx="169695" cy="238286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7AE3F38-484E-8027-C32D-B240FBB258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713100" y="3502987"/>
            <a:ext cx="1622584" cy="88613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218F744-A07C-F8EF-CC0A-E4AD045A2D5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713100" y="3049005"/>
            <a:ext cx="1622584" cy="4520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190B8ED-0179-5E35-1308-5D8108D82A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13100" y="2393719"/>
            <a:ext cx="1622584" cy="23828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7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8189EAD-5F4B-AA86-4234-6FD2DDF2169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53325" y="2686050"/>
            <a:ext cx="169695" cy="238286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30F749BF-F427-2D59-B086-55A99286C6C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49384" y="2989433"/>
            <a:ext cx="1622584" cy="23828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7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5F7162-0C65-68F6-5B4A-B7B95913E1A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76816" y="1748691"/>
            <a:ext cx="1622584" cy="88613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F9E05BA1-6724-0402-3843-571B91A91F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576816" y="1294709"/>
            <a:ext cx="1622584" cy="4520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0313C93-29A6-3A40-311C-072490AE271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849384" y="1748691"/>
            <a:ext cx="1622584" cy="88613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621B90FF-CCB6-7695-8F17-60F1539B246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849384" y="1294709"/>
            <a:ext cx="1622584" cy="4520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0441728"/>
      </p:ext>
    </p:extLst>
  </p:cSld>
  <p:clrMapOvr>
    <a:masterClrMapping/>
  </p:clrMapOvr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">
            <a:extLst>
              <a:ext uri="{FF2B5EF4-FFF2-40B4-BE49-F238E27FC236}">
                <a16:creationId xmlns:a16="http://schemas.microsoft.com/office/drawing/2014/main" id="{A2F605B9-DD22-872B-689D-2D7562F0DAA7}"/>
              </a:ext>
            </a:extLst>
          </p:cNvPr>
          <p:cNvSpPr/>
          <p:nvPr userDrawn="1"/>
        </p:nvSpPr>
        <p:spPr>
          <a:xfrm>
            <a:off x="440532" y="4485581"/>
            <a:ext cx="825925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pPr lvl="0"/>
            <a:endParaRPr sz="1013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2D45A-2EAF-4A31-8BAE-AD989F7DA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438151"/>
            <a:ext cx="8262938" cy="697706"/>
          </a:xfrm>
        </p:spPr>
        <p:txBody>
          <a:bodyPr wrap="square" anchor="t">
            <a:noAutofit/>
          </a:bodyPr>
          <a:lstStyle>
            <a:lvl1pPr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BC5305DD-784C-DCC5-7399-2D36AF29D154}"/>
              </a:ext>
            </a:extLst>
          </p:cNvPr>
          <p:cNvSpPr/>
          <p:nvPr userDrawn="1"/>
        </p:nvSpPr>
        <p:spPr>
          <a:xfrm>
            <a:off x="440532" y="2810719"/>
            <a:ext cx="8259257" cy="0"/>
          </a:xfrm>
          <a:prstGeom prst="line">
            <a:avLst/>
          </a:prstGeom>
          <a:ln w="25400">
            <a:solidFill>
              <a:schemeClr val="tx1"/>
            </a:solidFill>
            <a:prstDash val="dash"/>
            <a:miter/>
            <a:tailEnd type="stealth" w="lg" len="lg"/>
          </a:ln>
        </p:spPr>
        <p:txBody>
          <a:bodyPr lIns="25717" rIns="25717"/>
          <a:lstStyle/>
          <a:p>
            <a:endParaRPr sz="1013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0291D71-218F-D9A9-2622-7DB85D8925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21256" y="2686050"/>
            <a:ext cx="169695" cy="238286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C7187E5-9CB0-DE77-CB11-15E8C3DB51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0532" y="3502987"/>
            <a:ext cx="1531143" cy="88613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232E8A5-6B09-7349-2403-BC94FA614B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0532" y="3049005"/>
            <a:ext cx="1531143" cy="4520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8615F10-68C5-1996-CA95-B27855937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532" y="2393719"/>
            <a:ext cx="1531143" cy="23828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7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4" name="Text Placeholder 29">
            <a:extLst>
              <a:ext uri="{FF2B5EF4-FFF2-40B4-BE49-F238E27FC236}">
                <a16:creationId xmlns:a16="http://schemas.microsoft.com/office/drawing/2014/main" id="{6666E3DC-EEDD-CA04-3684-EDA81D3EA96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747758" y="2686050"/>
            <a:ext cx="169695" cy="238286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3B7D5CB4-A9B8-F0FA-942E-776B9DC0F16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067034" y="1748781"/>
            <a:ext cx="1531143" cy="88613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944CDE9-8EDF-B1D7-A38A-CC58B764A9A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067034" y="1294799"/>
            <a:ext cx="1531143" cy="4520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7083408F-6C45-7053-ADEF-9A3DBFCF799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067034" y="2989622"/>
            <a:ext cx="1531143" cy="23828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7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5EBB989C-7590-10DE-3387-664855A467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374260" y="2686050"/>
            <a:ext cx="169695" cy="238286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22CD8AAD-CD39-4791-753A-8193646200F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693536" y="3502987"/>
            <a:ext cx="1531143" cy="88613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7596FCBE-5E31-B8DB-13FD-BF0DDAB1CCB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693536" y="3049005"/>
            <a:ext cx="1531143" cy="4520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305B702-BB02-307E-00B7-98D9589921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693536" y="2393719"/>
            <a:ext cx="1531143" cy="23828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7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3BF95EB8-6106-AF3C-78D8-A066647E019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000761" y="2686050"/>
            <a:ext cx="169695" cy="238286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BD3A683B-E42E-FA35-E7FB-E74E9769CC8F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320037" y="1748781"/>
            <a:ext cx="1531143" cy="88613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CD109356-9C98-8245-D27A-8A562490475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320037" y="1294799"/>
            <a:ext cx="1531143" cy="4520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96809B5-A0D9-D023-DB2E-8E4549DC2C9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320037" y="2989622"/>
            <a:ext cx="1531143" cy="23828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7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51E62BD1-B08E-C073-462D-5FBCA240537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627264" y="2686050"/>
            <a:ext cx="169695" cy="238286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F811FDA7-E577-43F2-D6FC-983A4B94C80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946540" y="3502987"/>
            <a:ext cx="1531143" cy="88613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0A973B8F-AE50-34E5-5B15-81A9592DF28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946540" y="3049005"/>
            <a:ext cx="1531143" cy="4520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ED523784-D992-9AF7-DA1B-2E65987A1D1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946540" y="2393719"/>
            <a:ext cx="1531143" cy="23828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7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</p:spTree>
    <p:extLst>
      <p:ext uri="{BB962C8B-B14F-4D97-AF65-F5344CB8AC3E}">
        <p14:creationId xmlns:p14="http://schemas.microsoft.com/office/powerpoint/2010/main" val="82523364"/>
      </p:ext>
    </p:extLst>
  </p:cSld>
  <p:clrMapOvr>
    <a:masterClrMapping/>
  </p:clrMapOvr>
  <p:hf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">
            <a:extLst>
              <a:ext uri="{FF2B5EF4-FFF2-40B4-BE49-F238E27FC236}">
                <a16:creationId xmlns:a16="http://schemas.microsoft.com/office/drawing/2014/main" id="{A2F605B9-DD22-872B-689D-2D7562F0DAA7}"/>
              </a:ext>
            </a:extLst>
          </p:cNvPr>
          <p:cNvSpPr/>
          <p:nvPr userDrawn="1"/>
        </p:nvSpPr>
        <p:spPr>
          <a:xfrm>
            <a:off x="440532" y="4485581"/>
            <a:ext cx="825925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pPr lvl="0"/>
            <a:endParaRPr sz="1013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2D45A-2EAF-4A31-8BAE-AD989F7DA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438151"/>
            <a:ext cx="8262938" cy="697706"/>
          </a:xfrm>
        </p:spPr>
        <p:txBody>
          <a:bodyPr wrap="square" anchor="t">
            <a:noAutofit/>
          </a:bodyPr>
          <a:lstStyle>
            <a:lvl1pPr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BC5305DD-784C-DCC5-7399-2D36AF29D154}"/>
              </a:ext>
            </a:extLst>
          </p:cNvPr>
          <p:cNvSpPr/>
          <p:nvPr userDrawn="1"/>
        </p:nvSpPr>
        <p:spPr>
          <a:xfrm>
            <a:off x="440532" y="2810719"/>
            <a:ext cx="8259257" cy="0"/>
          </a:xfrm>
          <a:prstGeom prst="line">
            <a:avLst/>
          </a:prstGeom>
          <a:ln w="25400">
            <a:solidFill>
              <a:schemeClr val="tx1"/>
            </a:solidFill>
            <a:prstDash val="dash"/>
            <a:miter/>
            <a:tailEnd type="stealth" w="lg" len="lg"/>
          </a:ln>
        </p:spPr>
        <p:txBody>
          <a:bodyPr lIns="25717" rIns="25717"/>
          <a:lstStyle/>
          <a:p>
            <a:endParaRPr sz="1013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0291D71-218F-D9A9-2622-7DB85D8925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84096" y="2686050"/>
            <a:ext cx="169695" cy="238286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C7187E5-9CB0-DE77-CB11-15E8C3DB51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0532" y="3502987"/>
            <a:ext cx="1256823" cy="88613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232E8A5-6B09-7349-2403-BC94FA614B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0532" y="3049005"/>
            <a:ext cx="1256823" cy="4520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8615F10-68C5-1996-CA95-B27855937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532" y="2393719"/>
            <a:ext cx="1256823" cy="23828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7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51" name="Text Placeholder 29">
            <a:extLst>
              <a:ext uri="{FF2B5EF4-FFF2-40B4-BE49-F238E27FC236}">
                <a16:creationId xmlns:a16="http://schemas.microsoft.com/office/drawing/2014/main" id="{53323434-68DF-9125-D566-F1BACDE11E4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340932" y="2686050"/>
            <a:ext cx="169695" cy="238286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2" name="Text Placeholder 10">
            <a:extLst>
              <a:ext uri="{FF2B5EF4-FFF2-40B4-BE49-F238E27FC236}">
                <a16:creationId xmlns:a16="http://schemas.microsoft.com/office/drawing/2014/main" id="{BA71903A-36DE-91C7-EFA2-D9009971832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797368" y="1745872"/>
            <a:ext cx="1256823" cy="88613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0">
            <a:extLst>
              <a:ext uri="{FF2B5EF4-FFF2-40B4-BE49-F238E27FC236}">
                <a16:creationId xmlns:a16="http://schemas.microsoft.com/office/drawing/2014/main" id="{D3DFFB25-896C-3EDE-6055-EE468DBDD58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797368" y="1291890"/>
            <a:ext cx="1256823" cy="4520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0">
            <a:extLst>
              <a:ext uri="{FF2B5EF4-FFF2-40B4-BE49-F238E27FC236}">
                <a16:creationId xmlns:a16="http://schemas.microsoft.com/office/drawing/2014/main" id="{73D90FC2-7F19-F7F9-BC95-F4787D4A810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97368" y="2995149"/>
            <a:ext cx="1256823" cy="23828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7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55" name="Text Placeholder 29">
            <a:extLst>
              <a:ext uri="{FF2B5EF4-FFF2-40B4-BE49-F238E27FC236}">
                <a16:creationId xmlns:a16="http://schemas.microsoft.com/office/drawing/2014/main" id="{D4F2ECCC-C38D-BBB9-2E75-720DFAEE01C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697769" y="2686050"/>
            <a:ext cx="169695" cy="238286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67121663-70D4-3BF1-D4EF-1A9B305BD45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154205" y="3502987"/>
            <a:ext cx="1256823" cy="88613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10">
            <a:extLst>
              <a:ext uri="{FF2B5EF4-FFF2-40B4-BE49-F238E27FC236}">
                <a16:creationId xmlns:a16="http://schemas.microsoft.com/office/drawing/2014/main" id="{A81A776E-11F9-71B1-4551-15342D48D67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154205" y="3049005"/>
            <a:ext cx="1256823" cy="4520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F94F1DAA-42A4-61E9-0754-1CCD3BCF29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154205" y="2393719"/>
            <a:ext cx="1256823" cy="23828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7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59" name="Text Placeholder 29">
            <a:extLst>
              <a:ext uri="{FF2B5EF4-FFF2-40B4-BE49-F238E27FC236}">
                <a16:creationId xmlns:a16="http://schemas.microsoft.com/office/drawing/2014/main" id="{4898336E-E248-EF46-BA8B-2BF1CFFAB12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054605" y="2686050"/>
            <a:ext cx="169695" cy="238286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60" name="Text Placeholder 10">
            <a:extLst>
              <a:ext uri="{FF2B5EF4-FFF2-40B4-BE49-F238E27FC236}">
                <a16:creationId xmlns:a16="http://schemas.microsoft.com/office/drawing/2014/main" id="{5E6913C8-FB03-CD49-906E-DD4060DBAD6E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511041" y="1745872"/>
            <a:ext cx="1256823" cy="88613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44F6B3A7-AADA-116E-D6BB-28E7532917D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511041" y="1291890"/>
            <a:ext cx="1256823" cy="4520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0">
            <a:extLst>
              <a:ext uri="{FF2B5EF4-FFF2-40B4-BE49-F238E27FC236}">
                <a16:creationId xmlns:a16="http://schemas.microsoft.com/office/drawing/2014/main" id="{13BB42D9-4570-1606-4E3F-18FD1A7AF46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11041" y="2995149"/>
            <a:ext cx="1256823" cy="23828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7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63" name="Text Placeholder 29">
            <a:extLst>
              <a:ext uri="{FF2B5EF4-FFF2-40B4-BE49-F238E27FC236}">
                <a16:creationId xmlns:a16="http://schemas.microsoft.com/office/drawing/2014/main" id="{1BFCBE9E-B1A3-4422-5CF2-9541FA3C524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411441" y="2686050"/>
            <a:ext cx="169695" cy="238286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64" name="Text Placeholder 10">
            <a:extLst>
              <a:ext uri="{FF2B5EF4-FFF2-40B4-BE49-F238E27FC236}">
                <a16:creationId xmlns:a16="http://schemas.microsoft.com/office/drawing/2014/main" id="{DABCB3F4-0842-933F-B8A6-7DEE28D99F1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867877" y="3502987"/>
            <a:ext cx="1256823" cy="88613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10">
            <a:extLst>
              <a:ext uri="{FF2B5EF4-FFF2-40B4-BE49-F238E27FC236}">
                <a16:creationId xmlns:a16="http://schemas.microsoft.com/office/drawing/2014/main" id="{D303EBE3-D758-CFCE-E6DE-CDF0FC2B99A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867877" y="3049005"/>
            <a:ext cx="1256823" cy="4520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10">
            <a:extLst>
              <a:ext uri="{FF2B5EF4-FFF2-40B4-BE49-F238E27FC236}">
                <a16:creationId xmlns:a16="http://schemas.microsoft.com/office/drawing/2014/main" id="{FE08EFEF-081F-D74C-0DBF-EC347C017AE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867877" y="2393719"/>
            <a:ext cx="1256823" cy="23828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7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67" name="Text Placeholder 29">
            <a:extLst>
              <a:ext uri="{FF2B5EF4-FFF2-40B4-BE49-F238E27FC236}">
                <a16:creationId xmlns:a16="http://schemas.microsoft.com/office/drawing/2014/main" id="{4926351E-7AD1-9C95-1407-C314C0CC317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8277" y="2686050"/>
            <a:ext cx="169695" cy="238286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68" name="Text Placeholder 10">
            <a:extLst>
              <a:ext uri="{FF2B5EF4-FFF2-40B4-BE49-F238E27FC236}">
                <a16:creationId xmlns:a16="http://schemas.microsoft.com/office/drawing/2014/main" id="{1B3E5397-AFF1-792C-EBED-85446B7974C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7224713" y="1745872"/>
            <a:ext cx="1256823" cy="88613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10">
            <a:extLst>
              <a:ext uri="{FF2B5EF4-FFF2-40B4-BE49-F238E27FC236}">
                <a16:creationId xmlns:a16="http://schemas.microsoft.com/office/drawing/2014/main" id="{6A42B7D2-42FB-CF79-5B03-F53EDE38C4C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224713" y="1291890"/>
            <a:ext cx="1256823" cy="4520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10">
            <a:extLst>
              <a:ext uri="{FF2B5EF4-FFF2-40B4-BE49-F238E27FC236}">
                <a16:creationId xmlns:a16="http://schemas.microsoft.com/office/drawing/2014/main" id="{B3E3AE05-5DB9-B07D-BA25-7F7F36F3731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224713" y="2995149"/>
            <a:ext cx="1256823" cy="23828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7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</p:spTree>
    <p:extLst>
      <p:ext uri="{BB962C8B-B14F-4D97-AF65-F5344CB8AC3E}">
        <p14:creationId xmlns:p14="http://schemas.microsoft.com/office/powerpoint/2010/main" val="2014142503"/>
      </p:ext>
    </p:extLst>
  </p:cSld>
  <p:clrMapOvr>
    <a:masterClrMapping/>
  </p:clrMapOvr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ACDD1A6-536E-0CCF-EF98-51B51BF6A585}"/>
              </a:ext>
            </a:extLst>
          </p:cNvPr>
          <p:cNvSpPr>
            <a:spLocks noGrp="1" noChangeAspect="1"/>
          </p:cNvSpPr>
          <p:nvPr>
            <p:ph type="body" sz="quarter" idx="25" hasCustomPrompt="1"/>
          </p:nvPr>
        </p:nvSpPr>
        <p:spPr>
          <a:xfrm>
            <a:off x="4514316" y="3228531"/>
            <a:ext cx="115369" cy="162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A2F605B9-DD22-872B-689D-2D7562F0DAA7}"/>
              </a:ext>
            </a:extLst>
          </p:cNvPr>
          <p:cNvSpPr/>
          <p:nvPr userDrawn="1"/>
        </p:nvSpPr>
        <p:spPr>
          <a:xfrm>
            <a:off x="440532" y="4485581"/>
            <a:ext cx="825925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pPr lvl="0"/>
            <a:endParaRPr sz="1013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2D45A-2EAF-4A31-8BAE-AD989F7DA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438151"/>
            <a:ext cx="8262938" cy="697706"/>
          </a:xfrm>
        </p:spPr>
        <p:txBody>
          <a:bodyPr wrap="square" anchor="t">
            <a:noAutofit/>
          </a:bodyPr>
          <a:lstStyle>
            <a:lvl1pPr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0291D71-218F-D9A9-2622-7DB85D8925E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3533457" y="2245408"/>
            <a:ext cx="115369" cy="162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C7187E5-9CB0-DE77-CB11-15E8C3DB51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2753" y="2120015"/>
            <a:ext cx="2211705" cy="452006"/>
          </a:xfr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232E8A5-6B09-7349-2403-BC94FA614B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2753" y="1666033"/>
            <a:ext cx="2211705" cy="452005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8615F10-68C5-1996-CA95-B27855937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9932" y="2692643"/>
            <a:ext cx="942419" cy="23828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7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07B9150-95B2-43DD-FC9D-3EA2304B84C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05646" y="2692643"/>
            <a:ext cx="942419" cy="23828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7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2AA0503F-912F-E893-7DC8-F27630BC0AFA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5504886" y="2245408"/>
            <a:ext cx="115369" cy="162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7AE3F38-484E-8027-C32D-B240FBB258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89544" y="2121993"/>
            <a:ext cx="2211705" cy="45200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218F744-A07C-F8EF-CC0A-E4AD045A2D5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89544" y="1668011"/>
            <a:ext cx="2211705" cy="452005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190B8ED-0179-5E35-1308-5D8108D82A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91360" y="2692643"/>
            <a:ext cx="942419" cy="23828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7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5F7162-0C65-68F6-5B4A-B7B95913E1A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66148" y="3954991"/>
            <a:ext cx="2211705" cy="45200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F9E05BA1-6724-0402-3843-571B91A91F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66148" y="3501009"/>
            <a:ext cx="2211705" cy="4520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CF12ED1-E6FC-CAF3-E8D7-8CF90E70C735}"/>
              </a:ext>
            </a:extLst>
          </p:cNvPr>
          <p:cNvGrpSpPr/>
          <p:nvPr userDrawn="1"/>
        </p:nvGrpSpPr>
        <p:grpSpPr>
          <a:xfrm>
            <a:off x="3100712" y="2321357"/>
            <a:ext cx="2942576" cy="980859"/>
            <a:chOff x="4134283" y="2771991"/>
            <a:chExt cx="3923434" cy="130781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F1EBDFF-DD4D-EE51-BC1E-DB7938DB35C8}"/>
                </a:ext>
              </a:extLst>
            </p:cNvPr>
            <p:cNvGrpSpPr/>
            <p:nvPr userDrawn="1"/>
          </p:nvGrpSpPr>
          <p:grpSpPr>
            <a:xfrm>
              <a:off x="4134283" y="2771991"/>
              <a:ext cx="3923434" cy="1307812"/>
              <a:chOff x="4134283" y="2768888"/>
              <a:chExt cx="3923434" cy="1307812"/>
            </a:xfrm>
          </p:grpSpPr>
          <p:sp>
            <p:nvSpPr>
              <p:cNvPr id="18" name="Arc 47">
                <a:extLst>
                  <a:ext uri="{FF2B5EF4-FFF2-40B4-BE49-F238E27FC236}">
                    <a16:creationId xmlns:a16="http://schemas.microsoft.com/office/drawing/2014/main" id="{E4DE4B97-084F-BE79-F0B6-7986EE407BE3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  <p:sp>
            <p:nvSpPr>
              <p:cNvPr id="19" name="Arc 48">
                <a:extLst>
                  <a:ext uri="{FF2B5EF4-FFF2-40B4-BE49-F238E27FC236}">
                    <a16:creationId xmlns:a16="http://schemas.microsoft.com/office/drawing/2014/main" id="{82558350-B1E5-0448-610A-44649C37BD64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  <p:sp>
            <p:nvSpPr>
              <p:cNvPr id="20" name="Arc 49">
                <a:extLst>
                  <a:ext uri="{FF2B5EF4-FFF2-40B4-BE49-F238E27FC236}">
                    <a16:creationId xmlns:a16="http://schemas.microsoft.com/office/drawing/2014/main" id="{0511D30C-DE5F-52F9-32FB-09C7CF5ECDA2}"/>
                  </a:ext>
                </a:extLst>
              </p:cNvPr>
              <p:cNvSpPr/>
              <p:nvPr userDrawn="1"/>
            </p:nvSpPr>
            <p:spPr>
              <a:xfrm>
                <a:off x="6749906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90925D0-ADDD-119C-A9E9-28F20877EE32}"/>
                </a:ext>
              </a:extLst>
            </p:cNvPr>
            <p:cNvGrpSpPr/>
            <p:nvPr userDrawn="1"/>
          </p:nvGrpSpPr>
          <p:grpSpPr>
            <a:xfrm>
              <a:off x="4134283" y="2771991"/>
              <a:ext cx="3923434" cy="1307812"/>
              <a:chOff x="4134283" y="2775094"/>
              <a:chExt cx="3923434" cy="1307812"/>
            </a:xfrm>
          </p:grpSpPr>
          <p:sp>
            <p:nvSpPr>
              <p:cNvPr id="11" name="Arc 10">
                <a:extLst>
                  <a:ext uri="{FF2B5EF4-FFF2-40B4-BE49-F238E27FC236}">
                    <a16:creationId xmlns:a16="http://schemas.microsoft.com/office/drawing/2014/main" id="{A63830B9-DCC1-24B1-A2DA-780A683EB23C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  <p:sp>
            <p:nvSpPr>
              <p:cNvPr id="12" name="Arc 11">
                <a:extLst>
                  <a:ext uri="{FF2B5EF4-FFF2-40B4-BE49-F238E27FC236}">
                    <a16:creationId xmlns:a16="http://schemas.microsoft.com/office/drawing/2014/main" id="{57CC20A1-E377-FFDC-5F6F-17DEBD13B64F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  <p:sp>
            <p:nvSpPr>
              <p:cNvPr id="14" name="Arc 13">
                <a:extLst>
                  <a:ext uri="{FF2B5EF4-FFF2-40B4-BE49-F238E27FC236}">
                    <a16:creationId xmlns:a16="http://schemas.microsoft.com/office/drawing/2014/main" id="{7AB0D640-8DB6-4E60-26BF-9C8D0C2D7B86}"/>
                  </a:ext>
                </a:extLst>
              </p:cNvPr>
              <p:cNvSpPr/>
              <p:nvPr userDrawn="1"/>
            </p:nvSpPr>
            <p:spPr>
              <a:xfrm>
                <a:off x="6749906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68240891"/>
      </p:ext>
    </p:extLst>
  </p:cSld>
  <p:clrMapOvr>
    <a:masterClrMapping/>
  </p:clrMapOvr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ACDD1A6-536E-0CCF-EF98-51B51BF6A585}"/>
              </a:ext>
            </a:extLst>
          </p:cNvPr>
          <p:cNvSpPr>
            <a:spLocks noGrp="1" noChangeAspect="1"/>
          </p:cNvSpPr>
          <p:nvPr>
            <p:ph type="body" sz="quarter" idx="25" hasCustomPrompt="1"/>
          </p:nvPr>
        </p:nvSpPr>
        <p:spPr>
          <a:xfrm>
            <a:off x="4027915" y="3221137"/>
            <a:ext cx="115369" cy="162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A2F605B9-DD22-872B-689D-2D7562F0DAA7}"/>
              </a:ext>
            </a:extLst>
          </p:cNvPr>
          <p:cNvSpPr/>
          <p:nvPr userDrawn="1"/>
        </p:nvSpPr>
        <p:spPr>
          <a:xfrm>
            <a:off x="440532" y="4485581"/>
            <a:ext cx="825925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pPr lvl="0"/>
            <a:endParaRPr sz="1013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2D45A-2EAF-4A31-8BAE-AD989F7DA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2" y="438151"/>
            <a:ext cx="8259257" cy="697706"/>
          </a:xfrm>
        </p:spPr>
        <p:txBody>
          <a:bodyPr wrap="square" anchor="t">
            <a:noAutofit/>
          </a:bodyPr>
          <a:lstStyle>
            <a:lvl1pPr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0291D71-218F-D9A9-2622-7DB85D8925E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3047057" y="2241226"/>
            <a:ext cx="115369" cy="162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C7187E5-9CB0-DE77-CB11-15E8C3DB51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5333" y="2644198"/>
            <a:ext cx="2032754" cy="589932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232E8A5-6B09-7349-2403-BC94FA614B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5333" y="2190216"/>
            <a:ext cx="2032754" cy="4520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8615F10-68C5-1996-CA95-B27855937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33744" y="2710144"/>
            <a:ext cx="942300" cy="23828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7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07B9150-95B2-43DD-FC9D-3EA2304B84C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14551" y="2710144"/>
            <a:ext cx="942300" cy="23828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7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2AA0503F-912F-E893-7DC8-F27630BC0AFA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5008773" y="2241226"/>
            <a:ext cx="115369" cy="162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7AE3F38-484E-8027-C32D-B240FBB258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105205" y="1618223"/>
            <a:ext cx="1978890" cy="589932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218F744-A07C-F8EF-CC0A-E4AD045A2D5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105205" y="1164240"/>
            <a:ext cx="1978890" cy="4520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190B8ED-0179-5E35-1308-5D8108D82A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95358" y="2710144"/>
            <a:ext cx="942300" cy="23828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7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8189EAD-5F4B-AA86-4234-6FD2DDF21698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5989632" y="3221137"/>
            <a:ext cx="115369" cy="162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30F749BF-F427-2D59-B086-55A99286C6C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76165" y="2710144"/>
            <a:ext cx="942300" cy="23828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7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5F7162-0C65-68F6-5B4A-B7B95913E1A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065718" y="3883824"/>
            <a:ext cx="1978890" cy="589932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F9E05BA1-6724-0402-3843-571B91A91F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065718" y="3429842"/>
            <a:ext cx="1978890" cy="4520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0313C93-29A6-3A40-311C-072490AE271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70715" y="2631206"/>
            <a:ext cx="2032754" cy="589932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621B90FF-CCB6-7695-8F17-60F1539B246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70715" y="2177223"/>
            <a:ext cx="2032754" cy="452005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F701071-7F47-1346-31A5-21084507599F}"/>
              </a:ext>
            </a:extLst>
          </p:cNvPr>
          <p:cNvGrpSpPr/>
          <p:nvPr userDrawn="1"/>
        </p:nvGrpSpPr>
        <p:grpSpPr>
          <a:xfrm>
            <a:off x="2614313" y="2320289"/>
            <a:ext cx="3923433" cy="980859"/>
            <a:chOff x="4134283" y="3357980"/>
            <a:chExt cx="5231244" cy="130781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769EF49-5B06-2455-F4D8-CBEDF0DAEA56}"/>
                </a:ext>
              </a:extLst>
            </p:cNvPr>
            <p:cNvGrpSpPr/>
            <p:nvPr userDrawn="1"/>
          </p:nvGrpSpPr>
          <p:grpSpPr>
            <a:xfrm>
              <a:off x="6749905" y="3357980"/>
              <a:ext cx="2615622" cy="1307812"/>
              <a:chOff x="4134283" y="2768888"/>
              <a:chExt cx="2615622" cy="1307812"/>
            </a:xfrm>
          </p:grpSpPr>
          <p:sp>
            <p:nvSpPr>
              <p:cNvPr id="34" name="Arc 47">
                <a:extLst>
                  <a:ext uri="{FF2B5EF4-FFF2-40B4-BE49-F238E27FC236}">
                    <a16:creationId xmlns:a16="http://schemas.microsoft.com/office/drawing/2014/main" id="{55DF066B-1DF3-81AC-D644-7F0B5B75E856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  <p:sp>
            <p:nvSpPr>
              <p:cNvPr id="35" name="Arc 48">
                <a:extLst>
                  <a:ext uri="{FF2B5EF4-FFF2-40B4-BE49-F238E27FC236}">
                    <a16:creationId xmlns:a16="http://schemas.microsoft.com/office/drawing/2014/main" id="{3ACDB1F2-4FA7-F63C-C7BD-518AA30C3EDA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DE3BC9B-591C-D173-B632-44A7B557115D}"/>
                </a:ext>
              </a:extLst>
            </p:cNvPr>
            <p:cNvGrpSpPr/>
            <p:nvPr userDrawn="1"/>
          </p:nvGrpSpPr>
          <p:grpSpPr>
            <a:xfrm>
              <a:off x="4134283" y="3357980"/>
              <a:ext cx="2615622" cy="1307812"/>
              <a:chOff x="4134283" y="2768888"/>
              <a:chExt cx="2615622" cy="1307812"/>
            </a:xfrm>
          </p:grpSpPr>
          <p:sp>
            <p:nvSpPr>
              <p:cNvPr id="32" name="Arc 47">
                <a:extLst>
                  <a:ext uri="{FF2B5EF4-FFF2-40B4-BE49-F238E27FC236}">
                    <a16:creationId xmlns:a16="http://schemas.microsoft.com/office/drawing/2014/main" id="{67DD7A6F-1877-A86D-07AB-13C92DB56525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  <p:sp>
            <p:nvSpPr>
              <p:cNvPr id="33" name="Arc 48">
                <a:extLst>
                  <a:ext uri="{FF2B5EF4-FFF2-40B4-BE49-F238E27FC236}">
                    <a16:creationId xmlns:a16="http://schemas.microsoft.com/office/drawing/2014/main" id="{0AE27A02-1D80-801C-6DB2-F51D717C89D3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822CBFB-FBA0-17F3-4208-2DFB53CFC537}"/>
                </a:ext>
              </a:extLst>
            </p:cNvPr>
            <p:cNvGrpSpPr/>
            <p:nvPr userDrawn="1"/>
          </p:nvGrpSpPr>
          <p:grpSpPr>
            <a:xfrm>
              <a:off x="4134283" y="3357980"/>
              <a:ext cx="2615622" cy="1307812"/>
              <a:chOff x="4134283" y="2775094"/>
              <a:chExt cx="2615622" cy="1307812"/>
            </a:xfrm>
          </p:grpSpPr>
          <p:sp>
            <p:nvSpPr>
              <p:cNvPr id="26" name="Arc 25">
                <a:extLst>
                  <a:ext uri="{FF2B5EF4-FFF2-40B4-BE49-F238E27FC236}">
                    <a16:creationId xmlns:a16="http://schemas.microsoft.com/office/drawing/2014/main" id="{B9EAC7BB-8C9A-63E0-7E30-66C12F476ECA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  <p:sp>
            <p:nvSpPr>
              <p:cNvPr id="31" name="Arc 30">
                <a:extLst>
                  <a:ext uri="{FF2B5EF4-FFF2-40B4-BE49-F238E27FC236}">
                    <a16:creationId xmlns:a16="http://schemas.microsoft.com/office/drawing/2014/main" id="{6AF063EA-FBB7-CCBD-74B8-52C7787804A0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6F88A0C-5307-566B-8F00-314333B97421}"/>
                </a:ext>
              </a:extLst>
            </p:cNvPr>
            <p:cNvGrpSpPr/>
            <p:nvPr userDrawn="1"/>
          </p:nvGrpSpPr>
          <p:grpSpPr>
            <a:xfrm>
              <a:off x="6749905" y="3357980"/>
              <a:ext cx="2615622" cy="1307812"/>
              <a:chOff x="4134283" y="2775094"/>
              <a:chExt cx="2615622" cy="1307812"/>
            </a:xfrm>
          </p:grpSpPr>
          <p:sp>
            <p:nvSpPr>
              <p:cNvPr id="19" name="Arc 18">
                <a:extLst>
                  <a:ext uri="{FF2B5EF4-FFF2-40B4-BE49-F238E27FC236}">
                    <a16:creationId xmlns:a16="http://schemas.microsoft.com/office/drawing/2014/main" id="{8C71A760-F23A-9F4B-9433-BA0B3B7066F4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6DB8903B-5B37-CB4D-F896-9BF9EAC3CCBB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58077927"/>
      </p:ext>
    </p:extLst>
  </p:cSld>
  <p:clrMapOvr>
    <a:masterClrMapping/>
  </p:clrMapOvr>
  <p:hf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">
            <a:extLst>
              <a:ext uri="{FF2B5EF4-FFF2-40B4-BE49-F238E27FC236}">
                <a16:creationId xmlns:a16="http://schemas.microsoft.com/office/drawing/2014/main" id="{A2F605B9-DD22-872B-689D-2D7562F0DAA7}"/>
              </a:ext>
            </a:extLst>
          </p:cNvPr>
          <p:cNvSpPr/>
          <p:nvPr userDrawn="1"/>
        </p:nvSpPr>
        <p:spPr>
          <a:xfrm>
            <a:off x="440532" y="4485581"/>
            <a:ext cx="825925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pPr lvl="0"/>
            <a:endParaRPr sz="1013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2D45A-2EAF-4A31-8BAE-AD989F7DA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438151"/>
            <a:ext cx="8262938" cy="697706"/>
          </a:xfrm>
        </p:spPr>
        <p:txBody>
          <a:bodyPr wrap="square" anchor="t">
            <a:noAutofit/>
          </a:bodyPr>
          <a:lstStyle>
            <a:lvl1pPr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0291D71-218F-D9A9-2622-7DB85D8925E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543839" y="2242833"/>
            <a:ext cx="115369" cy="162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C7187E5-9CB0-DE77-CB11-15E8C3DB51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29707" y="1634429"/>
            <a:ext cx="1531143" cy="5913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232E8A5-6B09-7349-2403-BC94FA614B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29707" y="1180447"/>
            <a:ext cx="1531143" cy="4520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8615F10-68C5-1996-CA95-B27855937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30374" y="2691575"/>
            <a:ext cx="942300" cy="23828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7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4" name="Text Placeholder 29">
            <a:extLst>
              <a:ext uri="{FF2B5EF4-FFF2-40B4-BE49-F238E27FC236}">
                <a16:creationId xmlns:a16="http://schemas.microsoft.com/office/drawing/2014/main" id="{6666E3DC-EEDD-CA04-3684-EDA81D3EA963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529077" y="3220148"/>
            <a:ext cx="115369" cy="162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3B7D5CB4-A9B8-F0FA-942E-776B9DC0F16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818067" y="3860657"/>
            <a:ext cx="1531143" cy="5913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944CDE9-8EDF-B1D7-A38A-CC58B764A9A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818067" y="3406675"/>
            <a:ext cx="1531143" cy="4520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7083408F-6C45-7053-ADEF-9A3DBFCF799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115612" y="2691575"/>
            <a:ext cx="942300" cy="23828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7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5EBB989C-7590-10DE-3387-664855A4676E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514316" y="2242833"/>
            <a:ext cx="115369" cy="162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22CD8AAD-CD39-4791-753A-8193646200F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806428" y="1637203"/>
            <a:ext cx="1531143" cy="5913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7596FCBE-5E31-B8DB-13FD-BF0DDAB1CCB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806428" y="1183221"/>
            <a:ext cx="1531143" cy="4520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305B702-BB02-307E-00B7-98D9589921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100850" y="2691575"/>
            <a:ext cx="942300" cy="23828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7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3BF95EB8-6106-AF3C-78D8-A066647E019C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5499554" y="3220148"/>
            <a:ext cx="115369" cy="162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BD3A683B-E42E-FA35-E7FB-E74E9769CC8F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794788" y="3847712"/>
            <a:ext cx="1531143" cy="5913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CD109356-9C98-8245-D27A-8A562490475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794788" y="3393731"/>
            <a:ext cx="1531143" cy="4520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96809B5-A0D9-D023-DB2E-8E4549DC2C9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086088" y="2691575"/>
            <a:ext cx="942300" cy="23828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7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51E62BD1-B08E-C073-462D-5FBCA2405379}"/>
              </a:ext>
            </a:extLst>
          </p:cNvPr>
          <p:cNvSpPr>
            <a:spLocks noGrp="1" noChangeAspect="1"/>
          </p:cNvSpPr>
          <p:nvPr>
            <p:ph type="body" sz="quarter" idx="41" hasCustomPrompt="1"/>
          </p:nvPr>
        </p:nvSpPr>
        <p:spPr>
          <a:xfrm>
            <a:off x="6484793" y="2242833"/>
            <a:ext cx="115369" cy="162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F811FDA7-E577-43F2-D6FC-983A4B94C80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83150" y="1636406"/>
            <a:ext cx="1531143" cy="5913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0A973B8F-AE50-34E5-5B15-81A9592DF28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783150" y="1182424"/>
            <a:ext cx="1531143" cy="4520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ED523784-D992-9AF7-DA1B-2E65987A1D1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071327" y="2691575"/>
            <a:ext cx="942300" cy="23828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7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A760F7-0747-67F3-5F50-AE6497458188}"/>
              </a:ext>
            </a:extLst>
          </p:cNvPr>
          <p:cNvGrpSpPr/>
          <p:nvPr userDrawn="1"/>
        </p:nvGrpSpPr>
        <p:grpSpPr>
          <a:xfrm>
            <a:off x="2119855" y="2320289"/>
            <a:ext cx="4904291" cy="980859"/>
            <a:chOff x="3480378" y="3357980"/>
            <a:chExt cx="6539055" cy="1307812"/>
          </a:xfrm>
        </p:grpSpPr>
        <p:sp>
          <p:nvSpPr>
            <p:cNvPr id="13" name="Arc 47">
              <a:extLst>
                <a:ext uri="{FF2B5EF4-FFF2-40B4-BE49-F238E27FC236}">
                  <a16:creationId xmlns:a16="http://schemas.microsoft.com/office/drawing/2014/main" id="{050E31AC-DC15-76A7-0044-89F73DD55431}"/>
                </a:ext>
              </a:extLst>
            </p:cNvPr>
            <p:cNvSpPr/>
            <p:nvPr userDrawn="1"/>
          </p:nvSpPr>
          <p:spPr>
            <a:xfrm>
              <a:off x="8711622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5" name="Arc 47">
              <a:extLst>
                <a:ext uri="{FF2B5EF4-FFF2-40B4-BE49-F238E27FC236}">
                  <a16:creationId xmlns:a16="http://schemas.microsoft.com/office/drawing/2014/main" id="{BAB3493B-0633-F805-EAE2-F104DC71D026}"/>
                </a:ext>
              </a:extLst>
            </p:cNvPr>
            <p:cNvSpPr/>
            <p:nvPr userDrawn="1"/>
          </p:nvSpPr>
          <p:spPr>
            <a:xfrm>
              <a:off x="6096000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6" name="Arc 48">
              <a:extLst>
                <a:ext uri="{FF2B5EF4-FFF2-40B4-BE49-F238E27FC236}">
                  <a16:creationId xmlns:a16="http://schemas.microsoft.com/office/drawing/2014/main" id="{6D904B10-FEA0-430E-1D9F-3AFF714CA144}"/>
                </a:ext>
              </a:extLst>
            </p:cNvPr>
            <p:cNvSpPr/>
            <p:nvPr userDrawn="1"/>
          </p:nvSpPr>
          <p:spPr>
            <a:xfrm flipV="1">
              <a:off x="7403811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7" name="Arc 47">
              <a:extLst>
                <a:ext uri="{FF2B5EF4-FFF2-40B4-BE49-F238E27FC236}">
                  <a16:creationId xmlns:a16="http://schemas.microsoft.com/office/drawing/2014/main" id="{7321788F-60E5-E432-F88B-8FA1F88E81FE}"/>
                </a:ext>
              </a:extLst>
            </p:cNvPr>
            <p:cNvSpPr/>
            <p:nvPr userDrawn="1"/>
          </p:nvSpPr>
          <p:spPr>
            <a:xfrm>
              <a:off x="3480378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21" name="Arc 48">
              <a:extLst>
                <a:ext uri="{FF2B5EF4-FFF2-40B4-BE49-F238E27FC236}">
                  <a16:creationId xmlns:a16="http://schemas.microsoft.com/office/drawing/2014/main" id="{DB3FF764-2681-4862-6B4A-6AB165D97309}"/>
                </a:ext>
              </a:extLst>
            </p:cNvPr>
            <p:cNvSpPr/>
            <p:nvPr userDrawn="1"/>
          </p:nvSpPr>
          <p:spPr>
            <a:xfrm flipV="1">
              <a:off x="4788189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9F48BF63-6577-A129-5E9D-C964E089C301}"/>
                </a:ext>
              </a:extLst>
            </p:cNvPr>
            <p:cNvSpPr/>
            <p:nvPr userDrawn="1"/>
          </p:nvSpPr>
          <p:spPr>
            <a:xfrm>
              <a:off x="3480378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23" name="Arc 22">
              <a:extLst>
                <a:ext uri="{FF2B5EF4-FFF2-40B4-BE49-F238E27FC236}">
                  <a16:creationId xmlns:a16="http://schemas.microsoft.com/office/drawing/2014/main" id="{DC817092-36E1-9F2E-7A9F-C1C1BA0EDDE2}"/>
                </a:ext>
              </a:extLst>
            </p:cNvPr>
            <p:cNvSpPr/>
            <p:nvPr userDrawn="1"/>
          </p:nvSpPr>
          <p:spPr>
            <a:xfrm flipV="1">
              <a:off x="4788189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BBEDDCCC-D2F6-CB96-E105-E76320D1A6BA}"/>
                </a:ext>
              </a:extLst>
            </p:cNvPr>
            <p:cNvSpPr/>
            <p:nvPr userDrawn="1"/>
          </p:nvSpPr>
          <p:spPr>
            <a:xfrm>
              <a:off x="6096000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ACCA5710-2188-192B-BA07-258251BE2958}"/>
                </a:ext>
              </a:extLst>
            </p:cNvPr>
            <p:cNvSpPr/>
            <p:nvPr userDrawn="1"/>
          </p:nvSpPr>
          <p:spPr>
            <a:xfrm flipV="1">
              <a:off x="7403811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77038E81-AFCA-297C-B59C-35E69E539FB7}"/>
                </a:ext>
              </a:extLst>
            </p:cNvPr>
            <p:cNvSpPr/>
            <p:nvPr userDrawn="1"/>
          </p:nvSpPr>
          <p:spPr>
            <a:xfrm>
              <a:off x="8711622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</p:grpSp>
    </p:spTree>
    <p:extLst>
      <p:ext uri="{BB962C8B-B14F-4D97-AF65-F5344CB8AC3E}">
        <p14:creationId xmlns:p14="http://schemas.microsoft.com/office/powerpoint/2010/main" val="4193504303"/>
      </p:ext>
    </p:extLst>
  </p:cSld>
  <p:clrMapOvr>
    <a:masterClrMapping/>
  </p:clrMapOvr>
  <p:hf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">
            <a:extLst>
              <a:ext uri="{FF2B5EF4-FFF2-40B4-BE49-F238E27FC236}">
                <a16:creationId xmlns:a16="http://schemas.microsoft.com/office/drawing/2014/main" id="{A2F605B9-DD22-872B-689D-2D7562F0DAA7}"/>
              </a:ext>
            </a:extLst>
          </p:cNvPr>
          <p:cNvSpPr/>
          <p:nvPr userDrawn="1"/>
        </p:nvSpPr>
        <p:spPr>
          <a:xfrm>
            <a:off x="440532" y="4485581"/>
            <a:ext cx="825925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pPr lvl="0"/>
            <a:endParaRPr sz="1013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2D45A-2EAF-4A31-8BAE-AD989F7DA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438151"/>
            <a:ext cx="8262938" cy="697706"/>
          </a:xfrm>
        </p:spPr>
        <p:txBody>
          <a:bodyPr wrap="square" anchor="t">
            <a:noAutofit/>
          </a:bodyPr>
          <a:lstStyle>
            <a:lvl1pPr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0291D71-218F-D9A9-2622-7DB85D8925E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091156" y="2250434"/>
            <a:ext cx="115369" cy="162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C7187E5-9CB0-DE77-CB11-15E8C3DB51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0429" y="1612289"/>
            <a:ext cx="1256823" cy="5913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232E8A5-6B09-7349-2403-BC94FA614B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20429" y="1158307"/>
            <a:ext cx="1256823" cy="4520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8615F10-68C5-1996-CA95-B27855937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77690" y="2694433"/>
            <a:ext cx="942300" cy="23828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7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51" name="Text Placeholder 29">
            <a:extLst>
              <a:ext uri="{FF2B5EF4-FFF2-40B4-BE49-F238E27FC236}">
                <a16:creationId xmlns:a16="http://schemas.microsoft.com/office/drawing/2014/main" id="{53323434-68DF-9125-D566-F1BACDE11E4B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32829" y="3231319"/>
            <a:ext cx="115369" cy="162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2" name="Text Placeholder 10">
            <a:extLst>
              <a:ext uri="{FF2B5EF4-FFF2-40B4-BE49-F238E27FC236}">
                <a16:creationId xmlns:a16="http://schemas.microsoft.com/office/drawing/2014/main" id="{BA71903A-36DE-91C7-EFA2-D9009971832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495765" y="3903272"/>
            <a:ext cx="1256823" cy="5913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0">
            <a:extLst>
              <a:ext uri="{FF2B5EF4-FFF2-40B4-BE49-F238E27FC236}">
                <a16:creationId xmlns:a16="http://schemas.microsoft.com/office/drawing/2014/main" id="{D3DFFB25-896C-3EDE-6055-EE468DBDD58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495765" y="3449290"/>
            <a:ext cx="1256823" cy="4520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0">
            <a:extLst>
              <a:ext uri="{FF2B5EF4-FFF2-40B4-BE49-F238E27FC236}">
                <a16:creationId xmlns:a16="http://schemas.microsoft.com/office/drawing/2014/main" id="{73D90FC2-7F19-F7F9-BC95-F4787D4A810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30186" y="2694433"/>
            <a:ext cx="942300" cy="23828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7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55" name="Text Placeholder 29">
            <a:extLst>
              <a:ext uri="{FF2B5EF4-FFF2-40B4-BE49-F238E27FC236}">
                <a16:creationId xmlns:a16="http://schemas.microsoft.com/office/drawing/2014/main" id="{D4F2ECCC-C38D-BBB9-2E75-720DFAEE01CD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018422" y="2250385"/>
            <a:ext cx="115369" cy="162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67121663-70D4-3BF1-D4EF-1A9B305BD45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471101" y="1612289"/>
            <a:ext cx="1256823" cy="5913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10">
            <a:extLst>
              <a:ext uri="{FF2B5EF4-FFF2-40B4-BE49-F238E27FC236}">
                <a16:creationId xmlns:a16="http://schemas.microsoft.com/office/drawing/2014/main" id="{A81A776E-11F9-71B1-4551-15342D48D67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471101" y="1158307"/>
            <a:ext cx="1256823" cy="4520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F94F1DAA-42A4-61E9-0754-1CCD3BCF29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611667" y="2694433"/>
            <a:ext cx="942300" cy="23828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7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59" name="Text Placeholder 29">
            <a:extLst>
              <a:ext uri="{FF2B5EF4-FFF2-40B4-BE49-F238E27FC236}">
                <a16:creationId xmlns:a16="http://schemas.microsoft.com/office/drawing/2014/main" id="{4898336E-E248-EF46-BA8B-2BF1CFFAB124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5004015" y="3231319"/>
            <a:ext cx="115369" cy="162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60" name="Text Placeholder 10">
            <a:extLst>
              <a:ext uri="{FF2B5EF4-FFF2-40B4-BE49-F238E27FC236}">
                <a16:creationId xmlns:a16="http://schemas.microsoft.com/office/drawing/2014/main" id="{5E6913C8-FB03-CD49-906E-DD4060DBAD6E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446437" y="3903272"/>
            <a:ext cx="1256823" cy="5913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44F6B3A7-AADA-116E-D6BB-28E7532917D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446437" y="3449290"/>
            <a:ext cx="1256823" cy="4520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0">
            <a:extLst>
              <a:ext uri="{FF2B5EF4-FFF2-40B4-BE49-F238E27FC236}">
                <a16:creationId xmlns:a16="http://schemas.microsoft.com/office/drawing/2014/main" id="{13BB42D9-4570-1606-4E3F-18FD1A7AF46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93149" y="2694433"/>
            <a:ext cx="942300" cy="23828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7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63" name="Text Placeholder 29">
            <a:extLst>
              <a:ext uri="{FF2B5EF4-FFF2-40B4-BE49-F238E27FC236}">
                <a16:creationId xmlns:a16="http://schemas.microsoft.com/office/drawing/2014/main" id="{1BFCBE9E-B1A3-4422-5CF2-9541FA3C5246}"/>
              </a:ext>
            </a:extLst>
          </p:cNvPr>
          <p:cNvSpPr>
            <a:spLocks noGrp="1" noChangeAspect="1"/>
          </p:cNvSpPr>
          <p:nvPr>
            <p:ph type="body" sz="quarter" idx="41" hasCustomPrompt="1"/>
          </p:nvPr>
        </p:nvSpPr>
        <p:spPr>
          <a:xfrm>
            <a:off x="5989608" y="2250385"/>
            <a:ext cx="115369" cy="162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64" name="Text Placeholder 10">
            <a:extLst>
              <a:ext uri="{FF2B5EF4-FFF2-40B4-BE49-F238E27FC236}">
                <a16:creationId xmlns:a16="http://schemas.microsoft.com/office/drawing/2014/main" id="{DABCB3F4-0842-933F-B8A6-7DEE28D99F1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1773" y="1615572"/>
            <a:ext cx="1256823" cy="5913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10">
            <a:extLst>
              <a:ext uri="{FF2B5EF4-FFF2-40B4-BE49-F238E27FC236}">
                <a16:creationId xmlns:a16="http://schemas.microsoft.com/office/drawing/2014/main" id="{D303EBE3-D758-CFCE-E6DE-CDF0FC2B99A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21773" y="1161590"/>
            <a:ext cx="1256823" cy="4520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10">
            <a:extLst>
              <a:ext uri="{FF2B5EF4-FFF2-40B4-BE49-F238E27FC236}">
                <a16:creationId xmlns:a16="http://schemas.microsoft.com/office/drawing/2014/main" id="{FE08EFEF-081F-D74C-0DBF-EC347C017AE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4630" y="2694433"/>
            <a:ext cx="942300" cy="23828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7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67" name="Text Placeholder 29">
            <a:extLst>
              <a:ext uri="{FF2B5EF4-FFF2-40B4-BE49-F238E27FC236}">
                <a16:creationId xmlns:a16="http://schemas.microsoft.com/office/drawing/2014/main" id="{4926351E-7AD1-9C95-1407-C314C0CC317B}"/>
              </a:ext>
            </a:extLst>
          </p:cNvPr>
          <p:cNvSpPr>
            <a:spLocks noGrp="1" noChangeAspect="1"/>
          </p:cNvSpPr>
          <p:nvPr>
            <p:ph type="body" sz="quarter" idx="45" hasCustomPrompt="1"/>
          </p:nvPr>
        </p:nvSpPr>
        <p:spPr>
          <a:xfrm>
            <a:off x="6967838" y="3231319"/>
            <a:ext cx="115369" cy="162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68" name="Text Placeholder 10">
            <a:extLst>
              <a:ext uri="{FF2B5EF4-FFF2-40B4-BE49-F238E27FC236}">
                <a16:creationId xmlns:a16="http://schemas.microsoft.com/office/drawing/2014/main" id="{1B3E5397-AFF1-792C-EBED-85446B7974C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397110" y="3903272"/>
            <a:ext cx="1256823" cy="5913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10">
            <a:extLst>
              <a:ext uri="{FF2B5EF4-FFF2-40B4-BE49-F238E27FC236}">
                <a16:creationId xmlns:a16="http://schemas.microsoft.com/office/drawing/2014/main" id="{6A42B7D2-42FB-CF79-5B03-F53EDE38C4C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397110" y="3449290"/>
            <a:ext cx="1256823" cy="4520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10">
            <a:extLst>
              <a:ext uri="{FF2B5EF4-FFF2-40B4-BE49-F238E27FC236}">
                <a16:creationId xmlns:a16="http://schemas.microsoft.com/office/drawing/2014/main" id="{B3E3AE05-5DB9-B07D-BA25-7F7F36F3731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554372" y="2694433"/>
            <a:ext cx="942300" cy="23828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7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7642065-0956-886E-8D50-13A5E23F80D6}"/>
              </a:ext>
            </a:extLst>
          </p:cNvPr>
          <p:cNvGrpSpPr/>
          <p:nvPr userDrawn="1"/>
        </p:nvGrpSpPr>
        <p:grpSpPr>
          <a:xfrm>
            <a:off x="1629425" y="2326480"/>
            <a:ext cx="5885150" cy="980859"/>
            <a:chOff x="2105892" y="3357980"/>
            <a:chExt cx="7846866" cy="1307812"/>
          </a:xfrm>
        </p:grpSpPr>
        <p:sp>
          <p:nvSpPr>
            <p:cNvPr id="7" name="Arc 48">
              <a:extLst>
                <a:ext uri="{FF2B5EF4-FFF2-40B4-BE49-F238E27FC236}">
                  <a16:creationId xmlns:a16="http://schemas.microsoft.com/office/drawing/2014/main" id="{EC850A60-C20A-8395-7234-45A3366219FC}"/>
                </a:ext>
              </a:extLst>
            </p:cNvPr>
            <p:cNvSpPr/>
            <p:nvPr userDrawn="1"/>
          </p:nvSpPr>
          <p:spPr>
            <a:xfrm flipV="1">
              <a:off x="8644947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0" name="Arc 47">
              <a:extLst>
                <a:ext uri="{FF2B5EF4-FFF2-40B4-BE49-F238E27FC236}">
                  <a16:creationId xmlns:a16="http://schemas.microsoft.com/office/drawing/2014/main" id="{A0E80446-5E4B-C665-6CFB-7165CD4931A0}"/>
                </a:ext>
              </a:extLst>
            </p:cNvPr>
            <p:cNvSpPr/>
            <p:nvPr userDrawn="1"/>
          </p:nvSpPr>
          <p:spPr>
            <a:xfrm>
              <a:off x="7337136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1" name="Arc 47">
              <a:extLst>
                <a:ext uri="{FF2B5EF4-FFF2-40B4-BE49-F238E27FC236}">
                  <a16:creationId xmlns:a16="http://schemas.microsoft.com/office/drawing/2014/main" id="{A483ED77-8DE6-0A70-9864-0B25285EF399}"/>
                </a:ext>
              </a:extLst>
            </p:cNvPr>
            <p:cNvSpPr/>
            <p:nvPr userDrawn="1"/>
          </p:nvSpPr>
          <p:spPr>
            <a:xfrm>
              <a:off x="4721514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2" name="Arc 48">
              <a:extLst>
                <a:ext uri="{FF2B5EF4-FFF2-40B4-BE49-F238E27FC236}">
                  <a16:creationId xmlns:a16="http://schemas.microsoft.com/office/drawing/2014/main" id="{C0781424-C361-E569-C2E5-818CB90302F9}"/>
                </a:ext>
              </a:extLst>
            </p:cNvPr>
            <p:cNvSpPr/>
            <p:nvPr userDrawn="1"/>
          </p:nvSpPr>
          <p:spPr>
            <a:xfrm flipV="1">
              <a:off x="6029325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3" name="Arc 47">
              <a:extLst>
                <a:ext uri="{FF2B5EF4-FFF2-40B4-BE49-F238E27FC236}">
                  <a16:creationId xmlns:a16="http://schemas.microsoft.com/office/drawing/2014/main" id="{C5BC891C-DA63-19BD-19F3-2D26B0FF68EC}"/>
                </a:ext>
              </a:extLst>
            </p:cNvPr>
            <p:cNvSpPr/>
            <p:nvPr userDrawn="1"/>
          </p:nvSpPr>
          <p:spPr>
            <a:xfrm>
              <a:off x="2105892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4" name="Arc 48">
              <a:extLst>
                <a:ext uri="{FF2B5EF4-FFF2-40B4-BE49-F238E27FC236}">
                  <a16:creationId xmlns:a16="http://schemas.microsoft.com/office/drawing/2014/main" id="{D79DB29A-0810-7DFE-9053-128F395BB5E3}"/>
                </a:ext>
              </a:extLst>
            </p:cNvPr>
            <p:cNvSpPr/>
            <p:nvPr userDrawn="1"/>
          </p:nvSpPr>
          <p:spPr>
            <a:xfrm flipV="1">
              <a:off x="3413703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0A50CFDB-C446-FF8C-E209-3F041E442B41}"/>
                </a:ext>
              </a:extLst>
            </p:cNvPr>
            <p:cNvSpPr/>
            <p:nvPr userDrawn="1"/>
          </p:nvSpPr>
          <p:spPr>
            <a:xfrm>
              <a:off x="2105892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C6980E86-E4FB-22C1-4406-0D82C266B0DA}"/>
                </a:ext>
              </a:extLst>
            </p:cNvPr>
            <p:cNvSpPr/>
            <p:nvPr userDrawn="1"/>
          </p:nvSpPr>
          <p:spPr>
            <a:xfrm flipV="1">
              <a:off x="3413703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ED4A39C9-E6A3-3B71-7A3C-59E2BBF28432}"/>
                </a:ext>
              </a:extLst>
            </p:cNvPr>
            <p:cNvSpPr/>
            <p:nvPr userDrawn="1"/>
          </p:nvSpPr>
          <p:spPr>
            <a:xfrm>
              <a:off x="4721514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8F9E7552-A40C-A6B7-2258-AF322F0FD3BF}"/>
                </a:ext>
              </a:extLst>
            </p:cNvPr>
            <p:cNvSpPr/>
            <p:nvPr userDrawn="1"/>
          </p:nvSpPr>
          <p:spPr>
            <a:xfrm flipV="1">
              <a:off x="6029325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8573ABE9-21D1-D87C-E9AB-3703CD1EBDFA}"/>
                </a:ext>
              </a:extLst>
            </p:cNvPr>
            <p:cNvSpPr/>
            <p:nvPr userDrawn="1"/>
          </p:nvSpPr>
          <p:spPr>
            <a:xfrm>
              <a:off x="7337136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795C9FE2-0C8F-8E77-BF2A-00588F78C29A}"/>
                </a:ext>
              </a:extLst>
            </p:cNvPr>
            <p:cNvSpPr/>
            <p:nvPr userDrawn="1"/>
          </p:nvSpPr>
          <p:spPr>
            <a:xfrm flipV="1">
              <a:off x="8644947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</p:grpSp>
    </p:spTree>
    <p:extLst>
      <p:ext uri="{BB962C8B-B14F-4D97-AF65-F5344CB8AC3E}">
        <p14:creationId xmlns:p14="http://schemas.microsoft.com/office/powerpoint/2010/main" val="106804882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97C484F-84DC-25EA-C07C-C76534ABE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2" y="438151"/>
            <a:ext cx="8262937" cy="1290638"/>
          </a:xfrm>
        </p:spPr>
        <p:txBody>
          <a:bodyPr wrap="square" anchor="t">
            <a:noAutofit/>
          </a:bodyPr>
          <a:lstStyle>
            <a:lvl1pPr>
              <a:defRPr sz="33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A2F605B9-DD22-872B-689D-2D7562F0DAA7}"/>
              </a:ext>
            </a:extLst>
          </p:cNvPr>
          <p:cNvSpPr/>
          <p:nvPr userDrawn="1"/>
        </p:nvSpPr>
        <p:spPr>
          <a:xfrm>
            <a:off x="440532" y="4485581"/>
            <a:ext cx="825925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25717" rIns="25717"/>
          <a:lstStyle/>
          <a:p>
            <a:pPr lvl="0"/>
            <a:endParaRPr sz="1013"/>
          </a:p>
        </p:txBody>
      </p:sp>
    </p:spTree>
    <p:extLst>
      <p:ext uri="{BB962C8B-B14F-4D97-AF65-F5344CB8AC3E}">
        <p14:creationId xmlns:p14="http://schemas.microsoft.com/office/powerpoint/2010/main" val="3837449287"/>
      </p:ext>
    </p:extLst>
  </p:cSld>
  <p:clrMapOvr>
    <a:masterClrMapping/>
  </p:clrMapOvr>
  <p:hf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2179915"/>
      </p:ext>
    </p:extLst>
  </p:cSld>
  <p:clrMapOvr>
    <a:masterClrMapping/>
  </p:clrMapOvr>
  <p:hf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6174F8-1206-42B4-8253-0D1E82F521D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87819" y="730530"/>
            <a:ext cx="8368363" cy="17325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l">
              <a:buNone/>
              <a:defRPr sz="1100" b="0" baseline="0">
                <a:solidFill>
                  <a:schemeClr val="bg1">
                    <a:lumMod val="50000"/>
                  </a:schemeClr>
                </a:solidFill>
                <a:latin typeface="+mj-lt"/>
                <a:ea typeface="Roboto" panose="02000000000000000000" pitchFamily="2" charset="0"/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E59A572-76E8-4055-881A-EC3A9E6FD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82611"/>
            <a:ext cx="8368363" cy="409459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17035415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31.xml"/><Relationship Id="rId39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6.xml"/><Relationship Id="rId34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52.xml"/><Relationship Id="rId50" Type="http://schemas.openxmlformats.org/officeDocument/2006/relationships/image" Target="../media/image2.png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6" Type="http://schemas.openxmlformats.org/officeDocument/2006/relationships/slideLayout" Target="../slideLayouts/slideLayout21.xml"/><Relationship Id="rId29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16.xml"/><Relationship Id="rId24" Type="http://schemas.openxmlformats.org/officeDocument/2006/relationships/slideLayout" Target="../slideLayouts/slideLayout29.xml"/><Relationship Id="rId32" Type="http://schemas.openxmlformats.org/officeDocument/2006/relationships/slideLayout" Target="../slideLayouts/slideLayout37.xml"/><Relationship Id="rId37" Type="http://schemas.openxmlformats.org/officeDocument/2006/relationships/slideLayout" Target="../slideLayouts/slideLayout42.xml"/><Relationship Id="rId40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50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23" Type="http://schemas.openxmlformats.org/officeDocument/2006/relationships/slideLayout" Target="../slideLayouts/slideLayout28.xml"/><Relationship Id="rId28" Type="http://schemas.openxmlformats.org/officeDocument/2006/relationships/slideLayout" Target="../slideLayouts/slideLayout33.xml"/><Relationship Id="rId36" Type="http://schemas.openxmlformats.org/officeDocument/2006/relationships/slideLayout" Target="../slideLayouts/slideLayout41.xml"/><Relationship Id="rId49" Type="http://schemas.openxmlformats.org/officeDocument/2006/relationships/theme" Target="../theme/theme3.xml"/><Relationship Id="rId10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24.xml"/><Relationship Id="rId31" Type="http://schemas.openxmlformats.org/officeDocument/2006/relationships/slideLayout" Target="../slideLayouts/slideLayout36.xml"/><Relationship Id="rId44" Type="http://schemas.openxmlformats.org/officeDocument/2006/relationships/slideLayout" Target="../slideLayouts/slideLayout49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5.xml"/><Relationship Id="rId35" Type="http://schemas.openxmlformats.org/officeDocument/2006/relationships/slideLayout" Target="../slideLayouts/slideLayout40.xml"/><Relationship Id="rId43" Type="http://schemas.openxmlformats.org/officeDocument/2006/relationships/slideLayout" Target="../slideLayouts/slideLayout48.xml"/><Relationship Id="rId48" Type="http://schemas.openxmlformats.org/officeDocument/2006/relationships/slideLayout" Target="../slideLayouts/slideLayout53.xml"/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22.xml"/><Relationship Id="rId25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25.xml"/><Relationship Id="rId41" Type="http://schemas.openxmlformats.org/officeDocument/2006/relationships/slideLayout" Target="../slideLayouts/slideLayout46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Inhaltsplatzhalter 4"/>
          <p:cNvSpPr txBox="1">
            <a:spLocks/>
          </p:cNvSpPr>
          <p:nvPr userDrawn="1"/>
        </p:nvSpPr>
        <p:spPr>
          <a:xfrm>
            <a:off x="5715000" y="4849915"/>
            <a:ext cx="3048000" cy="13849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00" kern="1200">
                <a:solidFill>
                  <a:schemeClr val="bg1">
                    <a:lumMod val="7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Copyright (C)</a:t>
            </a:r>
            <a:r>
              <a:rPr lang="en-US" sz="1000" kern="1200" baseline="0">
                <a:solidFill>
                  <a:schemeClr val="bg1">
                    <a:lumMod val="7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</a:t>
            </a:r>
            <a:r>
              <a:rPr lang="en-US" sz="1000" kern="1200">
                <a:solidFill>
                  <a:schemeClr val="bg1">
                    <a:lumMod val="7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SlideSalad.com All rights reserved.</a:t>
            </a:r>
          </a:p>
        </p:txBody>
      </p:sp>
      <p:sp>
        <p:nvSpPr>
          <p:cNvPr id="15" name="Inhaltsplatzhalter 4"/>
          <p:cNvSpPr txBox="1">
            <a:spLocks/>
          </p:cNvSpPr>
          <p:nvPr userDrawn="1"/>
        </p:nvSpPr>
        <p:spPr>
          <a:xfrm>
            <a:off x="400050" y="4849915"/>
            <a:ext cx="3048000" cy="13849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kern="1200">
                <a:solidFill>
                  <a:schemeClr val="bg1">
                    <a:lumMod val="7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Free SlideSalad</a:t>
            </a:r>
            <a:r>
              <a:rPr lang="en-US" sz="1000" kern="1200" baseline="0">
                <a:solidFill>
                  <a:schemeClr val="bg1">
                    <a:lumMod val="7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PowerPoint Template</a:t>
            </a:r>
            <a:endParaRPr lang="en-US" sz="1000" kern="1200">
              <a:solidFill>
                <a:schemeClr val="bg1">
                  <a:lumMod val="75000"/>
                </a:schemeClr>
              </a:solidFill>
              <a:effectLst/>
              <a:latin typeface="Calibri Light" panose="020F0302020204030204" pitchFamily="34" charset="0"/>
              <a:ea typeface="+mn-ea"/>
              <a:cs typeface="+mn-cs"/>
            </a:endParaRPr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0" y="4682490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599" y="4826200"/>
            <a:ext cx="1066802" cy="18592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4190" r:id="rId2"/>
    <p:sldLayoutId id="2147484210" r:id="rId3"/>
    <p:sldLayoutId id="2147484211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2B3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Inhaltsplatzhalter 4"/>
          <p:cNvSpPr txBox="1">
            <a:spLocks/>
          </p:cNvSpPr>
          <p:nvPr userDrawn="1"/>
        </p:nvSpPr>
        <p:spPr>
          <a:xfrm>
            <a:off x="5715000" y="4849915"/>
            <a:ext cx="3048000" cy="13849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00" kern="120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Copyright (C)</a:t>
            </a:r>
            <a:r>
              <a:rPr lang="en-US" sz="1000" kern="1200" baseline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</a:t>
            </a:r>
            <a:r>
              <a:rPr lang="en-US" sz="1000" kern="120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SlideSalad.com All rights reserved.</a:t>
            </a:r>
          </a:p>
        </p:txBody>
      </p:sp>
      <p:sp>
        <p:nvSpPr>
          <p:cNvPr id="8" name="Inhaltsplatzhalter 4"/>
          <p:cNvSpPr txBox="1">
            <a:spLocks/>
          </p:cNvSpPr>
          <p:nvPr userDrawn="1"/>
        </p:nvSpPr>
        <p:spPr>
          <a:xfrm>
            <a:off x="400050" y="4849915"/>
            <a:ext cx="3048000" cy="13849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kern="120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Free SlideSalad</a:t>
            </a:r>
            <a:r>
              <a:rPr lang="en-US" sz="1000" kern="1200" baseline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PowerPoint Template</a:t>
            </a:r>
            <a:endParaRPr lang="en-US" sz="1000" kern="1200">
              <a:solidFill>
                <a:schemeClr val="bg1"/>
              </a:solidFill>
              <a:effectLst/>
              <a:latin typeface="Calibri Light" panose="020F0302020204030204" pitchFamily="34" charset="0"/>
              <a:ea typeface="+mn-ea"/>
              <a:cs typeface="+mn-cs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599" y="4826200"/>
            <a:ext cx="1066802" cy="18592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033B07F-7277-437C-B588-EC1DB23275A6}"/>
              </a:ext>
            </a:extLst>
          </p:cNvPr>
          <p:cNvCxnSpPr/>
          <p:nvPr userDrawn="1"/>
        </p:nvCxnSpPr>
        <p:spPr>
          <a:xfrm>
            <a:off x="0" y="4682490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23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BD9625-ED1C-9C68-D8B9-B6502FCCB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143"/>
            <a:ext cx="7886700" cy="99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293A9-2FAF-A155-DC7A-FE995344A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8922"/>
            <a:ext cx="7886700" cy="32638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1B5DE-B15D-9D1C-21D2-953FFCB007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1888" y="164902"/>
            <a:ext cx="279866" cy="2732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">
            <a:extLst>
              <a:ext uri="{FF2B5EF4-FFF2-40B4-BE49-F238E27FC236}">
                <a16:creationId xmlns:a16="http://schemas.microsoft.com/office/drawing/2014/main" id="{2CC72135-826E-3084-1ACC-9293218F24EE}"/>
              </a:ext>
            </a:extLst>
          </p:cNvPr>
          <p:cNvGrpSpPr/>
          <p:nvPr userDrawn="1"/>
        </p:nvGrpSpPr>
        <p:grpSpPr>
          <a:xfrm>
            <a:off x="8512912" y="4706911"/>
            <a:ext cx="283964" cy="200305"/>
            <a:chOff x="0" y="0"/>
            <a:chExt cx="504824" cy="356095"/>
          </a:xfrm>
        </p:grpSpPr>
        <p:sp>
          <p:nvSpPr>
            <p:cNvPr id="8" name="Line">
              <a:extLst>
                <a:ext uri="{FF2B5EF4-FFF2-40B4-BE49-F238E27FC236}">
                  <a16:creationId xmlns:a16="http://schemas.microsoft.com/office/drawing/2014/main" id="{024BCD63-D1A0-9E6D-3EA4-16D1E0509D18}"/>
                </a:ext>
              </a:extLst>
            </p:cNvPr>
            <p:cNvSpPr/>
            <p:nvPr/>
          </p:nvSpPr>
          <p:spPr>
            <a:xfrm>
              <a:off x="0" y="180134"/>
              <a:ext cx="504825" cy="1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013"/>
            </a:p>
          </p:txBody>
        </p:sp>
        <p:sp>
          <p:nvSpPr>
            <p:cNvPr id="9" name="Line">
              <a:extLst>
                <a:ext uri="{FF2B5EF4-FFF2-40B4-BE49-F238E27FC236}">
                  <a16:creationId xmlns:a16="http://schemas.microsoft.com/office/drawing/2014/main" id="{3E483999-BF7F-A26B-845E-8C65CD948361}"/>
                </a:ext>
              </a:extLst>
            </p:cNvPr>
            <p:cNvSpPr/>
            <p:nvPr/>
          </p:nvSpPr>
          <p:spPr>
            <a:xfrm>
              <a:off x="324689" y="0"/>
              <a:ext cx="177185" cy="177184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013"/>
            </a:p>
          </p:txBody>
        </p:sp>
        <p:sp>
          <p:nvSpPr>
            <p:cNvPr id="10" name="Line">
              <a:extLst>
                <a:ext uri="{FF2B5EF4-FFF2-40B4-BE49-F238E27FC236}">
                  <a16:creationId xmlns:a16="http://schemas.microsoft.com/office/drawing/2014/main" id="{B9696663-8271-B1D6-1A2F-9E2DDAA3DD5E}"/>
                </a:ext>
              </a:extLst>
            </p:cNvPr>
            <p:cNvSpPr/>
            <p:nvPr/>
          </p:nvSpPr>
          <p:spPr>
            <a:xfrm flipV="1">
              <a:off x="324689" y="178911"/>
              <a:ext cx="177185" cy="177185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013"/>
            </a:p>
          </p:txBody>
        </p:sp>
      </p:grpSp>
      <p:sp>
        <p:nvSpPr>
          <p:cNvPr id="11" name="textruta 3">
            <a:extLst>
              <a:ext uri="{FF2B5EF4-FFF2-40B4-BE49-F238E27FC236}">
                <a16:creationId xmlns:a16="http://schemas.microsoft.com/office/drawing/2014/main" id="{2DC00BBB-96D5-E144-A351-6386B4BABF32}"/>
              </a:ext>
            </a:extLst>
          </p:cNvPr>
          <p:cNvSpPr txBox="1"/>
          <p:nvPr userDrawn="1"/>
        </p:nvSpPr>
        <p:spPr>
          <a:xfrm>
            <a:off x="8030607" y="4695620"/>
            <a:ext cx="569835" cy="248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25717" rIns="25717">
            <a:spAutoFit/>
          </a:bodyPr>
          <a:lstStyle>
            <a:lvl1pPr>
              <a:lnSpc>
                <a:spcPct val="90000"/>
              </a:lnSpc>
              <a:spcBef>
                <a:spcPts val="600"/>
              </a:spcBef>
              <a:defRPr sz="2000">
                <a:solidFill>
                  <a:srgbClr val="000000"/>
                </a:solidFill>
              </a:defRPr>
            </a:lvl1pPr>
          </a:lstStyle>
          <a:p>
            <a:r>
              <a:rPr sz="1125"/>
              <a:t>NEXT</a:t>
            </a:r>
          </a:p>
        </p:txBody>
      </p:sp>
      <p:grpSp>
        <p:nvGrpSpPr>
          <p:cNvPr id="4" name="Group 3" hidden="1">
            <a:extLst>
              <a:ext uri="{FF2B5EF4-FFF2-40B4-BE49-F238E27FC236}">
                <a16:creationId xmlns:a16="http://schemas.microsoft.com/office/drawing/2014/main" id="{B3A606B9-7A85-A653-3B7B-A73C925E35A3}"/>
              </a:ext>
            </a:extLst>
          </p:cNvPr>
          <p:cNvGrpSpPr/>
          <p:nvPr userDrawn="1"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grpSp>
          <p:nvGrpSpPr>
            <p:cNvPr id="5" name="Group 4" hidden="1">
              <a:extLst>
                <a:ext uri="{FF2B5EF4-FFF2-40B4-BE49-F238E27FC236}">
                  <a16:creationId xmlns:a16="http://schemas.microsoft.com/office/drawing/2014/main" id="{0DA89A57-887E-CE8C-8768-88BCAD4C8758}"/>
                </a:ext>
              </a:extLst>
            </p:cNvPr>
            <p:cNvGrpSpPr/>
            <p:nvPr userDrawn="1"/>
          </p:nvGrpSpPr>
          <p:grpSpPr>
            <a:xfrm>
              <a:off x="0" y="0"/>
              <a:ext cx="12192000" cy="6858000"/>
              <a:chOff x="0" y="0"/>
              <a:chExt cx="5166360" cy="6858000"/>
            </a:xfrm>
            <a:noFill/>
          </p:grpSpPr>
          <p:sp>
            <p:nvSpPr>
              <p:cNvPr id="13" name="Rectangle 12" hidden="1">
                <a:extLst>
                  <a:ext uri="{FF2B5EF4-FFF2-40B4-BE49-F238E27FC236}">
                    <a16:creationId xmlns:a16="http://schemas.microsoft.com/office/drawing/2014/main" id="{D34F6CA2-EFE0-824A-3557-295549EC196B}"/>
                  </a:ext>
                </a:extLst>
              </p:cNvPr>
              <p:cNvSpPr/>
              <p:nvPr userDrawn="1"/>
            </p:nvSpPr>
            <p:spPr>
              <a:xfrm>
                <a:off x="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  <p:sp>
            <p:nvSpPr>
              <p:cNvPr id="14" name="Rectangle 13" hidden="1">
                <a:extLst>
                  <a:ext uri="{FF2B5EF4-FFF2-40B4-BE49-F238E27FC236}">
                    <a16:creationId xmlns:a16="http://schemas.microsoft.com/office/drawing/2014/main" id="{D4F5DF5E-C25C-E06B-DA76-269A78A78FBC}"/>
                  </a:ext>
                </a:extLst>
              </p:cNvPr>
              <p:cNvSpPr/>
              <p:nvPr userDrawn="1"/>
            </p:nvSpPr>
            <p:spPr>
              <a:xfrm>
                <a:off x="86106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  <p:sp>
            <p:nvSpPr>
              <p:cNvPr id="15" name="Rectangle 14" hidden="1">
                <a:extLst>
                  <a:ext uri="{FF2B5EF4-FFF2-40B4-BE49-F238E27FC236}">
                    <a16:creationId xmlns:a16="http://schemas.microsoft.com/office/drawing/2014/main" id="{E5E2181D-DEA5-A52B-A99C-F438E7F9CC19}"/>
                  </a:ext>
                </a:extLst>
              </p:cNvPr>
              <p:cNvSpPr/>
              <p:nvPr userDrawn="1"/>
            </p:nvSpPr>
            <p:spPr>
              <a:xfrm>
                <a:off x="172212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  <p:sp>
            <p:nvSpPr>
              <p:cNvPr id="16" name="Rectangle 15" hidden="1">
                <a:extLst>
                  <a:ext uri="{FF2B5EF4-FFF2-40B4-BE49-F238E27FC236}">
                    <a16:creationId xmlns:a16="http://schemas.microsoft.com/office/drawing/2014/main" id="{93FE8CC2-C679-9344-20A3-EBB5357EBCA9}"/>
                  </a:ext>
                </a:extLst>
              </p:cNvPr>
              <p:cNvSpPr/>
              <p:nvPr userDrawn="1"/>
            </p:nvSpPr>
            <p:spPr>
              <a:xfrm>
                <a:off x="258318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  <p:sp>
            <p:nvSpPr>
              <p:cNvPr id="17" name="Rectangle 16" hidden="1">
                <a:extLst>
                  <a:ext uri="{FF2B5EF4-FFF2-40B4-BE49-F238E27FC236}">
                    <a16:creationId xmlns:a16="http://schemas.microsoft.com/office/drawing/2014/main" id="{F8A77995-221D-057E-4A69-0AE8C4EB94F6}"/>
                  </a:ext>
                </a:extLst>
              </p:cNvPr>
              <p:cNvSpPr/>
              <p:nvPr userDrawn="1"/>
            </p:nvSpPr>
            <p:spPr>
              <a:xfrm>
                <a:off x="344424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  <p:sp>
            <p:nvSpPr>
              <p:cNvPr id="18" name="Rectangle 17" hidden="1">
                <a:extLst>
                  <a:ext uri="{FF2B5EF4-FFF2-40B4-BE49-F238E27FC236}">
                    <a16:creationId xmlns:a16="http://schemas.microsoft.com/office/drawing/2014/main" id="{8C44B415-B294-F664-88CA-45B04EC24A3C}"/>
                  </a:ext>
                </a:extLst>
              </p:cNvPr>
              <p:cNvSpPr/>
              <p:nvPr userDrawn="1"/>
            </p:nvSpPr>
            <p:spPr>
              <a:xfrm>
                <a:off x="430530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</p:grpSp>
        <p:sp>
          <p:nvSpPr>
            <p:cNvPr id="12" name="Frame 11" hidden="1">
              <a:extLst>
                <a:ext uri="{FF2B5EF4-FFF2-40B4-BE49-F238E27FC236}">
                  <a16:creationId xmlns:a16="http://schemas.microsoft.com/office/drawing/2014/main" id="{6BFAFB4F-E8FA-5E73-79F0-1505E0146735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frame">
              <a:avLst>
                <a:gd name="adj1" fmla="val 861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>
                <a:solidFill>
                  <a:schemeClr val="tx1"/>
                </a:solidFill>
              </a:endParaRP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AED2B71C-3F85-B249-9718-45F847D8F81F}"/>
              </a:ext>
            </a:extLst>
          </p:cNvPr>
          <p:cNvPicPr>
            <a:picLocks noChangeAspect="1"/>
          </p:cNvPicPr>
          <p:nvPr userDrawn="1"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809" y="4767263"/>
            <a:ext cx="1907381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643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708" r:id="rId2"/>
    <p:sldLayoutId id="2147483709" r:id="rId3"/>
    <p:sldLayoutId id="2147483686" r:id="rId4"/>
    <p:sldLayoutId id="2147483714" r:id="rId5"/>
    <p:sldLayoutId id="2147483715" r:id="rId6"/>
    <p:sldLayoutId id="2147483685" r:id="rId7"/>
    <p:sldLayoutId id="2147483703" r:id="rId8"/>
    <p:sldLayoutId id="2147483695" r:id="rId9"/>
    <p:sldLayoutId id="2147483710" r:id="rId10"/>
    <p:sldLayoutId id="2147483711" r:id="rId11"/>
    <p:sldLayoutId id="2147483701" r:id="rId12"/>
    <p:sldLayoutId id="2147483702" r:id="rId13"/>
    <p:sldLayoutId id="2147483700" r:id="rId14"/>
    <p:sldLayoutId id="2147483712" r:id="rId15"/>
    <p:sldLayoutId id="2147483713" r:id="rId16"/>
    <p:sldLayoutId id="2147483717" r:id="rId17"/>
    <p:sldLayoutId id="2147483718" r:id="rId18"/>
    <p:sldLayoutId id="2147483719" r:id="rId19"/>
    <p:sldLayoutId id="2147483720" r:id="rId20"/>
    <p:sldLayoutId id="2147483716" r:id="rId21"/>
    <p:sldLayoutId id="2147483721" r:id="rId22"/>
    <p:sldLayoutId id="2147483676" r:id="rId23"/>
    <p:sldLayoutId id="2147483722" r:id="rId24"/>
    <p:sldLayoutId id="2147483674" r:id="rId25"/>
    <p:sldLayoutId id="2147483675" r:id="rId26"/>
    <p:sldLayoutId id="2147483677" r:id="rId27"/>
    <p:sldLayoutId id="2147483673" r:id="rId28"/>
    <p:sldLayoutId id="2147483696" r:id="rId29"/>
    <p:sldLayoutId id="2147483697" r:id="rId30"/>
    <p:sldLayoutId id="2147483723" r:id="rId31"/>
    <p:sldLayoutId id="2147483687" r:id="rId32"/>
    <p:sldLayoutId id="2147483683" r:id="rId33"/>
    <p:sldLayoutId id="2147483682" r:id="rId34"/>
    <p:sldLayoutId id="2147483684" r:id="rId35"/>
    <p:sldLayoutId id="2147483698" r:id="rId36"/>
    <p:sldLayoutId id="2147483699" r:id="rId37"/>
    <p:sldLayoutId id="2147483691" r:id="rId38"/>
    <p:sldLayoutId id="2147483692" r:id="rId39"/>
    <p:sldLayoutId id="2147483693" r:id="rId40"/>
    <p:sldLayoutId id="2147483694" r:id="rId41"/>
    <p:sldLayoutId id="2147483704" r:id="rId42"/>
    <p:sldLayoutId id="2147483705" r:id="rId43"/>
    <p:sldLayoutId id="2147483706" r:id="rId44"/>
    <p:sldLayoutId id="2147483707" r:id="rId45"/>
    <p:sldLayoutId id="2147483679" r:id="rId46"/>
    <p:sldLayoutId id="2147483680" r:id="rId47"/>
    <p:sldLayoutId id="2147483724" r:id="rId48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64" userDrawn="1">
          <p15:clr>
            <a:srgbClr val="F26B43"/>
          </p15:clr>
        </p15:guide>
        <p15:guide id="2" pos="278" userDrawn="1">
          <p15:clr>
            <a:srgbClr val="F26B43"/>
          </p15:clr>
        </p15:guide>
        <p15:guide id="3" orient="horz" pos="276" userDrawn="1">
          <p15:clr>
            <a:srgbClr val="F26B43"/>
          </p15:clr>
        </p15:guide>
        <p15:guide id="4" pos="5483" userDrawn="1">
          <p15:clr>
            <a:srgbClr val="F26B43"/>
          </p15:clr>
        </p15:guide>
        <p15:guide id="5" pos="958" userDrawn="1">
          <p15:clr>
            <a:srgbClr val="F26B43"/>
          </p15:clr>
        </p15:guide>
        <p15:guide id="6" pos="1928" userDrawn="1">
          <p15:clr>
            <a:srgbClr val="F26B43"/>
          </p15:clr>
        </p15:guide>
        <p15:guide id="7" pos="2880" userDrawn="1">
          <p15:clr>
            <a:srgbClr val="F26B43"/>
          </p15:clr>
        </p15:guide>
        <p15:guide id="8" pos="3833" userDrawn="1">
          <p15:clr>
            <a:srgbClr val="F26B43"/>
          </p15:clr>
        </p15:guide>
        <p15:guide id="9" pos="4802" userDrawn="1">
          <p15:clr>
            <a:srgbClr val="F26B43"/>
          </p15:clr>
        </p15:guide>
        <p15:guide id="10" orient="horz" pos="16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4.xml"/><Relationship Id="rId21" Type="http://schemas.openxmlformats.org/officeDocument/2006/relationships/customXml" Target="../ink/ink19.xml"/><Relationship Id="rId42" Type="http://schemas.openxmlformats.org/officeDocument/2006/relationships/customXml" Target="../ink/ink40.xml"/><Relationship Id="rId47" Type="http://schemas.openxmlformats.org/officeDocument/2006/relationships/customXml" Target="../ink/ink45.xml"/><Relationship Id="rId63" Type="http://schemas.openxmlformats.org/officeDocument/2006/relationships/customXml" Target="../ink/ink61.xml"/><Relationship Id="rId68" Type="http://schemas.openxmlformats.org/officeDocument/2006/relationships/customXml" Target="../ink/ink66.xml"/><Relationship Id="rId84" Type="http://schemas.openxmlformats.org/officeDocument/2006/relationships/customXml" Target="../ink/ink82.xml"/><Relationship Id="rId89" Type="http://schemas.openxmlformats.org/officeDocument/2006/relationships/customXml" Target="../ink/ink87.xml"/><Relationship Id="rId16" Type="http://schemas.openxmlformats.org/officeDocument/2006/relationships/customXml" Target="../ink/ink14.xml"/><Relationship Id="rId11" Type="http://schemas.openxmlformats.org/officeDocument/2006/relationships/customXml" Target="../ink/ink9.xml"/><Relationship Id="rId32" Type="http://schemas.openxmlformats.org/officeDocument/2006/relationships/customXml" Target="../ink/ink30.xml"/><Relationship Id="rId37" Type="http://schemas.openxmlformats.org/officeDocument/2006/relationships/customXml" Target="../ink/ink35.xml"/><Relationship Id="rId53" Type="http://schemas.openxmlformats.org/officeDocument/2006/relationships/customXml" Target="../ink/ink51.xml"/><Relationship Id="rId58" Type="http://schemas.openxmlformats.org/officeDocument/2006/relationships/customXml" Target="../ink/ink56.xml"/><Relationship Id="rId74" Type="http://schemas.openxmlformats.org/officeDocument/2006/relationships/customXml" Target="../ink/ink72.xml"/><Relationship Id="rId79" Type="http://schemas.openxmlformats.org/officeDocument/2006/relationships/customXml" Target="../ink/ink77.xml"/><Relationship Id="rId5" Type="http://schemas.openxmlformats.org/officeDocument/2006/relationships/customXml" Target="../ink/ink3.xml"/><Relationship Id="rId90" Type="http://schemas.openxmlformats.org/officeDocument/2006/relationships/customXml" Target="../ink/ink88.xml"/><Relationship Id="rId14" Type="http://schemas.openxmlformats.org/officeDocument/2006/relationships/customXml" Target="../ink/ink12.xml"/><Relationship Id="rId22" Type="http://schemas.openxmlformats.org/officeDocument/2006/relationships/customXml" Target="../ink/ink20.xml"/><Relationship Id="rId27" Type="http://schemas.openxmlformats.org/officeDocument/2006/relationships/customXml" Target="../ink/ink25.xml"/><Relationship Id="rId30" Type="http://schemas.openxmlformats.org/officeDocument/2006/relationships/customXml" Target="../ink/ink28.xml"/><Relationship Id="rId35" Type="http://schemas.openxmlformats.org/officeDocument/2006/relationships/customXml" Target="../ink/ink33.xml"/><Relationship Id="rId43" Type="http://schemas.openxmlformats.org/officeDocument/2006/relationships/customXml" Target="../ink/ink41.xml"/><Relationship Id="rId48" Type="http://schemas.openxmlformats.org/officeDocument/2006/relationships/customXml" Target="../ink/ink46.xml"/><Relationship Id="rId56" Type="http://schemas.openxmlformats.org/officeDocument/2006/relationships/customXml" Target="../ink/ink54.xml"/><Relationship Id="rId64" Type="http://schemas.openxmlformats.org/officeDocument/2006/relationships/customXml" Target="../ink/ink62.xml"/><Relationship Id="rId69" Type="http://schemas.openxmlformats.org/officeDocument/2006/relationships/customXml" Target="../ink/ink67.xml"/><Relationship Id="rId77" Type="http://schemas.openxmlformats.org/officeDocument/2006/relationships/customXml" Target="../ink/ink75.xml"/><Relationship Id="rId8" Type="http://schemas.openxmlformats.org/officeDocument/2006/relationships/customXml" Target="../ink/ink6.xml"/><Relationship Id="rId51" Type="http://schemas.openxmlformats.org/officeDocument/2006/relationships/customXml" Target="../ink/ink49.xml"/><Relationship Id="rId72" Type="http://schemas.openxmlformats.org/officeDocument/2006/relationships/customXml" Target="../ink/ink70.xml"/><Relationship Id="rId80" Type="http://schemas.openxmlformats.org/officeDocument/2006/relationships/customXml" Target="../ink/ink78.xml"/><Relationship Id="rId85" Type="http://schemas.openxmlformats.org/officeDocument/2006/relationships/customXml" Target="../ink/ink83.xml"/><Relationship Id="rId3" Type="http://schemas.openxmlformats.org/officeDocument/2006/relationships/customXml" Target="../ink/ink2.xml"/><Relationship Id="rId12" Type="http://schemas.openxmlformats.org/officeDocument/2006/relationships/customXml" Target="../ink/ink10.xml"/><Relationship Id="rId17" Type="http://schemas.openxmlformats.org/officeDocument/2006/relationships/customXml" Target="../ink/ink15.xml"/><Relationship Id="rId25" Type="http://schemas.openxmlformats.org/officeDocument/2006/relationships/customXml" Target="../ink/ink23.xml"/><Relationship Id="rId33" Type="http://schemas.openxmlformats.org/officeDocument/2006/relationships/customXml" Target="../ink/ink31.xml"/><Relationship Id="rId38" Type="http://schemas.openxmlformats.org/officeDocument/2006/relationships/customXml" Target="../ink/ink36.xml"/><Relationship Id="rId46" Type="http://schemas.openxmlformats.org/officeDocument/2006/relationships/customXml" Target="../ink/ink44.xml"/><Relationship Id="rId59" Type="http://schemas.openxmlformats.org/officeDocument/2006/relationships/customXml" Target="../ink/ink57.xml"/><Relationship Id="rId67" Type="http://schemas.openxmlformats.org/officeDocument/2006/relationships/customXml" Target="../ink/ink65.xml"/><Relationship Id="rId20" Type="http://schemas.openxmlformats.org/officeDocument/2006/relationships/customXml" Target="../ink/ink18.xml"/><Relationship Id="rId41" Type="http://schemas.openxmlformats.org/officeDocument/2006/relationships/customXml" Target="../ink/ink39.xml"/><Relationship Id="rId54" Type="http://schemas.openxmlformats.org/officeDocument/2006/relationships/customXml" Target="../ink/ink52.xml"/><Relationship Id="rId62" Type="http://schemas.openxmlformats.org/officeDocument/2006/relationships/customXml" Target="../ink/ink60.xml"/><Relationship Id="rId70" Type="http://schemas.openxmlformats.org/officeDocument/2006/relationships/customXml" Target="../ink/ink68.xml"/><Relationship Id="rId75" Type="http://schemas.openxmlformats.org/officeDocument/2006/relationships/customXml" Target="../ink/ink73.xml"/><Relationship Id="rId83" Type="http://schemas.openxmlformats.org/officeDocument/2006/relationships/customXml" Target="../ink/ink81.xml"/><Relationship Id="rId88" Type="http://schemas.openxmlformats.org/officeDocument/2006/relationships/customXml" Target="../ink/ink8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15" Type="http://schemas.openxmlformats.org/officeDocument/2006/relationships/customXml" Target="../ink/ink13.xml"/><Relationship Id="rId23" Type="http://schemas.openxmlformats.org/officeDocument/2006/relationships/customXml" Target="../ink/ink21.xml"/><Relationship Id="rId28" Type="http://schemas.openxmlformats.org/officeDocument/2006/relationships/customXml" Target="../ink/ink26.xml"/><Relationship Id="rId36" Type="http://schemas.openxmlformats.org/officeDocument/2006/relationships/customXml" Target="../ink/ink34.xml"/><Relationship Id="rId49" Type="http://schemas.openxmlformats.org/officeDocument/2006/relationships/customXml" Target="../ink/ink47.xml"/><Relationship Id="rId57" Type="http://schemas.openxmlformats.org/officeDocument/2006/relationships/customXml" Target="../ink/ink55.xml"/><Relationship Id="rId10" Type="http://schemas.openxmlformats.org/officeDocument/2006/relationships/customXml" Target="../ink/ink8.xml"/><Relationship Id="rId31" Type="http://schemas.openxmlformats.org/officeDocument/2006/relationships/customXml" Target="../ink/ink29.xml"/><Relationship Id="rId44" Type="http://schemas.openxmlformats.org/officeDocument/2006/relationships/customXml" Target="../ink/ink42.xml"/><Relationship Id="rId52" Type="http://schemas.openxmlformats.org/officeDocument/2006/relationships/customXml" Target="../ink/ink50.xml"/><Relationship Id="rId60" Type="http://schemas.openxmlformats.org/officeDocument/2006/relationships/customXml" Target="../ink/ink58.xml"/><Relationship Id="rId65" Type="http://schemas.openxmlformats.org/officeDocument/2006/relationships/customXml" Target="../ink/ink63.xml"/><Relationship Id="rId73" Type="http://schemas.openxmlformats.org/officeDocument/2006/relationships/customXml" Target="../ink/ink71.xml"/><Relationship Id="rId78" Type="http://schemas.openxmlformats.org/officeDocument/2006/relationships/customXml" Target="../ink/ink76.xml"/><Relationship Id="rId81" Type="http://schemas.openxmlformats.org/officeDocument/2006/relationships/customXml" Target="../ink/ink79.xml"/><Relationship Id="rId86" Type="http://schemas.openxmlformats.org/officeDocument/2006/relationships/customXml" Target="../ink/ink84.xml"/><Relationship Id="rId4" Type="http://schemas.openxmlformats.org/officeDocument/2006/relationships/image" Target="../media/image10.png"/><Relationship Id="rId9" Type="http://schemas.openxmlformats.org/officeDocument/2006/relationships/customXml" Target="../ink/ink7.xml"/><Relationship Id="rId13" Type="http://schemas.openxmlformats.org/officeDocument/2006/relationships/customXml" Target="../ink/ink11.xml"/><Relationship Id="rId18" Type="http://schemas.openxmlformats.org/officeDocument/2006/relationships/customXml" Target="../ink/ink16.xml"/><Relationship Id="rId39" Type="http://schemas.openxmlformats.org/officeDocument/2006/relationships/customXml" Target="../ink/ink37.xml"/><Relationship Id="rId34" Type="http://schemas.openxmlformats.org/officeDocument/2006/relationships/customXml" Target="../ink/ink32.xml"/><Relationship Id="rId50" Type="http://schemas.openxmlformats.org/officeDocument/2006/relationships/customXml" Target="../ink/ink48.xml"/><Relationship Id="rId55" Type="http://schemas.openxmlformats.org/officeDocument/2006/relationships/customXml" Target="../ink/ink53.xml"/><Relationship Id="rId76" Type="http://schemas.openxmlformats.org/officeDocument/2006/relationships/customXml" Target="../ink/ink74.xml"/><Relationship Id="rId7" Type="http://schemas.openxmlformats.org/officeDocument/2006/relationships/customXml" Target="../ink/ink5.xml"/><Relationship Id="rId71" Type="http://schemas.openxmlformats.org/officeDocument/2006/relationships/customXml" Target="../ink/ink69.xml"/><Relationship Id="rId2" Type="http://schemas.openxmlformats.org/officeDocument/2006/relationships/image" Target="../media/image11.png"/><Relationship Id="rId29" Type="http://schemas.openxmlformats.org/officeDocument/2006/relationships/customXml" Target="../ink/ink27.xml"/><Relationship Id="rId24" Type="http://schemas.openxmlformats.org/officeDocument/2006/relationships/customXml" Target="../ink/ink22.xml"/><Relationship Id="rId40" Type="http://schemas.openxmlformats.org/officeDocument/2006/relationships/customXml" Target="../ink/ink38.xml"/><Relationship Id="rId45" Type="http://schemas.openxmlformats.org/officeDocument/2006/relationships/customXml" Target="../ink/ink43.xml"/><Relationship Id="rId66" Type="http://schemas.openxmlformats.org/officeDocument/2006/relationships/customXml" Target="../ink/ink64.xml"/><Relationship Id="rId87" Type="http://schemas.openxmlformats.org/officeDocument/2006/relationships/customXml" Target="../ink/ink85.xml"/><Relationship Id="rId61" Type="http://schemas.openxmlformats.org/officeDocument/2006/relationships/customXml" Target="../ink/ink59.xml"/><Relationship Id="rId82" Type="http://schemas.openxmlformats.org/officeDocument/2006/relationships/customXml" Target="../ink/ink80.xml"/><Relationship Id="rId19" Type="http://schemas.openxmlformats.org/officeDocument/2006/relationships/customXml" Target="../ink/ink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54685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" r="3"/>
          <a:stretch>
            <a:fillRect/>
          </a:stretch>
        </p:blipFill>
        <p:spPr/>
      </p:pic>
      <p:sp>
        <p:nvSpPr>
          <p:cNvPr id="6" name="Right Triangle 5"/>
          <p:cNvSpPr/>
          <p:nvPr/>
        </p:nvSpPr>
        <p:spPr>
          <a:xfrm flipH="1">
            <a:off x="7486650" y="352425"/>
            <a:ext cx="1657350" cy="4791075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05562" y="2699661"/>
            <a:ext cx="1188720" cy="544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>
              <a:solidFill>
                <a:schemeClr val="bg1"/>
              </a:solidFill>
            </a:endParaRPr>
          </a:p>
        </p:txBody>
      </p:sp>
      <p:sp>
        <p:nvSpPr>
          <p:cNvPr id="12" name="Title 2"/>
          <p:cNvSpPr txBox="1">
            <a:spLocks/>
          </p:cNvSpPr>
          <p:nvPr/>
        </p:nvSpPr>
        <p:spPr>
          <a:xfrm>
            <a:off x="405562" y="974168"/>
            <a:ext cx="4090238" cy="16619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sz="3600">
                <a:solidFill>
                  <a:schemeClr val="bg1"/>
                </a:solidFill>
                <a:ea typeface="+mj-lt"/>
                <a:cs typeface="+mj-lt"/>
              </a:rPr>
              <a:t>Analyse d'identité d'auteurs et détection de plagiat</a:t>
            </a:r>
            <a:endParaRPr lang="fr-FR">
              <a:solidFill>
                <a:schemeClr val="bg1"/>
              </a:solidFill>
              <a:ea typeface="Roboto"/>
              <a:cs typeface="Roboto"/>
            </a:endParaRPr>
          </a:p>
        </p:txBody>
      </p:sp>
      <p:sp>
        <p:nvSpPr>
          <p:cNvPr id="15" name="Inhaltsplatzhalter 4">
            <a:extLst>
              <a:ext uri="{FF2B5EF4-FFF2-40B4-BE49-F238E27FC236}">
                <a16:creationId xmlns:a16="http://schemas.microsoft.com/office/drawing/2014/main" id="{EA99C53D-F984-47B1-8B61-D910D62B1429}"/>
              </a:ext>
            </a:extLst>
          </p:cNvPr>
          <p:cNvSpPr txBox="1">
            <a:spLocks/>
          </p:cNvSpPr>
          <p:nvPr/>
        </p:nvSpPr>
        <p:spPr>
          <a:xfrm>
            <a:off x="383836" y="2930010"/>
            <a:ext cx="3121363" cy="155170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600">
                <a:latin typeface="+mj-lt"/>
              </a:rPr>
              <a:t>CHEDJARI EL MEUR Hadjer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600">
                <a:latin typeface="Roboto"/>
                <a:ea typeface="Roboto"/>
                <a:cs typeface="Roboto"/>
              </a:rPr>
              <a:t>NANMEDIGOU </a:t>
            </a:r>
            <a:r>
              <a:rPr lang="en-US" sz="1600" err="1">
                <a:latin typeface="Roboto"/>
                <a:ea typeface="Roboto"/>
                <a:cs typeface="Roboto"/>
              </a:rPr>
              <a:t>Yendoumban</a:t>
            </a:r>
          </a:p>
          <a:p>
            <a:pPr marL="272415" indent="-272415">
              <a:buNone/>
            </a:pPr>
            <a:r>
              <a:rPr lang="en-US" sz="1500">
                <a:latin typeface="Arial"/>
                <a:ea typeface="Roboto"/>
                <a:cs typeface="Arial"/>
              </a:rPr>
              <a:t>Université de Caen Normandie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600" err="1">
                <a:latin typeface="+mj-lt"/>
              </a:rPr>
              <a:t>Projet</a:t>
            </a:r>
            <a:r>
              <a:rPr lang="en-US" sz="1600">
                <a:latin typeface="+mj-lt"/>
              </a:rPr>
              <a:t> 2</a:t>
            </a:r>
            <a:endParaRPr lang="en-US" sz="1600">
              <a:latin typeface="+mj-lt"/>
              <a:ea typeface="Roboto"/>
              <a:cs typeface="Roboto"/>
            </a:endParaRP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600">
                <a:latin typeface="+mj-lt"/>
              </a:rPr>
              <a:t>ADDAD </a:t>
            </a:r>
            <a:r>
              <a:rPr lang="en-US" sz="1600" err="1">
                <a:latin typeface="+mj-lt"/>
              </a:rPr>
              <a:t>Youva</a:t>
            </a:r>
            <a:endParaRPr lang="en-US" sz="1600" err="1">
              <a:latin typeface="+mj-lt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7739725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20000" decel="8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8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3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44F67FA-28F4-4288-9CC5-25C18E401CA3}"/>
              </a:ext>
            </a:extLst>
          </p:cNvPr>
          <p:cNvSpPr/>
          <p:nvPr/>
        </p:nvSpPr>
        <p:spPr bwMode="auto">
          <a:xfrm>
            <a:off x="4648200" y="255270"/>
            <a:ext cx="4148848" cy="4435813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1E8F32B-49B6-4734-8E6A-50BA6E30C3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801433"/>
              </p:ext>
            </p:extLst>
          </p:nvPr>
        </p:nvGraphicFramePr>
        <p:xfrm>
          <a:off x="373577" y="291578"/>
          <a:ext cx="3963375" cy="44033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82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4899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400" b="1" kern="120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Sommaire</a:t>
                      </a:r>
                      <a:endParaRPr lang="en-US" sz="1400" b="1" kern="1200" dirty="0" err="1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91440" marB="9144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02</a:t>
                      </a:r>
                    </a:p>
                  </a:txBody>
                  <a:tcPr marT="91440" marB="9144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937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400" b="1" kern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Introduction</a:t>
                      </a:r>
                    </a:p>
                  </a:txBody>
                  <a:tcPr marT="91440" marB="9144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03</a:t>
                      </a:r>
                    </a:p>
                  </a:txBody>
                  <a:tcPr marT="91440" marB="9144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937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400" b="1" kern="1200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Objectifs</a:t>
                      </a:r>
                      <a:r>
                        <a:rPr lang="en-US" sz="1400" b="1" kern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du </a:t>
                      </a:r>
                      <a:r>
                        <a:rPr lang="en-US" sz="1400" b="1" kern="1200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Projet</a:t>
                      </a:r>
                    </a:p>
                  </a:txBody>
                  <a:tcPr marT="91440" marB="9144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04</a:t>
                      </a:r>
                    </a:p>
                  </a:txBody>
                  <a:tcPr marT="91440" marB="9144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937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400" b="1" kern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Pré-</a:t>
                      </a:r>
                      <a:r>
                        <a:rPr lang="en-US" sz="1400" b="1" kern="1200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analyse</a:t>
                      </a:r>
                      <a:r>
                        <a:rPr lang="en-US" sz="1400" b="1" kern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des données</a:t>
                      </a:r>
                    </a:p>
                  </a:txBody>
                  <a:tcPr marT="91440" marB="9144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05</a:t>
                      </a:r>
                    </a:p>
                  </a:txBody>
                  <a:tcPr marT="91440" marB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565725"/>
                  </a:ext>
                </a:extLst>
              </a:tr>
              <a:tr h="440937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400" b="1" kern="1200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Methodologie</a:t>
                      </a:r>
                    </a:p>
                  </a:txBody>
                  <a:tcPr marT="91440" marB="9144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06</a:t>
                      </a:r>
                    </a:p>
                  </a:txBody>
                  <a:tcPr marT="91440" marB="9144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937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400" b="1" kern="120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Featurizers</a:t>
                      </a:r>
                      <a:endParaRPr lang="en-US" sz="1400" b="1" kern="1200" dirty="0" err="1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91440" marB="9144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07</a:t>
                      </a:r>
                    </a:p>
                  </a:txBody>
                  <a:tcPr marT="91440" marB="9144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937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400" b="1" kern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Classifiers</a:t>
                      </a:r>
                    </a:p>
                  </a:txBody>
                  <a:tcPr marT="91440" marB="9144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10</a:t>
                      </a:r>
                    </a:p>
                  </a:txBody>
                  <a:tcPr marT="91440" marB="9144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0937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400" b="1" kern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Experimentations</a:t>
                      </a:r>
                    </a:p>
                  </a:txBody>
                  <a:tcPr marT="91440" marB="9144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21</a:t>
                      </a:r>
                    </a:p>
                  </a:txBody>
                  <a:tcPr marT="91440" marB="9144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0937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400" b="1" kern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Conclusion</a:t>
                      </a:r>
                    </a:p>
                  </a:txBody>
                  <a:tcPr marT="91440" marB="9144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34</a:t>
                      </a:r>
                    </a:p>
                  </a:txBody>
                  <a:tcPr marT="91440" marB="9144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0937">
                <a:tc>
                  <a:txBody>
                    <a:bodyPr/>
                    <a:lstStyle/>
                    <a:p>
                      <a:pPr marL="0" marR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b="1" kern="1200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Répartition</a:t>
                      </a:r>
                      <a:r>
                        <a:rPr lang="en-US" sz="1400" b="1" kern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des </a:t>
                      </a:r>
                      <a:r>
                        <a:rPr lang="en-US" sz="1400" b="1" kern="1200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tâches</a:t>
                      </a:r>
                    </a:p>
                  </a:txBody>
                  <a:tcPr marT="91440" marB="9144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35</a:t>
                      </a:r>
                    </a:p>
                  </a:txBody>
                  <a:tcPr marT="91440" marB="9144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6065E8F1-E647-49A7-AF9D-272FB6EBAEE4}"/>
              </a:ext>
            </a:extLst>
          </p:cNvPr>
          <p:cNvGrpSpPr/>
          <p:nvPr/>
        </p:nvGrpSpPr>
        <p:grpSpPr>
          <a:xfrm>
            <a:off x="6196452" y="1581150"/>
            <a:ext cx="1052344" cy="1055788"/>
            <a:chOff x="-1219200" y="1365250"/>
            <a:chExt cx="1939925" cy="1946275"/>
          </a:xfrm>
          <a:solidFill>
            <a:schemeClr val="bg1"/>
          </a:solidFill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85C6F236-E015-45C2-A5B8-49749A7AC2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219200" y="1365250"/>
              <a:ext cx="1939925" cy="1946275"/>
            </a:xfrm>
            <a:custGeom>
              <a:avLst/>
              <a:gdLst>
                <a:gd name="T0" fmla="*/ 275 w 3666"/>
                <a:gd name="T1" fmla="*/ 157 h 3678"/>
                <a:gd name="T2" fmla="*/ 220 w 3666"/>
                <a:gd name="T3" fmla="*/ 179 h 3678"/>
                <a:gd name="T4" fmla="*/ 179 w 3666"/>
                <a:gd name="T5" fmla="*/ 221 h 3678"/>
                <a:gd name="T6" fmla="*/ 155 w 3666"/>
                <a:gd name="T7" fmla="*/ 275 h 3678"/>
                <a:gd name="T8" fmla="*/ 152 w 3666"/>
                <a:gd name="T9" fmla="*/ 3371 h 3678"/>
                <a:gd name="T10" fmla="*/ 164 w 3666"/>
                <a:gd name="T11" fmla="*/ 3431 h 3678"/>
                <a:gd name="T12" fmla="*/ 197 w 3666"/>
                <a:gd name="T13" fmla="*/ 3480 h 3678"/>
                <a:gd name="T14" fmla="*/ 245 w 3666"/>
                <a:gd name="T15" fmla="*/ 3512 h 3678"/>
                <a:gd name="T16" fmla="*/ 305 w 3666"/>
                <a:gd name="T17" fmla="*/ 3525 h 3678"/>
                <a:gd name="T18" fmla="*/ 3392 w 3666"/>
                <a:gd name="T19" fmla="*/ 3521 h 3678"/>
                <a:gd name="T20" fmla="*/ 3447 w 3666"/>
                <a:gd name="T21" fmla="*/ 3499 h 3678"/>
                <a:gd name="T22" fmla="*/ 3487 w 3666"/>
                <a:gd name="T23" fmla="*/ 3457 h 3678"/>
                <a:gd name="T24" fmla="*/ 3511 w 3666"/>
                <a:gd name="T25" fmla="*/ 3403 h 3678"/>
                <a:gd name="T26" fmla="*/ 3514 w 3666"/>
                <a:gd name="T27" fmla="*/ 307 h 3678"/>
                <a:gd name="T28" fmla="*/ 3502 w 3666"/>
                <a:gd name="T29" fmla="*/ 247 h 3678"/>
                <a:gd name="T30" fmla="*/ 3469 w 3666"/>
                <a:gd name="T31" fmla="*/ 198 h 3678"/>
                <a:gd name="T32" fmla="*/ 3421 w 3666"/>
                <a:gd name="T33" fmla="*/ 166 h 3678"/>
                <a:gd name="T34" fmla="*/ 3361 w 3666"/>
                <a:gd name="T35" fmla="*/ 153 h 3678"/>
                <a:gd name="T36" fmla="*/ 305 w 3666"/>
                <a:gd name="T37" fmla="*/ 0 h 3678"/>
                <a:gd name="T38" fmla="*/ 3406 w 3666"/>
                <a:gd name="T39" fmla="*/ 3 h 3678"/>
                <a:gd name="T40" fmla="*/ 3490 w 3666"/>
                <a:gd name="T41" fmla="*/ 28 h 3678"/>
                <a:gd name="T42" fmla="*/ 3562 w 3666"/>
                <a:gd name="T43" fmla="*/ 75 h 3678"/>
                <a:gd name="T44" fmla="*/ 3617 w 3666"/>
                <a:gd name="T45" fmla="*/ 140 h 3678"/>
                <a:gd name="T46" fmla="*/ 3654 w 3666"/>
                <a:gd name="T47" fmla="*/ 218 h 3678"/>
                <a:gd name="T48" fmla="*/ 3666 w 3666"/>
                <a:gd name="T49" fmla="*/ 307 h 3678"/>
                <a:gd name="T50" fmla="*/ 3663 w 3666"/>
                <a:gd name="T51" fmla="*/ 3416 h 3678"/>
                <a:gd name="T52" fmla="*/ 3638 w 3666"/>
                <a:gd name="T53" fmla="*/ 3501 h 3678"/>
                <a:gd name="T54" fmla="*/ 3592 w 3666"/>
                <a:gd name="T55" fmla="*/ 3572 h 3678"/>
                <a:gd name="T56" fmla="*/ 3528 w 3666"/>
                <a:gd name="T57" fmla="*/ 3629 h 3678"/>
                <a:gd name="T58" fmla="*/ 3449 w 3666"/>
                <a:gd name="T59" fmla="*/ 3665 h 3678"/>
                <a:gd name="T60" fmla="*/ 3361 w 3666"/>
                <a:gd name="T61" fmla="*/ 3678 h 3678"/>
                <a:gd name="T62" fmla="*/ 260 w 3666"/>
                <a:gd name="T63" fmla="*/ 3675 h 3678"/>
                <a:gd name="T64" fmla="*/ 177 w 3666"/>
                <a:gd name="T65" fmla="*/ 3649 h 3678"/>
                <a:gd name="T66" fmla="*/ 105 w 3666"/>
                <a:gd name="T67" fmla="*/ 3603 h 3678"/>
                <a:gd name="T68" fmla="*/ 48 w 3666"/>
                <a:gd name="T69" fmla="*/ 3538 h 3678"/>
                <a:gd name="T70" fmla="*/ 12 w 3666"/>
                <a:gd name="T71" fmla="*/ 3460 h 3678"/>
                <a:gd name="T72" fmla="*/ 0 w 3666"/>
                <a:gd name="T73" fmla="*/ 3371 h 3678"/>
                <a:gd name="T74" fmla="*/ 3 w 3666"/>
                <a:gd name="T75" fmla="*/ 261 h 3678"/>
                <a:gd name="T76" fmla="*/ 28 w 3666"/>
                <a:gd name="T77" fmla="*/ 177 h 3678"/>
                <a:gd name="T78" fmla="*/ 74 w 3666"/>
                <a:gd name="T79" fmla="*/ 106 h 3678"/>
                <a:gd name="T80" fmla="*/ 138 w 3666"/>
                <a:gd name="T81" fmla="*/ 49 h 3678"/>
                <a:gd name="T82" fmla="*/ 217 w 3666"/>
                <a:gd name="T83" fmla="*/ 13 h 3678"/>
                <a:gd name="T84" fmla="*/ 305 w 3666"/>
                <a:gd name="T85" fmla="*/ 0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666" h="3678">
                  <a:moveTo>
                    <a:pt x="305" y="153"/>
                  </a:moveTo>
                  <a:lnTo>
                    <a:pt x="275" y="157"/>
                  </a:lnTo>
                  <a:lnTo>
                    <a:pt x="245" y="166"/>
                  </a:lnTo>
                  <a:lnTo>
                    <a:pt x="220" y="179"/>
                  </a:lnTo>
                  <a:lnTo>
                    <a:pt x="197" y="198"/>
                  </a:lnTo>
                  <a:lnTo>
                    <a:pt x="179" y="221"/>
                  </a:lnTo>
                  <a:lnTo>
                    <a:pt x="164" y="247"/>
                  </a:lnTo>
                  <a:lnTo>
                    <a:pt x="155" y="275"/>
                  </a:lnTo>
                  <a:lnTo>
                    <a:pt x="152" y="307"/>
                  </a:lnTo>
                  <a:lnTo>
                    <a:pt x="152" y="3371"/>
                  </a:lnTo>
                  <a:lnTo>
                    <a:pt x="155" y="3403"/>
                  </a:lnTo>
                  <a:lnTo>
                    <a:pt x="164" y="3431"/>
                  </a:lnTo>
                  <a:lnTo>
                    <a:pt x="179" y="3457"/>
                  </a:lnTo>
                  <a:lnTo>
                    <a:pt x="197" y="3480"/>
                  </a:lnTo>
                  <a:lnTo>
                    <a:pt x="220" y="3499"/>
                  </a:lnTo>
                  <a:lnTo>
                    <a:pt x="245" y="3512"/>
                  </a:lnTo>
                  <a:lnTo>
                    <a:pt x="275" y="3521"/>
                  </a:lnTo>
                  <a:lnTo>
                    <a:pt x="305" y="3525"/>
                  </a:lnTo>
                  <a:lnTo>
                    <a:pt x="3361" y="3525"/>
                  </a:lnTo>
                  <a:lnTo>
                    <a:pt x="3392" y="3521"/>
                  </a:lnTo>
                  <a:lnTo>
                    <a:pt x="3421" y="3512"/>
                  </a:lnTo>
                  <a:lnTo>
                    <a:pt x="3447" y="3499"/>
                  </a:lnTo>
                  <a:lnTo>
                    <a:pt x="3469" y="3480"/>
                  </a:lnTo>
                  <a:lnTo>
                    <a:pt x="3487" y="3457"/>
                  </a:lnTo>
                  <a:lnTo>
                    <a:pt x="3502" y="3431"/>
                  </a:lnTo>
                  <a:lnTo>
                    <a:pt x="3511" y="3403"/>
                  </a:lnTo>
                  <a:lnTo>
                    <a:pt x="3514" y="3371"/>
                  </a:lnTo>
                  <a:lnTo>
                    <a:pt x="3514" y="307"/>
                  </a:lnTo>
                  <a:lnTo>
                    <a:pt x="3511" y="275"/>
                  </a:lnTo>
                  <a:lnTo>
                    <a:pt x="3502" y="247"/>
                  </a:lnTo>
                  <a:lnTo>
                    <a:pt x="3487" y="221"/>
                  </a:lnTo>
                  <a:lnTo>
                    <a:pt x="3469" y="198"/>
                  </a:lnTo>
                  <a:lnTo>
                    <a:pt x="3447" y="179"/>
                  </a:lnTo>
                  <a:lnTo>
                    <a:pt x="3421" y="166"/>
                  </a:lnTo>
                  <a:lnTo>
                    <a:pt x="3392" y="157"/>
                  </a:lnTo>
                  <a:lnTo>
                    <a:pt x="3361" y="153"/>
                  </a:lnTo>
                  <a:lnTo>
                    <a:pt x="305" y="153"/>
                  </a:lnTo>
                  <a:close/>
                  <a:moveTo>
                    <a:pt x="305" y="0"/>
                  </a:moveTo>
                  <a:lnTo>
                    <a:pt x="3361" y="0"/>
                  </a:lnTo>
                  <a:lnTo>
                    <a:pt x="3406" y="3"/>
                  </a:lnTo>
                  <a:lnTo>
                    <a:pt x="3449" y="13"/>
                  </a:lnTo>
                  <a:lnTo>
                    <a:pt x="3490" y="28"/>
                  </a:lnTo>
                  <a:lnTo>
                    <a:pt x="3528" y="49"/>
                  </a:lnTo>
                  <a:lnTo>
                    <a:pt x="3562" y="75"/>
                  </a:lnTo>
                  <a:lnTo>
                    <a:pt x="3592" y="106"/>
                  </a:lnTo>
                  <a:lnTo>
                    <a:pt x="3617" y="140"/>
                  </a:lnTo>
                  <a:lnTo>
                    <a:pt x="3638" y="177"/>
                  </a:lnTo>
                  <a:lnTo>
                    <a:pt x="3654" y="218"/>
                  </a:lnTo>
                  <a:lnTo>
                    <a:pt x="3663" y="261"/>
                  </a:lnTo>
                  <a:lnTo>
                    <a:pt x="3666" y="307"/>
                  </a:lnTo>
                  <a:lnTo>
                    <a:pt x="3666" y="3371"/>
                  </a:lnTo>
                  <a:lnTo>
                    <a:pt x="3663" y="3416"/>
                  </a:lnTo>
                  <a:lnTo>
                    <a:pt x="3654" y="3460"/>
                  </a:lnTo>
                  <a:lnTo>
                    <a:pt x="3638" y="3501"/>
                  </a:lnTo>
                  <a:lnTo>
                    <a:pt x="3617" y="3538"/>
                  </a:lnTo>
                  <a:lnTo>
                    <a:pt x="3592" y="3572"/>
                  </a:lnTo>
                  <a:lnTo>
                    <a:pt x="3562" y="3603"/>
                  </a:lnTo>
                  <a:lnTo>
                    <a:pt x="3528" y="3629"/>
                  </a:lnTo>
                  <a:lnTo>
                    <a:pt x="3490" y="3649"/>
                  </a:lnTo>
                  <a:lnTo>
                    <a:pt x="3449" y="3665"/>
                  </a:lnTo>
                  <a:lnTo>
                    <a:pt x="3406" y="3675"/>
                  </a:lnTo>
                  <a:lnTo>
                    <a:pt x="3361" y="3678"/>
                  </a:lnTo>
                  <a:lnTo>
                    <a:pt x="305" y="3678"/>
                  </a:lnTo>
                  <a:lnTo>
                    <a:pt x="260" y="3675"/>
                  </a:lnTo>
                  <a:lnTo>
                    <a:pt x="217" y="3665"/>
                  </a:lnTo>
                  <a:lnTo>
                    <a:pt x="177" y="3649"/>
                  </a:lnTo>
                  <a:lnTo>
                    <a:pt x="138" y="3629"/>
                  </a:lnTo>
                  <a:lnTo>
                    <a:pt x="105" y="3603"/>
                  </a:lnTo>
                  <a:lnTo>
                    <a:pt x="74" y="3572"/>
                  </a:lnTo>
                  <a:lnTo>
                    <a:pt x="48" y="3538"/>
                  </a:lnTo>
                  <a:lnTo>
                    <a:pt x="28" y="3501"/>
                  </a:lnTo>
                  <a:lnTo>
                    <a:pt x="12" y="3460"/>
                  </a:lnTo>
                  <a:lnTo>
                    <a:pt x="3" y="3416"/>
                  </a:lnTo>
                  <a:lnTo>
                    <a:pt x="0" y="3371"/>
                  </a:lnTo>
                  <a:lnTo>
                    <a:pt x="0" y="307"/>
                  </a:lnTo>
                  <a:lnTo>
                    <a:pt x="3" y="261"/>
                  </a:lnTo>
                  <a:lnTo>
                    <a:pt x="12" y="218"/>
                  </a:lnTo>
                  <a:lnTo>
                    <a:pt x="28" y="177"/>
                  </a:lnTo>
                  <a:lnTo>
                    <a:pt x="48" y="140"/>
                  </a:lnTo>
                  <a:lnTo>
                    <a:pt x="74" y="106"/>
                  </a:lnTo>
                  <a:lnTo>
                    <a:pt x="105" y="75"/>
                  </a:lnTo>
                  <a:lnTo>
                    <a:pt x="138" y="49"/>
                  </a:lnTo>
                  <a:lnTo>
                    <a:pt x="177" y="28"/>
                  </a:lnTo>
                  <a:lnTo>
                    <a:pt x="217" y="13"/>
                  </a:lnTo>
                  <a:lnTo>
                    <a:pt x="260" y="3"/>
                  </a:lnTo>
                  <a:lnTo>
                    <a:pt x="30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CB62303F-637C-49A5-86C3-F6635BF12A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895350" y="1689100"/>
              <a:ext cx="322263" cy="325438"/>
            </a:xfrm>
            <a:custGeom>
              <a:avLst/>
              <a:gdLst>
                <a:gd name="T0" fmla="*/ 275 w 611"/>
                <a:gd name="T1" fmla="*/ 157 h 613"/>
                <a:gd name="T2" fmla="*/ 220 w 611"/>
                <a:gd name="T3" fmla="*/ 179 h 613"/>
                <a:gd name="T4" fmla="*/ 178 w 611"/>
                <a:gd name="T5" fmla="*/ 221 h 613"/>
                <a:gd name="T6" fmla="*/ 156 w 611"/>
                <a:gd name="T7" fmla="*/ 275 h 613"/>
                <a:gd name="T8" fmla="*/ 156 w 611"/>
                <a:gd name="T9" fmla="*/ 337 h 613"/>
                <a:gd name="T10" fmla="*/ 178 w 611"/>
                <a:gd name="T11" fmla="*/ 392 h 613"/>
                <a:gd name="T12" fmla="*/ 220 w 611"/>
                <a:gd name="T13" fmla="*/ 433 h 613"/>
                <a:gd name="T14" fmla="*/ 275 w 611"/>
                <a:gd name="T15" fmla="*/ 457 h 613"/>
                <a:gd name="T16" fmla="*/ 336 w 611"/>
                <a:gd name="T17" fmla="*/ 457 h 613"/>
                <a:gd name="T18" fmla="*/ 391 w 611"/>
                <a:gd name="T19" fmla="*/ 433 h 613"/>
                <a:gd name="T20" fmla="*/ 433 w 611"/>
                <a:gd name="T21" fmla="*/ 392 h 613"/>
                <a:gd name="T22" fmla="*/ 455 w 611"/>
                <a:gd name="T23" fmla="*/ 337 h 613"/>
                <a:gd name="T24" fmla="*/ 455 w 611"/>
                <a:gd name="T25" fmla="*/ 275 h 613"/>
                <a:gd name="T26" fmla="*/ 433 w 611"/>
                <a:gd name="T27" fmla="*/ 221 h 613"/>
                <a:gd name="T28" fmla="*/ 391 w 611"/>
                <a:gd name="T29" fmla="*/ 179 h 613"/>
                <a:gd name="T30" fmla="*/ 336 w 611"/>
                <a:gd name="T31" fmla="*/ 157 h 613"/>
                <a:gd name="T32" fmla="*/ 305 w 611"/>
                <a:gd name="T33" fmla="*/ 0 h 613"/>
                <a:gd name="T34" fmla="*/ 393 w 611"/>
                <a:gd name="T35" fmla="*/ 13 h 613"/>
                <a:gd name="T36" fmla="*/ 472 w 611"/>
                <a:gd name="T37" fmla="*/ 49 h 613"/>
                <a:gd name="T38" fmla="*/ 536 w 611"/>
                <a:gd name="T39" fmla="*/ 105 h 613"/>
                <a:gd name="T40" fmla="*/ 582 w 611"/>
                <a:gd name="T41" fmla="*/ 177 h 613"/>
                <a:gd name="T42" fmla="*/ 608 w 611"/>
                <a:gd name="T43" fmla="*/ 261 h 613"/>
                <a:gd name="T44" fmla="*/ 608 w 611"/>
                <a:gd name="T45" fmla="*/ 352 h 613"/>
                <a:gd name="T46" fmla="*/ 582 w 611"/>
                <a:gd name="T47" fmla="*/ 436 h 613"/>
                <a:gd name="T48" fmla="*/ 536 w 611"/>
                <a:gd name="T49" fmla="*/ 508 h 613"/>
                <a:gd name="T50" fmla="*/ 472 w 611"/>
                <a:gd name="T51" fmla="*/ 563 h 613"/>
                <a:gd name="T52" fmla="*/ 393 w 611"/>
                <a:gd name="T53" fmla="*/ 599 h 613"/>
                <a:gd name="T54" fmla="*/ 305 w 611"/>
                <a:gd name="T55" fmla="*/ 613 h 613"/>
                <a:gd name="T56" fmla="*/ 218 w 611"/>
                <a:gd name="T57" fmla="*/ 599 h 613"/>
                <a:gd name="T58" fmla="*/ 139 w 611"/>
                <a:gd name="T59" fmla="*/ 563 h 613"/>
                <a:gd name="T60" fmla="*/ 75 w 611"/>
                <a:gd name="T61" fmla="*/ 508 h 613"/>
                <a:gd name="T62" fmla="*/ 28 w 611"/>
                <a:gd name="T63" fmla="*/ 436 h 613"/>
                <a:gd name="T64" fmla="*/ 2 w 611"/>
                <a:gd name="T65" fmla="*/ 352 h 613"/>
                <a:gd name="T66" fmla="*/ 2 w 611"/>
                <a:gd name="T67" fmla="*/ 261 h 613"/>
                <a:gd name="T68" fmla="*/ 28 w 611"/>
                <a:gd name="T69" fmla="*/ 177 h 613"/>
                <a:gd name="T70" fmla="*/ 75 w 611"/>
                <a:gd name="T71" fmla="*/ 105 h 613"/>
                <a:gd name="T72" fmla="*/ 139 w 611"/>
                <a:gd name="T73" fmla="*/ 49 h 613"/>
                <a:gd name="T74" fmla="*/ 218 w 611"/>
                <a:gd name="T75" fmla="*/ 13 h 613"/>
                <a:gd name="T76" fmla="*/ 305 w 611"/>
                <a:gd name="T77" fmla="*/ 0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611" h="613">
                  <a:moveTo>
                    <a:pt x="305" y="153"/>
                  </a:moveTo>
                  <a:lnTo>
                    <a:pt x="275" y="157"/>
                  </a:lnTo>
                  <a:lnTo>
                    <a:pt x="246" y="165"/>
                  </a:lnTo>
                  <a:lnTo>
                    <a:pt x="220" y="179"/>
                  </a:lnTo>
                  <a:lnTo>
                    <a:pt x="197" y="199"/>
                  </a:lnTo>
                  <a:lnTo>
                    <a:pt x="178" y="221"/>
                  </a:lnTo>
                  <a:lnTo>
                    <a:pt x="165" y="247"/>
                  </a:lnTo>
                  <a:lnTo>
                    <a:pt x="156" y="275"/>
                  </a:lnTo>
                  <a:lnTo>
                    <a:pt x="152" y="307"/>
                  </a:lnTo>
                  <a:lnTo>
                    <a:pt x="156" y="337"/>
                  </a:lnTo>
                  <a:lnTo>
                    <a:pt x="165" y="366"/>
                  </a:lnTo>
                  <a:lnTo>
                    <a:pt x="178" y="392"/>
                  </a:lnTo>
                  <a:lnTo>
                    <a:pt x="197" y="415"/>
                  </a:lnTo>
                  <a:lnTo>
                    <a:pt x="220" y="433"/>
                  </a:lnTo>
                  <a:lnTo>
                    <a:pt x="246" y="448"/>
                  </a:lnTo>
                  <a:lnTo>
                    <a:pt x="275" y="457"/>
                  </a:lnTo>
                  <a:lnTo>
                    <a:pt x="305" y="459"/>
                  </a:lnTo>
                  <a:lnTo>
                    <a:pt x="336" y="457"/>
                  </a:lnTo>
                  <a:lnTo>
                    <a:pt x="365" y="448"/>
                  </a:lnTo>
                  <a:lnTo>
                    <a:pt x="391" y="433"/>
                  </a:lnTo>
                  <a:lnTo>
                    <a:pt x="413" y="415"/>
                  </a:lnTo>
                  <a:lnTo>
                    <a:pt x="433" y="392"/>
                  </a:lnTo>
                  <a:lnTo>
                    <a:pt x="446" y="366"/>
                  </a:lnTo>
                  <a:lnTo>
                    <a:pt x="455" y="337"/>
                  </a:lnTo>
                  <a:lnTo>
                    <a:pt x="458" y="307"/>
                  </a:lnTo>
                  <a:lnTo>
                    <a:pt x="455" y="275"/>
                  </a:lnTo>
                  <a:lnTo>
                    <a:pt x="446" y="247"/>
                  </a:lnTo>
                  <a:lnTo>
                    <a:pt x="433" y="221"/>
                  </a:lnTo>
                  <a:lnTo>
                    <a:pt x="413" y="199"/>
                  </a:lnTo>
                  <a:lnTo>
                    <a:pt x="391" y="179"/>
                  </a:lnTo>
                  <a:lnTo>
                    <a:pt x="365" y="165"/>
                  </a:lnTo>
                  <a:lnTo>
                    <a:pt x="336" y="157"/>
                  </a:lnTo>
                  <a:lnTo>
                    <a:pt x="305" y="153"/>
                  </a:lnTo>
                  <a:close/>
                  <a:moveTo>
                    <a:pt x="305" y="0"/>
                  </a:moveTo>
                  <a:lnTo>
                    <a:pt x="350" y="3"/>
                  </a:lnTo>
                  <a:lnTo>
                    <a:pt x="393" y="13"/>
                  </a:lnTo>
                  <a:lnTo>
                    <a:pt x="434" y="28"/>
                  </a:lnTo>
                  <a:lnTo>
                    <a:pt x="472" y="49"/>
                  </a:lnTo>
                  <a:lnTo>
                    <a:pt x="506" y="75"/>
                  </a:lnTo>
                  <a:lnTo>
                    <a:pt x="536" y="105"/>
                  </a:lnTo>
                  <a:lnTo>
                    <a:pt x="562" y="140"/>
                  </a:lnTo>
                  <a:lnTo>
                    <a:pt x="582" y="177"/>
                  </a:lnTo>
                  <a:lnTo>
                    <a:pt x="598" y="218"/>
                  </a:lnTo>
                  <a:lnTo>
                    <a:pt x="608" y="261"/>
                  </a:lnTo>
                  <a:lnTo>
                    <a:pt x="611" y="307"/>
                  </a:lnTo>
                  <a:lnTo>
                    <a:pt x="608" y="352"/>
                  </a:lnTo>
                  <a:lnTo>
                    <a:pt x="598" y="395"/>
                  </a:lnTo>
                  <a:lnTo>
                    <a:pt x="582" y="436"/>
                  </a:lnTo>
                  <a:lnTo>
                    <a:pt x="562" y="473"/>
                  </a:lnTo>
                  <a:lnTo>
                    <a:pt x="536" y="508"/>
                  </a:lnTo>
                  <a:lnTo>
                    <a:pt x="506" y="537"/>
                  </a:lnTo>
                  <a:lnTo>
                    <a:pt x="472" y="563"/>
                  </a:lnTo>
                  <a:lnTo>
                    <a:pt x="434" y="585"/>
                  </a:lnTo>
                  <a:lnTo>
                    <a:pt x="393" y="599"/>
                  </a:lnTo>
                  <a:lnTo>
                    <a:pt x="350" y="610"/>
                  </a:lnTo>
                  <a:lnTo>
                    <a:pt x="305" y="613"/>
                  </a:lnTo>
                  <a:lnTo>
                    <a:pt x="260" y="610"/>
                  </a:lnTo>
                  <a:lnTo>
                    <a:pt x="218" y="599"/>
                  </a:lnTo>
                  <a:lnTo>
                    <a:pt x="177" y="585"/>
                  </a:lnTo>
                  <a:lnTo>
                    <a:pt x="139" y="563"/>
                  </a:lnTo>
                  <a:lnTo>
                    <a:pt x="105" y="537"/>
                  </a:lnTo>
                  <a:lnTo>
                    <a:pt x="75" y="508"/>
                  </a:lnTo>
                  <a:lnTo>
                    <a:pt x="49" y="473"/>
                  </a:lnTo>
                  <a:lnTo>
                    <a:pt x="28" y="436"/>
                  </a:lnTo>
                  <a:lnTo>
                    <a:pt x="13" y="395"/>
                  </a:lnTo>
                  <a:lnTo>
                    <a:pt x="2" y="352"/>
                  </a:lnTo>
                  <a:lnTo>
                    <a:pt x="0" y="307"/>
                  </a:lnTo>
                  <a:lnTo>
                    <a:pt x="2" y="261"/>
                  </a:lnTo>
                  <a:lnTo>
                    <a:pt x="13" y="218"/>
                  </a:lnTo>
                  <a:lnTo>
                    <a:pt x="28" y="177"/>
                  </a:lnTo>
                  <a:lnTo>
                    <a:pt x="49" y="140"/>
                  </a:lnTo>
                  <a:lnTo>
                    <a:pt x="75" y="105"/>
                  </a:lnTo>
                  <a:lnTo>
                    <a:pt x="105" y="75"/>
                  </a:lnTo>
                  <a:lnTo>
                    <a:pt x="139" y="49"/>
                  </a:lnTo>
                  <a:lnTo>
                    <a:pt x="177" y="28"/>
                  </a:lnTo>
                  <a:lnTo>
                    <a:pt x="218" y="13"/>
                  </a:lnTo>
                  <a:lnTo>
                    <a:pt x="260" y="3"/>
                  </a:lnTo>
                  <a:lnTo>
                    <a:pt x="30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772120AB-F330-4B15-81A8-53D1E1E3CD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895350" y="2176463"/>
              <a:ext cx="322263" cy="323850"/>
            </a:xfrm>
            <a:custGeom>
              <a:avLst/>
              <a:gdLst>
                <a:gd name="T0" fmla="*/ 275 w 611"/>
                <a:gd name="T1" fmla="*/ 157 h 613"/>
                <a:gd name="T2" fmla="*/ 220 w 611"/>
                <a:gd name="T3" fmla="*/ 179 h 613"/>
                <a:gd name="T4" fmla="*/ 178 w 611"/>
                <a:gd name="T5" fmla="*/ 221 h 613"/>
                <a:gd name="T6" fmla="*/ 156 w 611"/>
                <a:gd name="T7" fmla="*/ 277 h 613"/>
                <a:gd name="T8" fmla="*/ 156 w 611"/>
                <a:gd name="T9" fmla="*/ 337 h 613"/>
                <a:gd name="T10" fmla="*/ 178 w 611"/>
                <a:gd name="T11" fmla="*/ 393 h 613"/>
                <a:gd name="T12" fmla="*/ 220 w 611"/>
                <a:gd name="T13" fmla="*/ 433 h 613"/>
                <a:gd name="T14" fmla="*/ 275 w 611"/>
                <a:gd name="T15" fmla="*/ 457 h 613"/>
                <a:gd name="T16" fmla="*/ 336 w 611"/>
                <a:gd name="T17" fmla="*/ 457 h 613"/>
                <a:gd name="T18" fmla="*/ 391 w 611"/>
                <a:gd name="T19" fmla="*/ 433 h 613"/>
                <a:gd name="T20" fmla="*/ 433 w 611"/>
                <a:gd name="T21" fmla="*/ 393 h 613"/>
                <a:gd name="T22" fmla="*/ 455 w 611"/>
                <a:gd name="T23" fmla="*/ 337 h 613"/>
                <a:gd name="T24" fmla="*/ 455 w 611"/>
                <a:gd name="T25" fmla="*/ 277 h 613"/>
                <a:gd name="T26" fmla="*/ 433 w 611"/>
                <a:gd name="T27" fmla="*/ 221 h 613"/>
                <a:gd name="T28" fmla="*/ 391 w 611"/>
                <a:gd name="T29" fmla="*/ 179 h 613"/>
                <a:gd name="T30" fmla="*/ 336 w 611"/>
                <a:gd name="T31" fmla="*/ 157 h 613"/>
                <a:gd name="T32" fmla="*/ 305 w 611"/>
                <a:gd name="T33" fmla="*/ 0 h 613"/>
                <a:gd name="T34" fmla="*/ 393 w 611"/>
                <a:gd name="T35" fmla="*/ 13 h 613"/>
                <a:gd name="T36" fmla="*/ 472 w 611"/>
                <a:gd name="T37" fmla="*/ 50 h 613"/>
                <a:gd name="T38" fmla="*/ 536 w 611"/>
                <a:gd name="T39" fmla="*/ 106 h 613"/>
                <a:gd name="T40" fmla="*/ 582 w 611"/>
                <a:gd name="T41" fmla="*/ 177 h 613"/>
                <a:gd name="T42" fmla="*/ 608 w 611"/>
                <a:gd name="T43" fmla="*/ 262 h 613"/>
                <a:gd name="T44" fmla="*/ 608 w 611"/>
                <a:gd name="T45" fmla="*/ 352 h 613"/>
                <a:gd name="T46" fmla="*/ 582 w 611"/>
                <a:gd name="T47" fmla="*/ 436 h 613"/>
                <a:gd name="T48" fmla="*/ 536 w 611"/>
                <a:gd name="T49" fmla="*/ 508 h 613"/>
                <a:gd name="T50" fmla="*/ 472 w 611"/>
                <a:gd name="T51" fmla="*/ 564 h 613"/>
                <a:gd name="T52" fmla="*/ 393 w 611"/>
                <a:gd name="T53" fmla="*/ 601 h 613"/>
                <a:gd name="T54" fmla="*/ 305 w 611"/>
                <a:gd name="T55" fmla="*/ 613 h 613"/>
                <a:gd name="T56" fmla="*/ 218 w 611"/>
                <a:gd name="T57" fmla="*/ 601 h 613"/>
                <a:gd name="T58" fmla="*/ 139 w 611"/>
                <a:gd name="T59" fmla="*/ 564 h 613"/>
                <a:gd name="T60" fmla="*/ 75 w 611"/>
                <a:gd name="T61" fmla="*/ 508 h 613"/>
                <a:gd name="T62" fmla="*/ 28 w 611"/>
                <a:gd name="T63" fmla="*/ 436 h 613"/>
                <a:gd name="T64" fmla="*/ 2 w 611"/>
                <a:gd name="T65" fmla="*/ 352 h 613"/>
                <a:gd name="T66" fmla="*/ 2 w 611"/>
                <a:gd name="T67" fmla="*/ 262 h 613"/>
                <a:gd name="T68" fmla="*/ 28 w 611"/>
                <a:gd name="T69" fmla="*/ 177 h 613"/>
                <a:gd name="T70" fmla="*/ 75 w 611"/>
                <a:gd name="T71" fmla="*/ 106 h 613"/>
                <a:gd name="T72" fmla="*/ 139 w 611"/>
                <a:gd name="T73" fmla="*/ 50 h 613"/>
                <a:gd name="T74" fmla="*/ 218 w 611"/>
                <a:gd name="T75" fmla="*/ 13 h 613"/>
                <a:gd name="T76" fmla="*/ 305 w 611"/>
                <a:gd name="T77" fmla="*/ 0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611" h="613">
                  <a:moveTo>
                    <a:pt x="305" y="153"/>
                  </a:moveTo>
                  <a:lnTo>
                    <a:pt x="275" y="157"/>
                  </a:lnTo>
                  <a:lnTo>
                    <a:pt x="246" y="166"/>
                  </a:lnTo>
                  <a:lnTo>
                    <a:pt x="220" y="179"/>
                  </a:lnTo>
                  <a:lnTo>
                    <a:pt x="197" y="199"/>
                  </a:lnTo>
                  <a:lnTo>
                    <a:pt x="178" y="221"/>
                  </a:lnTo>
                  <a:lnTo>
                    <a:pt x="165" y="247"/>
                  </a:lnTo>
                  <a:lnTo>
                    <a:pt x="156" y="277"/>
                  </a:lnTo>
                  <a:lnTo>
                    <a:pt x="152" y="306"/>
                  </a:lnTo>
                  <a:lnTo>
                    <a:pt x="156" y="337"/>
                  </a:lnTo>
                  <a:lnTo>
                    <a:pt x="165" y="367"/>
                  </a:lnTo>
                  <a:lnTo>
                    <a:pt x="178" y="393"/>
                  </a:lnTo>
                  <a:lnTo>
                    <a:pt x="197" y="415"/>
                  </a:lnTo>
                  <a:lnTo>
                    <a:pt x="220" y="433"/>
                  </a:lnTo>
                  <a:lnTo>
                    <a:pt x="246" y="448"/>
                  </a:lnTo>
                  <a:lnTo>
                    <a:pt x="275" y="457"/>
                  </a:lnTo>
                  <a:lnTo>
                    <a:pt x="305" y="461"/>
                  </a:lnTo>
                  <a:lnTo>
                    <a:pt x="336" y="457"/>
                  </a:lnTo>
                  <a:lnTo>
                    <a:pt x="365" y="448"/>
                  </a:lnTo>
                  <a:lnTo>
                    <a:pt x="391" y="433"/>
                  </a:lnTo>
                  <a:lnTo>
                    <a:pt x="413" y="415"/>
                  </a:lnTo>
                  <a:lnTo>
                    <a:pt x="433" y="393"/>
                  </a:lnTo>
                  <a:lnTo>
                    <a:pt x="446" y="367"/>
                  </a:lnTo>
                  <a:lnTo>
                    <a:pt x="455" y="337"/>
                  </a:lnTo>
                  <a:lnTo>
                    <a:pt x="458" y="306"/>
                  </a:lnTo>
                  <a:lnTo>
                    <a:pt x="455" y="277"/>
                  </a:lnTo>
                  <a:lnTo>
                    <a:pt x="446" y="247"/>
                  </a:lnTo>
                  <a:lnTo>
                    <a:pt x="433" y="221"/>
                  </a:lnTo>
                  <a:lnTo>
                    <a:pt x="413" y="199"/>
                  </a:lnTo>
                  <a:lnTo>
                    <a:pt x="391" y="179"/>
                  </a:lnTo>
                  <a:lnTo>
                    <a:pt x="365" y="166"/>
                  </a:lnTo>
                  <a:lnTo>
                    <a:pt x="336" y="157"/>
                  </a:lnTo>
                  <a:lnTo>
                    <a:pt x="305" y="153"/>
                  </a:lnTo>
                  <a:close/>
                  <a:moveTo>
                    <a:pt x="305" y="0"/>
                  </a:moveTo>
                  <a:lnTo>
                    <a:pt x="350" y="3"/>
                  </a:lnTo>
                  <a:lnTo>
                    <a:pt x="393" y="13"/>
                  </a:lnTo>
                  <a:lnTo>
                    <a:pt x="434" y="29"/>
                  </a:lnTo>
                  <a:lnTo>
                    <a:pt x="472" y="50"/>
                  </a:lnTo>
                  <a:lnTo>
                    <a:pt x="506" y="76"/>
                  </a:lnTo>
                  <a:lnTo>
                    <a:pt x="536" y="106"/>
                  </a:lnTo>
                  <a:lnTo>
                    <a:pt x="562" y="140"/>
                  </a:lnTo>
                  <a:lnTo>
                    <a:pt x="582" y="177"/>
                  </a:lnTo>
                  <a:lnTo>
                    <a:pt x="598" y="219"/>
                  </a:lnTo>
                  <a:lnTo>
                    <a:pt x="608" y="262"/>
                  </a:lnTo>
                  <a:lnTo>
                    <a:pt x="611" y="306"/>
                  </a:lnTo>
                  <a:lnTo>
                    <a:pt x="608" y="352"/>
                  </a:lnTo>
                  <a:lnTo>
                    <a:pt x="598" y="395"/>
                  </a:lnTo>
                  <a:lnTo>
                    <a:pt x="582" y="436"/>
                  </a:lnTo>
                  <a:lnTo>
                    <a:pt x="562" y="474"/>
                  </a:lnTo>
                  <a:lnTo>
                    <a:pt x="536" y="508"/>
                  </a:lnTo>
                  <a:lnTo>
                    <a:pt x="506" y="538"/>
                  </a:lnTo>
                  <a:lnTo>
                    <a:pt x="472" y="564"/>
                  </a:lnTo>
                  <a:lnTo>
                    <a:pt x="434" y="585"/>
                  </a:lnTo>
                  <a:lnTo>
                    <a:pt x="393" y="601"/>
                  </a:lnTo>
                  <a:lnTo>
                    <a:pt x="350" y="610"/>
                  </a:lnTo>
                  <a:lnTo>
                    <a:pt x="305" y="613"/>
                  </a:lnTo>
                  <a:lnTo>
                    <a:pt x="260" y="610"/>
                  </a:lnTo>
                  <a:lnTo>
                    <a:pt x="218" y="601"/>
                  </a:lnTo>
                  <a:lnTo>
                    <a:pt x="177" y="585"/>
                  </a:lnTo>
                  <a:lnTo>
                    <a:pt x="139" y="564"/>
                  </a:lnTo>
                  <a:lnTo>
                    <a:pt x="105" y="538"/>
                  </a:lnTo>
                  <a:lnTo>
                    <a:pt x="75" y="508"/>
                  </a:lnTo>
                  <a:lnTo>
                    <a:pt x="49" y="474"/>
                  </a:lnTo>
                  <a:lnTo>
                    <a:pt x="28" y="436"/>
                  </a:lnTo>
                  <a:lnTo>
                    <a:pt x="13" y="395"/>
                  </a:lnTo>
                  <a:lnTo>
                    <a:pt x="2" y="352"/>
                  </a:lnTo>
                  <a:lnTo>
                    <a:pt x="0" y="306"/>
                  </a:lnTo>
                  <a:lnTo>
                    <a:pt x="2" y="262"/>
                  </a:lnTo>
                  <a:lnTo>
                    <a:pt x="13" y="219"/>
                  </a:lnTo>
                  <a:lnTo>
                    <a:pt x="28" y="177"/>
                  </a:lnTo>
                  <a:lnTo>
                    <a:pt x="49" y="140"/>
                  </a:lnTo>
                  <a:lnTo>
                    <a:pt x="75" y="106"/>
                  </a:lnTo>
                  <a:lnTo>
                    <a:pt x="105" y="76"/>
                  </a:lnTo>
                  <a:lnTo>
                    <a:pt x="139" y="50"/>
                  </a:lnTo>
                  <a:lnTo>
                    <a:pt x="177" y="29"/>
                  </a:lnTo>
                  <a:lnTo>
                    <a:pt x="218" y="13"/>
                  </a:lnTo>
                  <a:lnTo>
                    <a:pt x="260" y="3"/>
                  </a:lnTo>
                  <a:lnTo>
                    <a:pt x="30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7B26BCBA-53A4-4ADA-8231-534E390781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895350" y="2662238"/>
              <a:ext cx="322263" cy="325438"/>
            </a:xfrm>
            <a:custGeom>
              <a:avLst/>
              <a:gdLst>
                <a:gd name="T0" fmla="*/ 275 w 611"/>
                <a:gd name="T1" fmla="*/ 156 h 613"/>
                <a:gd name="T2" fmla="*/ 220 w 611"/>
                <a:gd name="T3" fmla="*/ 180 h 613"/>
                <a:gd name="T4" fmla="*/ 178 w 611"/>
                <a:gd name="T5" fmla="*/ 220 h 613"/>
                <a:gd name="T6" fmla="*/ 156 w 611"/>
                <a:gd name="T7" fmla="*/ 276 h 613"/>
                <a:gd name="T8" fmla="*/ 156 w 611"/>
                <a:gd name="T9" fmla="*/ 338 h 613"/>
                <a:gd name="T10" fmla="*/ 178 w 611"/>
                <a:gd name="T11" fmla="*/ 392 h 613"/>
                <a:gd name="T12" fmla="*/ 220 w 611"/>
                <a:gd name="T13" fmla="*/ 434 h 613"/>
                <a:gd name="T14" fmla="*/ 275 w 611"/>
                <a:gd name="T15" fmla="*/ 456 h 613"/>
                <a:gd name="T16" fmla="*/ 336 w 611"/>
                <a:gd name="T17" fmla="*/ 456 h 613"/>
                <a:gd name="T18" fmla="*/ 391 w 611"/>
                <a:gd name="T19" fmla="*/ 434 h 613"/>
                <a:gd name="T20" fmla="*/ 433 w 611"/>
                <a:gd name="T21" fmla="*/ 392 h 613"/>
                <a:gd name="T22" fmla="*/ 455 w 611"/>
                <a:gd name="T23" fmla="*/ 338 h 613"/>
                <a:gd name="T24" fmla="*/ 455 w 611"/>
                <a:gd name="T25" fmla="*/ 276 h 613"/>
                <a:gd name="T26" fmla="*/ 433 w 611"/>
                <a:gd name="T27" fmla="*/ 220 h 613"/>
                <a:gd name="T28" fmla="*/ 391 w 611"/>
                <a:gd name="T29" fmla="*/ 180 h 613"/>
                <a:gd name="T30" fmla="*/ 336 w 611"/>
                <a:gd name="T31" fmla="*/ 156 h 613"/>
                <a:gd name="T32" fmla="*/ 305 w 611"/>
                <a:gd name="T33" fmla="*/ 0 h 613"/>
                <a:gd name="T34" fmla="*/ 393 w 611"/>
                <a:gd name="T35" fmla="*/ 13 h 613"/>
                <a:gd name="T36" fmla="*/ 472 w 611"/>
                <a:gd name="T37" fmla="*/ 50 h 613"/>
                <a:gd name="T38" fmla="*/ 536 w 611"/>
                <a:gd name="T39" fmla="*/ 105 h 613"/>
                <a:gd name="T40" fmla="*/ 582 w 611"/>
                <a:gd name="T41" fmla="*/ 177 h 613"/>
                <a:gd name="T42" fmla="*/ 608 w 611"/>
                <a:gd name="T43" fmla="*/ 261 h 613"/>
                <a:gd name="T44" fmla="*/ 608 w 611"/>
                <a:gd name="T45" fmla="*/ 351 h 613"/>
                <a:gd name="T46" fmla="*/ 582 w 611"/>
                <a:gd name="T47" fmla="*/ 436 h 613"/>
                <a:gd name="T48" fmla="*/ 536 w 611"/>
                <a:gd name="T49" fmla="*/ 507 h 613"/>
                <a:gd name="T50" fmla="*/ 472 w 611"/>
                <a:gd name="T51" fmla="*/ 564 h 613"/>
                <a:gd name="T52" fmla="*/ 393 w 611"/>
                <a:gd name="T53" fmla="*/ 600 h 613"/>
                <a:gd name="T54" fmla="*/ 305 w 611"/>
                <a:gd name="T55" fmla="*/ 613 h 613"/>
                <a:gd name="T56" fmla="*/ 218 w 611"/>
                <a:gd name="T57" fmla="*/ 600 h 613"/>
                <a:gd name="T58" fmla="*/ 139 w 611"/>
                <a:gd name="T59" fmla="*/ 564 h 613"/>
                <a:gd name="T60" fmla="*/ 75 w 611"/>
                <a:gd name="T61" fmla="*/ 507 h 613"/>
                <a:gd name="T62" fmla="*/ 28 w 611"/>
                <a:gd name="T63" fmla="*/ 436 h 613"/>
                <a:gd name="T64" fmla="*/ 2 w 611"/>
                <a:gd name="T65" fmla="*/ 351 h 613"/>
                <a:gd name="T66" fmla="*/ 2 w 611"/>
                <a:gd name="T67" fmla="*/ 261 h 613"/>
                <a:gd name="T68" fmla="*/ 28 w 611"/>
                <a:gd name="T69" fmla="*/ 177 h 613"/>
                <a:gd name="T70" fmla="*/ 75 w 611"/>
                <a:gd name="T71" fmla="*/ 105 h 613"/>
                <a:gd name="T72" fmla="*/ 139 w 611"/>
                <a:gd name="T73" fmla="*/ 50 h 613"/>
                <a:gd name="T74" fmla="*/ 218 w 611"/>
                <a:gd name="T75" fmla="*/ 13 h 613"/>
                <a:gd name="T76" fmla="*/ 305 w 611"/>
                <a:gd name="T77" fmla="*/ 0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611" h="613">
                  <a:moveTo>
                    <a:pt x="305" y="154"/>
                  </a:moveTo>
                  <a:lnTo>
                    <a:pt x="275" y="156"/>
                  </a:lnTo>
                  <a:lnTo>
                    <a:pt x="246" y="165"/>
                  </a:lnTo>
                  <a:lnTo>
                    <a:pt x="220" y="180"/>
                  </a:lnTo>
                  <a:lnTo>
                    <a:pt x="197" y="198"/>
                  </a:lnTo>
                  <a:lnTo>
                    <a:pt x="178" y="220"/>
                  </a:lnTo>
                  <a:lnTo>
                    <a:pt x="165" y="246"/>
                  </a:lnTo>
                  <a:lnTo>
                    <a:pt x="156" y="276"/>
                  </a:lnTo>
                  <a:lnTo>
                    <a:pt x="152" y="306"/>
                  </a:lnTo>
                  <a:lnTo>
                    <a:pt x="156" y="338"/>
                  </a:lnTo>
                  <a:lnTo>
                    <a:pt x="165" y="366"/>
                  </a:lnTo>
                  <a:lnTo>
                    <a:pt x="178" y="392"/>
                  </a:lnTo>
                  <a:lnTo>
                    <a:pt x="197" y="414"/>
                  </a:lnTo>
                  <a:lnTo>
                    <a:pt x="220" y="434"/>
                  </a:lnTo>
                  <a:lnTo>
                    <a:pt x="246" y="447"/>
                  </a:lnTo>
                  <a:lnTo>
                    <a:pt x="275" y="456"/>
                  </a:lnTo>
                  <a:lnTo>
                    <a:pt x="305" y="460"/>
                  </a:lnTo>
                  <a:lnTo>
                    <a:pt x="336" y="456"/>
                  </a:lnTo>
                  <a:lnTo>
                    <a:pt x="365" y="447"/>
                  </a:lnTo>
                  <a:lnTo>
                    <a:pt x="391" y="434"/>
                  </a:lnTo>
                  <a:lnTo>
                    <a:pt x="413" y="414"/>
                  </a:lnTo>
                  <a:lnTo>
                    <a:pt x="433" y="392"/>
                  </a:lnTo>
                  <a:lnTo>
                    <a:pt x="446" y="366"/>
                  </a:lnTo>
                  <a:lnTo>
                    <a:pt x="455" y="338"/>
                  </a:lnTo>
                  <a:lnTo>
                    <a:pt x="458" y="306"/>
                  </a:lnTo>
                  <a:lnTo>
                    <a:pt x="455" y="276"/>
                  </a:lnTo>
                  <a:lnTo>
                    <a:pt x="446" y="246"/>
                  </a:lnTo>
                  <a:lnTo>
                    <a:pt x="433" y="220"/>
                  </a:lnTo>
                  <a:lnTo>
                    <a:pt x="413" y="198"/>
                  </a:lnTo>
                  <a:lnTo>
                    <a:pt x="391" y="180"/>
                  </a:lnTo>
                  <a:lnTo>
                    <a:pt x="365" y="165"/>
                  </a:lnTo>
                  <a:lnTo>
                    <a:pt x="336" y="156"/>
                  </a:lnTo>
                  <a:lnTo>
                    <a:pt x="305" y="154"/>
                  </a:lnTo>
                  <a:close/>
                  <a:moveTo>
                    <a:pt x="305" y="0"/>
                  </a:moveTo>
                  <a:lnTo>
                    <a:pt x="350" y="3"/>
                  </a:lnTo>
                  <a:lnTo>
                    <a:pt x="393" y="13"/>
                  </a:lnTo>
                  <a:lnTo>
                    <a:pt x="434" y="28"/>
                  </a:lnTo>
                  <a:lnTo>
                    <a:pt x="472" y="50"/>
                  </a:lnTo>
                  <a:lnTo>
                    <a:pt x="506" y="75"/>
                  </a:lnTo>
                  <a:lnTo>
                    <a:pt x="536" y="105"/>
                  </a:lnTo>
                  <a:lnTo>
                    <a:pt x="562" y="140"/>
                  </a:lnTo>
                  <a:lnTo>
                    <a:pt x="582" y="177"/>
                  </a:lnTo>
                  <a:lnTo>
                    <a:pt x="598" y="218"/>
                  </a:lnTo>
                  <a:lnTo>
                    <a:pt x="608" y="261"/>
                  </a:lnTo>
                  <a:lnTo>
                    <a:pt x="611" y="306"/>
                  </a:lnTo>
                  <a:lnTo>
                    <a:pt x="608" y="351"/>
                  </a:lnTo>
                  <a:lnTo>
                    <a:pt x="598" y="395"/>
                  </a:lnTo>
                  <a:lnTo>
                    <a:pt x="582" y="436"/>
                  </a:lnTo>
                  <a:lnTo>
                    <a:pt x="562" y="473"/>
                  </a:lnTo>
                  <a:lnTo>
                    <a:pt x="536" y="507"/>
                  </a:lnTo>
                  <a:lnTo>
                    <a:pt x="506" y="538"/>
                  </a:lnTo>
                  <a:lnTo>
                    <a:pt x="472" y="564"/>
                  </a:lnTo>
                  <a:lnTo>
                    <a:pt x="434" y="585"/>
                  </a:lnTo>
                  <a:lnTo>
                    <a:pt x="393" y="600"/>
                  </a:lnTo>
                  <a:lnTo>
                    <a:pt x="350" y="610"/>
                  </a:lnTo>
                  <a:lnTo>
                    <a:pt x="305" y="613"/>
                  </a:lnTo>
                  <a:lnTo>
                    <a:pt x="260" y="610"/>
                  </a:lnTo>
                  <a:lnTo>
                    <a:pt x="218" y="600"/>
                  </a:lnTo>
                  <a:lnTo>
                    <a:pt x="177" y="585"/>
                  </a:lnTo>
                  <a:lnTo>
                    <a:pt x="139" y="564"/>
                  </a:lnTo>
                  <a:lnTo>
                    <a:pt x="105" y="538"/>
                  </a:lnTo>
                  <a:lnTo>
                    <a:pt x="75" y="507"/>
                  </a:lnTo>
                  <a:lnTo>
                    <a:pt x="49" y="473"/>
                  </a:lnTo>
                  <a:lnTo>
                    <a:pt x="28" y="436"/>
                  </a:lnTo>
                  <a:lnTo>
                    <a:pt x="13" y="395"/>
                  </a:lnTo>
                  <a:lnTo>
                    <a:pt x="2" y="351"/>
                  </a:lnTo>
                  <a:lnTo>
                    <a:pt x="0" y="306"/>
                  </a:lnTo>
                  <a:lnTo>
                    <a:pt x="2" y="261"/>
                  </a:lnTo>
                  <a:lnTo>
                    <a:pt x="13" y="218"/>
                  </a:lnTo>
                  <a:lnTo>
                    <a:pt x="28" y="177"/>
                  </a:lnTo>
                  <a:lnTo>
                    <a:pt x="49" y="140"/>
                  </a:lnTo>
                  <a:lnTo>
                    <a:pt x="75" y="105"/>
                  </a:lnTo>
                  <a:lnTo>
                    <a:pt x="105" y="75"/>
                  </a:lnTo>
                  <a:lnTo>
                    <a:pt x="139" y="50"/>
                  </a:lnTo>
                  <a:lnTo>
                    <a:pt x="177" y="28"/>
                  </a:lnTo>
                  <a:lnTo>
                    <a:pt x="218" y="13"/>
                  </a:lnTo>
                  <a:lnTo>
                    <a:pt x="260" y="3"/>
                  </a:lnTo>
                  <a:lnTo>
                    <a:pt x="30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0A2CF598-03C8-42DA-B803-0D7C65AD6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-411163" y="2297113"/>
              <a:ext cx="808038" cy="82550"/>
            </a:xfrm>
            <a:custGeom>
              <a:avLst/>
              <a:gdLst>
                <a:gd name="T0" fmla="*/ 76 w 1527"/>
                <a:gd name="T1" fmla="*/ 0 h 154"/>
                <a:gd name="T2" fmla="*/ 1451 w 1527"/>
                <a:gd name="T3" fmla="*/ 0 h 154"/>
                <a:gd name="T4" fmla="*/ 1471 w 1527"/>
                <a:gd name="T5" fmla="*/ 4 h 154"/>
                <a:gd name="T6" fmla="*/ 1490 w 1527"/>
                <a:gd name="T7" fmla="*/ 10 h 154"/>
                <a:gd name="T8" fmla="*/ 1505 w 1527"/>
                <a:gd name="T9" fmla="*/ 23 h 154"/>
                <a:gd name="T10" fmla="*/ 1517 w 1527"/>
                <a:gd name="T11" fmla="*/ 39 h 154"/>
                <a:gd name="T12" fmla="*/ 1525 w 1527"/>
                <a:gd name="T13" fmla="*/ 57 h 154"/>
                <a:gd name="T14" fmla="*/ 1527 w 1527"/>
                <a:gd name="T15" fmla="*/ 76 h 154"/>
                <a:gd name="T16" fmla="*/ 1525 w 1527"/>
                <a:gd name="T17" fmla="*/ 97 h 154"/>
                <a:gd name="T18" fmla="*/ 1517 w 1527"/>
                <a:gd name="T19" fmla="*/ 115 h 154"/>
                <a:gd name="T20" fmla="*/ 1505 w 1527"/>
                <a:gd name="T21" fmla="*/ 131 h 154"/>
                <a:gd name="T22" fmla="*/ 1490 w 1527"/>
                <a:gd name="T23" fmla="*/ 144 h 154"/>
                <a:gd name="T24" fmla="*/ 1471 w 1527"/>
                <a:gd name="T25" fmla="*/ 150 h 154"/>
                <a:gd name="T26" fmla="*/ 1451 w 1527"/>
                <a:gd name="T27" fmla="*/ 154 h 154"/>
                <a:gd name="T28" fmla="*/ 76 w 1527"/>
                <a:gd name="T29" fmla="*/ 154 h 154"/>
                <a:gd name="T30" fmla="*/ 56 w 1527"/>
                <a:gd name="T31" fmla="*/ 150 h 154"/>
                <a:gd name="T32" fmla="*/ 38 w 1527"/>
                <a:gd name="T33" fmla="*/ 144 h 154"/>
                <a:gd name="T34" fmla="*/ 22 w 1527"/>
                <a:gd name="T35" fmla="*/ 131 h 154"/>
                <a:gd name="T36" fmla="*/ 10 w 1527"/>
                <a:gd name="T37" fmla="*/ 115 h 154"/>
                <a:gd name="T38" fmla="*/ 2 w 1527"/>
                <a:gd name="T39" fmla="*/ 97 h 154"/>
                <a:gd name="T40" fmla="*/ 0 w 1527"/>
                <a:gd name="T41" fmla="*/ 76 h 154"/>
                <a:gd name="T42" fmla="*/ 2 w 1527"/>
                <a:gd name="T43" fmla="*/ 57 h 154"/>
                <a:gd name="T44" fmla="*/ 10 w 1527"/>
                <a:gd name="T45" fmla="*/ 39 h 154"/>
                <a:gd name="T46" fmla="*/ 22 w 1527"/>
                <a:gd name="T47" fmla="*/ 23 h 154"/>
                <a:gd name="T48" fmla="*/ 38 w 1527"/>
                <a:gd name="T49" fmla="*/ 10 h 154"/>
                <a:gd name="T50" fmla="*/ 56 w 1527"/>
                <a:gd name="T51" fmla="*/ 4 h 154"/>
                <a:gd name="T52" fmla="*/ 76 w 1527"/>
                <a:gd name="T53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27" h="154">
                  <a:moveTo>
                    <a:pt x="76" y="0"/>
                  </a:moveTo>
                  <a:lnTo>
                    <a:pt x="1451" y="0"/>
                  </a:lnTo>
                  <a:lnTo>
                    <a:pt x="1471" y="4"/>
                  </a:lnTo>
                  <a:lnTo>
                    <a:pt x="1490" y="10"/>
                  </a:lnTo>
                  <a:lnTo>
                    <a:pt x="1505" y="23"/>
                  </a:lnTo>
                  <a:lnTo>
                    <a:pt x="1517" y="39"/>
                  </a:lnTo>
                  <a:lnTo>
                    <a:pt x="1525" y="57"/>
                  </a:lnTo>
                  <a:lnTo>
                    <a:pt x="1527" y="76"/>
                  </a:lnTo>
                  <a:lnTo>
                    <a:pt x="1525" y="97"/>
                  </a:lnTo>
                  <a:lnTo>
                    <a:pt x="1517" y="115"/>
                  </a:lnTo>
                  <a:lnTo>
                    <a:pt x="1505" y="131"/>
                  </a:lnTo>
                  <a:lnTo>
                    <a:pt x="1490" y="144"/>
                  </a:lnTo>
                  <a:lnTo>
                    <a:pt x="1471" y="150"/>
                  </a:lnTo>
                  <a:lnTo>
                    <a:pt x="1451" y="154"/>
                  </a:lnTo>
                  <a:lnTo>
                    <a:pt x="76" y="154"/>
                  </a:lnTo>
                  <a:lnTo>
                    <a:pt x="56" y="150"/>
                  </a:lnTo>
                  <a:lnTo>
                    <a:pt x="38" y="144"/>
                  </a:lnTo>
                  <a:lnTo>
                    <a:pt x="22" y="131"/>
                  </a:lnTo>
                  <a:lnTo>
                    <a:pt x="10" y="115"/>
                  </a:lnTo>
                  <a:lnTo>
                    <a:pt x="2" y="97"/>
                  </a:lnTo>
                  <a:lnTo>
                    <a:pt x="0" y="76"/>
                  </a:lnTo>
                  <a:lnTo>
                    <a:pt x="2" y="57"/>
                  </a:lnTo>
                  <a:lnTo>
                    <a:pt x="10" y="39"/>
                  </a:lnTo>
                  <a:lnTo>
                    <a:pt x="22" y="23"/>
                  </a:lnTo>
                  <a:lnTo>
                    <a:pt x="38" y="10"/>
                  </a:lnTo>
                  <a:lnTo>
                    <a:pt x="56" y="4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06897DE7-500E-430E-828D-6ADEF2FB5BDD}"/>
                </a:ext>
              </a:extLst>
            </p:cNvPr>
            <p:cNvSpPr>
              <a:spLocks/>
            </p:cNvSpPr>
            <p:nvPr/>
          </p:nvSpPr>
          <p:spPr bwMode="auto">
            <a:xfrm>
              <a:off x="-411163" y="1811338"/>
              <a:ext cx="808038" cy="80963"/>
            </a:xfrm>
            <a:custGeom>
              <a:avLst/>
              <a:gdLst>
                <a:gd name="T0" fmla="*/ 76 w 1527"/>
                <a:gd name="T1" fmla="*/ 0 h 153"/>
                <a:gd name="T2" fmla="*/ 1451 w 1527"/>
                <a:gd name="T3" fmla="*/ 0 h 153"/>
                <a:gd name="T4" fmla="*/ 1471 w 1527"/>
                <a:gd name="T5" fmla="*/ 2 h 153"/>
                <a:gd name="T6" fmla="*/ 1490 w 1527"/>
                <a:gd name="T7" fmla="*/ 10 h 153"/>
                <a:gd name="T8" fmla="*/ 1505 w 1527"/>
                <a:gd name="T9" fmla="*/ 23 h 153"/>
                <a:gd name="T10" fmla="*/ 1517 w 1527"/>
                <a:gd name="T11" fmla="*/ 37 h 153"/>
                <a:gd name="T12" fmla="*/ 1525 w 1527"/>
                <a:gd name="T13" fmla="*/ 55 h 153"/>
                <a:gd name="T14" fmla="*/ 1527 w 1527"/>
                <a:gd name="T15" fmla="*/ 77 h 153"/>
                <a:gd name="T16" fmla="*/ 1525 w 1527"/>
                <a:gd name="T17" fmla="*/ 97 h 153"/>
                <a:gd name="T18" fmla="*/ 1517 w 1527"/>
                <a:gd name="T19" fmla="*/ 115 h 153"/>
                <a:gd name="T20" fmla="*/ 1505 w 1527"/>
                <a:gd name="T21" fmla="*/ 131 h 153"/>
                <a:gd name="T22" fmla="*/ 1490 w 1527"/>
                <a:gd name="T23" fmla="*/ 142 h 153"/>
                <a:gd name="T24" fmla="*/ 1471 w 1527"/>
                <a:gd name="T25" fmla="*/ 150 h 153"/>
                <a:gd name="T26" fmla="*/ 1451 w 1527"/>
                <a:gd name="T27" fmla="*/ 153 h 153"/>
                <a:gd name="T28" fmla="*/ 76 w 1527"/>
                <a:gd name="T29" fmla="*/ 153 h 153"/>
                <a:gd name="T30" fmla="*/ 56 w 1527"/>
                <a:gd name="T31" fmla="*/ 150 h 153"/>
                <a:gd name="T32" fmla="*/ 38 w 1527"/>
                <a:gd name="T33" fmla="*/ 142 h 153"/>
                <a:gd name="T34" fmla="*/ 22 w 1527"/>
                <a:gd name="T35" fmla="*/ 131 h 153"/>
                <a:gd name="T36" fmla="*/ 10 w 1527"/>
                <a:gd name="T37" fmla="*/ 115 h 153"/>
                <a:gd name="T38" fmla="*/ 2 w 1527"/>
                <a:gd name="T39" fmla="*/ 97 h 153"/>
                <a:gd name="T40" fmla="*/ 0 w 1527"/>
                <a:gd name="T41" fmla="*/ 77 h 153"/>
                <a:gd name="T42" fmla="*/ 2 w 1527"/>
                <a:gd name="T43" fmla="*/ 55 h 153"/>
                <a:gd name="T44" fmla="*/ 10 w 1527"/>
                <a:gd name="T45" fmla="*/ 37 h 153"/>
                <a:gd name="T46" fmla="*/ 22 w 1527"/>
                <a:gd name="T47" fmla="*/ 23 h 153"/>
                <a:gd name="T48" fmla="*/ 38 w 1527"/>
                <a:gd name="T49" fmla="*/ 10 h 153"/>
                <a:gd name="T50" fmla="*/ 56 w 1527"/>
                <a:gd name="T51" fmla="*/ 2 h 153"/>
                <a:gd name="T52" fmla="*/ 76 w 1527"/>
                <a:gd name="T53" fmla="*/ 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27" h="153">
                  <a:moveTo>
                    <a:pt x="76" y="0"/>
                  </a:moveTo>
                  <a:lnTo>
                    <a:pt x="1451" y="0"/>
                  </a:lnTo>
                  <a:lnTo>
                    <a:pt x="1471" y="2"/>
                  </a:lnTo>
                  <a:lnTo>
                    <a:pt x="1490" y="10"/>
                  </a:lnTo>
                  <a:lnTo>
                    <a:pt x="1505" y="23"/>
                  </a:lnTo>
                  <a:lnTo>
                    <a:pt x="1517" y="37"/>
                  </a:lnTo>
                  <a:lnTo>
                    <a:pt x="1525" y="55"/>
                  </a:lnTo>
                  <a:lnTo>
                    <a:pt x="1527" y="77"/>
                  </a:lnTo>
                  <a:lnTo>
                    <a:pt x="1525" y="97"/>
                  </a:lnTo>
                  <a:lnTo>
                    <a:pt x="1517" y="115"/>
                  </a:lnTo>
                  <a:lnTo>
                    <a:pt x="1505" y="131"/>
                  </a:lnTo>
                  <a:lnTo>
                    <a:pt x="1490" y="142"/>
                  </a:lnTo>
                  <a:lnTo>
                    <a:pt x="1471" y="150"/>
                  </a:lnTo>
                  <a:lnTo>
                    <a:pt x="1451" y="153"/>
                  </a:lnTo>
                  <a:lnTo>
                    <a:pt x="76" y="153"/>
                  </a:lnTo>
                  <a:lnTo>
                    <a:pt x="56" y="150"/>
                  </a:lnTo>
                  <a:lnTo>
                    <a:pt x="38" y="142"/>
                  </a:lnTo>
                  <a:lnTo>
                    <a:pt x="22" y="131"/>
                  </a:lnTo>
                  <a:lnTo>
                    <a:pt x="10" y="115"/>
                  </a:lnTo>
                  <a:lnTo>
                    <a:pt x="2" y="97"/>
                  </a:lnTo>
                  <a:lnTo>
                    <a:pt x="0" y="77"/>
                  </a:lnTo>
                  <a:lnTo>
                    <a:pt x="2" y="55"/>
                  </a:lnTo>
                  <a:lnTo>
                    <a:pt x="10" y="37"/>
                  </a:lnTo>
                  <a:lnTo>
                    <a:pt x="22" y="23"/>
                  </a:lnTo>
                  <a:lnTo>
                    <a:pt x="38" y="10"/>
                  </a:lnTo>
                  <a:lnTo>
                    <a:pt x="56" y="2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3BD7B26B-6C5C-41A6-84D8-EBA53A1C07A1}"/>
                </a:ext>
              </a:extLst>
            </p:cNvPr>
            <p:cNvSpPr>
              <a:spLocks/>
            </p:cNvSpPr>
            <p:nvPr/>
          </p:nvSpPr>
          <p:spPr bwMode="auto">
            <a:xfrm>
              <a:off x="-411163" y="2784475"/>
              <a:ext cx="808038" cy="80963"/>
            </a:xfrm>
            <a:custGeom>
              <a:avLst/>
              <a:gdLst>
                <a:gd name="T0" fmla="*/ 76 w 1527"/>
                <a:gd name="T1" fmla="*/ 0 h 154"/>
                <a:gd name="T2" fmla="*/ 1451 w 1527"/>
                <a:gd name="T3" fmla="*/ 0 h 154"/>
                <a:gd name="T4" fmla="*/ 1471 w 1527"/>
                <a:gd name="T5" fmla="*/ 4 h 154"/>
                <a:gd name="T6" fmla="*/ 1490 w 1527"/>
                <a:gd name="T7" fmla="*/ 12 h 154"/>
                <a:gd name="T8" fmla="*/ 1505 w 1527"/>
                <a:gd name="T9" fmla="*/ 23 h 154"/>
                <a:gd name="T10" fmla="*/ 1517 w 1527"/>
                <a:gd name="T11" fmla="*/ 39 h 154"/>
                <a:gd name="T12" fmla="*/ 1525 w 1527"/>
                <a:gd name="T13" fmla="*/ 57 h 154"/>
                <a:gd name="T14" fmla="*/ 1527 w 1527"/>
                <a:gd name="T15" fmla="*/ 77 h 154"/>
                <a:gd name="T16" fmla="*/ 1525 w 1527"/>
                <a:gd name="T17" fmla="*/ 97 h 154"/>
                <a:gd name="T18" fmla="*/ 1517 w 1527"/>
                <a:gd name="T19" fmla="*/ 117 h 154"/>
                <a:gd name="T20" fmla="*/ 1505 w 1527"/>
                <a:gd name="T21" fmla="*/ 131 h 154"/>
                <a:gd name="T22" fmla="*/ 1490 w 1527"/>
                <a:gd name="T23" fmla="*/ 144 h 154"/>
                <a:gd name="T24" fmla="*/ 1471 w 1527"/>
                <a:gd name="T25" fmla="*/ 152 h 154"/>
                <a:gd name="T26" fmla="*/ 1451 w 1527"/>
                <a:gd name="T27" fmla="*/ 154 h 154"/>
                <a:gd name="T28" fmla="*/ 76 w 1527"/>
                <a:gd name="T29" fmla="*/ 154 h 154"/>
                <a:gd name="T30" fmla="*/ 56 w 1527"/>
                <a:gd name="T31" fmla="*/ 152 h 154"/>
                <a:gd name="T32" fmla="*/ 38 w 1527"/>
                <a:gd name="T33" fmla="*/ 144 h 154"/>
                <a:gd name="T34" fmla="*/ 22 w 1527"/>
                <a:gd name="T35" fmla="*/ 131 h 154"/>
                <a:gd name="T36" fmla="*/ 10 w 1527"/>
                <a:gd name="T37" fmla="*/ 117 h 154"/>
                <a:gd name="T38" fmla="*/ 2 w 1527"/>
                <a:gd name="T39" fmla="*/ 97 h 154"/>
                <a:gd name="T40" fmla="*/ 0 w 1527"/>
                <a:gd name="T41" fmla="*/ 77 h 154"/>
                <a:gd name="T42" fmla="*/ 2 w 1527"/>
                <a:gd name="T43" fmla="*/ 57 h 154"/>
                <a:gd name="T44" fmla="*/ 10 w 1527"/>
                <a:gd name="T45" fmla="*/ 39 h 154"/>
                <a:gd name="T46" fmla="*/ 22 w 1527"/>
                <a:gd name="T47" fmla="*/ 23 h 154"/>
                <a:gd name="T48" fmla="*/ 38 w 1527"/>
                <a:gd name="T49" fmla="*/ 12 h 154"/>
                <a:gd name="T50" fmla="*/ 56 w 1527"/>
                <a:gd name="T51" fmla="*/ 4 h 154"/>
                <a:gd name="T52" fmla="*/ 76 w 1527"/>
                <a:gd name="T53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27" h="154">
                  <a:moveTo>
                    <a:pt x="76" y="0"/>
                  </a:moveTo>
                  <a:lnTo>
                    <a:pt x="1451" y="0"/>
                  </a:lnTo>
                  <a:lnTo>
                    <a:pt x="1471" y="4"/>
                  </a:lnTo>
                  <a:lnTo>
                    <a:pt x="1490" y="12"/>
                  </a:lnTo>
                  <a:lnTo>
                    <a:pt x="1505" y="23"/>
                  </a:lnTo>
                  <a:lnTo>
                    <a:pt x="1517" y="39"/>
                  </a:lnTo>
                  <a:lnTo>
                    <a:pt x="1525" y="57"/>
                  </a:lnTo>
                  <a:lnTo>
                    <a:pt x="1527" y="77"/>
                  </a:lnTo>
                  <a:lnTo>
                    <a:pt x="1525" y="97"/>
                  </a:lnTo>
                  <a:lnTo>
                    <a:pt x="1517" y="117"/>
                  </a:lnTo>
                  <a:lnTo>
                    <a:pt x="1505" y="131"/>
                  </a:lnTo>
                  <a:lnTo>
                    <a:pt x="1490" y="144"/>
                  </a:lnTo>
                  <a:lnTo>
                    <a:pt x="1471" y="152"/>
                  </a:lnTo>
                  <a:lnTo>
                    <a:pt x="1451" y="154"/>
                  </a:lnTo>
                  <a:lnTo>
                    <a:pt x="76" y="154"/>
                  </a:lnTo>
                  <a:lnTo>
                    <a:pt x="56" y="152"/>
                  </a:lnTo>
                  <a:lnTo>
                    <a:pt x="38" y="144"/>
                  </a:lnTo>
                  <a:lnTo>
                    <a:pt x="22" y="131"/>
                  </a:lnTo>
                  <a:lnTo>
                    <a:pt x="10" y="117"/>
                  </a:lnTo>
                  <a:lnTo>
                    <a:pt x="2" y="97"/>
                  </a:lnTo>
                  <a:lnTo>
                    <a:pt x="0" y="77"/>
                  </a:lnTo>
                  <a:lnTo>
                    <a:pt x="2" y="57"/>
                  </a:lnTo>
                  <a:lnTo>
                    <a:pt x="10" y="39"/>
                  </a:lnTo>
                  <a:lnTo>
                    <a:pt x="22" y="23"/>
                  </a:lnTo>
                  <a:lnTo>
                    <a:pt x="38" y="12"/>
                  </a:lnTo>
                  <a:lnTo>
                    <a:pt x="56" y="4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5" name="Title 2">
            <a:extLst>
              <a:ext uri="{FF2B5EF4-FFF2-40B4-BE49-F238E27FC236}">
                <a16:creationId xmlns:a16="http://schemas.microsoft.com/office/drawing/2014/main" id="{4350891D-4E62-46E4-87E5-A8E3313AA525}"/>
              </a:ext>
            </a:extLst>
          </p:cNvPr>
          <p:cNvSpPr txBox="1">
            <a:spLocks/>
          </p:cNvSpPr>
          <p:nvPr/>
        </p:nvSpPr>
        <p:spPr>
          <a:xfrm>
            <a:off x="5046224" y="2956330"/>
            <a:ext cx="3352800" cy="369332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err="1"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prstClr val="black">
                      <a:alpha val="13000"/>
                    </a:prstClr>
                  </a:outerShdw>
                </a:effectLst>
              </a:rPr>
              <a:t>Sommaire</a:t>
            </a:r>
            <a:r>
              <a:rPr lang="en-US" sz="2400"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prstClr val="black">
                      <a:alpha val="13000"/>
                    </a:prstClr>
                  </a:outerShdw>
                </a:effectLst>
              </a:rPr>
              <a:t> </a:t>
            </a:r>
            <a:endParaRPr lang="fr-FR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1207CF-346F-AA1E-FE4C-2C437091BEEA}"/>
              </a:ext>
            </a:extLst>
          </p:cNvPr>
          <p:cNvSpPr/>
          <p:nvPr/>
        </p:nvSpPr>
        <p:spPr bwMode="auto">
          <a:xfrm>
            <a:off x="-3362" y="4688116"/>
            <a:ext cx="9147088" cy="458746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fr-FR" dirty="0">
                <a:ea typeface="Roboto"/>
                <a:cs typeface="Roboto"/>
              </a:rPr>
              <a:t>2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804753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accel="20000" decel="8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accel="20000" decel="6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E3A7D6-0824-4EE6-B5FA-33B30FC4F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Roboto"/>
                <a:cs typeface="Roboto"/>
              </a:rPr>
              <a:t>Introduction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1938295-A178-4C19-9F7A-9E11DEF15291}"/>
              </a:ext>
            </a:extLst>
          </p:cNvPr>
          <p:cNvGrpSpPr/>
          <p:nvPr/>
        </p:nvGrpSpPr>
        <p:grpSpPr>
          <a:xfrm>
            <a:off x="942235" y="1066089"/>
            <a:ext cx="1918256" cy="3461485"/>
            <a:chOff x="495491" y="1087655"/>
            <a:chExt cx="1918256" cy="3461485"/>
          </a:xfrm>
        </p:grpSpPr>
        <p:sp>
          <p:nvSpPr>
            <p:cNvPr id="6" name="Rectangle: Top Corners Rounded 5">
              <a:extLst>
                <a:ext uri="{FF2B5EF4-FFF2-40B4-BE49-F238E27FC236}">
                  <a16:creationId xmlns:a16="http://schemas.microsoft.com/office/drawing/2014/main" id="{5EC9A66E-22A3-4414-9531-5780378DBF9F}"/>
                </a:ext>
              </a:extLst>
            </p:cNvPr>
            <p:cNvSpPr/>
            <p:nvPr/>
          </p:nvSpPr>
          <p:spPr bwMode="auto">
            <a:xfrm>
              <a:off x="495491" y="1087655"/>
              <a:ext cx="1918256" cy="722095"/>
            </a:xfrm>
            <a:prstGeom prst="round2SameRect">
              <a:avLst>
                <a:gd name="adj1" fmla="val 8975"/>
                <a:gd name="adj2" fmla="val 0"/>
              </a:avLst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6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3DE7687-02C0-45D8-AF5F-0EFED34BF488}"/>
                </a:ext>
              </a:extLst>
            </p:cNvPr>
            <p:cNvSpPr/>
            <p:nvPr/>
          </p:nvSpPr>
          <p:spPr bwMode="auto">
            <a:xfrm>
              <a:off x="495491" y="1809750"/>
              <a:ext cx="1918256" cy="27393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64008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1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Contexte</a:t>
              </a:r>
              <a:endParaRPr lang="en-US" sz="1000" err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br>
                <a:rPr 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</a:br>
              <a:r>
                <a:rPr lang="en-US" sz="1000">
                  <a:solidFill>
                    <a:srgbClr val="5C5C5C"/>
                  </a:solidFill>
                  <a:ea typeface="+mn-lt"/>
                  <a:cs typeface="+mn-lt"/>
                </a:rPr>
                <a:t>Avec la </a:t>
              </a:r>
              <a:r>
                <a:rPr lang="en-US" sz="1000" err="1">
                  <a:solidFill>
                    <a:srgbClr val="5C5C5C"/>
                  </a:solidFill>
                  <a:ea typeface="+mn-lt"/>
                  <a:cs typeface="+mn-lt"/>
                </a:rPr>
                <a:t>numérisation</a:t>
              </a:r>
              <a:r>
                <a:rPr lang="en-US" sz="1000">
                  <a:solidFill>
                    <a:srgbClr val="5C5C5C"/>
                  </a:solidFill>
                  <a:ea typeface="+mn-lt"/>
                  <a:cs typeface="+mn-lt"/>
                </a:rPr>
                <a:t> </a:t>
              </a:r>
              <a:r>
                <a:rPr lang="en-US" sz="1000" err="1">
                  <a:solidFill>
                    <a:srgbClr val="5C5C5C"/>
                  </a:solidFill>
                  <a:ea typeface="+mn-lt"/>
                  <a:cs typeface="+mn-lt"/>
                </a:rPr>
                <a:t>croissante</a:t>
              </a:r>
              <a:r>
                <a:rPr lang="en-US" sz="1000">
                  <a:solidFill>
                    <a:srgbClr val="5C5C5C"/>
                  </a:solidFill>
                  <a:ea typeface="+mn-lt"/>
                  <a:cs typeface="+mn-lt"/>
                </a:rPr>
                <a:t>, la diffusion de </a:t>
              </a:r>
              <a:r>
                <a:rPr lang="en-US" sz="1000" err="1">
                  <a:solidFill>
                    <a:srgbClr val="5C5C5C"/>
                  </a:solidFill>
                  <a:ea typeface="+mn-lt"/>
                  <a:cs typeface="+mn-lt"/>
                </a:rPr>
                <a:t>contenus</a:t>
              </a:r>
              <a:r>
                <a:rPr lang="en-US" sz="1000">
                  <a:solidFill>
                    <a:srgbClr val="5C5C5C"/>
                  </a:solidFill>
                  <a:ea typeface="+mn-lt"/>
                  <a:cs typeface="+mn-lt"/>
                </a:rPr>
                <a:t> </a:t>
              </a:r>
              <a:r>
                <a:rPr lang="en-US" sz="1000" err="1">
                  <a:solidFill>
                    <a:srgbClr val="5C5C5C"/>
                  </a:solidFill>
                  <a:ea typeface="+mn-lt"/>
                  <a:cs typeface="+mn-lt"/>
                </a:rPr>
                <a:t>académiques</a:t>
              </a:r>
              <a:r>
                <a:rPr lang="en-US" sz="1000">
                  <a:solidFill>
                    <a:srgbClr val="5C5C5C"/>
                  </a:solidFill>
                  <a:ea typeface="+mn-lt"/>
                  <a:cs typeface="+mn-lt"/>
                </a:rPr>
                <a:t> et </a:t>
              </a:r>
              <a:r>
                <a:rPr lang="en-US" sz="1000" err="1">
                  <a:solidFill>
                    <a:srgbClr val="5C5C5C"/>
                  </a:solidFill>
                  <a:ea typeface="+mn-lt"/>
                  <a:cs typeface="+mn-lt"/>
                </a:rPr>
                <a:t>professionnels</a:t>
              </a:r>
              <a:r>
                <a:rPr lang="en-US" sz="1000">
                  <a:solidFill>
                    <a:srgbClr val="5C5C5C"/>
                  </a:solidFill>
                  <a:ea typeface="+mn-lt"/>
                  <a:cs typeface="+mn-lt"/>
                </a:rPr>
                <a:t> </a:t>
              </a:r>
              <a:r>
                <a:rPr lang="en-US" sz="1000" err="1">
                  <a:solidFill>
                    <a:srgbClr val="5C5C5C"/>
                  </a:solidFill>
                  <a:ea typeface="+mn-lt"/>
                  <a:cs typeface="+mn-lt"/>
                </a:rPr>
                <a:t>est</a:t>
              </a:r>
              <a:r>
                <a:rPr lang="en-US" sz="1000">
                  <a:solidFill>
                    <a:srgbClr val="5C5C5C"/>
                  </a:solidFill>
                  <a:ea typeface="+mn-lt"/>
                  <a:cs typeface="+mn-lt"/>
                </a:rPr>
                <a:t> </a:t>
              </a:r>
              <a:r>
                <a:rPr lang="en-US" sz="1000" err="1">
                  <a:solidFill>
                    <a:srgbClr val="5C5C5C"/>
                  </a:solidFill>
                  <a:ea typeface="+mn-lt"/>
                  <a:cs typeface="+mn-lt"/>
                </a:rPr>
                <a:t>facilitée</a:t>
              </a:r>
              <a:r>
                <a:rPr lang="en-US" sz="1000">
                  <a:solidFill>
                    <a:srgbClr val="5C5C5C"/>
                  </a:solidFill>
                  <a:ea typeface="+mn-lt"/>
                  <a:cs typeface="+mn-lt"/>
                </a:rPr>
                <a:t>, </a:t>
              </a:r>
              <a:r>
                <a:rPr lang="en-US" sz="1000" err="1">
                  <a:solidFill>
                    <a:srgbClr val="5C5C5C"/>
                  </a:solidFill>
                  <a:ea typeface="+mn-lt"/>
                  <a:cs typeface="+mn-lt"/>
                </a:rPr>
                <a:t>mais</a:t>
              </a:r>
              <a:r>
                <a:rPr lang="en-US" sz="1000">
                  <a:solidFill>
                    <a:srgbClr val="5C5C5C"/>
                  </a:solidFill>
                  <a:ea typeface="+mn-lt"/>
                  <a:cs typeface="+mn-lt"/>
                </a:rPr>
                <a:t> </a:t>
              </a:r>
              <a:r>
                <a:rPr lang="en-US" sz="1000" err="1">
                  <a:solidFill>
                    <a:srgbClr val="5C5C5C"/>
                  </a:solidFill>
                  <a:ea typeface="+mn-lt"/>
                  <a:cs typeface="+mn-lt"/>
                </a:rPr>
                <a:t>cela</a:t>
              </a:r>
              <a:r>
                <a:rPr lang="en-US" sz="1000">
                  <a:solidFill>
                    <a:srgbClr val="5C5C5C"/>
                  </a:solidFill>
                  <a:ea typeface="+mn-lt"/>
                  <a:cs typeface="+mn-lt"/>
                </a:rPr>
                <a:t> </a:t>
              </a:r>
              <a:r>
                <a:rPr lang="en-US" sz="1000" err="1">
                  <a:solidFill>
                    <a:srgbClr val="5C5C5C"/>
                  </a:solidFill>
                  <a:ea typeface="+mn-lt"/>
                  <a:cs typeface="+mn-lt"/>
                </a:rPr>
                <a:t>augmente</a:t>
              </a:r>
              <a:r>
                <a:rPr lang="en-US" sz="1000">
                  <a:solidFill>
                    <a:srgbClr val="5C5C5C"/>
                  </a:solidFill>
                  <a:ea typeface="+mn-lt"/>
                  <a:cs typeface="+mn-lt"/>
                </a:rPr>
                <a:t> </a:t>
              </a:r>
              <a:r>
                <a:rPr lang="en-US" sz="1000" err="1">
                  <a:solidFill>
                    <a:srgbClr val="5C5C5C"/>
                  </a:solidFill>
                  <a:ea typeface="+mn-lt"/>
                  <a:cs typeface="+mn-lt"/>
                </a:rPr>
                <a:t>aussi</a:t>
              </a:r>
              <a:r>
                <a:rPr lang="en-US" sz="1000">
                  <a:solidFill>
                    <a:srgbClr val="5C5C5C"/>
                  </a:solidFill>
                  <a:ea typeface="+mn-lt"/>
                  <a:cs typeface="+mn-lt"/>
                </a:rPr>
                <a:t> les </a:t>
              </a:r>
              <a:r>
                <a:rPr lang="en-US" sz="1000" err="1">
                  <a:solidFill>
                    <a:srgbClr val="5C5C5C"/>
                  </a:solidFill>
                  <a:ea typeface="+mn-lt"/>
                  <a:cs typeface="+mn-lt"/>
                </a:rPr>
                <a:t>risques</a:t>
              </a:r>
              <a:r>
                <a:rPr lang="en-US" sz="1000">
                  <a:solidFill>
                    <a:srgbClr val="5C5C5C"/>
                  </a:solidFill>
                  <a:ea typeface="+mn-lt"/>
                  <a:cs typeface="+mn-lt"/>
                </a:rPr>
                <a:t> de </a:t>
              </a:r>
              <a:r>
                <a:rPr lang="en-US" sz="1000" err="1">
                  <a:solidFill>
                    <a:srgbClr val="5C5C5C"/>
                  </a:solidFill>
                  <a:ea typeface="+mn-lt"/>
                  <a:cs typeface="+mn-lt"/>
                </a:rPr>
                <a:t>plagiat</a:t>
              </a:r>
              <a:r>
                <a:rPr lang="en-US" sz="1000">
                  <a:solidFill>
                    <a:srgbClr val="5C5C5C"/>
                  </a:solidFill>
                  <a:ea typeface="+mn-lt"/>
                  <a:cs typeface="+mn-lt"/>
                </a:rPr>
                <a:t>.</a:t>
              </a:r>
              <a:endParaRPr lang="en-US" sz="1000">
                <a:solidFill>
                  <a:srgbClr val="5C5C5C"/>
                </a:solidFill>
                <a:ea typeface="Roboto"/>
                <a:cs typeface="Roboto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4B944AA-3CC2-40E1-8DB7-3737E1420A72}"/>
              </a:ext>
            </a:extLst>
          </p:cNvPr>
          <p:cNvGrpSpPr/>
          <p:nvPr/>
        </p:nvGrpSpPr>
        <p:grpSpPr>
          <a:xfrm>
            <a:off x="3617650" y="1087655"/>
            <a:ext cx="1918256" cy="3461485"/>
            <a:chOff x="495491" y="1087655"/>
            <a:chExt cx="1918256" cy="3461485"/>
          </a:xfrm>
        </p:grpSpPr>
        <p:sp>
          <p:nvSpPr>
            <p:cNvPr id="23" name="Rectangle: Top Corners Rounded 22">
              <a:extLst>
                <a:ext uri="{FF2B5EF4-FFF2-40B4-BE49-F238E27FC236}">
                  <a16:creationId xmlns:a16="http://schemas.microsoft.com/office/drawing/2014/main" id="{0740AB7A-B05E-40F4-8C06-6FAEDBBA485F}"/>
                </a:ext>
              </a:extLst>
            </p:cNvPr>
            <p:cNvSpPr/>
            <p:nvPr/>
          </p:nvSpPr>
          <p:spPr bwMode="auto">
            <a:xfrm>
              <a:off x="495491" y="1087655"/>
              <a:ext cx="1918256" cy="722095"/>
            </a:xfrm>
            <a:prstGeom prst="round2SameRect">
              <a:avLst>
                <a:gd name="adj1" fmla="val 8975"/>
                <a:gd name="adj2" fmla="val 0"/>
              </a:avLst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60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D39347A-69AB-4434-A1D5-E64998ED28F7}"/>
                </a:ext>
              </a:extLst>
            </p:cNvPr>
            <p:cNvSpPr/>
            <p:nvPr/>
          </p:nvSpPr>
          <p:spPr bwMode="auto">
            <a:xfrm>
              <a:off x="495491" y="1809750"/>
              <a:ext cx="1918256" cy="27393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64008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1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Pourquoi</a:t>
              </a:r>
              <a:r>
                <a:rPr lang="en-US" sz="14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?</a:t>
              </a:r>
              <a:endParaRPr lang="fr-FR" sz="10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br>
                <a:rPr 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</a:br>
              <a:r>
                <a:rPr lang="en-US" sz="1000">
                  <a:solidFill>
                    <a:srgbClr val="5C5C5C"/>
                  </a:solidFill>
                  <a:ea typeface="+mn-lt"/>
                  <a:cs typeface="+mn-lt"/>
                </a:rPr>
                <a:t>Le </a:t>
              </a:r>
              <a:r>
                <a:rPr lang="en-US" sz="1000" err="1">
                  <a:solidFill>
                    <a:srgbClr val="5C5C5C"/>
                  </a:solidFill>
                  <a:ea typeface="+mn-lt"/>
                  <a:cs typeface="+mn-lt"/>
                </a:rPr>
                <a:t>plagiat</a:t>
              </a:r>
              <a:r>
                <a:rPr lang="en-US" sz="1000">
                  <a:solidFill>
                    <a:srgbClr val="5C5C5C"/>
                  </a:solidFill>
                  <a:ea typeface="+mn-lt"/>
                  <a:cs typeface="+mn-lt"/>
                </a:rPr>
                <a:t> </a:t>
              </a:r>
              <a:r>
                <a:rPr lang="en-US" sz="1000" err="1">
                  <a:solidFill>
                    <a:srgbClr val="5C5C5C"/>
                  </a:solidFill>
                  <a:ea typeface="+mn-lt"/>
                  <a:cs typeface="+mn-lt"/>
                </a:rPr>
                <a:t>remet</a:t>
              </a:r>
              <a:r>
                <a:rPr lang="en-US" sz="1000">
                  <a:solidFill>
                    <a:srgbClr val="5C5C5C"/>
                  </a:solidFill>
                  <a:ea typeface="+mn-lt"/>
                  <a:cs typeface="+mn-lt"/>
                </a:rPr>
                <a:t> </a:t>
              </a:r>
              <a:r>
                <a:rPr lang="en-US" sz="1000" err="1">
                  <a:solidFill>
                    <a:srgbClr val="5C5C5C"/>
                  </a:solidFill>
                  <a:ea typeface="+mn-lt"/>
                  <a:cs typeface="+mn-lt"/>
                </a:rPr>
                <a:t>en</a:t>
              </a:r>
              <a:r>
                <a:rPr lang="en-US" sz="1000">
                  <a:solidFill>
                    <a:srgbClr val="5C5C5C"/>
                  </a:solidFill>
                  <a:ea typeface="+mn-lt"/>
                  <a:cs typeface="+mn-lt"/>
                </a:rPr>
                <a:t> cause la </a:t>
              </a:r>
              <a:r>
                <a:rPr lang="en-US" sz="1000" err="1">
                  <a:solidFill>
                    <a:srgbClr val="5C5C5C"/>
                  </a:solidFill>
                  <a:ea typeface="+mn-lt"/>
                  <a:cs typeface="+mn-lt"/>
                </a:rPr>
                <a:t>crédibilité</a:t>
              </a:r>
              <a:r>
                <a:rPr lang="en-US" sz="1000">
                  <a:solidFill>
                    <a:srgbClr val="5C5C5C"/>
                  </a:solidFill>
                  <a:ea typeface="+mn-lt"/>
                  <a:cs typeface="+mn-lt"/>
                </a:rPr>
                <a:t> des travaux et </a:t>
              </a:r>
              <a:r>
                <a:rPr lang="en-US" sz="1000" err="1">
                  <a:solidFill>
                    <a:srgbClr val="5C5C5C"/>
                  </a:solidFill>
                  <a:ea typeface="+mn-lt"/>
                  <a:cs typeface="+mn-lt"/>
                </a:rPr>
                <a:t>nécessite</a:t>
              </a:r>
              <a:r>
                <a:rPr lang="en-US" sz="1000">
                  <a:solidFill>
                    <a:srgbClr val="5C5C5C"/>
                  </a:solidFill>
                  <a:ea typeface="+mn-lt"/>
                  <a:cs typeface="+mn-lt"/>
                </a:rPr>
                <a:t> des </a:t>
              </a:r>
              <a:r>
                <a:rPr lang="en-US" sz="1000" err="1">
                  <a:solidFill>
                    <a:srgbClr val="5C5C5C"/>
                  </a:solidFill>
                  <a:ea typeface="+mn-lt"/>
                  <a:cs typeface="+mn-lt"/>
                </a:rPr>
                <a:t>outils</a:t>
              </a:r>
              <a:r>
                <a:rPr lang="en-US" sz="1000">
                  <a:solidFill>
                    <a:srgbClr val="5C5C5C"/>
                  </a:solidFill>
                  <a:ea typeface="+mn-lt"/>
                  <a:cs typeface="+mn-lt"/>
                </a:rPr>
                <a:t> </a:t>
              </a:r>
              <a:r>
                <a:rPr lang="en-US" sz="1000" err="1">
                  <a:solidFill>
                    <a:srgbClr val="5C5C5C"/>
                  </a:solidFill>
                  <a:ea typeface="+mn-lt"/>
                  <a:cs typeface="+mn-lt"/>
                </a:rPr>
                <a:t>fiables</a:t>
              </a:r>
              <a:r>
                <a:rPr lang="en-US" sz="1000">
                  <a:solidFill>
                    <a:srgbClr val="5C5C5C"/>
                  </a:solidFill>
                  <a:ea typeface="+mn-lt"/>
                  <a:cs typeface="+mn-lt"/>
                </a:rPr>
                <a:t> pour </a:t>
              </a:r>
              <a:r>
                <a:rPr lang="en-US" sz="1000" err="1">
                  <a:solidFill>
                    <a:srgbClr val="5C5C5C"/>
                  </a:solidFill>
                  <a:ea typeface="+mn-lt"/>
                  <a:cs typeface="+mn-lt"/>
                </a:rPr>
                <a:t>garantir</a:t>
              </a:r>
              <a:r>
                <a:rPr lang="en-US" sz="1000">
                  <a:solidFill>
                    <a:srgbClr val="5C5C5C"/>
                  </a:solidFill>
                  <a:ea typeface="+mn-lt"/>
                  <a:cs typeface="+mn-lt"/>
                </a:rPr>
                <a:t> </a:t>
              </a:r>
              <a:r>
                <a:rPr lang="en-US" sz="1000" err="1">
                  <a:solidFill>
                    <a:srgbClr val="5C5C5C"/>
                  </a:solidFill>
                  <a:ea typeface="+mn-lt"/>
                  <a:cs typeface="+mn-lt"/>
                </a:rPr>
                <a:t>l’authenticité</a:t>
              </a:r>
              <a:r>
                <a:rPr lang="en-US" sz="1000">
                  <a:solidFill>
                    <a:srgbClr val="5C5C5C"/>
                  </a:solidFill>
                  <a:ea typeface="+mn-lt"/>
                  <a:cs typeface="+mn-lt"/>
                </a:rPr>
                <a:t> des documents.</a:t>
              </a:r>
              <a:endParaRPr lang="fr-FR" sz="1000">
                <a:solidFill>
                  <a:srgbClr val="5C5C5C"/>
                </a:solidFill>
                <a:ea typeface="Roboto"/>
                <a:cs typeface="Roboto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E85C621-E261-4F94-ABC1-A0D050F1E5A3}"/>
              </a:ext>
            </a:extLst>
          </p:cNvPr>
          <p:cNvGrpSpPr/>
          <p:nvPr/>
        </p:nvGrpSpPr>
        <p:grpSpPr>
          <a:xfrm>
            <a:off x="6282282" y="1087655"/>
            <a:ext cx="1918256" cy="3461485"/>
            <a:chOff x="495491" y="1087655"/>
            <a:chExt cx="1918256" cy="3461485"/>
          </a:xfrm>
        </p:grpSpPr>
        <p:sp>
          <p:nvSpPr>
            <p:cNvPr id="27" name="Rectangle: Top Corners Rounded 26">
              <a:extLst>
                <a:ext uri="{FF2B5EF4-FFF2-40B4-BE49-F238E27FC236}">
                  <a16:creationId xmlns:a16="http://schemas.microsoft.com/office/drawing/2014/main" id="{224B3E0B-74F9-45E2-BC54-BFA1B95A9E0A}"/>
                </a:ext>
              </a:extLst>
            </p:cNvPr>
            <p:cNvSpPr/>
            <p:nvPr/>
          </p:nvSpPr>
          <p:spPr bwMode="auto">
            <a:xfrm>
              <a:off x="495491" y="1087655"/>
              <a:ext cx="1918256" cy="722095"/>
            </a:xfrm>
            <a:prstGeom prst="round2SameRect">
              <a:avLst>
                <a:gd name="adj1" fmla="val 8975"/>
                <a:gd name="adj2" fmla="val 0"/>
              </a:avLst>
            </a:pr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60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E60B71A-8594-48E2-8982-C85086885F1F}"/>
                </a:ext>
              </a:extLst>
            </p:cNvPr>
            <p:cNvSpPr/>
            <p:nvPr/>
          </p:nvSpPr>
          <p:spPr bwMode="auto">
            <a:xfrm>
              <a:off x="495491" y="1809750"/>
              <a:ext cx="1918256" cy="27393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64008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1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Besoin</a:t>
              </a:r>
              <a:r>
                <a:rPr lang="en-US" sz="14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de Recherche</a:t>
              </a:r>
              <a:endParaRPr lang="en-US" sz="10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br>
                <a:rPr 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</a:br>
              <a:r>
                <a:rPr lang="en-US" sz="1000">
                  <a:solidFill>
                    <a:srgbClr val="5C5C5C"/>
                  </a:solidFill>
                  <a:ea typeface="+mn-lt"/>
                  <a:cs typeface="+mn-lt"/>
                </a:rPr>
                <a:t>Face à </a:t>
              </a:r>
              <a:r>
                <a:rPr lang="en-US" sz="1000" err="1">
                  <a:solidFill>
                    <a:srgbClr val="5C5C5C"/>
                  </a:solidFill>
                  <a:ea typeface="+mn-lt"/>
                  <a:cs typeface="+mn-lt"/>
                </a:rPr>
                <a:t>ces</a:t>
              </a:r>
              <a:r>
                <a:rPr lang="en-US" sz="1000">
                  <a:solidFill>
                    <a:srgbClr val="5C5C5C"/>
                  </a:solidFill>
                  <a:ea typeface="+mn-lt"/>
                  <a:cs typeface="+mn-lt"/>
                </a:rPr>
                <a:t> </a:t>
              </a:r>
              <a:r>
                <a:rPr lang="en-US" sz="1000" err="1">
                  <a:solidFill>
                    <a:srgbClr val="5C5C5C"/>
                  </a:solidFill>
                  <a:ea typeface="+mn-lt"/>
                  <a:cs typeface="+mn-lt"/>
                </a:rPr>
                <a:t>enjeux</a:t>
              </a:r>
              <a:r>
                <a:rPr lang="en-US" sz="1000">
                  <a:solidFill>
                    <a:srgbClr val="5C5C5C"/>
                  </a:solidFill>
                  <a:ea typeface="+mn-lt"/>
                  <a:cs typeface="+mn-lt"/>
                </a:rPr>
                <a:t>, il </a:t>
              </a:r>
              <a:r>
                <a:rPr lang="en-US" sz="1000" err="1">
                  <a:solidFill>
                    <a:srgbClr val="5C5C5C"/>
                  </a:solidFill>
                  <a:ea typeface="+mn-lt"/>
                  <a:cs typeface="+mn-lt"/>
                </a:rPr>
                <a:t>est</a:t>
              </a:r>
              <a:r>
                <a:rPr lang="en-US" sz="1000">
                  <a:solidFill>
                    <a:srgbClr val="5C5C5C"/>
                  </a:solidFill>
                  <a:ea typeface="+mn-lt"/>
                  <a:cs typeface="+mn-lt"/>
                </a:rPr>
                <a:t> </a:t>
              </a:r>
              <a:r>
                <a:rPr lang="en-US" sz="1000" err="1">
                  <a:solidFill>
                    <a:srgbClr val="5C5C5C"/>
                  </a:solidFill>
                  <a:ea typeface="+mn-lt"/>
                  <a:cs typeface="+mn-lt"/>
                </a:rPr>
                <a:t>essentiel</a:t>
              </a:r>
              <a:r>
                <a:rPr lang="en-US" sz="1000">
                  <a:solidFill>
                    <a:srgbClr val="5C5C5C"/>
                  </a:solidFill>
                  <a:ea typeface="+mn-lt"/>
                  <a:cs typeface="+mn-lt"/>
                </a:rPr>
                <a:t> de </a:t>
              </a:r>
              <a:r>
                <a:rPr lang="en-US" sz="1000" err="1">
                  <a:solidFill>
                    <a:srgbClr val="5C5C5C"/>
                  </a:solidFill>
                  <a:ea typeface="+mn-lt"/>
                  <a:cs typeface="+mn-lt"/>
                </a:rPr>
                <a:t>développer</a:t>
              </a:r>
              <a:r>
                <a:rPr lang="en-US" sz="1000">
                  <a:solidFill>
                    <a:srgbClr val="5C5C5C"/>
                  </a:solidFill>
                  <a:ea typeface="+mn-lt"/>
                  <a:cs typeface="+mn-lt"/>
                </a:rPr>
                <a:t> des solutions </a:t>
              </a:r>
              <a:r>
                <a:rPr lang="en-US" sz="1000" err="1">
                  <a:solidFill>
                    <a:srgbClr val="5C5C5C"/>
                  </a:solidFill>
                  <a:ea typeface="+mn-lt"/>
                  <a:cs typeface="+mn-lt"/>
                </a:rPr>
                <a:t>automatisées</a:t>
              </a:r>
              <a:r>
                <a:rPr lang="en-US" sz="1000">
                  <a:solidFill>
                    <a:srgbClr val="5C5C5C"/>
                  </a:solidFill>
                  <a:ea typeface="+mn-lt"/>
                  <a:cs typeface="+mn-lt"/>
                </a:rPr>
                <a:t> </a:t>
              </a:r>
              <a:r>
                <a:rPr lang="en-US" sz="1000" err="1">
                  <a:solidFill>
                    <a:srgbClr val="5C5C5C"/>
                  </a:solidFill>
                  <a:ea typeface="+mn-lt"/>
                  <a:cs typeface="+mn-lt"/>
                </a:rPr>
                <a:t>capables</a:t>
              </a:r>
              <a:r>
                <a:rPr lang="en-US" sz="1000">
                  <a:solidFill>
                    <a:srgbClr val="5C5C5C"/>
                  </a:solidFill>
                  <a:ea typeface="+mn-lt"/>
                  <a:cs typeface="+mn-lt"/>
                </a:rPr>
                <a:t> de </a:t>
              </a:r>
              <a:r>
                <a:rPr lang="en-US" sz="1000" err="1">
                  <a:solidFill>
                    <a:srgbClr val="5C5C5C"/>
                  </a:solidFill>
                  <a:ea typeface="+mn-lt"/>
                  <a:cs typeface="+mn-lt"/>
                </a:rPr>
                <a:t>détecter</a:t>
              </a:r>
              <a:r>
                <a:rPr lang="en-US" sz="1000">
                  <a:solidFill>
                    <a:srgbClr val="5C5C5C"/>
                  </a:solidFill>
                  <a:ea typeface="+mn-lt"/>
                  <a:cs typeface="+mn-lt"/>
                </a:rPr>
                <a:t> </a:t>
              </a:r>
              <a:r>
                <a:rPr lang="en-US" sz="1000" err="1">
                  <a:solidFill>
                    <a:srgbClr val="5C5C5C"/>
                  </a:solidFill>
                  <a:ea typeface="+mn-lt"/>
                  <a:cs typeface="+mn-lt"/>
                </a:rPr>
                <a:t>efficacement</a:t>
              </a:r>
              <a:r>
                <a:rPr lang="en-US" sz="1000">
                  <a:solidFill>
                    <a:srgbClr val="5C5C5C"/>
                  </a:solidFill>
                  <a:ea typeface="+mn-lt"/>
                  <a:cs typeface="+mn-lt"/>
                </a:rPr>
                <a:t> les </a:t>
              </a:r>
              <a:r>
                <a:rPr lang="en-US" sz="1000" err="1">
                  <a:solidFill>
                    <a:srgbClr val="5C5C5C"/>
                  </a:solidFill>
                  <a:ea typeface="+mn-lt"/>
                  <a:cs typeface="+mn-lt"/>
                </a:rPr>
                <a:t>similarités</a:t>
              </a:r>
              <a:r>
                <a:rPr lang="en-US" sz="1000">
                  <a:solidFill>
                    <a:srgbClr val="5C5C5C"/>
                  </a:solidFill>
                  <a:ea typeface="+mn-lt"/>
                  <a:cs typeface="+mn-lt"/>
                </a:rPr>
                <a:t> entre </a:t>
              </a:r>
              <a:r>
                <a:rPr lang="en-US" sz="1000" err="1">
                  <a:solidFill>
                    <a:srgbClr val="5C5C5C"/>
                  </a:solidFill>
                  <a:ea typeface="+mn-lt"/>
                  <a:cs typeface="+mn-lt"/>
                </a:rPr>
                <a:t>textes</a:t>
              </a:r>
              <a:r>
                <a:rPr lang="en-US" sz="1000">
                  <a:solidFill>
                    <a:srgbClr val="5C5C5C"/>
                  </a:solidFill>
                  <a:ea typeface="+mn-lt"/>
                  <a:cs typeface="+mn-lt"/>
                </a:rPr>
                <a:t>.</a:t>
              </a:r>
              <a:endParaRPr lang="en-US" sz="1000">
                <a:solidFill>
                  <a:srgbClr val="5C5C5C"/>
                </a:solidFill>
                <a:ea typeface="Roboto"/>
                <a:cs typeface="Roboto"/>
              </a:endParaRPr>
            </a:p>
          </p:txBody>
        </p: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D63770C0-D63B-4968-9F42-F10317CD2997}"/>
              </a:ext>
            </a:extLst>
          </p:cNvPr>
          <p:cNvSpPr/>
          <p:nvPr/>
        </p:nvSpPr>
        <p:spPr bwMode="auto">
          <a:xfrm>
            <a:off x="1516553" y="1415706"/>
            <a:ext cx="769620" cy="7696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b="1">
                <a:solidFill>
                  <a:schemeClr val="accent1"/>
                </a:solidFill>
              </a:rPr>
              <a:t>01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17DBB8F-9C0B-4B1A-B55F-E4DA686E814C}"/>
              </a:ext>
            </a:extLst>
          </p:cNvPr>
          <p:cNvSpPr/>
          <p:nvPr/>
        </p:nvSpPr>
        <p:spPr bwMode="auto">
          <a:xfrm>
            <a:off x="4191968" y="1437272"/>
            <a:ext cx="769620" cy="7696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b="1">
                <a:solidFill>
                  <a:schemeClr val="accent2"/>
                </a:solidFill>
              </a:rPr>
              <a:t>02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F081A90-11D6-4642-A7A5-C19AAA10C619}"/>
              </a:ext>
            </a:extLst>
          </p:cNvPr>
          <p:cNvSpPr/>
          <p:nvPr/>
        </p:nvSpPr>
        <p:spPr bwMode="auto">
          <a:xfrm>
            <a:off x="6856600" y="1437272"/>
            <a:ext cx="769620" cy="7696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b="1">
                <a:solidFill>
                  <a:schemeClr val="accent3"/>
                </a:solidFill>
              </a:rPr>
              <a:t>03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6A78F3-A0F1-72F6-AE04-ECFAB5AB5769}"/>
              </a:ext>
            </a:extLst>
          </p:cNvPr>
          <p:cNvSpPr/>
          <p:nvPr/>
        </p:nvSpPr>
        <p:spPr bwMode="auto">
          <a:xfrm>
            <a:off x="-3362" y="4688116"/>
            <a:ext cx="9147088" cy="458746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fr-FR" dirty="0">
                <a:ea typeface="Roboto"/>
                <a:cs typeface="Roboto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737044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accel="20000" decel="6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accel="20000" decel="6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accel="20000" decel="6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7819" y="282611"/>
            <a:ext cx="8368363" cy="40945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err="1"/>
              <a:t>Objectifs</a:t>
            </a:r>
            <a:r>
              <a:rPr lang="en-US"/>
              <a:t> du </a:t>
            </a:r>
            <a:r>
              <a:rPr lang="en-US" err="1"/>
              <a:t>projet</a:t>
            </a:r>
            <a:endParaRPr lang="fr-FR" err="1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42E09CA1-8C92-4646-AE3E-CDB182489B86}"/>
              </a:ext>
            </a:extLst>
          </p:cNvPr>
          <p:cNvSpPr>
            <a:spLocks noEditPoints="1"/>
          </p:cNvSpPr>
          <p:nvPr/>
        </p:nvSpPr>
        <p:spPr bwMode="auto">
          <a:xfrm>
            <a:off x="5411152" y="1168648"/>
            <a:ext cx="3328988" cy="3328988"/>
          </a:xfrm>
          <a:custGeom>
            <a:avLst/>
            <a:gdLst>
              <a:gd name="T0" fmla="*/ 1997 w 2048"/>
              <a:gd name="T1" fmla="*/ 390 h 2048"/>
              <a:gd name="T2" fmla="*/ 1960 w 2048"/>
              <a:gd name="T3" fmla="*/ 288 h 2048"/>
              <a:gd name="T4" fmla="*/ 1760 w 2048"/>
              <a:gd name="T5" fmla="*/ 88 h 2048"/>
              <a:gd name="T6" fmla="*/ 1658 w 2048"/>
              <a:gd name="T7" fmla="*/ 51 h 2048"/>
              <a:gd name="T8" fmla="*/ 1024 w 2048"/>
              <a:gd name="T9" fmla="*/ 0 h 2048"/>
              <a:gd name="T10" fmla="*/ 0 w 2048"/>
              <a:gd name="T11" fmla="*/ 1024 h 2048"/>
              <a:gd name="T12" fmla="*/ 1024 w 2048"/>
              <a:gd name="T13" fmla="*/ 2048 h 2048"/>
              <a:gd name="T14" fmla="*/ 2048 w 2048"/>
              <a:gd name="T15" fmla="*/ 1024 h 2048"/>
              <a:gd name="T16" fmla="*/ 1660 w 2048"/>
              <a:gd name="T17" fmla="*/ 333 h 2048"/>
              <a:gd name="T18" fmla="*/ 1821 w 2048"/>
              <a:gd name="T19" fmla="*/ 397 h 2048"/>
              <a:gd name="T20" fmla="*/ 1521 w 2048"/>
              <a:gd name="T21" fmla="*/ 527 h 2048"/>
              <a:gd name="T22" fmla="*/ 1651 w 2048"/>
              <a:gd name="T23" fmla="*/ 227 h 2048"/>
              <a:gd name="T24" fmla="*/ 1228 w 2048"/>
              <a:gd name="T25" fmla="*/ 1024 h 2048"/>
              <a:gd name="T26" fmla="*/ 820 w 2048"/>
              <a:gd name="T27" fmla="*/ 1024 h 2048"/>
              <a:gd name="T28" fmla="*/ 1119 w 2048"/>
              <a:gd name="T29" fmla="*/ 844 h 2048"/>
              <a:gd name="T30" fmla="*/ 982 w 2048"/>
              <a:gd name="T31" fmla="*/ 1066 h 2048"/>
              <a:gd name="T32" fmla="*/ 1066 w 2048"/>
              <a:gd name="T33" fmla="*/ 1066 h 2048"/>
              <a:gd name="T34" fmla="*/ 1228 w 2048"/>
              <a:gd name="T35" fmla="*/ 1024 h 2048"/>
              <a:gd name="T36" fmla="*/ 1024 w 2048"/>
              <a:gd name="T37" fmla="*/ 700 h 2048"/>
              <a:gd name="T38" fmla="*/ 1024 w 2048"/>
              <a:gd name="T39" fmla="*/ 1348 h 2048"/>
              <a:gd name="T40" fmla="*/ 1291 w 2048"/>
              <a:gd name="T41" fmla="*/ 841 h 2048"/>
              <a:gd name="T42" fmla="*/ 1588 w 2048"/>
              <a:gd name="T43" fmla="*/ 1024 h 2048"/>
              <a:gd name="T44" fmla="*/ 460 w 2048"/>
              <a:gd name="T45" fmla="*/ 1024 h 2048"/>
              <a:gd name="T46" fmla="*/ 1378 w 2048"/>
              <a:gd name="T47" fmla="*/ 585 h 2048"/>
              <a:gd name="T48" fmla="*/ 1663 w 2048"/>
              <a:gd name="T49" fmla="*/ 1663 h 2048"/>
              <a:gd name="T50" fmla="*/ 385 w 2048"/>
              <a:gd name="T51" fmla="*/ 1663 h 2048"/>
              <a:gd name="T52" fmla="*/ 385 w 2048"/>
              <a:gd name="T53" fmla="*/ 385 h 2048"/>
              <a:gd name="T54" fmla="*/ 1471 w 2048"/>
              <a:gd name="T55" fmla="*/ 238 h 2048"/>
              <a:gd name="T56" fmla="*/ 1385 w 2048"/>
              <a:gd name="T57" fmla="*/ 346 h 2048"/>
              <a:gd name="T58" fmla="*/ 1394 w 2048"/>
              <a:gd name="T59" fmla="*/ 449 h 2048"/>
              <a:gd name="T60" fmla="*/ 340 w 2048"/>
              <a:gd name="T61" fmla="*/ 1024 h 2048"/>
              <a:gd name="T62" fmla="*/ 1708 w 2048"/>
              <a:gd name="T63" fmla="*/ 1024 h 2048"/>
              <a:gd name="T64" fmla="*/ 1695 w 2048"/>
              <a:gd name="T65" fmla="*/ 662 h 2048"/>
              <a:gd name="T66" fmla="*/ 1701 w 2048"/>
              <a:gd name="T67" fmla="*/ 663 h 2048"/>
              <a:gd name="T68" fmla="*/ 1707 w 2048"/>
              <a:gd name="T69" fmla="*/ 662 h 2048"/>
              <a:gd name="T70" fmla="*/ 1713 w 2048"/>
              <a:gd name="T71" fmla="*/ 661 h 2048"/>
              <a:gd name="T72" fmla="*/ 1719 w 2048"/>
              <a:gd name="T73" fmla="*/ 659 h 2048"/>
              <a:gd name="T74" fmla="*/ 1725 w 2048"/>
              <a:gd name="T75" fmla="*/ 657 h 2048"/>
              <a:gd name="T76" fmla="*/ 1731 w 2048"/>
              <a:gd name="T77" fmla="*/ 654 h 2048"/>
              <a:gd name="T78" fmla="*/ 1736 w 2048"/>
              <a:gd name="T79" fmla="*/ 650 h 2048"/>
              <a:gd name="T80" fmla="*/ 1742 w 2048"/>
              <a:gd name="T81" fmla="*/ 645 h 2048"/>
              <a:gd name="T82" fmla="*/ 1928 w 2048"/>
              <a:gd name="T83" fmla="*/ 1024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048" h="2048">
                <a:moveTo>
                  <a:pt x="1898" y="490"/>
                </a:moveTo>
                <a:cubicBezTo>
                  <a:pt x="1997" y="390"/>
                  <a:pt x="1997" y="390"/>
                  <a:pt x="1997" y="390"/>
                </a:cubicBezTo>
                <a:cubicBezTo>
                  <a:pt x="2013" y="374"/>
                  <a:pt x="2019" y="349"/>
                  <a:pt x="2011" y="327"/>
                </a:cubicBezTo>
                <a:cubicBezTo>
                  <a:pt x="2003" y="305"/>
                  <a:pt x="1983" y="290"/>
                  <a:pt x="1960" y="288"/>
                </a:cubicBezTo>
                <a:cubicBezTo>
                  <a:pt x="1775" y="273"/>
                  <a:pt x="1775" y="273"/>
                  <a:pt x="1775" y="273"/>
                </a:cubicBezTo>
                <a:cubicBezTo>
                  <a:pt x="1760" y="88"/>
                  <a:pt x="1760" y="88"/>
                  <a:pt x="1760" y="88"/>
                </a:cubicBezTo>
                <a:cubicBezTo>
                  <a:pt x="1758" y="65"/>
                  <a:pt x="1743" y="45"/>
                  <a:pt x="1721" y="37"/>
                </a:cubicBezTo>
                <a:cubicBezTo>
                  <a:pt x="1699" y="29"/>
                  <a:pt x="1674" y="35"/>
                  <a:pt x="1658" y="51"/>
                </a:cubicBezTo>
                <a:cubicBezTo>
                  <a:pt x="1558" y="150"/>
                  <a:pt x="1558" y="150"/>
                  <a:pt x="1558" y="150"/>
                </a:cubicBezTo>
                <a:cubicBezTo>
                  <a:pt x="1398" y="52"/>
                  <a:pt x="1214" y="0"/>
                  <a:pt x="1024" y="0"/>
                </a:cubicBezTo>
                <a:cubicBezTo>
                  <a:pt x="750" y="0"/>
                  <a:pt x="493" y="107"/>
                  <a:pt x="300" y="300"/>
                </a:cubicBezTo>
                <a:cubicBezTo>
                  <a:pt x="107" y="493"/>
                  <a:pt x="0" y="750"/>
                  <a:pt x="0" y="1024"/>
                </a:cubicBezTo>
                <a:cubicBezTo>
                  <a:pt x="0" y="1298"/>
                  <a:pt x="107" y="1555"/>
                  <a:pt x="300" y="1748"/>
                </a:cubicBezTo>
                <a:cubicBezTo>
                  <a:pt x="493" y="1941"/>
                  <a:pt x="750" y="2048"/>
                  <a:pt x="1024" y="2048"/>
                </a:cubicBezTo>
                <a:cubicBezTo>
                  <a:pt x="1298" y="2048"/>
                  <a:pt x="1555" y="1941"/>
                  <a:pt x="1748" y="1748"/>
                </a:cubicBezTo>
                <a:cubicBezTo>
                  <a:pt x="1941" y="1555"/>
                  <a:pt x="2048" y="1298"/>
                  <a:pt x="2048" y="1024"/>
                </a:cubicBezTo>
                <a:cubicBezTo>
                  <a:pt x="2048" y="834"/>
                  <a:pt x="1996" y="650"/>
                  <a:pt x="1898" y="490"/>
                </a:cubicBezTo>
                <a:close/>
                <a:moveTo>
                  <a:pt x="1660" y="333"/>
                </a:moveTo>
                <a:cubicBezTo>
                  <a:pt x="1662" y="362"/>
                  <a:pt x="1686" y="386"/>
                  <a:pt x="1715" y="388"/>
                </a:cubicBezTo>
                <a:cubicBezTo>
                  <a:pt x="1821" y="397"/>
                  <a:pt x="1821" y="397"/>
                  <a:pt x="1821" y="397"/>
                </a:cubicBezTo>
                <a:cubicBezTo>
                  <a:pt x="1677" y="540"/>
                  <a:pt x="1677" y="540"/>
                  <a:pt x="1677" y="540"/>
                </a:cubicBezTo>
                <a:cubicBezTo>
                  <a:pt x="1521" y="527"/>
                  <a:pt x="1521" y="527"/>
                  <a:pt x="1521" y="527"/>
                </a:cubicBezTo>
                <a:cubicBezTo>
                  <a:pt x="1508" y="371"/>
                  <a:pt x="1508" y="371"/>
                  <a:pt x="1508" y="371"/>
                </a:cubicBezTo>
                <a:cubicBezTo>
                  <a:pt x="1651" y="227"/>
                  <a:pt x="1651" y="227"/>
                  <a:pt x="1651" y="227"/>
                </a:cubicBezTo>
                <a:lnTo>
                  <a:pt x="1660" y="333"/>
                </a:lnTo>
                <a:close/>
                <a:moveTo>
                  <a:pt x="1228" y="1024"/>
                </a:moveTo>
                <a:cubicBezTo>
                  <a:pt x="1228" y="1136"/>
                  <a:pt x="1136" y="1228"/>
                  <a:pt x="1024" y="1228"/>
                </a:cubicBezTo>
                <a:cubicBezTo>
                  <a:pt x="912" y="1228"/>
                  <a:pt x="820" y="1136"/>
                  <a:pt x="820" y="1024"/>
                </a:cubicBezTo>
                <a:cubicBezTo>
                  <a:pt x="820" y="912"/>
                  <a:pt x="912" y="820"/>
                  <a:pt x="1024" y="820"/>
                </a:cubicBezTo>
                <a:cubicBezTo>
                  <a:pt x="1058" y="820"/>
                  <a:pt x="1091" y="829"/>
                  <a:pt x="1119" y="844"/>
                </a:cubicBezTo>
                <a:cubicBezTo>
                  <a:pt x="982" y="982"/>
                  <a:pt x="982" y="982"/>
                  <a:pt x="982" y="982"/>
                </a:cubicBezTo>
                <a:cubicBezTo>
                  <a:pt x="958" y="1005"/>
                  <a:pt x="958" y="1043"/>
                  <a:pt x="982" y="1066"/>
                </a:cubicBezTo>
                <a:cubicBezTo>
                  <a:pt x="993" y="1078"/>
                  <a:pt x="1009" y="1084"/>
                  <a:pt x="1024" y="1084"/>
                </a:cubicBezTo>
                <a:cubicBezTo>
                  <a:pt x="1039" y="1084"/>
                  <a:pt x="1055" y="1078"/>
                  <a:pt x="1066" y="1066"/>
                </a:cubicBezTo>
                <a:cubicBezTo>
                  <a:pt x="1204" y="929"/>
                  <a:pt x="1204" y="929"/>
                  <a:pt x="1204" y="929"/>
                </a:cubicBezTo>
                <a:cubicBezTo>
                  <a:pt x="1219" y="957"/>
                  <a:pt x="1228" y="990"/>
                  <a:pt x="1228" y="1024"/>
                </a:cubicBezTo>
                <a:close/>
                <a:moveTo>
                  <a:pt x="1207" y="757"/>
                </a:moveTo>
                <a:cubicBezTo>
                  <a:pt x="1155" y="721"/>
                  <a:pt x="1092" y="700"/>
                  <a:pt x="1024" y="700"/>
                </a:cubicBezTo>
                <a:cubicBezTo>
                  <a:pt x="845" y="700"/>
                  <a:pt x="700" y="845"/>
                  <a:pt x="700" y="1024"/>
                </a:cubicBezTo>
                <a:cubicBezTo>
                  <a:pt x="700" y="1203"/>
                  <a:pt x="845" y="1348"/>
                  <a:pt x="1024" y="1348"/>
                </a:cubicBezTo>
                <a:cubicBezTo>
                  <a:pt x="1203" y="1348"/>
                  <a:pt x="1348" y="1203"/>
                  <a:pt x="1348" y="1024"/>
                </a:cubicBezTo>
                <a:cubicBezTo>
                  <a:pt x="1348" y="956"/>
                  <a:pt x="1327" y="893"/>
                  <a:pt x="1291" y="841"/>
                </a:cubicBezTo>
                <a:cubicBezTo>
                  <a:pt x="1463" y="670"/>
                  <a:pt x="1463" y="670"/>
                  <a:pt x="1463" y="670"/>
                </a:cubicBezTo>
                <a:cubicBezTo>
                  <a:pt x="1541" y="767"/>
                  <a:pt x="1588" y="890"/>
                  <a:pt x="1588" y="1024"/>
                </a:cubicBezTo>
                <a:cubicBezTo>
                  <a:pt x="1588" y="1335"/>
                  <a:pt x="1335" y="1588"/>
                  <a:pt x="1024" y="1588"/>
                </a:cubicBezTo>
                <a:cubicBezTo>
                  <a:pt x="713" y="1588"/>
                  <a:pt x="460" y="1335"/>
                  <a:pt x="460" y="1024"/>
                </a:cubicBezTo>
                <a:cubicBezTo>
                  <a:pt x="460" y="713"/>
                  <a:pt x="713" y="460"/>
                  <a:pt x="1024" y="460"/>
                </a:cubicBezTo>
                <a:cubicBezTo>
                  <a:pt x="1158" y="460"/>
                  <a:pt x="1281" y="507"/>
                  <a:pt x="1378" y="585"/>
                </a:cubicBezTo>
                <a:lnTo>
                  <a:pt x="1207" y="757"/>
                </a:lnTo>
                <a:close/>
                <a:moveTo>
                  <a:pt x="1663" y="1663"/>
                </a:moveTo>
                <a:cubicBezTo>
                  <a:pt x="1492" y="1834"/>
                  <a:pt x="1265" y="1928"/>
                  <a:pt x="1024" y="1928"/>
                </a:cubicBezTo>
                <a:cubicBezTo>
                  <a:pt x="783" y="1928"/>
                  <a:pt x="556" y="1834"/>
                  <a:pt x="385" y="1663"/>
                </a:cubicBezTo>
                <a:cubicBezTo>
                  <a:pt x="214" y="1492"/>
                  <a:pt x="120" y="1265"/>
                  <a:pt x="120" y="1024"/>
                </a:cubicBezTo>
                <a:cubicBezTo>
                  <a:pt x="120" y="783"/>
                  <a:pt x="214" y="556"/>
                  <a:pt x="385" y="385"/>
                </a:cubicBezTo>
                <a:cubicBezTo>
                  <a:pt x="556" y="214"/>
                  <a:pt x="783" y="120"/>
                  <a:pt x="1024" y="120"/>
                </a:cubicBezTo>
                <a:cubicBezTo>
                  <a:pt x="1182" y="120"/>
                  <a:pt x="1335" y="161"/>
                  <a:pt x="1471" y="238"/>
                </a:cubicBezTo>
                <a:cubicBezTo>
                  <a:pt x="1403" y="306"/>
                  <a:pt x="1403" y="306"/>
                  <a:pt x="1403" y="306"/>
                </a:cubicBezTo>
                <a:cubicBezTo>
                  <a:pt x="1392" y="317"/>
                  <a:pt x="1386" y="331"/>
                  <a:pt x="1385" y="346"/>
                </a:cubicBezTo>
                <a:cubicBezTo>
                  <a:pt x="1385" y="349"/>
                  <a:pt x="1385" y="351"/>
                  <a:pt x="1386" y="353"/>
                </a:cubicBezTo>
                <a:cubicBezTo>
                  <a:pt x="1394" y="449"/>
                  <a:pt x="1394" y="449"/>
                  <a:pt x="1394" y="449"/>
                </a:cubicBezTo>
                <a:cubicBezTo>
                  <a:pt x="1287" y="380"/>
                  <a:pt x="1160" y="340"/>
                  <a:pt x="1024" y="340"/>
                </a:cubicBezTo>
                <a:cubicBezTo>
                  <a:pt x="647" y="340"/>
                  <a:pt x="340" y="647"/>
                  <a:pt x="340" y="1024"/>
                </a:cubicBezTo>
                <a:cubicBezTo>
                  <a:pt x="340" y="1401"/>
                  <a:pt x="647" y="1708"/>
                  <a:pt x="1024" y="1708"/>
                </a:cubicBezTo>
                <a:cubicBezTo>
                  <a:pt x="1401" y="1708"/>
                  <a:pt x="1708" y="1401"/>
                  <a:pt x="1708" y="1024"/>
                </a:cubicBezTo>
                <a:cubicBezTo>
                  <a:pt x="1708" y="888"/>
                  <a:pt x="1668" y="761"/>
                  <a:pt x="1599" y="654"/>
                </a:cubicBezTo>
                <a:cubicBezTo>
                  <a:pt x="1695" y="662"/>
                  <a:pt x="1695" y="662"/>
                  <a:pt x="1695" y="662"/>
                </a:cubicBezTo>
                <a:cubicBezTo>
                  <a:pt x="1697" y="662"/>
                  <a:pt x="1698" y="663"/>
                  <a:pt x="1700" y="663"/>
                </a:cubicBezTo>
                <a:cubicBezTo>
                  <a:pt x="1700" y="663"/>
                  <a:pt x="1701" y="663"/>
                  <a:pt x="1701" y="663"/>
                </a:cubicBezTo>
                <a:cubicBezTo>
                  <a:pt x="1702" y="663"/>
                  <a:pt x="1702" y="662"/>
                  <a:pt x="1703" y="662"/>
                </a:cubicBezTo>
                <a:cubicBezTo>
                  <a:pt x="1705" y="662"/>
                  <a:pt x="1706" y="662"/>
                  <a:pt x="1707" y="662"/>
                </a:cubicBezTo>
                <a:cubicBezTo>
                  <a:pt x="1708" y="662"/>
                  <a:pt x="1709" y="662"/>
                  <a:pt x="1710" y="662"/>
                </a:cubicBezTo>
                <a:cubicBezTo>
                  <a:pt x="1711" y="662"/>
                  <a:pt x="1712" y="661"/>
                  <a:pt x="1713" y="661"/>
                </a:cubicBezTo>
                <a:cubicBezTo>
                  <a:pt x="1714" y="661"/>
                  <a:pt x="1715" y="661"/>
                  <a:pt x="1716" y="660"/>
                </a:cubicBezTo>
                <a:cubicBezTo>
                  <a:pt x="1717" y="660"/>
                  <a:pt x="1718" y="660"/>
                  <a:pt x="1719" y="659"/>
                </a:cubicBezTo>
                <a:cubicBezTo>
                  <a:pt x="1720" y="659"/>
                  <a:pt x="1721" y="659"/>
                  <a:pt x="1722" y="658"/>
                </a:cubicBezTo>
                <a:cubicBezTo>
                  <a:pt x="1723" y="658"/>
                  <a:pt x="1724" y="658"/>
                  <a:pt x="1725" y="657"/>
                </a:cubicBezTo>
                <a:cubicBezTo>
                  <a:pt x="1726" y="657"/>
                  <a:pt x="1727" y="656"/>
                  <a:pt x="1727" y="656"/>
                </a:cubicBezTo>
                <a:cubicBezTo>
                  <a:pt x="1728" y="655"/>
                  <a:pt x="1730" y="655"/>
                  <a:pt x="1731" y="654"/>
                </a:cubicBezTo>
                <a:cubicBezTo>
                  <a:pt x="1731" y="654"/>
                  <a:pt x="1732" y="653"/>
                  <a:pt x="1733" y="653"/>
                </a:cubicBezTo>
                <a:cubicBezTo>
                  <a:pt x="1734" y="652"/>
                  <a:pt x="1735" y="651"/>
                  <a:pt x="1736" y="650"/>
                </a:cubicBezTo>
                <a:cubicBezTo>
                  <a:pt x="1737" y="650"/>
                  <a:pt x="1737" y="650"/>
                  <a:pt x="1738" y="649"/>
                </a:cubicBezTo>
                <a:cubicBezTo>
                  <a:pt x="1739" y="648"/>
                  <a:pt x="1741" y="646"/>
                  <a:pt x="1742" y="645"/>
                </a:cubicBezTo>
                <a:cubicBezTo>
                  <a:pt x="1810" y="577"/>
                  <a:pt x="1810" y="577"/>
                  <a:pt x="1810" y="577"/>
                </a:cubicBezTo>
                <a:cubicBezTo>
                  <a:pt x="1887" y="713"/>
                  <a:pt x="1928" y="866"/>
                  <a:pt x="1928" y="1024"/>
                </a:cubicBezTo>
                <a:cubicBezTo>
                  <a:pt x="1928" y="1265"/>
                  <a:pt x="1834" y="1492"/>
                  <a:pt x="1663" y="1663"/>
                </a:cubicBez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C291BBA4-0C45-4D25-8388-35B7259BE2A2}"/>
              </a:ext>
            </a:extLst>
          </p:cNvPr>
          <p:cNvSpPr>
            <a:spLocks noEditPoints="1"/>
          </p:cNvSpPr>
          <p:nvPr/>
        </p:nvSpPr>
        <p:spPr bwMode="auto">
          <a:xfrm>
            <a:off x="6085522" y="1843018"/>
            <a:ext cx="1980248" cy="1980248"/>
          </a:xfrm>
          <a:custGeom>
            <a:avLst/>
            <a:gdLst>
              <a:gd name="T0" fmla="*/ 1997 w 2048"/>
              <a:gd name="T1" fmla="*/ 390 h 2048"/>
              <a:gd name="T2" fmla="*/ 1960 w 2048"/>
              <a:gd name="T3" fmla="*/ 288 h 2048"/>
              <a:gd name="T4" fmla="*/ 1760 w 2048"/>
              <a:gd name="T5" fmla="*/ 88 h 2048"/>
              <a:gd name="T6" fmla="*/ 1658 w 2048"/>
              <a:gd name="T7" fmla="*/ 51 h 2048"/>
              <a:gd name="T8" fmla="*/ 1024 w 2048"/>
              <a:gd name="T9" fmla="*/ 0 h 2048"/>
              <a:gd name="T10" fmla="*/ 0 w 2048"/>
              <a:gd name="T11" fmla="*/ 1024 h 2048"/>
              <a:gd name="T12" fmla="*/ 1024 w 2048"/>
              <a:gd name="T13" fmla="*/ 2048 h 2048"/>
              <a:gd name="T14" fmla="*/ 2048 w 2048"/>
              <a:gd name="T15" fmla="*/ 1024 h 2048"/>
              <a:gd name="T16" fmla="*/ 1660 w 2048"/>
              <a:gd name="T17" fmla="*/ 333 h 2048"/>
              <a:gd name="T18" fmla="*/ 1821 w 2048"/>
              <a:gd name="T19" fmla="*/ 397 h 2048"/>
              <a:gd name="T20" fmla="*/ 1521 w 2048"/>
              <a:gd name="T21" fmla="*/ 527 h 2048"/>
              <a:gd name="T22" fmla="*/ 1651 w 2048"/>
              <a:gd name="T23" fmla="*/ 227 h 2048"/>
              <a:gd name="T24" fmla="*/ 1228 w 2048"/>
              <a:gd name="T25" fmla="*/ 1024 h 2048"/>
              <a:gd name="T26" fmla="*/ 820 w 2048"/>
              <a:gd name="T27" fmla="*/ 1024 h 2048"/>
              <a:gd name="T28" fmla="*/ 1119 w 2048"/>
              <a:gd name="T29" fmla="*/ 844 h 2048"/>
              <a:gd name="T30" fmla="*/ 982 w 2048"/>
              <a:gd name="T31" fmla="*/ 1066 h 2048"/>
              <a:gd name="T32" fmla="*/ 1066 w 2048"/>
              <a:gd name="T33" fmla="*/ 1066 h 2048"/>
              <a:gd name="T34" fmla="*/ 1228 w 2048"/>
              <a:gd name="T35" fmla="*/ 1024 h 2048"/>
              <a:gd name="T36" fmla="*/ 1024 w 2048"/>
              <a:gd name="T37" fmla="*/ 700 h 2048"/>
              <a:gd name="T38" fmla="*/ 1024 w 2048"/>
              <a:gd name="T39" fmla="*/ 1348 h 2048"/>
              <a:gd name="T40" fmla="*/ 1291 w 2048"/>
              <a:gd name="T41" fmla="*/ 841 h 2048"/>
              <a:gd name="T42" fmla="*/ 1588 w 2048"/>
              <a:gd name="T43" fmla="*/ 1024 h 2048"/>
              <a:gd name="T44" fmla="*/ 460 w 2048"/>
              <a:gd name="T45" fmla="*/ 1024 h 2048"/>
              <a:gd name="T46" fmla="*/ 1378 w 2048"/>
              <a:gd name="T47" fmla="*/ 585 h 2048"/>
              <a:gd name="T48" fmla="*/ 1663 w 2048"/>
              <a:gd name="T49" fmla="*/ 1663 h 2048"/>
              <a:gd name="T50" fmla="*/ 385 w 2048"/>
              <a:gd name="T51" fmla="*/ 1663 h 2048"/>
              <a:gd name="T52" fmla="*/ 385 w 2048"/>
              <a:gd name="T53" fmla="*/ 385 h 2048"/>
              <a:gd name="T54" fmla="*/ 1471 w 2048"/>
              <a:gd name="T55" fmla="*/ 238 h 2048"/>
              <a:gd name="T56" fmla="*/ 1385 w 2048"/>
              <a:gd name="T57" fmla="*/ 346 h 2048"/>
              <a:gd name="T58" fmla="*/ 1394 w 2048"/>
              <a:gd name="T59" fmla="*/ 449 h 2048"/>
              <a:gd name="T60" fmla="*/ 340 w 2048"/>
              <a:gd name="T61" fmla="*/ 1024 h 2048"/>
              <a:gd name="T62" fmla="*/ 1708 w 2048"/>
              <a:gd name="T63" fmla="*/ 1024 h 2048"/>
              <a:gd name="T64" fmla="*/ 1695 w 2048"/>
              <a:gd name="T65" fmla="*/ 662 h 2048"/>
              <a:gd name="T66" fmla="*/ 1701 w 2048"/>
              <a:gd name="T67" fmla="*/ 663 h 2048"/>
              <a:gd name="T68" fmla="*/ 1707 w 2048"/>
              <a:gd name="T69" fmla="*/ 662 h 2048"/>
              <a:gd name="T70" fmla="*/ 1713 w 2048"/>
              <a:gd name="T71" fmla="*/ 661 h 2048"/>
              <a:gd name="T72" fmla="*/ 1719 w 2048"/>
              <a:gd name="T73" fmla="*/ 659 h 2048"/>
              <a:gd name="T74" fmla="*/ 1725 w 2048"/>
              <a:gd name="T75" fmla="*/ 657 h 2048"/>
              <a:gd name="T76" fmla="*/ 1731 w 2048"/>
              <a:gd name="T77" fmla="*/ 654 h 2048"/>
              <a:gd name="T78" fmla="*/ 1736 w 2048"/>
              <a:gd name="T79" fmla="*/ 650 h 2048"/>
              <a:gd name="T80" fmla="*/ 1742 w 2048"/>
              <a:gd name="T81" fmla="*/ 645 h 2048"/>
              <a:gd name="T82" fmla="*/ 1928 w 2048"/>
              <a:gd name="T83" fmla="*/ 1024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048" h="2048">
                <a:moveTo>
                  <a:pt x="1898" y="490"/>
                </a:moveTo>
                <a:cubicBezTo>
                  <a:pt x="1997" y="390"/>
                  <a:pt x="1997" y="390"/>
                  <a:pt x="1997" y="390"/>
                </a:cubicBezTo>
                <a:cubicBezTo>
                  <a:pt x="2013" y="374"/>
                  <a:pt x="2019" y="349"/>
                  <a:pt x="2011" y="327"/>
                </a:cubicBezTo>
                <a:cubicBezTo>
                  <a:pt x="2003" y="305"/>
                  <a:pt x="1983" y="290"/>
                  <a:pt x="1960" y="288"/>
                </a:cubicBezTo>
                <a:cubicBezTo>
                  <a:pt x="1775" y="273"/>
                  <a:pt x="1775" y="273"/>
                  <a:pt x="1775" y="273"/>
                </a:cubicBezTo>
                <a:cubicBezTo>
                  <a:pt x="1760" y="88"/>
                  <a:pt x="1760" y="88"/>
                  <a:pt x="1760" y="88"/>
                </a:cubicBezTo>
                <a:cubicBezTo>
                  <a:pt x="1758" y="65"/>
                  <a:pt x="1743" y="45"/>
                  <a:pt x="1721" y="37"/>
                </a:cubicBezTo>
                <a:cubicBezTo>
                  <a:pt x="1699" y="29"/>
                  <a:pt x="1674" y="35"/>
                  <a:pt x="1658" y="51"/>
                </a:cubicBezTo>
                <a:cubicBezTo>
                  <a:pt x="1558" y="150"/>
                  <a:pt x="1558" y="150"/>
                  <a:pt x="1558" y="150"/>
                </a:cubicBezTo>
                <a:cubicBezTo>
                  <a:pt x="1398" y="52"/>
                  <a:pt x="1214" y="0"/>
                  <a:pt x="1024" y="0"/>
                </a:cubicBezTo>
                <a:cubicBezTo>
                  <a:pt x="750" y="0"/>
                  <a:pt x="493" y="107"/>
                  <a:pt x="300" y="300"/>
                </a:cubicBezTo>
                <a:cubicBezTo>
                  <a:pt x="107" y="493"/>
                  <a:pt x="0" y="750"/>
                  <a:pt x="0" y="1024"/>
                </a:cubicBezTo>
                <a:cubicBezTo>
                  <a:pt x="0" y="1298"/>
                  <a:pt x="107" y="1555"/>
                  <a:pt x="300" y="1748"/>
                </a:cubicBezTo>
                <a:cubicBezTo>
                  <a:pt x="493" y="1941"/>
                  <a:pt x="750" y="2048"/>
                  <a:pt x="1024" y="2048"/>
                </a:cubicBezTo>
                <a:cubicBezTo>
                  <a:pt x="1298" y="2048"/>
                  <a:pt x="1555" y="1941"/>
                  <a:pt x="1748" y="1748"/>
                </a:cubicBezTo>
                <a:cubicBezTo>
                  <a:pt x="1941" y="1555"/>
                  <a:pt x="2048" y="1298"/>
                  <a:pt x="2048" y="1024"/>
                </a:cubicBezTo>
                <a:cubicBezTo>
                  <a:pt x="2048" y="834"/>
                  <a:pt x="1996" y="650"/>
                  <a:pt x="1898" y="490"/>
                </a:cubicBezTo>
                <a:close/>
                <a:moveTo>
                  <a:pt x="1660" y="333"/>
                </a:moveTo>
                <a:cubicBezTo>
                  <a:pt x="1662" y="362"/>
                  <a:pt x="1686" y="386"/>
                  <a:pt x="1715" y="388"/>
                </a:cubicBezTo>
                <a:cubicBezTo>
                  <a:pt x="1821" y="397"/>
                  <a:pt x="1821" y="397"/>
                  <a:pt x="1821" y="397"/>
                </a:cubicBezTo>
                <a:cubicBezTo>
                  <a:pt x="1677" y="540"/>
                  <a:pt x="1677" y="540"/>
                  <a:pt x="1677" y="540"/>
                </a:cubicBezTo>
                <a:cubicBezTo>
                  <a:pt x="1521" y="527"/>
                  <a:pt x="1521" y="527"/>
                  <a:pt x="1521" y="527"/>
                </a:cubicBezTo>
                <a:cubicBezTo>
                  <a:pt x="1508" y="371"/>
                  <a:pt x="1508" y="371"/>
                  <a:pt x="1508" y="371"/>
                </a:cubicBezTo>
                <a:cubicBezTo>
                  <a:pt x="1651" y="227"/>
                  <a:pt x="1651" y="227"/>
                  <a:pt x="1651" y="227"/>
                </a:cubicBezTo>
                <a:lnTo>
                  <a:pt x="1660" y="333"/>
                </a:lnTo>
                <a:close/>
                <a:moveTo>
                  <a:pt x="1228" y="1024"/>
                </a:moveTo>
                <a:cubicBezTo>
                  <a:pt x="1228" y="1136"/>
                  <a:pt x="1136" y="1228"/>
                  <a:pt x="1024" y="1228"/>
                </a:cubicBezTo>
                <a:cubicBezTo>
                  <a:pt x="912" y="1228"/>
                  <a:pt x="820" y="1136"/>
                  <a:pt x="820" y="1024"/>
                </a:cubicBezTo>
                <a:cubicBezTo>
                  <a:pt x="820" y="912"/>
                  <a:pt x="912" y="820"/>
                  <a:pt x="1024" y="820"/>
                </a:cubicBezTo>
                <a:cubicBezTo>
                  <a:pt x="1058" y="820"/>
                  <a:pt x="1091" y="829"/>
                  <a:pt x="1119" y="844"/>
                </a:cubicBezTo>
                <a:cubicBezTo>
                  <a:pt x="982" y="982"/>
                  <a:pt x="982" y="982"/>
                  <a:pt x="982" y="982"/>
                </a:cubicBezTo>
                <a:cubicBezTo>
                  <a:pt x="958" y="1005"/>
                  <a:pt x="958" y="1043"/>
                  <a:pt x="982" y="1066"/>
                </a:cubicBezTo>
                <a:cubicBezTo>
                  <a:pt x="993" y="1078"/>
                  <a:pt x="1009" y="1084"/>
                  <a:pt x="1024" y="1084"/>
                </a:cubicBezTo>
                <a:cubicBezTo>
                  <a:pt x="1039" y="1084"/>
                  <a:pt x="1055" y="1078"/>
                  <a:pt x="1066" y="1066"/>
                </a:cubicBezTo>
                <a:cubicBezTo>
                  <a:pt x="1204" y="929"/>
                  <a:pt x="1204" y="929"/>
                  <a:pt x="1204" y="929"/>
                </a:cubicBezTo>
                <a:cubicBezTo>
                  <a:pt x="1219" y="957"/>
                  <a:pt x="1228" y="990"/>
                  <a:pt x="1228" y="1024"/>
                </a:cubicBezTo>
                <a:close/>
                <a:moveTo>
                  <a:pt x="1207" y="757"/>
                </a:moveTo>
                <a:cubicBezTo>
                  <a:pt x="1155" y="721"/>
                  <a:pt x="1092" y="700"/>
                  <a:pt x="1024" y="700"/>
                </a:cubicBezTo>
                <a:cubicBezTo>
                  <a:pt x="845" y="700"/>
                  <a:pt x="700" y="845"/>
                  <a:pt x="700" y="1024"/>
                </a:cubicBezTo>
                <a:cubicBezTo>
                  <a:pt x="700" y="1203"/>
                  <a:pt x="845" y="1348"/>
                  <a:pt x="1024" y="1348"/>
                </a:cubicBezTo>
                <a:cubicBezTo>
                  <a:pt x="1203" y="1348"/>
                  <a:pt x="1348" y="1203"/>
                  <a:pt x="1348" y="1024"/>
                </a:cubicBezTo>
                <a:cubicBezTo>
                  <a:pt x="1348" y="956"/>
                  <a:pt x="1327" y="893"/>
                  <a:pt x="1291" y="841"/>
                </a:cubicBezTo>
                <a:cubicBezTo>
                  <a:pt x="1463" y="670"/>
                  <a:pt x="1463" y="670"/>
                  <a:pt x="1463" y="670"/>
                </a:cubicBezTo>
                <a:cubicBezTo>
                  <a:pt x="1541" y="767"/>
                  <a:pt x="1588" y="890"/>
                  <a:pt x="1588" y="1024"/>
                </a:cubicBezTo>
                <a:cubicBezTo>
                  <a:pt x="1588" y="1335"/>
                  <a:pt x="1335" y="1588"/>
                  <a:pt x="1024" y="1588"/>
                </a:cubicBezTo>
                <a:cubicBezTo>
                  <a:pt x="713" y="1588"/>
                  <a:pt x="460" y="1335"/>
                  <a:pt x="460" y="1024"/>
                </a:cubicBezTo>
                <a:cubicBezTo>
                  <a:pt x="460" y="713"/>
                  <a:pt x="713" y="460"/>
                  <a:pt x="1024" y="460"/>
                </a:cubicBezTo>
                <a:cubicBezTo>
                  <a:pt x="1158" y="460"/>
                  <a:pt x="1281" y="507"/>
                  <a:pt x="1378" y="585"/>
                </a:cubicBezTo>
                <a:lnTo>
                  <a:pt x="1207" y="757"/>
                </a:lnTo>
                <a:close/>
                <a:moveTo>
                  <a:pt x="1663" y="1663"/>
                </a:moveTo>
                <a:cubicBezTo>
                  <a:pt x="1492" y="1834"/>
                  <a:pt x="1265" y="1928"/>
                  <a:pt x="1024" y="1928"/>
                </a:cubicBezTo>
                <a:cubicBezTo>
                  <a:pt x="783" y="1928"/>
                  <a:pt x="556" y="1834"/>
                  <a:pt x="385" y="1663"/>
                </a:cubicBezTo>
                <a:cubicBezTo>
                  <a:pt x="214" y="1492"/>
                  <a:pt x="120" y="1265"/>
                  <a:pt x="120" y="1024"/>
                </a:cubicBezTo>
                <a:cubicBezTo>
                  <a:pt x="120" y="783"/>
                  <a:pt x="214" y="556"/>
                  <a:pt x="385" y="385"/>
                </a:cubicBezTo>
                <a:cubicBezTo>
                  <a:pt x="556" y="214"/>
                  <a:pt x="783" y="120"/>
                  <a:pt x="1024" y="120"/>
                </a:cubicBezTo>
                <a:cubicBezTo>
                  <a:pt x="1182" y="120"/>
                  <a:pt x="1335" y="161"/>
                  <a:pt x="1471" y="238"/>
                </a:cubicBezTo>
                <a:cubicBezTo>
                  <a:pt x="1403" y="306"/>
                  <a:pt x="1403" y="306"/>
                  <a:pt x="1403" y="306"/>
                </a:cubicBezTo>
                <a:cubicBezTo>
                  <a:pt x="1392" y="317"/>
                  <a:pt x="1386" y="331"/>
                  <a:pt x="1385" y="346"/>
                </a:cubicBezTo>
                <a:cubicBezTo>
                  <a:pt x="1385" y="349"/>
                  <a:pt x="1385" y="351"/>
                  <a:pt x="1386" y="353"/>
                </a:cubicBezTo>
                <a:cubicBezTo>
                  <a:pt x="1394" y="449"/>
                  <a:pt x="1394" y="449"/>
                  <a:pt x="1394" y="449"/>
                </a:cubicBezTo>
                <a:cubicBezTo>
                  <a:pt x="1287" y="380"/>
                  <a:pt x="1160" y="340"/>
                  <a:pt x="1024" y="340"/>
                </a:cubicBezTo>
                <a:cubicBezTo>
                  <a:pt x="647" y="340"/>
                  <a:pt x="340" y="647"/>
                  <a:pt x="340" y="1024"/>
                </a:cubicBezTo>
                <a:cubicBezTo>
                  <a:pt x="340" y="1401"/>
                  <a:pt x="647" y="1708"/>
                  <a:pt x="1024" y="1708"/>
                </a:cubicBezTo>
                <a:cubicBezTo>
                  <a:pt x="1401" y="1708"/>
                  <a:pt x="1708" y="1401"/>
                  <a:pt x="1708" y="1024"/>
                </a:cubicBezTo>
                <a:cubicBezTo>
                  <a:pt x="1708" y="888"/>
                  <a:pt x="1668" y="761"/>
                  <a:pt x="1599" y="654"/>
                </a:cubicBezTo>
                <a:cubicBezTo>
                  <a:pt x="1695" y="662"/>
                  <a:pt x="1695" y="662"/>
                  <a:pt x="1695" y="662"/>
                </a:cubicBezTo>
                <a:cubicBezTo>
                  <a:pt x="1697" y="662"/>
                  <a:pt x="1698" y="663"/>
                  <a:pt x="1700" y="663"/>
                </a:cubicBezTo>
                <a:cubicBezTo>
                  <a:pt x="1700" y="663"/>
                  <a:pt x="1701" y="663"/>
                  <a:pt x="1701" y="663"/>
                </a:cubicBezTo>
                <a:cubicBezTo>
                  <a:pt x="1702" y="663"/>
                  <a:pt x="1702" y="662"/>
                  <a:pt x="1703" y="662"/>
                </a:cubicBezTo>
                <a:cubicBezTo>
                  <a:pt x="1705" y="662"/>
                  <a:pt x="1706" y="662"/>
                  <a:pt x="1707" y="662"/>
                </a:cubicBezTo>
                <a:cubicBezTo>
                  <a:pt x="1708" y="662"/>
                  <a:pt x="1709" y="662"/>
                  <a:pt x="1710" y="662"/>
                </a:cubicBezTo>
                <a:cubicBezTo>
                  <a:pt x="1711" y="662"/>
                  <a:pt x="1712" y="661"/>
                  <a:pt x="1713" y="661"/>
                </a:cubicBezTo>
                <a:cubicBezTo>
                  <a:pt x="1714" y="661"/>
                  <a:pt x="1715" y="661"/>
                  <a:pt x="1716" y="660"/>
                </a:cubicBezTo>
                <a:cubicBezTo>
                  <a:pt x="1717" y="660"/>
                  <a:pt x="1718" y="660"/>
                  <a:pt x="1719" y="659"/>
                </a:cubicBezTo>
                <a:cubicBezTo>
                  <a:pt x="1720" y="659"/>
                  <a:pt x="1721" y="659"/>
                  <a:pt x="1722" y="658"/>
                </a:cubicBezTo>
                <a:cubicBezTo>
                  <a:pt x="1723" y="658"/>
                  <a:pt x="1724" y="658"/>
                  <a:pt x="1725" y="657"/>
                </a:cubicBezTo>
                <a:cubicBezTo>
                  <a:pt x="1726" y="657"/>
                  <a:pt x="1727" y="656"/>
                  <a:pt x="1727" y="656"/>
                </a:cubicBezTo>
                <a:cubicBezTo>
                  <a:pt x="1728" y="655"/>
                  <a:pt x="1730" y="655"/>
                  <a:pt x="1731" y="654"/>
                </a:cubicBezTo>
                <a:cubicBezTo>
                  <a:pt x="1731" y="654"/>
                  <a:pt x="1732" y="653"/>
                  <a:pt x="1733" y="653"/>
                </a:cubicBezTo>
                <a:cubicBezTo>
                  <a:pt x="1734" y="652"/>
                  <a:pt x="1735" y="651"/>
                  <a:pt x="1736" y="650"/>
                </a:cubicBezTo>
                <a:cubicBezTo>
                  <a:pt x="1737" y="650"/>
                  <a:pt x="1737" y="650"/>
                  <a:pt x="1738" y="649"/>
                </a:cubicBezTo>
                <a:cubicBezTo>
                  <a:pt x="1739" y="648"/>
                  <a:pt x="1741" y="646"/>
                  <a:pt x="1742" y="645"/>
                </a:cubicBezTo>
                <a:cubicBezTo>
                  <a:pt x="1810" y="577"/>
                  <a:pt x="1810" y="577"/>
                  <a:pt x="1810" y="577"/>
                </a:cubicBezTo>
                <a:cubicBezTo>
                  <a:pt x="1887" y="713"/>
                  <a:pt x="1928" y="866"/>
                  <a:pt x="1928" y="1024"/>
                </a:cubicBezTo>
                <a:cubicBezTo>
                  <a:pt x="1928" y="1265"/>
                  <a:pt x="1834" y="1492"/>
                  <a:pt x="1663" y="166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Inhaltsplatzhalter 4">
            <a:extLst>
              <a:ext uri="{FF2B5EF4-FFF2-40B4-BE49-F238E27FC236}">
                <a16:creationId xmlns:a16="http://schemas.microsoft.com/office/drawing/2014/main" id="{63609B37-9F07-476A-A0FC-C4C1E9D5BA8C}"/>
              </a:ext>
            </a:extLst>
          </p:cNvPr>
          <p:cNvSpPr txBox="1">
            <a:spLocks/>
          </p:cNvSpPr>
          <p:nvPr/>
        </p:nvSpPr>
        <p:spPr>
          <a:xfrm>
            <a:off x="1127131" y="1590959"/>
            <a:ext cx="3833592" cy="66223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sz="1400" b="1">
                <a:solidFill>
                  <a:schemeClr val="accent1"/>
                </a:solidFill>
                <a:latin typeface="+mj-lt"/>
              </a:rPr>
              <a:t>Objectif #1</a:t>
            </a:r>
            <a:br>
              <a:rPr lang="en-US" sz="1400" b="1">
                <a:solidFill>
                  <a:schemeClr val="bg1">
                    <a:lumMod val="65000"/>
                  </a:schemeClr>
                </a:solidFill>
                <a:latin typeface="+mj-lt"/>
              </a:rPr>
            </a:br>
            <a:r>
              <a:rPr lang="fr-FR" sz="1000">
                <a:solidFill>
                  <a:srgbClr val="5C5C5C"/>
                </a:solidFill>
                <a:latin typeface="Roboto"/>
                <a:ea typeface="Roboto"/>
                <a:cs typeface="Roboto"/>
              </a:rPr>
              <a:t>Développer une solution de détection de plagiat différents algorithmes.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766F0EB-8E38-4976-9B73-890A82AE0CA5}"/>
              </a:ext>
            </a:extLst>
          </p:cNvPr>
          <p:cNvGrpSpPr/>
          <p:nvPr/>
        </p:nvGrpSpPr>
        <p:grpSpPr>
          <a:xfrm>
            <a:off x="396343" y="1684962"/>
            <a:ext cx="474222" cy="474222"/>
            <a:chOff x="2133600" y="3181350"/>
            <a:chExt cx="1362075" cy="1362075"/>
          </a:xfrm>
          <a:solidFill>
            <a:schemeClr val="accent1"/>
          </a:solidFill>
        </p:grpSpPr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8E3D36C3-363F-481A-8ADE-4066CA776E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33600" y="3181350"/>
              <a:ext cx="1362075" cy="1362075"/>
            </a:xfrm>
            <a:custGeom>
              <a:avLst/>
              <a:gdLst>
                <a:gd name="T0" fmla="*/ 1428 w 3432"/>
                <a:gd name="T1" fmla="*/ 253 h 3432"/>
                <a:gd name="T2" fmla="*/ 1073 w 3432"/>
                <a:gd name="T3" fmla="*/ 371 h 3432"/>
                <a:gd name="T4" fmla="*/ 763 w 3432"/>
                <a:gd name="T5" fmla="*/ 570 h 3432"/>
                <a:gd name="T6" fmla="*/ 513 w 3432"/>
                <a:gd name="T7" fmla="*/ 836 h 3432"/>
                <a:gd name="T8" fmla="*/ 334 w 3432"/>
                <a:gd name="T9" fmla="*/ 1158 h 3432"/>
                <a:gd name="T10" fmla="*/ 237 w 3432"/>
                <a:gd name="T11" fmla="*/ 1522 h 3432"/>
                <a:gd name="T12" fmla="*/ 237 w 3432"/>
                <a:gd name="T13" fmla="*/ 1910 h 3432"/>
                <a:gd name="T14" fmla="*/ 334 w 3432"/>
                <a:gd name="T15" fmla="*/ 2274 h 3432"/>
                <a:gd name="T16" fmla="*/ 513 w 3432"/>
                <a:gd name="T17" fmla="*/ 2596 h 3432"/>
                <a:gd name="T18" fmla="*/ 763 w 3432"/>
                <a:gd name="T19" fmla="*/ 2862 h 3432"/>
                <a:gd name="T20" fmla="*/ 1073 w 3432"/>
                <a:gd name="T21" fmla="*/ 3061 h 3432"/>
                <a:gd name="T22" fmla="*/ 1428 w 3432"/>
                <a:gd name="T23" fmla="*/ 3179 h 3432"/>
                <a:gd name="T24" fmla="*/ 1814 w 3432"/>
                <a:gd name="T25" fmla="*/ 3204 h 3432"/>
                <a:gd name="T26" fmla="*/ 2187 w 3432"/>
                <a:gd name="T27" fmla="*/ 3130 h 3432"/>
                <a:gd name="T28" fmla="*/ 2520 w 3432"/>
                <a:gd name="T29" fmla="*/ 2971 h 3432"/>
                <a:gd name="T30" fmla="*/ 2802 w 3432"/>
                <a:gd name="T31" fmla="*/ 2737 h 3432"/>
                <a:gd name="T32" fmla="*/ 3018 w 3432"/>
                <a:gd name="T33" fmla="*/ 2441 h 3432"/>
                <a:gd name="T34" fmla="*/ 3157 w 3432"/>
                <a:gd name="T35" fmla="*/ 2097 h 3432"/>
                <a:gd name="T36" fmla="*/ 3207 w 3432"/>
                <a:gd name="T37" fmla="*/ 1716 h 3432"/>
                <a:gd name="T38" fmla="*/ 3157 w 3432"/>
                <a:gd name="T39" fmla="*/ 1335 h 3432"/>
                <a:gd name="T40" fmla="*/ 3018 w 3432"/>
                <a:gd name="T41" fmla="*/ 991 h 3432"/>
                <a:gd name="T42" fmla="*/ 2802 w 3432"/>
                <a:gd name="T43" fmla="*/ 695 h 3432"/>
                <a:gd name="T44" fmla="*/ 2520 w 3432"/>
                <a:gd name="T45" fmla="*/ 461 h 3432"/>
                <a:gd name="T46" fmla="*/ 2187 w 3432"/>
                <a:gd name="T47" fmla="*/ 302 h 3432"/>
                <a:gd name="T48" fmla="*/ 1814 w 3432"/>
                <a:gd name="T49" fmla="*/ 228 h 3432"/>
                <a:gd name="T50" fmla="*/ 1923 w 3432"/>
                <a:gd name="T51" fmla="*/ 12 h 3432"/>
                <a:gd name="T52" fmla="*/ 2314 w 3432"/>
                <a:gd name="T53" fmla="*/ 107 h 3432"/>
                <a:gd name="T54" fmla="*/ 2664 w 3432"/>
                <a:gd name="T55" fmla="*/ 287 h 3432"/>
                <a:gd name="T56" fmla="*/ 2963 w 3432"/>
                <a:gd name="T57" fmla="*/ 538 h 3432"/>
                <a:gd name="T58" fmla="*/ 3197 w 3432"/>
                <a:gd name="T59" fmla="*/ 851 h 3432"/>
                <a:gd name="T60" fmla="*/ 3356 w 3432"/>
                <a:gd name="T61" fmla="*/ 1213 h 3432"/>
                <a:gd name="T62" fmla="*/ 3429 w 3432"/>
                <a:gd name="T63" fmla="*/ 1612 h 3432"/>
                <a:gd name="T64" fmla="*/ 3404 w 3432"/>
                <a:gd name="T65" fmla="*/ 2024 h 3432"/>
                <a:gd name="T66" fmla="*/ 3287 w 3432"/>
                <a:gd name="T67" fmla="*/ 2406 h 3432"/>
                <a:gd name="T68" fmla="*/ 3089 w 3432"/>
                <a:gd name="T69" fmla="*/ 2745 h 3432"/>
                <a:gd name="T70" fmla="*/ 2820 w 3432"/>
                <a:gd name="T71" fmla="*/ 3027 h 3432"/>
                <a:gd name="T72" fmla="*/ 2495 w 3432"/>
                <a:gd name="T73" fmla="*/ 3245 h 3432"/>
                <a:gd name="T74" fmla="*/ 2123 w 3432"/>
                <a:gd name="T75" fmla="*/ 3383 h 3432"/>
                <a:gd name="T76" fmla="*/ 1715 w 3432"/>
                <a:gd name="T77" fmla="*/ 3432 h 3432"/>
                <a:gd name="T78" fmla="*/ 1309 w 3432"/>
                <a:gd name="T79" fmla="*/ 3383 h 3432"/>
                <a:gd name="T80" fmla="*/ 937 w 3432"/>
                <a:gd name="T81" fmla="*/ 3245 h 3432"/>
                <a:gd name="T82" fmla="*/ 610 w 3432"/>
                <a:gd name="T83" fmla="*/ 3027 h 3432"/>
                <a:gd name="T84" fmla="*/ 343 w 3432"/>
                <a:gd name="T85" fmla="*/ 2745 h 3432"/>
                <a:gd name="T86" fmla="*/ 145 w 3432"/>
                <a:gd name="T87" fmla="*/ 2406 h 3432"/>
                <a:gd name="T88" fmla="*/ 28 w 3432"/>
                <a:gd name="T89" fmla="*/ 2024 h 3432"/>
                <a:gd name="T90" fmla="*/ 3 w 3432"/>
                <a:gd name="T91" fmla="*/ 1612 h 3432"/>
                <a:gd name="T92" fmla="*/ 76 w 3432"/>
                <a:gd name="T93" fmla="*/ 1213 h 3432"/>
                <a:gd name="T94" fmla="*/ 235 w 3432"/>
                <a:gd name="T95" fmla="*/ 851 h 3432"/>
                <a:gd name="T96" fmla="*/ 469 w 3432"/>
                <a:gd name="T97" fmla="*/ 538 h 3432"/>
                <a:gd name="T98" fmla="*/ 768 w 3432"/>
                <a:gd name="T99" fmla="*/ 287 h 3432"/>
                <a:gd name="T100" fmla="*/ 1118 w 3432"/>
                <a:gd name="T101" fmla="*/ 107 h 3432"/>
                <a:gd name="T102" fmla="*/ 1509 w 3432"/>
                <a:gd name="T103" fmla="*/ 12 h 3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432" h="3432">
                  <a:moveTo>
                    <a:pt x="1715" y="225"/>
                  </a:moveTo>
                  <a:lnTo>
                    <a:pt x="1618" y="228"/>
                  </a:lnTo>
                  <a:lnTo>
                    <a:pt x="1522" y="237"/>
                  </a:lnTo>
                  <a:lnTo>
                    <a:pt x="1428" y="253"/>
                  </a:lnTo>
                  <a:lnTo>
                    <a:pt x="1335" y="275"/>
                  </a:lnTo>
                  <a:lnTo>
                    <a:pt x="1245" y="302"/>
                  </a:lnTo>
                  <a:lnTo>
                    <a:pt x="1158" y="334"/>
                  </a:lnTo>
                  <a:lnTo>
                    <a:pt x="1073" y="371"/>
                  </a:lnTo>
                  <a:lnTo>
                    <a:pt x="991" y="414"/>
                  </a:lnTo>
                  <a:lnTo>
                    <a:pt x="912" y="461"/>
                  </a:lnTo>
                  <a:lnTo>
                    <a:pt x="836" y="513"/>
                  </a:lnTo>
                  <a:lnTo>
                    <a:pt x="763" y="570"/>
                  </a:lnTo>
                  <a:lnTo>
                    <a:pt x="695" y="630"/>
                  </a:lnTo>
                  <a:lnTo>
                    <a:pt x="630" y="695"/>
                  </a:lnTo>
                  <a:lnTo>
                    <a:pt x="570" y="763"/>
                  </a:lnTo>
                  <a:lnTo>
                    <a:pt x="513" y="836"/>
                  </a:lnTo>
                  <a:lnTo>
                    <a:pt x="461" y="912"/>
                  </a:lnTo>
                  <a:lnTo>
                    <a:pt x="414" y="991"/>
                  </a:lnTo>
                  <a:lnTo>
                    <a:pt x="371" y="1073"/>
                  </a:lnTo>
                  <a:lnTo>
                    <a:pt x="334" y="1158"/>
                  </a:lnTo>
                  <a:lnTo>
                    <a:pt x="302" y="1245"/>
                  </a:lnTo>
                  <a:lnTo>
                    <a:pt x="275" y="1335"/>
                  </a:lnTo>
                  <a:lnTo>
                    <a:pt x="253" y="1428"/>
                  </a:lnTo>
                  <a:lnTo>
                    <a:pt x="237" y="1522"/>
                  </a:lnTo>
                  <a:lnTo>
                    <a:pt x="228" y="1618"/>
                  </a:lnTo>
                  <a:lnTo>
                    <a:pt x="225" y="1716"/>
                  </a:lnTo>
                  <a:lnTo>
                    <a:pt x="228" y="1814"/>
                  </a:lnTo>
                  <a:lnTo>
                    <a:pt x="237" y="1910"/>
                  </a:lnTo>
                  <a:lnTo>
                    <a:pt x="253" y="2004"/>
                  </a:lnTo>
                  <a:lnTo>
                    <a:pt x="275" y="2097"/>
                  </a:lnTo>
                  <a:lnTo>
                    <a:pt x="302" y="2187"/>
                  </a:lnTo>
                  <a:lnTo>
                    <a:pt x="334" y="2274"/>
                  </a:lnTo>
                  <a:lnTo>
                    <a:pt x="371" y="2359"/>
                  </a:lnTo>
                  <a:lnTo>
                    <a:pt x="414" y="2441"/>
                  </a:lnTo>
                  <a:lnTo>
                    <a:pt x="461" y="2520"/>
                  </a:lnTo>
                  <a:lnTo>
                    <a:pt x="513" y="2596"/>
                  </a:lnTo>
                  <a:lnTo>
                    <a:pt x="570" y="2669"/>
                  </a:lnTo>
                  <a:lnTo>
                    <a:pt x="630" y="2737"/>
                  </a:lnTo>
                  <a:lnTo>
                    <a:pt x="695" y="2802"/>
                  </a:lnTo>
                  <a:lnTo>
                    <a:pt x="763" y="2862"/>
                  </a:lnTo>
                  <a:lnTo>
                    <a:pt x="836" y="2919"/>
                  </a:lnTo>
                  <a:lnTo>
                    <a:pt x="912" y="2971"/>
                  </a:lnTo>
                  <a:lnTo>
                    <a:pt x="991" y="3018"/>
                  </a:lnTo>
                  <a:lnTo>
                    <a:pt x="1073" y="3061"/>
                  </a:lnTo>
                  <a:lnTo>
                    <a:pt x="1158" y="3098"/>
                  </a:lnTo>
                  <a:lnTo>
                    <a:pt x="1245" y="3130"/>
                  </a:lnTo>
                  <a:lnTo>
                    <a:pt x="1335" y="3157"/>
                  </a:lnTo>
                  <a:lnTo>
                    <a:pt x="1428" y="3179"/>
                  </a:lnTo>
                  <a:lnTo>
                    <a:pt x="1522" y="3195"/>
                  </a:lnTo>
                  <a:lnTo>
                    <a:pt x="1618" y="3204"/>
                  </a:lnTo>
                  <a:lnTo>
                    <a:pt x="1715" y="3207"/>
                  </a:lnTo>
                  <a:lnTo>
                    <a:pt x="1814" y="3204"/>
                  </a:lnTo>
                  <a:lnTo>
                    <a:pt x="1910" y="3195"/>
                  </a:lnTo>
                  <a:lnTo>
                    <a:pt x="2004" y="3179"/>
                  </a:lnTo>
                  <a:lnTo>
                    <a:pt x="2097" y="3157"/>
                  </a:lnTo>
                  <a:lnTo>
                    <a:pt x="2187" y="3130"/>
                  </a:lnTo>
                  <a:lnTo>
                    <a:pt x="2274" y="3098"/>
                  </a:lnTo>
                  <a:lnTo>
                    <a:pt x="2359" y="3061"/>
                  </a:lnTo>
                  <a:lnTo>
                    <a:pt x="2441" y="3018"/>
                  </a:lnTo>
                  <a:lnTo>
                    <a:pt x="2520" y="2971"/>
                  </a:lnTo>
                  <a:lnTo>
                    <a:pt x="2596" y="2919"/>
                  </a:lnTo>
                  <a:lnTo>
                    <a:pt x="2669" y="2862"/>
                  </a:lnTo>
                  <a:lnTo>
                    <a:pt x="2737" y="2802"/>
                  </a:lnTo>
                  <a:lnTo>
                    <a:pt x="2802" y="2737"/>
                  </a:lnTo>
                  <a:lnTo>
                    <a:pt x="2862" y="2669"/>
                  </a:lnTo>
                  <a:lnTo>
                    <a:pt x="2919" y="2596"/>
                  </a:lnTo>
                  <a:lnTo>
                    <a:pt x="2971" y="2520"/>
                  </a:lnTo>
                  <a:lnTo>
                    <a:pt x="3018" y="2441"/>
                  </a:lnTo>
                  <a:lnTo>
                    <a:pt x="3061" y="2359"/>
                  </a:lnTo>
                  <a:lnTo>
                    <a:pt x="3098" y="2274"/>
                  </a:lnTo>
                  <a:lnTo>
                    <a:pt x="3130" y="2187"/>
                  </a:lnTo>
                  <a:lnTo>
                    <a:pt x="3157" y="2097"/>
                  </a:lnTo>
                  <a:lnTo>
                    <a:pt x="3179" y="2004"/>
                  </a:lnTo>
                  <a:lnTo>
                    <a:pt x="3195" y="1910"/>
                  </a:lnTo>
                  <a:lnTo>
                    <a:pt x="3204" y="1814"/>
                  </a:lnTo>
                  <a:lnTo>
                    <a:pt x="3207" y="1716"/>
                  </a:lnTo>
                  <a:lnTo>
                    <a:pt x="3204" y="1618"/>
                  </a:lnTo>
                  <a:lnTo>
                    <a:pt x="3195" y="1522"/>
                  </a:lnTo>
                  <a:lnTo>
                    <a:pt x="3179" y="1428"/>
                  </a:lnTo>
                  <a:lnTo>
                    <a:pt x="3157" y="1335"/>
                  </a:lnTo>
                  <a:lnTo>
                    <a:pt x="3130" y="1245"/>
                  </a:lnTo>
                  <a:lnTo>
                    <a:pt x="3098" y="1158"/>
                  </a:lnTo>
                  <a:lnTo>
                    <a:pt x="3061" y="1073"/>
                  </a:lnTo>
                  <a:lnTo>
                    <a:pt x="3018" y="991"/>
                  </a:lnTo>
                  <a:lnTo>
                    <a:pt x="2971" y="912"/>
                  </a:lnTo>
                  <a:lnTo>
                    <a:pt x="2919" y="836"/>
                  </a:lnTo>
                  <a:lnTo>
                    <a:pt x="2862" y="763"/>
                  </a:lnTo>
                  <a:lnTo>
                    <a:pt x="2802" y="695"/>
                  </a:lnTo>
                  <a:lnTo>
                    <a:pt x="2737" y="630"/>
                  </a:lnTo>
                  <a:lnTo>
                    <a:pt x="2669" y="570"/>
                  </a:lnTo>
                  <a:lnTo>
                    <a:pt x="2596" y="513"/>
                  </a:lnTo>
                  <a:lnTo>
                    <a:pt x="2520" y="461"/>
                  </a:lnTo>
                  <a:lnTo>
                    <a:pt x="2441" y="414"/>
                  </a:lnTo>
                  <a:lnTo>
                    <a:pt x="2359" y="371"/>
                  </a:lnTo>
                  <a:lnTo>
                    <a:pt x="2274" y="334"/>
                  </a:lnTo>
                  <a:lnTo>
                    <a:pt x="2187" y="302"/>
                  </a:lnTo>
                  <a:lnTo>
                    <a:pt x="2097" y="275"/>
                  </a:lnTo>
                  <a:lnTo>
                    <a:pt x="2004" y="253"/>
                  </a:lnTo>
                  <a:lnTo>
                    <a:pt x="1910" y="237"/>
                  </a:lnTo>
                  <a:lnTo>
                    <a:pt x="1814" y="228"/>
                  </a:lnTo>
                  <a:lnTo>
                    <a:pt x="1715" y="225"/>
                  </a:lnTo>
                  <a:close/>
                  <a:moveTo>
                    <a:pt x="1715" y="0"/>
                  </a:moveTo>
                  <a:lnTo>
                    <a:pt x="1820" y="3"/>
                  </a:lnTo>
                  <a:lnTo>
                    <a:pt x="1923" y="12"/>
                  </a:lnTo>
                  <a:lnTo>
                    <a:pt x="2024" y="28"/>
                  </a:lnTo>
                  <a:lnTo>
                    <a:pt x="2123" y="49"/>
                  </a:lnTo>
                  <a:lnTo>
                    <a:pt x="2219" y="76"/>
                  </a:lnTo>
                  <a:lnTo>
                    <a:pt x="2314" y="107"/>
                  </a:lnTo>
                  <a:lnTo>
                    <a:pt x="2406" y="145"/>
                  </a:lnTo>
                  <a:lnTo>
                    <a:pt x="2495" y="187"/>
                  </a:lnTo>
                  <a:lnTo>
                    <a:pt x="2581" y="235"/>
                  </a:lnTo>
                  <a:lnTo>
                    <a:pt x="2664" y="287"/>
                  </a:lnTo>
                  <a:lnTo>
                    <a:pt x="2745" y="343"/>
                  </a:lnTo>
                  <a:lnTo>
                    <a:pt x="2820" y="405"/>
                  </a:lnTo>
                  <a:lnTo>
                    <a:pt x="2894" y="469"/>
                  </a:lnTo>
                  <a:lnTo>
                    <a:pt x="2963" y="538"/>
                  </a:lnTo>
                  <a:lnTo>
                    <a:pt x="3027" y="612"/>
                  </a:lnTo>
                  <a:lnTo>
                    <a:pt x="3089" y="687"/>
                  </a:lnTo>
                  <a:lnTo>
                    <a:pt x="3145" y="768"/>
                  </a:lnTo>
                  <a:lnTo>
                    <a:pt x="3197" y="851"/>
                  </a:lnTo>
                  <a:lnTo>
                    <a:pt x="3245" y="937"/>
                  </a:lnTo>
                  <a:lnTo>
                    <a:pt x="3287" y="1026"/>
                  </a:lnTo>
                  <a:lnTo>
                    <a:pt x="3325" y="1118"/>
                  </a:lnTo>
                  <a:lnTo>
                    <a:pt x="3356" y="1213"/>
                  </a:lnTo>
                  <a:lnTo>
                    <a:pt x="3383" y="1309"/>
                  </a:lnTo>
                  <a:lnTo>
                    <a:pt x="3404" y="1408"/>
                  </a:lnTo>
                  <a:lnTo>
                    <a:pt x="3420" y="1509"/>
                  </a:lnTo>
                  <a:lnTo>
                    <a:pt x="3429" y="1612"/>
                  </a:lnTo>
                  <a:lnTo>
                    <a:pt x="3432" y="1716"/>
                  </a:lnTo>
                  <a:lnTo>
                    <a:pt x="3429" y="1820"/>
                  </a:lnTo>
                  <a:lnTo>
                    <a:pt x="3420" y="1923"/>
                  </a:lnTo>
                  <a:lnTo>
                    <a:pt x="3404" y="2024"/>
                  </a:lnTo>
                  <a:lnTo>
                    <a:pt x="3383" y="2123"/>
                  </a:lnTo>
                  <a:lnTo>
                    <a:pt x="3356" y="2219"/>
                  </a:lnTo>
                  <a:lnTo>
                    <a:pt x="3325" y="2314"/>
                  </a:lnTo>
                  <a:lnTo>
                    <a:pt x="3287" y="2406"/>
                  </a:lnTo>
                  <a:lnTo>
                    <a:pt x="3245" y="2495"/>
                  </a:lnTo>
                  <a:lnTo>
                    <a:pt x="3197" y="2581"/>
                  </a:lnTo>
                  <a:lnTo>
                    <a:pt x="3145" y="2664"/>
                  </a:lnTo>
                  <a:lnTo>
                    <a:pt x="3089" y="2745"/>
                  </a:lnTo>
                  <a:lnTo>
                    <a:pt x="3027" y="2820"/>
                  </a:lnTo>
                  <a:lnTo>
                    <a:pt x="2963" y="2894"/>
                  </a:lnTo>
                  <a:lnTo>
                    <a:pt x="2894" y="2963"/>
                  </a:lnTo>
                  <a:lnTo>
                    <a:pt x="2820" y="3027"/>
                  </a:lnTo>
                  <a:lnTo>
                    <a:pt x="2745" y="3089"/>
                  </a:lnTo>
                  <a:lnTo>
                    <a:pt x="2664" y="3145"/>
                  </a:lnTo>
                  <a:lnTo>
                    <a:pt x="2581" y="3197"/>
                  </a:lnTo>
                  <a:lnTo>
                    <a:pt x="2495" y="3245"/>
                  </a:lnTo>
                  <a:lnTo>
                    <a:pt x="2406" y="3287"/>
                  </a:lnTo>
                  <a:lnTo>
                    <a:pt x="2314" y="3325"/>
                  </a:lnTo>
                  <a:lnTo>
                    <a:pt x="2219" y="3356"/>
                  </a:lnTo>
                  <a:lnTo>
                    <a:pt x="2123" y="3383"/>
                  </a:lnTo>
                  <a:lnTo>
                    <a:pt x="2024" y="3404"/>
                  </a:lnTo>
                  <a:lnTo>
                    <a:pt x="1923" y="3420"/>
                  </a:lnTo>
                  <a:lnTo>
                    <a:pt x="1820" y="3429"/>
                  </a:lnTo>
                  <a:lnTo>
                    <a:pt x="1715" y="3432"/>
                  </a:lnTo>
                  <a:lnTo>
                    <a:pt x="1612" y="3429"/>
                  </a:lnTo>
                  <a:lnTo>
                    <a:pt x="1509" y="3420"/>
                  </a:lnTo>
                  <a:lnTo>
                    <a:pt x="1408" y="3404"/>
                  </a:lnTo>
                  <a:lnTo>
                    <a:pt x="1309" y="3383"/>
                  </a:lnTo>
                  <a:lnTo>
                    <a:pt x="1213" y="3356"/>
                  </a:lnTo>
                  <a:lnTo>
                    <a:pt x="1118" y="3325"/>
                  </a:lnTo>
                  <a:lnTo>
                    <a:pt x="1025" y="3287"/>
                  </a:lnTo>
                  <a:lnTo>
                    <a:pt x="937" y="3245"/>
                  </a:lnTo>
                  <a:lnTo>
                    <a:pt x="851" y="3197"/>
                  </a:lnTo>
                  <a:lnTo>
                    <a:pt x="768" y="3145"/>
                  </a:lnTo>
                  <a:lnTo>
                    <a:pt x="687" y="3089"/>
                  </a:lnTo>
                  <a:lnTo>
                    <a:pt x="610" y="3027"/>
                  </a:lnTo>
                  <a:lnTo>
                    <a:pt x="538" y="2963"/>
                  </a:lnTo>
                  <a:lnTo>
                    <a:pt x="469" y="2894"/>
                  </a:lnTo>
                  <a:lnTo>
                    <a:pt x="405" y="2820"/>
                  </a:lnTo>
                  <a:lnTo>
                    <a:pt x="343" y="2745"/>
                  </a:lnTo>
                  <a:lnTo>
                    <a:pt x="287" y="2664"/>
                  </a:lnTo>
                  <a:lnTo>
                    <a:pt x="235" y="2581"/>
                  </a:lnTo>
                  <a:lnTo>
                    <a:pt x="187" y="2495"/>
                  </a:lnTo>
                  <a:lnTo>
                    <a:pt x="145" y="2406"/>
                  </a:lnTo>
                  <a:lnTo>
                    <a:pt x="107" y="2314"/>
                  </a:lnTo>
                  <a:lnTo>
                    <a:pt x="76" y="2219"/>
                  </a:lnTo>
                  <a:lnTo>
                    <a:pt x="49" y="2123"/>
                  </a:lnTo>
                  <a:lnTo>
                    <a:pt x="28" y="2024"/>
                  </a:lnTo>
                  <a:lnTo>
                    <a:pt x="12" y="1923"/>
                  </a:lnTo>
                  <a:lnTo>
                    <a:pt x="3" y="1820"/>
                  </a:lnTo>
                  <a:lnTo>
                    <a:pt x="0" y="1716"/>
                  </a:lnTo>
                  <a:lnTo>
                    <a:pt x="3" y="1612"/>
                  </a:lnTo>
                  <a:lnTo>
                    <a:pt x="12" y="1509"/>
                  </a:lnTo>
                  <a:lnTo>
                    <a:pt x="28" y="1408"/>
                  </a:lnTo>
                  <a:lnTo>
                    <a:pt x="49" y="1309"/>
                  </a:lnTo>
                  <a:lnTo>
                    <a:pt x="76" y="1213"/>
                  </a:lnTo>
                  <a:lnTo>
                    <a:pt x="107" y="1118"/>
                  </a:lnTo>
                  <a:lnTo>
                    <a:pt x="145" y="1026"/>
                  </a:lnTo>
                  <a:lnTo>
                    <a:pt x="187" y="937"/>
                  </a:lnTo>
                  <a:lnTo>
                    <a:pt x="235" y="851"/>
                  </a:lnTo>
                  <a:lnTo>
                    <a:pt x="287" y="768"/>
                  </a:lnTo>
                  <a:lnTo>
                    <a:pt x="343" y="687"/>
                  </a:lnTo>
                  <a:lnTo>
                    <a:pt x="405" y="612"/>
                  </a:lnTo>
                  <a:lnTo>
                    <a:pt x="469" y="538"/>
                  </a:lnTo>
                  <a:lnTo>
                    <a:pt x="538" y="469"/>
                  </a:lnTo>
                  <a:lnTo>
                    <a:pt x="610" y="405"/>
                  </a:lnTo>
                  <a:lnTo>
                    <a:pt x="687" y="343"/>
                  </a:lnTo>
                  <a:lnTo>
                    <a:pt x="768" y="287"/>
                  </a:lnTo>
                  <a:lnTo>
                    <a:pt x="851" y="235"/>
                  </a:lnTo>
                  <a:lnTo>
                    <a:pt x="937" y="187"/>
                  </a:lnTo>
                  <a:lnTo>
                    <a:pt x="1025" y="145"/>
                  </a:lnTo>
                  <a:lnTo>
                    <a:pt x="1118" y="107"/>
                  </a:lnTo>
                  <a:lnTo>
                    <a:pt x="1213" y="76"/>
                  </a:lnTo>
                  <a:lnTo>
                    <a:pt x="1309" y="49"/>
                  </a:lnTo>
                  <a:lnTo>
                    <a:pt x="1408" y="28"/>
                  </a:lnTo>
                  <a:lnTo>
                    <a:pt x="1509" y="12"/>
                  </a:lnTo>
                  <a:lnTo>
                    <a:pt x="1612" y="3"/>
                  </a:lnTo>
                  <a:lnTo>
                    <a:pt x="17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9074BDD4-4A1E-42CF-9065-007B9C008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2375" y="3625850"/>
              <a:ext cx="644525" cy="473075"/>
            </a:xfrm>
            <a:custGeom>
              <a:avLst/>
              <a:gdLst>
                <a:gd name="T0" fmla="*/ 1514 w 1626"/>
                <a:gd name="T1" fmla="*/ 0 h 1190"/>
                <a:gd name="T2" fmla="*/ 1536 w 1626"/>
                <a:gd name="T3" fmla="*/ 2 h 1190"/>
                <a:gd name="T4" fmla="*/ 1557 w 1626"/>
                <a:gd name="T5" fmla="*/ 8 h 1190"/>
                <a:gd name="T6" fmla="*/ 1575 w 1626"/>
                <a:gd name="T7" fmla="*/ 19 h 1190"/>
                <a:gd name="T8" fmla="*/ 1593 w 1626"/>
                <a:gd name="T9" fmla="*/ 33 h 1190"/>
                <a:gd name="T10" fmla="*/ 1608 w 1626"/>
                <a:gd name="T11" fmla="*/ 51 h 1190"/>
                <a:gd name="T12" fmla="*/ 1618 w 1626"/>
                <a:gd name="T13" fmla="*/ 71 h 1190"/>
                <a:gd name="T14" fmla="*/ 1624 w 1626"/>
                <a:gd name="T15" fmla="*/ 92 h 1190"/>
                <a:gd name="T16" fmla="*/ 1626 w 1626"/>
                <a:gd name="T17" fmla="*/ 112 h 1190"/>
                <a:gd name="T18" fmla="*/ 1624 w 1626"/>
                <a:gd name="T19" fmla="*/ 134 h 1190"/>
                <a:gd name="T20" fmla="*/ 1618 w 1626"/>
                <a:gd name="T21" fmla="*/ 155 h 1190"/>
                <a:gd name="T22" fmla="*/ 1608 w 1626"/>
                <a:gd name="T23" fmla="*/ 175 h 1190"/>
                <a:gd name="T24" fmla="*/ 1593 w 1626"/>
                <a:gd name="T25" fmla="*/ 193 h 1190"/>
                <a:gd name="T26" fmla="*/ 629 w 1626"/>
                <a:gd name="T27" fmla="*/ 1157 h 1190"/>
                <a:gd name="T28" fmla="*/ 629 w 1626"/>
                <a:gd name="T29" fmla="*/ 1157 h 1190"/>
                <a:gd name="T30" fmla="*/ 611 w 1626"/>
                <a:gd name="T31" fmla="*/ 1171 h 1190"/>
                <a:gd name="T32" fmla="*/ 591 w 1626"/>
                <a:gd name="T33" fmla="*/ 1182 h 1190"/>
                <a:gd name="T34" fmla="*/ 571 w 1626"/>
                <a:gd name="T35" fmla="*/ 1188 h 1190"/>
                <a:gd name="T36" fmla="*/ 550 w 1626"/>
                <a:gd name="T37" fmla="*/ 1190 h 1190"/>
                <a:gd name="T38" fmla="*/ 528 w 1626"/>
                <a:gd name="T39" fmla="*/ 1188 h 1190"/>
                <a:gd name="T40" fmla="*/ 507 w 1626"/>
                <a:gd name="T41" fmla="*/ 1182 h 1190"/>
                <a:gd name="T42" fmla="*/ 487 w 1626"/>
                <a:gd name="T43" fmla="*/ 1171 h 1190"/>
                <a:gd name="T44" fmla="*/ 470 w 1626"/>
                <a:gd name="T45" fmla="*/ 1157 h 1190"/>
                <a:gd name="T46" fmla="*/ 33 w 1626"/>
                <a:gd name="T47" fmla="*/ 720 h 1190"/>
                <a:gd name="T48" fmla="*/ 18 w 1626"/>
                <a:gd name="T49" fmla="*/ 702 h 1190"/>
                <a:gd name="T50" fmla="*/ 8 w 1626"/>
                <a:gd name="T51" fmla="*/ 682 h 1190"/>
                <a:gd name="T52" fmla="*/ 2 w 1626"/>
                <a:gd name="T53" fmla="*/ 662 h 1190"/>
                <a:gd name="T54" fmla="*/ 0 w 1626"/>
                <a:gd name="T55" fmla="*/ 640 h 1190"/>
                <a:gd name="T56" fmla="*/ 2 w 1626"/>
                <a:gd name="T57" fmla="*/ 619 h 1190"/>
                <a:gd name="T58" fmla="*/ 8 w 1626"/>
                <a:gd name="T59" fmla="*/ 598 h 1190"/>
                <a:gd name="T60" fmla="*/ 18 w 1626"/>
                <a:gd name="T61" fmla="*/ 578 h 1190"/>
                <a:gd name="T62" fmla="*/ 33 w 1626"/>
                <a:gd name="T63" fmla="*/ 561 h 1190"/>
                <a:gd name="T64" fmla="*/ 51 w 1626"/>
                <a:gd name="T65" fmla="*/ 546 h 1190"/>
                <a:gd name="T66" fmla="*/ 69 w 1626"/>
                <a:gd name="T67" fmla="*/ 536 h 1190"/>
                <a:gd name="T68" fmla="*/ 90 w 1626"/>
                <a:gd name="T69" fmla="*/ 529 h 1190"/>
                <a:gd name="T70" fmla="*/ 112 w 1626"/>
                <a:gd name="T71" fmla="*/ 527 h 1190"/>
                <a:gd name="T72" fmla="*/ 134 w 1626"/>
                <a:gd name="T73" fmla="*/ 529 h 1190"/>
                <a:gd name="T74" fmla="*/ 155 w 1626"/>
                <a:gd name="T75" fmla="*/ 536 h 1190"/>
                <a:gd name="T76" fmla="*/ 174 w 1626"/>
                <a:gd name="T77" fmla="*/ 546 h 1190"/>
                <a:gd name="T78" fmla="*/ 192 w 1626"/>
                <a:gd name="T79" fmla="*/ 561 h 1190"/>
                <a:gd name="T80" fmla="*/ 550 w 1626"/>
                <a:gd name="T81" fmla="*/ 918 h 1190"/>
                <a:gd name="T82" fmla="*/ 1434 w 1626"/>
                <a:gd name="T83" fmla="*/ 33 h 1190"/>
                <a:gd name="T84" fmla="*/ 1452 w 1626"/>
                <a:gd name="T85" fmla="*/ 19 h 1190"/>
                <a:gd name="T86" fmla="*/ 1471 w 1626"/>
                <a:gd name="T87" fmla="*/ 8 h 1190"/>
                <a:gd name="T88" fmla="*/ 1492 w 1626"/>
                <a:gd name="T89" fmla="*/ 2 h 1190"/>
                <a:gd name="T90" fmla="*/ 1514 w 1626"/>
                <a:gd name="T91" fmla="*/ 0 h 1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626" h="1190">
                  <a:moveTo>
                    <a:pt x="1514" y="0"/>
                  </a:moveTo>
                  <a:lnTo>
                    <a:pt x="1536" y="2"/>
                  </a:lnTo>
                  <a:lnTo>
                    <a:pt x="1557" y="8"/>
                  </a:lnTo>
                  <a:lnTo>
                    <a:pt x="1575" y="19"/>
                  </a:lnTo>
                  <a:lnTo>
                    <a:pt x="1593" y="33"/>
                  </a:lnTo>
                  <a:lnTo>
                    <a:pt x="1608" y="51"/>
                  </a:lnTo>
                  <a:lnTo>
                    <a:pt x="1618" y="71"/>
                  </a:lnTo>
                  <a:lnTo>
                    <a:pt x="1624" y="92"/>
                  </a:lnTo>
                  <a:lnTo>
                    <a:pt x="1626" y="112"/>
                  </a:lnTo>
                  <a:lnTo>
                    <a:pt x="1624" y="134"/>
                  </a:lnTo>
                  <a:lnTo>
                    <a:pt x="1618" y="155"/>
                  </a:lnTo>
                  <a:lnTo>
                    <a:pt x="1608" y="175"/>
                  </a:lnTo>
                  <a:lnTo>
                    <a:pt x="1593" y="193"/>
                  </a:lnTo>
                  <a:lnTo>
                    <a:pt x="629" y="1157"/>
                  </a:lnTo>
                  <a:lnTo>
                    <a:pt x="629" y="1157"/>
                  </a:lnTo>
                  <a:lnTo>
                    <a:pt x="611" y="1171"/>
                  </a:lnTo>
                  <a:lnTo>
                    <a:pt x="591" y="1182"/>
                  </a:lnTo>
                  <a:lnTo>
                    <a:pt x="571" y="1188"/>
                  </a:lnTo>
                  <a:lnTo>
                    <a:pt x="550" y="1190"/>
                  </a:lnTo>
                  <a:lnTo>
                    <a:pt x="528" y="1188"/>
                  </a:lnTo>
                  <a:lnTo>
                    <a:pt x="507" y="1182"/>
                  </a:lnTo>
                  <a:lnTo>
                    <a:pt x="487" y="1171"/>
                  </a:lnTo>
                  <a:lnTo>
                    <a:pt x="470" y="1157"/>
                  </a:lnTo>
                  <a:lnTo>
                    <a:pt x="33" y="720"/>
                  </a:lnTo>
                  <a:lnTo>
                    <a:pt x="18" y="702"/>
                  </a:lnTo>
                  <a:lnTo>
                    <a:pt x="8" y="682"/>
                  </a:lnTo>
                  <a:lnTo>
                    <a:pt x="2" y="662"/>
                  </a:lnTo>
                  <a:lnTo>
                    <a:pt x="0" y="640"/>
                  </a:lnTo>
                  <a:lnTo>
                    <a:pt x="2" y="619"/>
                  </a:lnTo>
                  <a:lnTo>
                    <a:pt x="8" y="598"/>
                  </a:lnTo>
                  <a:lnTo>
                    <a:pt x="18" y="578"/>
                  </a:lnTo>
                  <a:lnTo>
                    <a:pt x="33" y="561"/>
                  </a:lnTo>
                  <a:lnTo>
                    <a:pt x="51" y="546"/>
                  </a:lnTo>
                  <a:lnTo>
                    <a:pt x="69" y="536"/>
                  </a:lnTo>
                  <a:lnTo>
                    <a:pt x="90" y="529"/>
                  </a:lnTo>
                  <a:lnTo>
                    <a:pt x="112" y="527"/>
                  </a:lnTo>
                  <a:lnTo>
                    <a:pt x="134" y="529"/>
                  </a:lnTo>
                  <a:lnTo>
                    <a:pt x="155" y="536"/>
                  </a:lnTo>
                  <a:lnTo>
                    <a:pt x="174" y="546"/>
                  </a:lnTo>
                  <a:lnTo>
                    <a:pt x="192" y="561"/>
                  </a:lnTo>
                  <a:lnTo>
                    <a:pt x="550" y="918"/>
                  </a:lnTo>
                  <a:lnTo>
                    <a:pt x="1434" y="33"/>
                  </a:lnTo>
                  <a:lnTo>
                    <a:pt x="1452" y="19"/>
                  </a:lnTo>
                  <a:lnTo>
                    <a:pt x="1471" y="8"/>
                  </a:lnTo>
                  <a:lnTo>
                    <a:pt x="1492" y="2"/>
                  </a:lnTo>
                  <a:lnTo>
                    <a:pt x="15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14" name="Inhaltsplatzhalter 4">
            <a:extLst>
              <a:ext uri="{FF2B5EF4-FFF2-40B4-BE49-F238E27FC236}">
                <a16:creationId xmlns:a16="http://schemas.microsoft.com/office/drawing/2014/main" id="{BEFA9BA1-4371-41B6-8217-66502FA3E7D8}"/>
              </a:ext>
            </a:extLst>
          </p:cNvPr>
          <p:cNvSpPr txBox="1">
            <a:spLocks/>
          </p:cNvSpPr>
          <p:nvPr/>
        </p:nvSpPr>
        <p:spPr>
          <a:xfrm>
            <a:off x="1127131" y="2476715"/>
            <a:ext cx="3833592" cy="66223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sz="1400" b="1">
                <a:solidFill>
                  <a:schemeClr val="accent2"/>
                </a:solidFill>
                <a:latin typeface="+mj-lt"/>
              </a:rPr>
              <a:t>Objectif #2</a:t>
            </a:r>
            <a:br>
              <a:rPr lang="en-US" sz="1400" b="1">
                <a:solidFill>
                  <a:schemeClr val="bg1">
                    <a:lumMod val="65000"/>
                  </a:schemeClr>
                </a:solidFill>
                <a:latin typeface="+mj-lt"/>
              </a:rPr>
            </a:br>
            <a:r>
              <a:rPr lang="en-US" sz="1000">
                <a:solidFill>
                  <a:srgbClr val="5C5C5C"/>
                </a:solidFill>
                <a:latin typeface="Roboto"/>
                <a:ea typeface="Roboto"/>
                <a:cs typeface="Roboto"/>
              </a:rPr>
              <a:t>Comparer </a:t>
            </a:r>
            <a:r>
              <a:rPr lang="en-US" sz="1000" err="1">
                <a:solidFill>
                  <a:srgbClr val="5C5C5C"/>
                </a:solidFill>
                <a:latin typeface="Roboto"/>
                <a:ea typeface="Roboto"/>
                <a:cs typeface="Roboto"/>
              </a:rPr>
              <a:t>nos</a:t>
            </a:r>
            <a:r>
              <a:rPr lang="en-US" sz="1000">
                <a:solidFill>
                  <a:srgbClr val="5C5C5C"/>
                </a:solidFill>
                <a:latin typeface="Roboto"/>
                <a:ea typeface="Roboto"/>
                <a:cs typeface="Roboto"/>
              </a:rPr>
              <a:t> solutions à des bibliothèques </a:t>
            </a:r>
            <a:r>
              <a:rPr lang="en-US" sz="1000" err="1">
                <a:solidFill>
                  <a:srgbClr val="5C5C5C"/>
                </a:solidFill>
                <a:latin typeface="Roboto"/>
                <a:ea typeface="Roboto"/>
                <a:cs typeface="Roboto"/>
              </a:rPr>
              <a:t>existantes</a:t>
            </a:r>
            <a:r>
              <a:rPr lang="en-US" sz="1000">
                <a:solidFill>
                  <a:srgbClr val="5C5C5C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000" err="1">
                <a:solidFill>
                  <a:srgbClr val="5C5C5C"/>
                </a:solidFill>
                <a:latin typeface="Roboto"/>
                <a:ea typeface="Roboto"/>
                <a:cs typeface="Roboto"/>
              </a:rPr>
              <a:t>telles</a:t>
            </a:r>
            <a:r>
              <a:rPr lang="en-US" sz="1000">
                <a:solidFill>
                  <a:srgbClr val="5C5C5C"/>
                </a:solidFill>
                <a:latin typeface="Roboto"/>
                <a:ea typeface="Roboto"/>
                <a:cs typeface="Roboto"/>
              </a:rPr>
              <a:t> que NLTK et Scikit-learn.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27914CA-7591-41CE-84B1-31503A44F1A1}"/>
              </a:ext>
            </a:extLst>
          </p:cNvPr>
          <p:cNvGrpSpPr/>
          <p:nvPr/>
        </p:nvGrpSpPr>
        <p:grpSpPr>
          <a:xfrm>
            <a:off x="396343" y="2566101"/>
            <a:ext cx="474222" cy="474222"/>
            <a:chOff x="2133600" y="3181350"/>
            <a:chExt cx="1362075" cy="1362075"/>
          </a:xfrm>
          <a:solidFill>
            <a:schemeClr val="accent2"/>
          </a:solidFill>
        </p:grpSpPr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4CB0E91A-9C68-453A-8314-382E35DBEB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33600" y="3181350"/>
              <a:ext cx="1362075" cy="1362075"/>
            </a:xfrm>
            <a:custGeom>
              <a:avLst/>
              <a:gdLst>
                <a:gd name="T0" fmla="*/ 1428 w 3432"/>
                <a:gd name="T1" fmla="*/ 253 h 3432"/>
                <a:gd name="T2" fmla="*/ 1073 w 3432"/>
                <a:gd name="T3" fmla="*/ 371 h 3432"/>
                <a:gd name="T4" fmla="*/ 763 w 3432"/>
                <a:gd name="T5" fmla="*/ 570 h 3432"/>
                <a:gd name="T6" fmla="*/ 513 w 3432"/>
                <a:gd name="T7" fmla="*/ 836 h 3432"/>
                <a:gd name="T8" fmla="*/ 334 w 3432"/>
                <a:gd name="T9" fmla="*/ 1158 h 3432"/>
                <a:gd name="T10" fmla="*/ 237 w 3432"/>
                <a:gd name="T11" fmla="*/ 1522 h 3432"/>
                <a:gd name="T12" fmla="*/ 237 w 3432"/>
                <a:gd name="T13" fmla="*/ 1910 h 3432"/>
                <a:gd name="T14" fmla="*/ 334 w 3432"/>
                <a:gd name="T15" fmla="*/ 2274 h 3432"/>
                <a:gd name="T16" fmla="*/ 513 w 3432"/>
                <a:gd name="T17" fmla="*/ 2596 h 3432"/>
                <a:gd name="T18" fmla="*/ 763 w 3432"/>
                <a:gd name="T19" fmla="*/ 2862 h 3432"/>
                <a:gd name="T20" fmla="*/ 1073 w 3432"/>
                <a:gd name="T21" fmla="*/ 3061 h 3432"/>
                <a:gd name="T22" fmla="*/ 1428 w 3432"/>
                <a:gd name="T23" fmla="*/ 3179 h 3432"/>
                <a:gd name="T24" fmla="*/ 1814 w 3432"/>
                <a:gd name="T25" fmla="*/ 3204 h 3432"/>
                <a:gd name="T26" fmla="*/ 2187 w 3432"/>
                <a:gd name="T27" fmla="*/ 3130 h 3432"/>
                <a:gd name="T28" fmla="*/ 2520 w 3432"/>
                <a:gd name="T29" fmla="*/ 2971 h 3432"/>
                <a:gd name="T30" fmla="*/ 2802 w 3432"/>
                <a:gd name="T31" fmla="*/ 2737 h 3432"/>
                <a:gd name="T32" fmla="*/ 3018 w 3432"/>
                <a:gd name="T33" fmla="*/ 2441 h 3432"/>
                <a:gd name="T34" fmla="*/ 3157 w 3432"/>
                <a:gd name="T35" fmla="*/ 2097 h 3432"/>
                <a:gd name="T36" fmla="*/ 3207 w 3432"/>
                <a:gd name="T37" fmla="*/ 1716 h 3432"/>
                <a:gd name="T38" fmla="*/ 3157 w 3432"/>
                <a:gd name="T39" fmla="*/ 1335 h 3432"/>
                <a:gd name="T40" fmla="*/ 3018 w 3432"/>
                <a:gd name="T41" fmla="*/ 991 h 3432"/>
                <a:gd name="T42" fmla="*/ 2802 w 3432"/>
                <a:gd name="T43" fmla="*/ 695 h 3432"/>
                <a:gd name="T44" fmla="*/ 2520 w 3432"/>
                <a:gd name="T45" fmla="*/ 461 h 3432"/>
                <a:gd name="T46" fmla="*/ 2187 w 3432"/>
                <a:gd name="T47" fmla="*/ 302 h 3432"/>
                <a:gd name="T48" fmla="*/ 1814 w 3432"/>
                <a:gd name="T49" fmla="*/ 228 h 3432"/>
                <a:gd name="T50" fmla="*/ 1923 w 3432"/>
                <a:gd name="T51" fmla="*/ 12 h 3432"/>
                <a:gd name="T52" fmla="*/ 2314 w 3432"/>
                <a:gd name="T53" fmla="*/ 107 h 3432"/>
                <a:gd name="T54" fmla="*/ 2664 w 3432"/>
                <a:gd name="T55" fmla="*/ 287 h 3432"/>
                <a:gd name="T56" fmla="*/ 2963 w 3432"/>
                <a:gd name="T57" fmla="*/ 538 h 3432"/>
                <a:gd name="T58" fmla="*/ 3197 w 3432"/>
                <a:gd name="T59" fmla="*/ 851 h 3432"/>
                <a:gd name="T60" fmla="*/ 3356 w 3432"/>
                <a:gd name="T61" fmla="*/ 1213 h 3432"/>
                <a:gd name="T62" fmla="*/ 3429 w 3432"/>
                <a:gd name="T63" fmla="*/ 1612 h 3432"/>
                <a:gd name="T64" fmla="*/ 3404 w 3432"/>
                <a:gd name="T65" fmla="*/ 2024 h 3432"/>
                <a:gd name="T66" fmla="*/ 3287 w 3432"/>
                <a:gd name="T67" fmla="*/ 2406 h 3432"/>
                <a:gd name="T68" fmla="*/ 3089 w 3432"/>
                <a:gd name="T69" fmla="*/ 2745 h 3432"/>
                <a:gd name="T70" fmla="*/ 2820 w 3432"/>
                <a:gd name="T71" fmla="*/ 3027 h 3432"/>
                <a:gd name="T72" fmla="*/ 2495 w 3432"/>
                <a:gd name="T73" fmla="*/ 3245 h 3432"/>
                <a:gd name="T74" fmla="*/ 2123 w 3432"/>
                <a:gd name="T75" fmla="*/ 3383 h 3432"/>
                <a:gd name="T76" fmla="*/ 1715 w 3432"/>
                <a:gd name="T77" fmla="*/ 3432 h 3432"/>
                <a:gd name="T78" fmla="*/ 1309 w 3432"/>
                <a:gd name="T79" fmla="*/ 3383 h 3432"/>
                <a:gd name="T80" fmla="*/ 937 w 3432"/>
                <a:gd name="T81" fmla="*/ 3245 h 3432"/>
                <a:gd name="T82" fmla="*/ 610 w 3432"/>
                <a:gd name="T83" fmla="*/ 3027 h 3432"/>
                <a:gd name="T84" fmla="*/ 343 w 3432"/>
                <a:gd name="T85" fmla="*/ 2745 h 3432"/>
                <a:gd name="T86" fmla="*/ 145 w 3432"/>
                <a:gd name="T87" fmla="*/ 2406 h 3432"/>
                <a:gd name="T88" fmla="*/ 28 w 3432"/>
                <a:gd name="T89" fmla="*/ 2024 h 3432"/>
                <a:gd name="T90" fmla="*/ 3 w 3432"/>
                <a:gd name="T91" fmla="*/ 1612 h 3432"/>
                <a:gd name="T92" fmla="*/ 76 w 3432"/>
                <a:gd name="T93" fmla="*/ 1213 h 3432"/>
                <a:gd name="T94" fmla="*/ 235 w 3432"/>
                <a:gd name="T95" fmla="*/ 851 h 3432"/>
                <a:gd name="T96" fmla="*/ 469 w 3432"/>
                <a:gd name="T97" fmla="*/ 538 h 3432"/>
                <a:gd name="T98" fmla="*/ 768 w 3432"/>
                <a:gd name="T99" fmla="*/ 287 h 3432"/>
                <a:gd name="T100" fmla="*/ 1118 w 3432"/>
                <a:gd name="T101" fmla="*/ 107 h 3432"/>
                <a:gd name="T102" fmla="*/ 1509 w 3432"/>
                <a:gd name="T103" fmla="*/ 12 h 3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432" h="3432">
                  <a:moveTo>
                    <a:pt x="1715" y="225"/>
                  </a:moveTo>
                  <a:lnTo>
                    <a:pt x="1618" y="228"/>
                  </a:lnTo>
                  <a:lnTo>
                    <a:pt x="1522" y="237"/>
                  </a:lnTo>
                  <a:lnTo>
                    <a:pt x="1428" y="253"/>
                  </a:lnTo>
                  <a:lnTo>
                    <a:pt x="1335" y="275"/>
                  </a:lnTo>
                  <a:lnTo>
                    <a:pt x="1245" y="302"/>
                  </a:lnTo>
                  <a:lnTo>
                    <a:pt x="1158" y="334"/>
                  </a:lnTo>
                  <a:lnTo>
                    <a:pt x="1073" y="371"/>
                  </a:lnTo>
                  <a:lnTo>
                    <a:pt x="991" y="414"/>
                  </a:lnTo>
                  <a:lnTo>
                    <a:pt x="912" y="461"/>
                  </a:lnTo>
                  <a:lnTo>
                    <a:pt x="836" y="513"/>
                  </a:lnTo>
                  <a:lnTo>
                    <a:pt x="763" y="570"/>
                  </a:lnTo>
                  <a:lnTo>
                    <a:pt x="695" y="630"/>
                  </a:lnTo>
                  <a:lnTo>
                    <a:pt x="630" y="695"/>
                  </a:lnTo>
                  <a:lnTo>
                    <a:pt x="570" y="763"/>
                  </a:lnTo>
                  <a:lnTo>
                    <a:pt x="513" y="836"/>
                  </a:lnTo>
                  <a:lnTo>
                    <a:pt x="461" y="912"/>
                  </a:lnTo>
                  <a:lnTo>
                    <a:pt x="414" y="991"/>
                  </a:lnTo>
                  <a:lnTo>
                    <a:pt x="371" y="1073"/>
                  </a:lnTo>
                  <a:lnTo>
                    <a:pt x="334" y="1158"/>
                  </a:lnTo>
                  <a:lnTo>
                    <a:pt x="302" y="1245"/>
                  </a:lnTo>
                  <a:lnTo>
                    <a:pt x="275" y="1335"/>
                  </a:lnTo>
                  <a:lnTo>
                    <a:pt x="253" y="1428"/>
                  </a:lnTo>
                  <a:lnTo>
                    <a:pt x="237" y="1522"/>
                  </a:lnTo>
                  <a:lnTo>
                    <a:pt x="228" y="1618"/>
                  </a:lnTo>
                  <a:lnTo>
                    <a:pt x="225" y="1716"/>
                  </a:lnTo>
                  <a:lnTo>
                    <a:pt x="228" y="1814"/>
                  </a:lnTo>
                  <a:lnTo>
                    <a:pt x="237" y="1910"/>
                  </a:lnTo>
                  <a:lnTo>
                    <a:pt x="253" y="2004"/>
                  </a:lnTo>
                  <a:lnTo>
                    <a:pt x="275" y="2097"/>
                  </a:lnTo>
                  <a:lnTo>
                    <a:pt x="302" y="2187"/>
                  </a:lnTo>
                  <a:lnTo>
                    <a:pt x="334" y="2274"/>
                  </a:lnTo>
                  <a:lnTo>
                    <a:pt x="371" y="2359"/>
                  </a:lnTo>
                  <a:lnTo>
                    <a:pt x="414" y="2441"/>
                  </a:lnTo>
                  <a:lnTo>
                    <a:pt x="461" y="2520"/>
                  </a:lnTo>
                  <a:lnTo>
                    <a:pt x="513" y="2596"/>
                  </a:lnTo>
                  <a:lnTo>
                    <a:pt x="570" y="2669"/>
                  </a:lnTo>
                  <a:lnTo>
                    <a:pt x="630" y="2737"/>
                  </a:lnTo>
                  <a:lnTo>
                    <a:pt x="695" y="2802"/>
                  </a:lnTo>
                  <a:lnTo>
                    <a:pt x="763" y="2862"/>
                  </a:lnTo>
                  <a:lnTo>
                    <a:pt x="836" y="2919"/>
                  </a:lnTo>
                  <a:lnTo>
                    <a:pt x="912" y="2971"/>
                  </a:lnTo>
                  <a:lnTo>
                    <a:pt x="991" y="3018"/>
                  </a:lnTo>
                  <a:lnTo>
                    <a:pt x="1073" y="3061"/>
                  </a:lnTo>
                  <a:lnTo>
                    <a:pt x="1158" y="3098"/>
                  </a:lnTo>
                  <a:lnTo>
                    <a:pt x="1245" y="3130"/>
                  </a:lnTo>
                  <a:lnTo>
                    <a:pt x="1335" y="3157"/>
                  </a:lnTo>
                  <a:lnTo>
                    <a:pt x="1428" y="3179"/>
                  </a:lnTo>
                  <a:lnTo>
                    <a:pt x="1522" y="3195"/>
                  </a:lnTo>
                  <a:lnTo>
                    <a:pt x="1618" y="3204"/>
                  </a:lnTo>
                  <a:lnTo>
                    <a:pt x="1715" y="3207"/>
                  </a:lnTo>
                  <a:lnTo>
                    <a:pt x="1814" y="3204"/>
                  </a:lnTo>
                  <a:lnTo>
                    <a:pt x="1910" y="3195"/>
                  </a:lnTo>
                  <a:lnTo>
                    <a:pt x="2004" y="3179"/>
                  </a:lnTo>
                  <a:lnTo>
                    <a:pt x="2097" y="3157"/>
                  </a:lnTo>
                  <a:lnTo>
                    <a:pt x="2187" y="3130"/>
                  </a:lnTo>
                  <a:lnTo>
                    <a:pt x="2274" y="3098"/>
                  </a:lnTo>
                  <a:lnTo>
                    <a:pt x="2359" y="3061"/>
                  </a:lnTo>
                  <a:lnTo>
                    <a:pt x="2441" y="3018"/>
                  </a:lnTo>
                  <a:lnTo>
                    <a:pt x="2520" y="2971"/>
                  </a:lnTo>
                  <a:lnTo>
                    <a:pt x="2596" y="2919"/>
                  </a:lnTo>
                  <a:lnTo>
                    <a:pt x="2669" y="2862"/>
                  </a:lnTo>
                  <a:lnTo>
                    <a:pt x="2737" y="2802"/>
                  </a:lnTo>
                  <a:lnTo>
                    <a:pt x="2802" y="2737"/>
                  </a:lnTo>
                  <a:lnTo>
                    <a:pt x="2862" y="2669"/>
                  </a:lnTo>
                  <a:lnTo>
                    <a:pt x="2919" y="2596"/>
                  </a:lnTo>
                  <a:lnTo>
                    <a:pt x="2971" y="2520"/>
                  </a:lnTo>
                  <a:lnTo>
                    <a:pt x="3018" y="2441"/>
                  </a:lnTo>
                  <a:lnTo>
                    <a:pt x="3061" y="2359"/>
                  </a:lnTo>
                  <a:lnTo>
                    <a:pt x="3098" y="2274"/>
                  </a:lnTo>
                  <a:lnTo>
                    <a:pt x="3130" y="2187"/>
                  </a:lnTo>
                  <a:lnTo>
                    <a:pt x="3157" y="2097"/>
                  </a:lnTo>
                  <a:lnTo>
                    <a:pt x="3179" y="2004"/>
                  </a:lnTo>
                  <a:lnTo>
                    <a:pt x="3195" y="1910"/>
                  </a:lnTo>
                  <a:lnTo>
                    <a:pt x="3204" y="1814"/>
                  </a:lnTo>
                  <a:lnTo>
                    <a:pt x="3207" y="1716"/>
                  </a:lnTo>
                  <a:lnTo>
                    <a:pt x="3204" y="1618"/>
                  </a:lnTo>
                  <a:lnTo>
                    <a:pt x="3195" y="1522"/>
                  </a:lnTo>
                  <a:lnTo>
                    <a:pt x="3179" y="1428"/>
                  </a:lnTo>
                  <a:lnTo>
                    <a:pt x="3157" y="1335"/>
                  </a:lnTo>
                  <a:lnTo>
                    <a:pt x="3130" y="1245"/>
                  </a:lnTo>
                  <a:lnTo>
                    <a:pt x="3098" y="1158"/>
                  </a:lnTo>
                  <a:lnTo>
                    <a:pt x="3061" y="1073"/>
                  </a:lnTo>
                  <a:lnTo>
                    <a:pt x="3018" y="991"/>
                  </a:lnTo>
                  <a:lnTo>
                    <a:pt x="2971" y="912"/>
                  </a:lnTo>
                  <a:lnTo>
                    <a:pt x="2919" y="836"/>
                  </a:lnTo>
                  <a:lnTo>
                    <a:pt x="2862" y="763"/>
                  </a:lnTo>
                  <a:lnTo>
                    <a:pt x="2802" y="695"/>
                  </a:lnTo>
                  <a:lnTo>
                    <a:pt x="2737" y="630"/>
                  </a:lnTo>
                  <a:lnTo>
                    <a:pt x="2669" y="570"/>
                  </a:lnTo>
                  <a:lnTo>
                    <a:pt x="2596" y="513"/>
                  </a:lnTo>
                  <a:lnTo>
                    <a:pt x="2520" y="461"/>
                  </a:lnTo>
                  <a:lnTo>
                    <a:pt x="2441" y="414"/>
                  </a:lnTo>
                  <a:lnTo>
                    <a:pt x="2359" y="371"/>
                  </a:lnTo>
                  <a:lnTo>
                    <a:pt x="2274" y="334"/>
                  </a:lnTo>
                  <a:lnTo>
                    <a:pt x="2187" y="302"/>
                  </a:lnTo>
                  <a:lnTo>
                    <a:pt x="2097" y="275"/>
                  </a:lnTo>
                  <a:lnTo>
                    <a:pt x="2004" y="253"/>
                  </a:lnTo>
                  <a:lnTo>
                    <a:pt x="1910" y="237"/>
                  </a:lnTo>
                  <a:lnTo>
                    <a:pt x="1814" y="228"/>
                  </a:lnTo>
                  <a:lnTo>
                    <a:pt x="1715" y="225"/>
                  </a:lnTo>
                  <a:close/>
                  <a:moveTo>
                    <a:pt x="1715" y="0"/>
                  </a:moveTo>
                  <a:lnTo>
                    <a:pt x="1820" y="3"/>
                  </a:lnTo>
                  <a:lnTo>
                    <a:pt x="1923" y="12"/>
                  </a:lnTo>
                  <a:lnTo>
                    <a:pt x="2024" y="28"/>
                  </a:lnTo>
                  <a:lnTo>
                    <a:pt x="2123" y="49"/>
                  </a:lnTo>
                  <a:lnTo>
                    <a:pt x="2219" y="76"/>
                  </a:lnTo>
                  <a:lnTo>
                    <a:pt x="2314" y="107"/>
                  </a:lnTo>
                  <a:lnTo>
                    <a:pt x="2406" y="145"/>
                  </a:lnTo>
                  <a:lnTo>
                    <a:pt x="2495" y="187"/>
                  </a:lnTo>
                  <a:lnTo>
                    <a:pt x="2581" y="235"/>
                  </a:lnTo>
                  <a:lnTo>
                    <a:pt x="2664" y="287"/>
                  </a:lnTo>
                  <a:lnTo>
                    <a:pt x="2745" y="343"/>
                  </a:lnTo>
                  <a:lnTo>
                    <a:pt x="2820" y="405"/>
                  </a:lnTo>
                  <a:lnTo>
                    <a:pt x="2894" y="469"/>
                  </a:lnTo>
                  <a:lnTo>
                    <a:pt x="2963" y="538"/>
                  </a:lnTo>
                  <a:lnTo>
                    <a:pt x="3027" y="612"/>
                  </a:lnTo>
                  <a:lnTo>
                    <a:pt x="3089" y="687"/>
                  </a:lnTo>
                  <a:lnTo>
                    <a:pt x="3145" y="768"/>
                  </a:lnTo>
                  <a:lnTo>
                    <a:pt x="3197" y="851"/>
                  </a:lnTo>
                  <a:lnTo>
                    <a:pt x="3245" y="937"/>
                  </a:lnTo>
                  <a:lnTo>
                    <a:pt x="3287" y="1026"/>
                  </a:lnTo>
                  <a:lnTo>
                    <a:pt x="3325" y="1118"/>
                  </a:lnTo>
                  <a:lnTo>
                    <a:pt x="3356" y="1213"/>
                  </a:lnTo>
                  <a:lnTo>
                    <a:pt x="3383" y="1309"/>
                  </a:lnTo>
                  <a:lnTo>
                    <a:pt x="3404" y="1408"/>
                  </a:lnTo>
                  <a:lnTo>
                    <a:pt x="3420" y="1509"/>
                  </a:lnTo>
                  <a:lnTo>
                    <a:pt x="3429" y="1612"/>
                  </a:lnTo>
                  <a:lnTo>
                    <a:pt x="3432" y="1716"/>
                  </a:lnTo>
                  <a:lnTo>
                    <a:pt x="3429" y="1820"/>
                  </a:lnTo>
                  <a:lnTo>
                    <a:pt x="3420" y="1923"/>
                  </a:lnTo>
                  <a:lnTo>
                    <a:pt x="3404" y="2024"/>
                  </a:lnTo>
                  <a:lnTo>
                    <a:pt x="3383" y="2123"/>
                  </a:lnTo>
                  <a:lnTo>
                    <a:pt x="3356" y="2219"/>
                  </a:lnTo>
                  <a:lnTo>
                    <a:pt x="3325" y="2314"/>
                  </a:lnTo>
                  <a:lnTo>
                    <a:pt x="3287" y="2406"/>
                  </a:lnTo>
                  <a:lnTo>
                    <a:pt x="3245" y="2495"/>
                  </a:lnTo>
                  <a:lnTo>
                    <a:pt x="3197" y="2581"/>
                  </a:lnTo>
                  <a:lnTo>
                    <a:pt x="3145" y="2664"/>
                  </a:lnTo>
                  <a:lnTo>
                    <a:pt x="3089" y="2745"/>
                  </a:lnTo>
                  <a:lnTo>
                    <a:pt x="3027" y="2820"/>
                  </a:lnTo>
                  <a:lnTo>
                    <a:pt x="2963" y="2894"/>
                  </a:lnTo>
                  <a:lnTo>
                    <a:pt x="2894" y="2963"/>
                  </a:lnTo>
                  <a:lnTo>
                    <a:pt x="2820" y="3027"/>
                  </a:lnTo>
                  <a:lnTo>
                    <a:pt x="2745" y="3089"/>
                  </a:lnTo>
                  <a:lnTo>
                    <a:pt x="2664" y="3145"/>
                  </a:lnTo>
                  <a:lnTo>
                    <a:pt x="2581" y="3197"/>
                  </a:lnTo>
                  <a:lnTo>
                    <a:pt x="2495" y="3245"/>
                  </a:lnTo>
                  <a:lnTo>
                    <a:pt x="2406" y="3287"/>
                  </a:lnTo>
                  <a:lnTo>
                    <a:pt x="2314" y="3325"/>
                  </a:lnTo>
                  <a:lnTo>
                    <a:pt x="2219" y="3356"/>
                  </a:lnTo>
                  <a:lnTo>
                    <a:pt x="2123" y="3383"/>
                  </a:lnTo>
                  <a:lnTo>
                    <a:pt x="2024" y="3404"/>
                  </a:lnTo>
                  <a:lnTo>
                    <a:pt x="1923" y="3420"/>
                  </a:lnTo>
                  <a:lnTo>
                    <a:pt x="1820" y="3429"/>
                  </a:lnTo>
                  <a:lnTo>
                    <a:pt x="1715" y="3432"/>
                  </a:lnTo>
                  <a:lnTo>
                    <a:pt x="1612" y="3429"/>
                  </a:lnTo>
                  <a:lnTo>
                    <a:pt x="1509" y="3420"/>
                  </a:lnTo>
                  <a:lnTo>
                    <a:pt x="1408" y="3404"/>
                  </a:lnTo>
                  <a:lnTo>
                    <a:pt x="1309" y="3383"/>
                  </a:lnTo>
                  <a:lnTo>
                    <a:pt x="1213" y="3356"/>
                  </a:lnTo>
                  <a:lnTo>
                    <a:pt x="1118" y="3325"/>
                  </a:lnTo>
                  <a:lnTo>
                    <a:pt x="1025" y="3287"/>
                  </a:lnTo>
                  <a:lnTo>
                    <a:pt x="937" y="3245"/>
                  </a:lnTo>
                  <a:lnTo>
                    <a:pt x="851" y="3197"/>
                  </a:lnTo>
                  <a:lnTo>
                    <a:pt x="768" y="3145"/>
                  </a:lnTo>
                  <a:lnTo>
                    <a:pt x="687" y="3089"/>
                  </a:lnTo>
                  <a:lnTo>
                    <a:pt x="610" y="3027"/>
                  </a:lnTo>
                  <a:lnTo>
                    <a:pt x="538" y="2963"/>
                  </a:lnTo>
                  <a:lnTo>
                    <a:pt x="469" y="2894"/>
                  </a:lnTo>
                  <a:lnTo>
                    <a:pt x="405" y="2820"/>
                  </a:lnTo>
                  <a:lnTo>
                    <a:pt x="343" y="2745"/>
                  </a:lnTo>
                  <a:lnTo>
                    <a:pt x="287" y="2664"/>
                  </a:lnTo>
                  <a:lnTo>
                    <a:pt x="235" y="2581"/>
                  </a:lnTo>
                  <a:lnTo>
                    <a:pt x="187" y="2495"/>
                  </a:lnTo>
                  <a:lnTo>
                    <a:pt x="145" y="2406"/>
                  </a:lnTo>
                  <a:lnTo>
                    <a:pt x="107" y="2314"/>
                  </a:lnTo>
                  <a:lnTo>
                    <a:pt x="76" y="2219"/>
                  </a:lnTo>
                  <a:lnTo>
                    <a:pt x="49" y="2123"/>
                  </a:lnTo>
                  <a:lnTo>
                    <a:pt x="28" y="2024"/>
                  </a:lnTo>
                  <a:lnTo>
                    <a:pt x="12" y="1923"/>
                  </a:lnTo>
                  <a:lnTo>
                    <a:pt x="3" y="1820"/>
                  </a:lnTo>
                  <a:lnTo>
                    <a:pt x="0" y="1716"/>
                  </a:lnTo>
                  <a:lnTo>
                    <a:pt x="3" y="1612"/>
                  </a:lnTo>
                  <a:lnTo>
                    <a:pt x="12" y="1509"/>
                  </a:lnTo>
                  <a:lnTo>
                    <a:pt x="28" y="1408"/>
                  </a:lnTo>
                  <a:lnTo>
                    <a:pt x="49" y="1309"/>
                  </a:lnTo>
                  <a:lnTo>
                    <a:pt x="76" y="1213"/>
                  </a:lnTo>
                  <a:lnTo>
                    <a:pt x="107" y="1118"/>
                  </a:lnTo>
                  <a:lnTo>
                    <a:pt x="145" y="1026"/>
                  </a:lnTo>
                  <a:lnTo>
                    <a:pt x="187" y="937"/>
                  </a:lnTo>
                  <a:lnTo>
                    <a:pt x="235" y="851"/>
                  </a:lnTo>
                  <a:lnTo>
                    <a:pt x="287" y="768"/>
                  </a:lnTo>
                  <a:lnTo>
                    <a:pt x="343" y="687"/>
                  </a:lnTo>
                  <a:lnTo>
                    <a:pt x="405" y="612"/>
                  </a:lnTo>
                  <a:lnTo>
                    <a:pt x="469" y="538"/>
                  </a:lnTo>
                  <a:lnTo>
                    <a:pt x="538" y="469"/>
                  </a:lnTo>
                  <a:lnTo>
                    <a:pt x="610" y="405"/>
                  </a:lnTo>
                  <a:lnTo>
                    <a:pt x="687" y="343"/>
                  </a:lnTo>
                  <a:lnTo>
                    <a:pt x="768" y="287"/>
                  </a:lnTo>
                  <a:lnTo>
                    <a:pt x="851" y="235"/>
                  </a:lnTo>
                  <a:lnTo>
                    <a:pt x="937" y="187"/>
                  </a:lnTo>
                  <a:lnTo>
                    <a:pt x="1025" y="145"/>
                  </a:lnTo>
                  <a:lnTo>
                    <a:pt x="1118" y="107"/>
                  </a:lnTo>
                  <a:lnTo>
                    <a:pt x="1213" y="76"/>
                  </a:lnTo>
                  <a:lnTo>
                    <a:pt x="1309" y="49"/>
                  </a:lnTo>
                  <a:lnTo>
                    <a:pt x="1408" y="28"/>
                  </a:lnTo>
                  <a:lnTo>
                    <a:pt x="1509" y="12"/>
                  </a:lnTo>
                  <a:lnTo>
                    <a:pt x="1612" y="3"/>
                  </a:lnTo>
                  <a:lnTo>
                    <a:pt x="17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9DE1E48C-B311-41B1-991A-6A9F6F948D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2375" y="3625850"/>
              <a:ext cx="644525" cy="473075"/>
            </a:xfrm>
            <a:custGeom>
              <a:avLst/>
              <a:gdLst>
                <a:gd name="T0" fmla="*/ 1514 w 1626"/>
                <a:gd name="T1" fmla="*/ 0 h 1190"/>
                <a:gd name="T2" fmla="*/ 1536 w 1626"/>
                <a:gd name="T3" fmla="*/ 2 h 1190"/>
                <a:gd name="T4" fmla="*/ 1557 w 1626"/>
                <a:gd name="T5" fmla="*/ 8 h 1190"/>
                <a:gd name="T6" fmla="*/ 1575 w 1626"/>
                <a:gd name="T7" fmla="*/ 19 h 1190"/>
                <a:gd name="T8" fmla="*/ 1593 w 1626"/>
                <a:gd name="T9" fmla="*/ 33 h 1190"/>
                <a:gd name="T10" fmla="*/ 1608 w 1626"/>
                <a:gd name="T11" fmla="*/ 51 h 1190"/>
                <a:gd name="T12" fmla="*/ 1618 w 1626"/>
                <a:gd name="T13" fmla="*/ 71 h 1190"/>
                <a:gd name="T14" fmla="*/ 1624 w 1626"/>
                <a:gd name="T15" fmla="*/ 92 h 1190"/>
                <a:gd name="T16" fmla="*/ 1626 w 1626"/>
                <a:gd name="T17" fmla="*/ 112 h 1190"/>
                <a:gd name="T18" fmla="*/ 1624 w 1626"/>
                <a:gd name="T19" fmla="*/ 134 h 1190"/>
                <a:gd name="T20" fmla="*/ 1618 w 1626"/>
                <a:gd name="T21" fmla="*/ 155 h 1190"/>
                <a:gd name="T22" fmla="*/ 1608 w 1626"/>
                <a:gd name="T23" fmla="*/ 175 h 1190"/>
                <a:gd name="T24" fmla="*/ 1593 w 1626"/>
                <a:gd name="T25" fmla="*/ 193 h 1190"/>
                <a:gd name="T26" fmla="*/ 629 w 1626"/>
                <a:gd name="T27" fmla="*/ 1157 h 1190"/>
                <a:gd name="T28" fmla="*/ 629 w 1626"/>
                <a:gd name="T29" fmla="*/ 1157 h 1190"/>
                <a:gd name="T30" fmla="*/ 611 w 1626"/>
                <a:gd name="T31" fmla="*/ 1171 h 1190"/>
                <a:gd name="T32" fmla="*/ 591 w 1626"/>
                <a:gd name="T33" fmla="*/ 1182 h 1190"/>
                <a:gd name="T34" fmla="*/ 571 w 1626"/>
                <a:gd name="T35" fmla="*/ 1188 h 1190"/>
                <a:gd name="T36" fmla="*/ 550 w 1626"/>
                <a:gd name="T37" fmla="*/ 1190 h 1190"/>
                <a:gd name="T38" fmla="*/ 528 w 1626"/>
                <a:gd name="T39" fmla="*/ 1188 h 1190"/>
                <a:gd name="T40" fmla="*/ 507 w 1626"/>
                <a:gd name="T41" fmla="*/ 1182 h 1190"/>
                <a:gd name="T42" fmla="*/ 487 w 1626"/>
                <a:gd name="T43" fmla="*/ 1171 h 1190"/>
                <a:gd name="T44" fmla="*/ 470 w 1626"/>
                <a:gd name="T45" fmla="*/ 1157 h 1190"/>
                <a:gd name="T46" fmla="*/ 33 w 1626"/>
                <a:gd name="T47" fmla="*/ 720 h 1190"/>
                <a:gd name="T48" fmla="*/ 18 w 1626"/>
                <a:gd name="T49" fmla="*/ 702 h 1190"/>
                <a:gd name="T50" fmla="*/ 8 w 1626"/>
                <a:gd name="T51" fmla="*/ 682 h 1190"/>
                <a:gd name="T52" fmla="*/ 2 w 1626"/>
                <a:gd name="T53" fmla="*/ 662 h 1190"/>
                <a:gd name="T54" fmla="*/ 0 w 1626"/>
                <a:gd name="T55" fmla="*/ 640 h 1190"/>
                <a:gd name="T56" fmla="*/ 2 w 1626"/>
                <a:gd name="T57" fmla="*/ 619 h 1190"/>
                <a:gd name="T58" fmla="*/ 8 w 1626"/>
                <a:gd name="T59" fmla="*/ 598 h 1190"/>
                <a:gd name="T60" fmla="*/ 18 w 1626"/>
                <a:gd name="T61" fmla="*/ 578 h 1190"/>
                <a:gd name="T62" fmla="*/ 33 w 1626"/>
                <a:gd name="T63" fmla="*/ 561 h 1190"/>
                <a:gd name="T64" fmla="*/ 51 w 1626"/>
                <a:gd name="T65" fmla="*/ 546 h 1190"/>
                <a:gd name="T66" fmla="*/ 69 w 1626"/>
                <a:gd name="T67" fmla="*/ 536 h 1190"/>
                <a:gd name="T68" fmla="*/ 90 w 1626"/>
                <a:gd name="T69" fmla="*/ 529 h 1190"/>
                <a:gd name="T70" fmla="*/ 112 w 1626"/>
                <a:gd name="T71" fmla="*/ 527 h 1190"/>
                <a:gd name="T72" fmla="*/ 134 w 1626"/>
                <a:gd name="T73" fmla="*/ 529 h 1190"/>
                <a:gd name="T74" fmla="*/ 155 w 1626"/>
                <a:gd name="T75" fmla="*/ 536 h 1190"/>
                <a:gd name="T76" fmla="*/ 174 w 1626"/>
                <a:gd name="T77" fmla="*/ 546 h 1190"/>
                <a:gd name="T78" fmla="*/ 192 w 1626"/>
                <a:gd name="T79" fmla="*/ 561 h 1190"/>
                <a:gd name="T80" fmla="*/ 550 w 1626"/>
                <a:gd name="T81" fmla="*/ 918 h 1190"/>
                <a:gd name="T82" fmla="*/ 1434 w 1626"/>
                <a:gd name="T83" fmla="*/ 33 h 1190"/>
                <a:gd name="T84" fmla="*/ 1452 w 1626"/>
                <a:gd name="T85" fmla="*/ 19 h 1190"/>
                <a:gd name="T86" fmla="*/ 1471 w 1626"/>
                <a:gd name="T87" fmla="*/ 8 h 1190"/>
                <a:gd name="T88" fmla="*/ 1492 w 1626"/>
                <a:gd name="T89" fmla="*/ 2 h 1190"/>
                <a:gd name="T90" fmla="*/ 1514 w 1626"/>
                <a:gd name="T91" fmla="*/ 0 h 1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626" h="1190">
                  <a:moveTo>
                    <a:pt x="1514" y="0"/>
                  </a:moveTo>
                  <a:lnTo>
                    <a:pt x="1536" y="2"/>
                  </a:lnTo>
                  <a:lnTo>
                    <a:pt x="1557" y="8"/>
                  </a:lnTo>
                  <a:lnTo>
                    <a:pt x="1575" y="19"/>
                  </a:lnTo>
                  <a:lnTo>
                    <a:pt x="1593" y="33"/>
                  </a:lnTo>
                  <a:lnTo>
                    <a:pt x="1608" y="51"/>
                  </a:lnTo>
                  <a:lnTo>
                    <a:pt x="1618" y="71"/>
                  </a:lnTo>
                  <a:lnTo>
                    <a:pt x="1624" y="92"/>
                  </a:lnTo>
                  <a:lnTo>
                    <a:pt x="1626" y="112"/>
                  </a:lnTo>
                  <a:lnTo>
                    <a:pt x="1624" y="134"/>
                  </a:lnTo>
                  <a:lnTo>
                    <a:pt x="1618" y="155"/>
                  </a:lnTo>
                  <a:lnTo>
                    <a:pt x="1608" y="175"/>
                  </a:lnTo>
                  <a:lnTo>
                    <a:pt x="1593" y="193"/>
                  </a:lnTo>
                  <a:lnTo>
                    <a:pt x="629" y="1157"/>
                  </a:lnTo>
                  <a:lnTo>
                    <a:pt x="629" y="1157"/>
                  </a:lnTo>
                  <a:lnTo>
                    <a:pt x="611" y="1171"/>
                  </a:lnTo>
                  <a:lnTo>
                    <a:pt x="591" y="1182"/>
                  </a:lnTo>
                  <a:lnTo>
                    <a:pt x="571" y="1188"/>
                  </a:lnTo>
                  <a:lnTo>
                    <a:pt x="550" y="1190"/>
                  </a:lnTo>
                  <a:lnTo>
                    <a:pt x="528" y="1188"/>
                  </a:lnTo>
                  <a:lnTo>
                    <a:pt x="507" y="1182"/>
                  </a:lnTo>
                  <a:lnTo>
                    <a:pt x="487" y="1171"/>
                  </a:lnTo>
                  <a:lnTo>
                    <a:pt x="470" y="1157"/>
                  </a:lnTo>
                  <a:lnTo>
                    <a:pt x="33" y="720"/>
                  </a:lnTo>
                  <a:lnTo>
                    <a:pt x="18" y="702"/>
                  </a:lnTo>
                  <a:lnTo>
                    <a:pt x="8" y="682"/>
                  </a:lnTo>
                  <a:lnTo>
                    <a:pt x="2" y="662"/>
                  </a:lnTo>
                  <a:lnTo>
                    <a:pt x="0" y="640"/>
                  </a:lnTo>
                  <a:lnTo>
                    <a:pt x="2" y="619"/>
                  </a:lnTo>
                  <a:lnTo>
                    <a:pt x="8" y="598"/>
                  </a:lnTo>
                  <a:lnTo>
                    <a:pt x="18" y="578"/>
                  </a:lnTo>
                  <a:lnTo>
                    <a:pt x="33" y="561"/>
                  </a:lnTo>
                  <a:lnTo>
                    <a:pt x="51" y="546"/>
                  </a:lnTo>
                  <a:lnTo>
                    <a:pt x="69" y="536"/>
                  </a:lnTo>
                  <a:lnTo>
                    <a:pt x="90" y="529"/>
                  </a:lnTo>
                  <a:lnTo>
                    <a:pt x="112" y="527"/>
                  </a:lnTo>
                  <a:lnTo>
                    <a:pt x="134" y="529"/>
                  </a:lnTo>
                  <a:lnTo>
                    <a:pt x="155" y="536"/>
                  </a:lnTo>
                  <a:lnTo>
                    <a:pt x="174" y="546"/>
                  </a:lnTo>
                  <a:lnTo>
                    <a:pt x="192" y="561"/>
                  </a:lnTo>
                  <a:lnTo>
                    <a:pt x="550" y="918"/>
                  </a:lnTo>
                  <a:lnTo>
                    <a:pt x="1434" y="33"/>
                  </a:lnTo>
                  <a:lnTo>
                    <a:pt x="1452" y="19"/>
                  </a:lnTo>
                  <a:lnTo>
                    <a:pt x="1471" y="8"/>
                  </a:lnTo>
                  <a:lnTo>
                    <a:pt x="1492" y="2"/>
                  </a:lnTo>
                  <a:lnTo>
                    <a:pt x="15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18" name="Inhaltsplatzhalter 4">
            <a:extLst>
              <a:ext uri="{FF2B5EF4-FFF2-40B4-BE49-F238E27FC236}">
                <a16:creationId xmlns:a16="http://schemas.microsoft.com/office/drawing/2014/main" id="{911341F2-6393-4BA3-97A2-B5E6878C22BE}"/>
              </a:ext>
            </a:extLst>
          </p:cNvPr>
          <p:cNvSpPr txBox="1">
            <a:spLocks/>
          </p:cNvSpPr>
          <p:nvPr/>
        </p:nvSpPr>
        <p:spPr>
          <a:xfrm>
            <a:off x="1127131" y="3362473"/>
            <a:ext cx="3833592" cy="66223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sz="1400" b="1">
                <a:solidFill>
                  <a:schemeClr val="accent3"/>
                </a:solidFill>
                <a:latin typeface="+mj-lt"/>
              </a:rPr>
              <a:t>Objectif #3</a:t>
            </a:r>
            <a:br>
              <a:rPr lang="en-US" sz="1400" b="1">
                <a:solidFill>
                  <a:schemeClr val="bg1">
                    <a:lumMod val="65000"/>
                  </a:schemeClr>
                </a:solidFill>
                <a:latin typeface="+mj-lt"/>
              </a:rPr>
            </a:br>
            <a:r>
              <a:rPr lang="fr-FR" sz="1000">
                <a:solidFill>
                  <a:srgbClr val="5C5C5C"/>
                </a:solidFill>
                <a:latin typeface="Roboto"/>
                <a:ea typeface="Roboto"/>
                <a:cs typeface="Roboto"/>
              </a:rPr>
              <a:t>Évaluer la performance des modèles à l’aide de métriques adaptées.</a:t>
            </a:r>
            <a:endParaRPr lang="en-US" sz="1000">
              <a:solidFill>
                <a:srgbClr val="5C5C5C"/>
              </a:solidFill>
              <a:latin typeface="Roboto"/>
              <a:ea typeface="Roboto"/>
              <a:cs typeface="Roboto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A1F2812-3A75-4EA2-8FBB-2F68FAC12F6C}"/>
              </a:ext>
            </a:extLst>
          </p:cNvPr>
          <p:cNvGrpSpPr/>
          <p:nvPr/>
        </p:nvGrpSpPr>
        <p:grpSpPr>
          <a:xfrm>
            <a:off x="396343" y="3457859"/>
            <a:ext cx="474222" cy="474222"/>
            <a:chOff x="2133600" y="3181350"/>
            <a:chExt cx="1362075" cy="1362075"/>
          </a:xfrm>
          <a:solidFill>
            <a:schemeClr val="accent3"/>
          </a:solidFill>
        </p:grpSpPr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E2346223-84A2-4B29-987C-F4578210EB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33600" y="3181350"/>
              <a:ext cx="1362075" cy="1362075"/>
            </a:xfrm>
            <a:custGeom>
              <a:avLst/>
              <a:gdLst>
                <a:gd name="T0" fmla="*/ 1428 w 3432"/>
                <a:gd name="T1" fmla="*/ 253 h 3432"/>
                <a:gd name="T2" fmla="*/ 1073 w 3432"/>
                <a:gd name="T3" fmla="*/ 371 h 3432"/>
                <a:gd name="T4" fmla="*/ 763 w 3432"/>
                <a:gd name="T5" fmla="*/ 570 h 3432"/>
                <a:gd name="T6" fmla="*/ 513 w 3432"/>
                <a:gd name="T7" fmla="*/ 836 h 3432"/>
                <a:gd name="T8" fmla="*/ 334 w 3432"/>
                <a:gd name="T9" fmla="*/ 1158 h 3432"/>
                <a:gd name="T10" fmla="*/ 237 w 3432"/>
                <a:gd name="T11" fmla="*/ 1522 h 3432"/>
                <a:gd name="T12" fmla="*/ 237 w 3432"/>
                <a:gd name="T13" fmla="*/ 1910 h 3432"/>
                <a:gd name="T14" fmla="*/ 334 w 3432"/>
                <a:gd name="T15" fmla="*/ 2274 h 3432"/>
                <a:gd name="T16" fmla="*/ 513 w 3432"/>
                <a:gd name="T17" fmla="*/ 2596 h 3432"/>
                <a:gd name="T18" fmla="*/ 763 w 3432"/>
                <a:gd name="T19" fmla="*/ 2862 h 3432"/>
                <a:gd name="T20" fmla="*/ 1073 w 3432"/>
                <a:gd name="T21" fmla="*/ 3061 h 3432"/>
                <a:gd name="T22" fmla="*/ 1428 w 3432"/>
                <a:gd name="T23" fmla="*/ 3179 h 3432"/>
                <a:gd name="T24" fmla="*/ 1814 w 3432"/>
                <a:gd name="T25" fmla="*/ 3204 h 3432"/>
                <a:gd name="T26" fmla="*/ 2187 w 3432"/>
                <a:gd name="T27" fmla="*/ 3130 h 3432"/>
                <a:gd name="T28" fmla="*/ 2520 w 3432"/>
                <a:gd name="T29" fmla="*/ 2971 h 3432"/>
                <a:gd name="T30" fmla="*/ 2802 w 3432"/>
                <a:gd name="T31" fmla="*/ 2737 h 3432"/>
                <a:gd name="T32" fmla="*/ 3018 w 3432"/>
                <a:gd name="T33" fmla="*/ 2441 h 3432"/>
                <a:gd name="T34" fmla="*/ 3157 w 3432"/>
                <a:gd name="T35" fmla="*/ 2097 h 3432"/>
                <a:gd name="T36" fmla="*/ 3207 w 3432"/>
                <a:gd name="T37" fmla="*/ 1716 h 3432"/>
                <a:gd name="T38" fmla="*/ 3157 w 3432"/>
                <a:gd name="T39" fmla="*/ 1335 h 3432"/>
                <a:gd name="T40" fmla="*/ 3018 w 3432"/>
                <a:gd name="T41" fmla="*/ 991 h 3432"/>
                <a:gd name="T42" fmla="*/ 2802 w 3432"/>
                <a:gd name="T43" fmla="*/ 695 h 3432"/>
                <a:gd name="T44" fmla="*/ 2520 w 3432"/>
                <a:gd name="T45" fmla="*/ 461 h 3432"/>
                <a:gd name="T46" fmla="*/ 2187 w 3432"/>
                <a:gd name="T47" fmla="*/ 302 h 3432"/>
                <a:gd name="T48" fmla="*/ 1814 w 3432"/>
                <a:gd name="T49" fmla="*/ 228 h 3432"/>
                <a:gd name="T50" fmla="*/ 1923 w 3432"/>
                <a:gd name="T51" fmla="*/ 12 h 3432"/>
                <a:gd name="T52" fmla="*/ 2314 w 3432"/>
                <a:gd name="T53" fmla="*/ 107 h 3432"/>
                <a:gd name="T54" fmla="*/ 2664 w 3432"/>
                <a:gd name="T55" fmla="*/ 287 h 3432"/>
                <a:gd name="T56" fmla="*/ 2963 w 3432"/>
                <a:gd name="T57" fmla="*/ 538 h 3432"/>
                <a:gd name="T58" fmla="*/ 3197 w 3432"/>
                <a:gd name="T59" fmla="*/ 851 h 3432"/>
                <a:gd name="T60" fmla="*/ 3356 w 3432"/>
                <a:gd name="T61" fmla="*/ 1213 h 3432"/>
                <a:gd name="T62" fmla="*/ 3429 w 3432"/>
                <a:gd name="T63" fmla="*/ 1612 h 3432"/>
                <a:gd name="T64" fmla="*/ 3404 w 3432"/>
                <a:gd name="T65" fmla="*/ 2024 h 3432"/>
                <a:gd name="T66" fmla="*/ 3287 w 3432"/>
                <a:gd name="T67" fmla="*/ 2406 h 3432"/>
                <a:gd name="T68" fmla="*/ 3089 w 3432"/>
                <a:gd name="T69" fmla="*/ 2745 h 3432"/>
                <a:gd name="T70" fmla="*/ 2820 w 3432"/>
                <a:gd name="T71" fmla="*/ 3027 h 3432"/>
                <a:gd name="T72" fmla="*/ 2495 w 3432"/>
                <a:gd name="T73" fmla="*/ 3245 h 3432"/>
                <a:gd name="T74" fmla="*/ 2123 w 3432"/>
                <a:gd name="T75" fmla="*/ 3383 h 3432"/>
                <a:gd name="T76" fmla="*/ 1715 w 3432"/>
                <a:gd name="T77" fmla="*/ 3432 h 3432"/>
                <a:gd name="T78" fmla="*/ 1309 w 3432"/>
                <a:gd name="T79" fmla="*/ 3383 h 3432"/>
                <a:gd name="T80" fmla="*/ 937 w 3432"/>
                <a:gd name="T81" fmla="*/ 3245 h 3432"/>
                <a:gd name="T82" fmla="*/ 610 w 3432"/>
                <a:gd name="T83" fmla="*/ 3027 h 3432"/>
                <a:gd name="T84" fmla="*/ 343 w 3432"/>
                <a:gd name="T85" fmla="*/ 2745 h 3432"/>
                <a:gd name="T86" fmla="*/ 145 w 3432"/>
                <a:gd name="T87" fmla="*/ 2406 h 3432"/>
                <a:gd name="T88" fmla="*/ 28 w 3432"/>
                <a:gd name="T89" fmla="*/ 2024 h 3432"/>
                <a:gd name="T90" fmla="*/ 3 w 3432"/>
                <a:gd name="T91" fmla="*/ 1612 h 3432"/>
                <a:gd name="T92" fmla="*/ 76 w 3432"/>
                <a:gd name="T93" fmla="*/ 1213 h 3432"/>
                <a:gd name="T94" fmla="*/ 235 w 3432"/>
                <a:gd name="T95" fmla="*/ 851 h 3432"/>
                <a:gd name="T96" fmla="*/ 469 w 3432"/>
                <a:gd name="T97" fmla="*/ 538 h 3432"/>
                <a:gd name="T98" fmla="*/ 768 w 3432"/>
                <a:gd name="T99" fmla="*/ 287 h 3432"/>
                <a:gd name="T100" fmla="*/ 1118 w 3432"/>
                <a:gd name="T101" fmla="*/ 107 h 3432"/>
                <a:gd name="T102" fmla="*/ 1509 w 3432"/>
                <a:gd name="T103" fmla="*/ 12 h 3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432" h="3432">
                  <a:moveTo>
                    <a:pt x="1715" y="225"/>
                  </a:moveTo>
                  <a:lnTo>
                    <a:pt x="1618" y="228"/>
                  </a:lnTo>
                  <a:lnTo>
                    <a:pt x="1522" y="237"/>
                  </a:lnTo>
                  <a:lnTo>
                    <a:pt x="1428" y="253"/>
                  </a:lnTo>
                  <a:lnTo>
                    <a:pt x="1335" y="275"/>
                  </a:lnTo>
                  <a:lnTo>
                    <a:pt x="1245" y="302"/>
                  </a:lnTo>
                  <a:lnTo>
                    <a:pt x="1158" y="334"/>
                  </a:lnTo>
                  <a:lnTo>
                    <a:pt x="1073" y="371"/>
                  </a:lnTo>
                  <a:lnTo>
                    <a:pt x="991" y="414"/>
                  </a:lnTo>
                  <a:lnTo>
                    <a:pt x="912" y="461"/>
                  </a:lnTo>
                  <a:lnTo>
                    <a:pt x="836" y="513"/>
                  </a:lnTo>
                  <a:lnTo>
                    <a:pt x="763" y="570"/>
                  </a:lnTo>
                  <a:lnTo>
                    <a:pt x="695" y="630"/>
                  </a:lnTo>
                  <a:lnTo>
                    <a:pt x="630" y="695"/>
                  </a:lnTo>
                  <a:lnTo>
                    <a:pt x="570" y="763"/>
                  </a:lnTo>
                  <a:lnTo>
                    <a:pt x="513" y="836"/>
                  </a:lnTo>
                  <a:lnTo>
                    <a:pt x="461" y="912"/>
                  </a:lnTo>
                  <a:lnTo>
                    <a:pt x="414" y="991"/>
                  </a:lnTo>
                  <a:lnTo>
                    <a:pt x="371" y="1073"/>
                  </a:lnTo>
                  <a:lnTo>
                    <a:pt x="334" y="1158"/>
                  </a:lnTo>
                  <a:lnTo>
                    <a:pt x="302" y="1245"/>
                  </a:lnTo>
                  <a:lnTo>
                    <a:pt x="275" y="1335"/>
                  </a:lnTo>
                  <a:lnTo>
                    <a:pt x="253" y="1428"/>
                  </a:lnTo>
                  <a:lnTo>
                    <a:pt x="237" y="1522"/>
                  </a:lnTo>
                  <a:lnTo>
                    <a:pt x="228" y="1618"/>
                  </a:lnTo>
                  <a:lnTo>
                    <a:pt x="225" y="1716"/>
                  </a:lnTo>
                  <a:lnTo>
                    <a:pt x="228" y="1814"/>
                  </a:lnTo>
                  <a:lnTo>
                    <a:pt x="237" y="1910"/>
                  </a:lnTo>
                  <a:lnTo>
                    <a:pt x="253" y="2004"/>
                  </a:lnTo>
                  <a:lnTo>
                    <a:pt x="275" y="2097"/>
                  </a:lnTo>
                  <a:lnTo>
                    <a:pt x="302" y="2187"/>
                  </a:lnTo>
                  <a:lnTo>
                    <a:pt x="334" y="2274"/>
                  </a:lnTo>
                  <a:lnTo>
                    <a:pt x="371" y="2359"/>
                  </a:lnTo>
                  <a:lnTo>
                    <a:pt x="414" y="2441"/>
                  </a:lnTo>
                  <a:lnTo>
                    <a:pt x="461" y="2520"/>
                  </a:lnTo>
                  <a:lnTo>
                    <a:pt x="513" y="2596"/>
                  </a:lnTo>
                  <a:lnTo>
                    <a:pt x="570" y="2669"/>
                  </a:lnTo>
                  <a:lnTo>
                    <a:pt x="630" y="2737"/>
                  </a:lnTo>
                  <a:lnTo>
                    <a:pt x="695" y="2802"/>
                  </a:lnTo>
                  <a:lnTo>
                    <a:pt x="763" y="2862"/>
                  </a:lnTo>
                  <a:lnTo>
                    <a:pt x="836" y="2919"/>
                  </a:lnTo>
                  <a:lnTo>
                    <a:pt x="912" y="2971"/>
                  </a:lnTo>
                  <a:lnTo>
                    <a:pt x="991" y="3018"/>
                  </a:lnTo>
                  <a:lnTo>
                    <a:pt x="1073" y="3061"/>
                  </a:lnTo>
                  <a:lnTo>
                    <a:pt x="1158" y="3098"/>
                  </a:lnTo>
                  <a:lnTo>
                    <a:pt x="1245" y="3130"/>
                  </a:lnTo>
                  <a:lnTo>
                    <a:pt x="1335" y="3157"/>
                  </a:lnTo>
                  <a:lnTo>
                    <a:pt x="1428" y="3179"/>
                  </a:lnTo>
                  <a:lnTo>
                    <a:pt x="1522" y="3195"/>
                  </a:lnTo>
                  <a:lnTo>
                    <a:pt x="1618" y="3204"/>
                  </a:lnTo>
                  <a:lnTo>
                    <a:pt x="1715" y="3207"/>
                  </a:lnTo>
                  <a:lnTo>
                    <a:pt x="1814" y="3204"/>
                  </a:lnTo>
                  <a:lnTo>
                    <a:pt x="1910" y="3195"/>
                  </a:lnTo>
                  <a:lnTo>
                    <a:pt x="2004" y="3179"/>
                  </a:lnTo>
                  <a:lnTo>
                    <a:pt x="2097" y="3157"/>
                  </a:lnTo>
                  <a:lnTo>
                    <a:pt x="2187" y="3130"/>
                  </a:lnTo>
                  <a:lnTo>
                    <a:pt x="2274" y="3098"/>
                  </a:lnTo>
                  <a:lnTo>
                    <a:pt x="2359" y="3061"/>
                  </a:lnTo>
                  <a:lnTo>
                    <a:pt x="2441" y="3018"/>
                  </a:lnTo>
                  <a:lnTo>
                    <a:pt x="2520" y="2971"/>
                  </a:lnTo>
                  <a:lnTo>
                    <a:pt x="2596" y="2919"/>
                  </a:lnTo>
                  <a:lnTo>
                    <a:pt x="2669" y="2862"/>
                  </a:lnTo>
                  <a:lnTo>
                    <a:pt x="2737" y="2802"/>
                  </a:lnTo>
                  <a:lnTo>
                    <a:pt x="2802" y="2737"/>
                  </a:lnTo>
                  <a:lnTo>
                    <a:pt x="2862" y="2669"/>
                  </a:lnTo>
                  <a:lnTo>
                    <a:pt x="2919" y="2596"/>
                  </a:lnTo>
                  <a:lnTo>
                    <a:pt x="2971" y="2520"/>
                  </a:lnTo>
                  <a:lnTo>
                    <a:pt x="3018" y="2441"/>
                  </a:lnTo>
                  <a:lnTo>
                    <a:pt x="3061" y="2359"/>
                  </a:lnTo>
                  <a:lnTo>
                    <a:pt x="3098" y="2274"/>
                  </a:lnTo>
                  <a:lnTo>
                    <a:pt x="3130" y="2187"/>
                  </a:lnTo>
                  <a:lnTo>
                    <a:pt x="3157" y="2097"/>
                  </a:lnTo>
                  <a:lnTo>
                    <a:pt x="3179" y="2004"/>
                  </a:lnTo>
                  <a:lnTo>
                    <a:pt x="3195" y="1910"/>
                  </a:lnTo>
                  <a:lnTo>
                    <a:pt x="3204" y="1814"/>
                  </a:lnTo>
                  <a:lnTo>
                    <a:pt x="3207" y="1716"/>
                  </a:lnTo>
                  <a:lnTo>
                    <a:pt x="3204" y="1618"/>
                  </a:lnTo>
                  <a:lnTo>
                    <a:pt x="3195" y="1522"/>
                  </a:lnTo>
                  <a:lnTo>
                    <a:pt x="3179" y="1428"/>
                  </a:lnTo>
                  <a:lnTo>
                    <a:pt x="3157" y="1335"/>
                  </a:lnTo>
                  <a:lnTo>
                    <a:pt x="3130" y="1245"/>
                  </a:lnTo>
                  <a:lnTo>
                    <a:pt x="3098" y="1158"/>
                  </a:lnTo>
                  <a:lnTo>
                    <a:pt x="3061" y="1073"/>
                  </a:lnTo>
                  <a:lnTo>
                    <a:pt x="3018" y="991"/>
                  </a:lnTo>
                  <a:lnTo>
                    <a:pt x="2971" y="912"/>
                  </a:lnTo>
                  <a:lnTo>
                    <a:pt x="2919" y="836"/>
                  </a:lnTo>
                  <a:lnTo>
                    <a:pt x="2862" y="763"/>
                  </a:lnTo>
                  <a:lnTo>
                    <a:pt x="2802" y="695"/>
                  </a:lnTo>
                  <a:lnTo>
                    <a:pt x="2737" y="630"/>
                  </a:lnTo>
                  <a:lnTo>
                    <a:pt x="2669" y="570"/>
                  </a:lnTo>
                  <a:lnTo>
                    <a:pt x="2596" y="513"/>
                  </a:lnTo>
                  <a:lnTo>
                    <a:pt x="2520" y="461"/>
                  </a:lnTo>
                  <a:lnTo>
                    <a:pt x="2441" y="414"/>
                  </a:lnTo>
                  <a:lnTo>
                    <a:pt x="2359" y="371"/>
                  </a:lnTo>
                  <a:lnTo>
                    <a:pt x="2274" y="334"/>
                  </a:lnTo>
                  <a:lnTo>
                    <a:pt x="2187" y="302"/>
                  </a:lnTo>
                  <a:lnTo>
                    <a:pt x="2097" y="275"/>
                  </a:lnTo>
                  <a:lnTo>
                    <a:pt x="2004" y="253"/>
                  </a:lnTo>
                  <a:lnTo>
                    <a:pt x="1910" y="237"/>
                  </a:lnTo>
                  <a:lnTo>
                    <a:pt x="1814" y="228"/>
                  </a:lnTo>
                  <a:lnTo>
                    <a:pt x="1715" y="225"/>
                  </a:lnTo>
                  <a:close/>
                  <a:moveTo>
                    <a:pt x="1715" y="0"/>
                  </a:moveTo>
                  <a:lnTo>
                    <a:pt x="1820" y="3"/>
                  </a:lnTo>
                  <a:lnTo>
                    <a:pt x="1923" y="12"/>
                  </a:lnTo>
                  <a:lnTo>
                    <a:pt x="2024" y="28"/>
                  </a:lnTo>
                  <a:lnTo>
                    <a:pt x="2123" y="49"/>
                  </a:lnTo>
                  <a:lnTo>
                    <a:pt x="2219" y="76"/>
                  </a:lnTo>
                  <a:lnTo>
                    <a:pt x="2314" y="107"/>
                  </a:lnTo>
                  <a:lnTo>
                    <a:pt x="2406" y="145"/>
                  </a:lnTo>
                  <a:lnTo>
                    <a:pt x="2495" y="187"/>
                  </a:lnTo>
                  <a:lnTo>
                    <a:pt x="2581" y="235"/>
                  </a:lnTo>
                  <a:lnTo>
                    <a:pt x="2664" y="287"/>
                  </a:lnTo>
                  <a:lnTo>
                    <a:pt x="2745" y="343"/>
                  </a:lnTo>
                  <a:lnTo>
                    <a:pt x="2820" y="405"/>
                  </a:lnTo>
                  <a:lnTo>
                    <a:pt x="2894" y="469"/>
                  </a:lnTo>
                  <a:lnTo>
                    <a:pt x="2963" y="538"/>
                  </a:lnTo>
                  <a:lnTo>
                    <a:pt x="3027" y="612"/>
                  </a:lnTo>
                  <a:lnTo>
                    <a:pt x="3089" y="687"/>
                  </a:lnTo>
                  <a:lnTo>
                    <a:pt x="3145" y="768"/>
                  </a:lnTo>
                  <a:lnTo>
                    <a:pt x="3197" y="851"/>
                  </a:lnTo>
                  <a:lnTo>
                    <a:pt x="3245" y="937"/>
                  </a:lnTo>
                  <a:lnTo>
                    <a:pt x="3287" y="1026"/>
                  </a:lnTo>
                  <a:lnTo>
                    <a:pt x="3325" y="1118"/>
                  </a:lnTo>
                  <a:lnTo>
                    <a:pt x="3356" y="1213"/>
                  </a:lnTo>
                  <a:lnTo>
                    <a:pt x="3383" y="1309"/>
                  </a:lnTo>
                  <a:lnTo>
                    <a:pt x="3404" y="1408"/>
                  </a:lnTo>
                  <a:lnTo>
                    <a:pt x="3420" y="1509"/>
                  </a:lnTo>
                  <a:lnTo>
                    <a:pt x="3429" y="1612"/>
                  </a:lnTo>
                  <a:lnTo>
                    <a:pt x="3432" y="1716"/>
                  </a:lnTo>
                  <a:lnTo>
                    <a:pt x="3429" y="1820"/>
                  </a:lnTo>
                  <a:lnTo>
                    <a:pt x="3420" y="1923"/>
                  </a:lnTo>
                  <a:lnTo>
                    <a:pt x="3404" y="2024"/>
                  </a:lnTo>
                  <a:lnTo>
                    <a:pt x="3383" y="2123"/>
                  </a:lnTo>
                  <a:lnTo>
                    <a:pt x="3356" y="2219"/>
                  </a:lnTo>
                  <a:lnTo>
                    <a:pt x="3325" y="2314"/>
                  </a:lnTo>
                  <a:lnTo>
                    <a:pt x="3287" y="2406"/>
                  </a:lnTo>
                  <a:lnTo>
                    <a:pt x="3245" y="2495"/>
                  </a:lnTo>
                  <a:lnTo>
                    <a:pt x="3197" y="2581"/>
                  </a:lnTo>
                  <a:lnTo>
                    <a:pt x="3145" y="2664"/>
                  </a:lnTo>
                  <a:lnTo>
                    <a:pt x="3089" y="2745"/>
                  </a:lnTo>
                  <a:lnTo>
                    <a:pt x="3027" y="2820"/>
                  </a:lnTo>
                  <a:lnTo>
                    <a:pt x="2963" y="2894"/>
                  </a:lnTo>
                  <a:lnTo>
                    <a:pt x="2894" y="2963"/>
                  </a:lnTo>
                  <a:lnTo>
                    <a:pt x="2820" y="3027"/>
                  </a:lnTo>
                  <a:lnTo>
                    <a:pt x="2745" y="3089"/>
                  </a:lnTo>
                  <a:lnTo>
                    <a:pt x="2664" y="3145"/>
                  </a:lnTo>
                  <a:lnTo>
                    <a:pt x="2581" y="3197"/>
                  </a:lnTo>
                  <a:lnTo>
                    <a:pt x="2495" y="3245"/>
                  </a:lnTo>
                  <a:lnTo>
                    <a:pt x="2406" y="3287"/>
                  </a:lnTo>
                  <a:lnTo>
                    <a:pt x="2314" y="3325"/>
                  </a:lnTo>
                  <a:lnTo>
                    <a:pt x="2219" y="3356"/>
                  </a:lnTo>
                  <a:lnTo>
                    <a:pt x="2123" y="3383"/>
                  </a:lnTo>
                  <a:lnTo>
                    <a:pt x="2024" y="3404"/>
                  </a:lnTo>
                  <a:lnTo>
                    <a:pt x="1923" y="3420"/>
                  </a:lnTo>
                  <a:lnTo>
                    <a:pt x="1820" y="3429"/>
                  </a:lnTo>
                  <a:lnTo>
                    <a:pt x="1715" y="3432"/>
                  </a:lnTo>
                  <a:lnTo>
                    <a:pt x="1612" y="3429"/>
                  </a:lnTo>
                  <a:lnTo>
                    <a:pt x="1509" y="3420"/>
                  </a:lnTo>
                  <a:lnTo>
                    <a:pt x="1408" y="3404"/>
                  </a:lnTo>
                  <a:lnTo>
                    <a:pt x="1309" y="3383"/>
                  </a:lnTo>
                  <a:lnTo>
                    <a:pt x="1213" y="3356"/>
                  </a:lnTo>
                  <a:lnTo>
                    <a:pt x="1118" y="3325"/>
                  </a:lnTo>
                  <a:lnTo>
                    <a:pt x="1025" y="3287"/>
                  </a:lnTo>
                  <a:lnTo>
                    <a:pt x="937" y="3245"/>
                  </a:lnTo>
                  <a:lnTo>
                    <a:pt x="851" y="3197"/>
                  </a:lnTo>
                  <a:lnTo>
                    <a:pt x="768" y="3145"/>
                  </a:lnTo>
                  <a:lnTo>
                    <a:pt x="687" y="3089"/>
                  </a:lnTo>
                  <a:lnTo>
                    <a:pt x="610" y="3027"/>
                  </a:lnTo>
                  <a:lnTo>
                    <a:pt x="538" y="2963"/>
                  </a:lnTo>
                  <a:lnTo>
                    <a:pt x="469" y="2894"/>
                  </a:lnTo>
                  <a:lnTo>
                    <a:pt x="405" y="2820"/>
                  </a:lnTo>
                  <a:lnTo>
                    <a:pt x="343" y="2745"/>
                  </a:lnTo>
                  <a:lnTo>
                    <a:pt x="287" y="2664"/>
                  </a:lnTo>
                  <a:lnTo>
                    <a:pt x="235" y="2581"/>
                  </a:lnTo>
                  <a:lnTo>
                    <a:pt x="187" y="2495"/>
                  </a:lnTo>
                  <a:lnTo>
                    <a:pt x="145" y="2406"/>
                  </a:lnTo>
                  <a:lnTo>
                    <a:pt x="107" y="2314"/>
                  </a:lnTo>
                  <a:lnTo>
                    <a:pt x="76" y="2219"/>
                  </a:lnTo>
                  <a:lnTo>
                    <a:pt x="49" y="2123"/>
                  </a:lnTo>
                  <a:lnTo>
                    <a:pt x="28" y="2024"/>
                  </a:lnTo>
                  <a:lnTo>
                    <a:pt x="12" y="1923"/>
                  </a:lnTo>
                  <a:lnTo>
                    <a:pt x="3" y="1820"/>
                  </a:lnTo>
                  <a:lnTo>
                    <a:pt x="0" y="1716"/>
                  </a:lnTo>
                  <a:lnTo>
                    <a:pt x="3" y="1612"/>
                  </a:lnTo>
                  <a:lnTo>
                    <a:pt x="12" y="1509"/>
                  </a:lnTo>
                  <a:lnTo>
                    <a:pt x="28" y="1408"/>
                  </a:lnTo>
                  <a:lnTo>
                    <a:pt x="49" y="1309"/>
                  </a:lnTo>
                  <a:lnTo>
                    <a:pt x="76" y="1213"/>
                  </a:lnTo>
                  <a:lnTo>
                    <a:pt x="107" y="1118"/>
                  </a:lnTo>
                  <a:lnTo>
                    <a:pt x="145" y="1026"/>
                  </a:lnTo>
                  <a:lnTo>
                    <a:pt x="187" y="937"/>
                  </a:lnTo>
                  <a:lnTo>
                    <a:pt x="235" y="851"/>
                  </a:lnTo>
                  <a:lnTo>
                    <a:pt x="287" y="768"/>
                  </a:lnTo>
                  <a:lnTo>
                    <a:pt x="343" y="687"/>
                  </a:lnTo>
                  <a:lnTo>
                    <a:pt x="405" y="612"/>
                  </a:lnTo>
                  <a:lnTo>
                    <a:pt x="469" y="538"/>
                  </a:lnTo>
                  <a:lnTo>
                    <a:pt x="538" y="469"/>
                  </a:lnTo>
                  <a:lnTo>
                    <a:pt x="610" y="405"/>
                  </a:lnTo>
                  <a:lnTo>
                    <a:pt x="687" y="343"/>
                  </a:lnTo>
                  <a:lnTo>
                    <a:pt x="768" y="287"/>
                  </a:lnTo>
                  <a:lnTo>
                    <a:pt x="851" y="235"/>
                  </a:lnTo>
                  <a:lnTo>
                    <a:pt x="937" y="187"/>
                  </a:lnTo>
                  <a:lnTo>
                    <a:pt x="1025" y="145"/>
                  </a:lnTo>
                  <a:lnTo>
                    <a:pt x="1118" y="107"/>
                  </a:lnTo>
                  <a:lnTo>
                    <a:pt x="1213" y="76"/>
                  </a:lnTo>
                  <a:lnTo>
                    <a:pt x="1309" y="49"/>
                  </a:lnTo>
                  <a:lnTo>
                    <a:pt x="1408" y="28"/>
                  </a:lnTo>
                  <a:lnTo>
                    <a:pt x="1509" y="12"/>
                  </a:lnTo>
                  <a:lnTo>
                    <a:pt x="1612" y="3"/>
                  </a:lnTo>
                  <a:lnTo>
                    <a:pt x="17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784BC16C-F0BC-4806-84E8-6D6EE5BECE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2375" y="3625850"/>
              <a:ext cx="644525" cy="473075"/>
            </a:xfrm>
            <a:custGeom>
              <a:avLst/>
              <a:gdLst>
                <a:gd name="T0" fmla="*/ 1514 w 1626"/>
                <a:gd name="T1" fmla="*/ 0 h 1190"/>
                <a:gd name="T2" fmla="*/ 1536 w 1626"/>
                <a:gd name="T3" fmla="*/ 2 h 1190"/>
                <a:gd name="T4" fmla="*/ 1557 w 1626"/>
                <a:gd name="T5" fmla="*/ 8 h 1190"/>
                <a:gd name="T6" fmla="*/ 1575 w 1626"/>
                <a:gd name="T7" fmla="*/ 19 h 1190"/>
                <a:gd name="T8" fmla="*/ 1593 w 1626"/>
                <a:gd name="T9" fmla="*/ 33 h 1190"/>
                <a:gd name="T10" fmla="*/ 1608 w 1626"/>
                <a:gd name="T11" fmla="*/ 51 h 1190"/>
                <a:gd name="T12" fmla="*/ 1618 w 1626"/>
                <a:gd name="T13" fmla="*/ 71 h 1190"/>
                <a:gd name="T14" fmla="*/ 1624 w 1626"/>
                <a:gd name="T15" fmla="*/ 92 h 1190"/>
                <a:gd name="T16" fmla="*/ 1626 w 1626"/>
                <a:gd name="T17" fmla="*/ 112 h 1190"/>
                <a:gd name="T18" fmla="*/ 1624 w 1626"/>
                <a:gd name="T19" fmla="*/ 134 h 1190"/>
                <a:gd name="T20" fmla="*/ 1618 w 1626"/>
                <a:gd name="T21" fmla="*/ 155 h 1190"/>
                <a:gd name="T22" fmla="*/ 1608 w 1626"/>
                <a:gd name="T23" fmla="*/ 175 h 1190"/>
                <a:gd name="T24" fmla="*/ 1593 w 1626"/>
                <a:gd name="T25" fmla="*/ 193 h 1190"/>
                <a:gd name="T26" fmla="*/ 629 w 1626"/>
                <a:gd name="T27" fmla="*/ 1157 h 1190"/>
                <a:gd name="T28" fmla="*/ 629 w 1626"/>
                <a:gd name="T29" fmla="*/ 1157 h 1190"/>
                <a:gd name="T30" fmla="*/ 611 w 1626"/>
                <a:gd name="T31" fmla="*/ 1171 h 1190"/>
                <a:gd name="T32" fmla="*/ 591 w 1626"/>
                <a:gd name="T33" fmla="*/ 1182 h 1190"/>
                <a:gd name="T34" fmla="*/ 571 w 1626"/>
                <a:gd name="T35" fmla="*/ 1188 h 1190"/>
                <a:gd name="T36" fmla="*/ 550 w 1626"/>
                <a:gd name="T37" fmla="*/ 1190 h 1190"/>
                <a:gd name="T38" fmla="*/ 528 w 1626"/>
                <a:gd name="T39" fmla="*/ 1188 h 1190"/>
                <a:gd name="T40" fmla="*/ 507 w 1626"/>
                <a:gd name="T41" fmla="*/ 1182 h 1190"/>
                <a:gd name="T42" fmla="*/ 487 w 1626"/>
                <a:gd name="T43" fmla="*/ 1171 h 1190"/>
                <a:gd name="T44" fmla="*/ 470 w 1626"/>
                <a:gd name="T45" fmla="*/ 1157 h 1190"/>
                <a:gd name="T46" fmla="*/ 33 w 1626"/>
                <a:gd name="T47" fmla="*/ 720 h 1190"/>
                <a:gd name="T48" fmla="*/ 18 w 1626"/>
                <a:gd name="T49" fmla="*/ 702 h 1190"/>
                <a:gd name="T50" fmla="*/ 8 w 1626"/>
                <a:gd name="T51" fmla="*/ 682 h 1190"/>
                <a:gd name="T52" fmla="*/ 2 w 1626"/>
                <a:gd name="T53" fmla="*/ 662 h 1190"/>
                <a:gd name="T54" fmla="*/ 0 w 1626"/>
                <a:gd name="T55" fmla="*/ 640 h 1190"/>
                <a:gd name="T56" fmla="*/ 2 w 1626"/>
                <a:gd name="T57" fmla="*/ 619 h 1190"/>
                <a:gd name="T58" fmla="*/ 8 w 1626"/>
                <a:gd name="T59" fmla="*/ 598 h 1190"/>
                <a:gd name="T60" fmla="*/ 18 w 1626"/>
                <a:gd name="T61" fmla="*/ 578 h 1190"/>
                <a:gd name="T62" fmla="*/ 33 w 1626"/>
                <a:gd name="T63" fmla="*/ 561 h 1190"/>
                <a:gd name="T64" fmla="*/ 51 w 1626"/>
                <a:gd name="T65" fmla="*/ 546 h 1190"/>
                <a:gd name="T66" fmla="*/ 69 w 1626"/>
                <a:gd name="T67" fmla="*/ 536 h 1190"/>
                <a:gd name="T68" fmla="*/ 90 w 1626"/>
                <a:gd name="T69" fmla="*/ 529 h 1190"/>
                <a:gd name="T70" fmla="*/ 112 w 1626"/>
                <a:gd name="T71" fmla="*/ 527 h 1190"/>
                <a:gd name="T72" fmla="*/ 134 w 1626"/>
                <a:gd name="T73" fmla="*/ 529 h 1190"/>
                <a:gd name="T74" fmla="*/ 155 w 1626"/>
                <a:gd name="T75" fmla="*/ 536 h 1190"/>
                <a:gd name="T76" fmla="*/ 174 w 1626"/>
                <a:gd name="T77" fmla="*/ 546 h 1190"/>
                <a:gd name="T78" fmla="*/ 192 w 1626"/>
                <a:gd name="T79" fmla="*/ 561 h 1190"/>
                <a:gd name="T80" fmla="*/ 550 w 1626"/>
                <a:gd name="T81" fmla="*/ 918 h 1190"/>
                <a:gd name="T82" fmla="*/ 1434 w 1626"/>
                <a:gd name="T83" fmla="*/ 33 h 1190"/>
                <a:gd name="T84" fmla="*/ 1452 w 1626"/>
                <a:gd name="T85" fmla="*/ 19 h 1190"/>
                <a:gd name="T86" fmla="*/ 1471 w 1626"/>
                <a:gd name="T87" fmla="*/ 8 h 1190"/>
                <a:gd name="T88" fmla="*/ 1492 w 1626"/>
                <a:gd name="T89" fmla="*/ 2 h 1190"/>
                <a:gd name="T90" fmla="*/ 1514 w 1626"/>
                <a:gd name="T91" fmla="*/ 0 h 1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626" h="1190">
                  <a:moveTo>
                    <a:pt x="1514" y="0"/>
                  </a:moveTo>
                  <a:lnTo>
                    <a:pt x="1536" y="2"/>
                  </a:lnTo>
                  <a:lnTo>
                    <a:pt x="1557" y="8"/>
                  </a:lnTo>
                  <a:lnTo>
                    <a:pt x="1575" y="19"/>
                  </a:lnTo>
                  <a:lnTo>
                    <a:pt x="1593" y="33"/>
                  </a:lnTo>
                  <a:lnTo>
                    <a:pt x="1608" y="51"/>
                  </a:lnTo>
                  <a:lnTo>
                    <a:pt x="1618" y="71"/>
                  </a:lnTo>
                  <a:lnTo>
                    <a:pt x="1624" y="92"/>
                  </a:lnTo>
                  <a:lnTo>
                    <a:pt x="1626" y="112"/>
                  </a:lnTo>
                  <a:lnTo>
                    <a:pt x="1624" y="134"/>
                  </a:lnTo>
                  <a:lnTo>
                    <a:pt x="1618" y="155"/>
                  </a:lnTo>
                  <a:lnTo>
                    <a:pt x="1608" y="175"/>
                  </a:lnTo>
                  <a:lnTo>
                    <a:pt x="1593" y="193"/>
                  </a:lnTo>
                  <a:lnTo>
                    <a:pt x="629" y="1157"/>
                  </a:lnTo>
                  <a:lnTo>
                    <a:pt x="629" y="1157"/>
                  </a:lnTo>
                  <a:lnTo>
                    <a:pt x="611" y="1171"/>
                  </a:lnTo>
                  <a:lnTo>
                    <a:pt x="591" y="1182"/>
                  </a:lnTo>
                  <a:lnTo>
                    <a:pt x="571" y="1188"/>
                  </a:lnTo>
                  <a:lnTo>
                    <a:pt x="550" y="1190"/>
                  </a:lnTo>
                  <a:lnTo>
                    <a:pt x="528" y="1188"/>
                  </a:lnTo>
                  <a:lnTo>
                    <a:pt x="507" y="1182"/>
                  </a:lnTo>
                  <a:lnTo>
                    <a:pt x="487" y="1171"/>
                  </a:lnTo>
                  <a:lnTo>
                    <a:pt x="470" y="1157"/>
                  </a:lnTo>
                  <a:lnTo>
                    <a:pt x="33" y="720"/>
                  </a:lnTo>
                  <a:lnTo>
                    <a:pt x="18" y="702"/>
                  </a:lnTo>
                  <a:lnTo>
                    <a:pt x="8" y="682"/>
                  </a:lnTo>
                  <a:lnTo>
                    <a:pt x="2" y="662"/>
                  </a:lnTo>
                  <a:lnTo>
                    <a:pt x="0" y="640"/>
                  </a:lnTo>
                  <a:lnTo>
                    <a:pt x="2" y="619"/>
                  </a:lnTo>
                  <a:lnTo>
                    <a:pt x="8" y="598"/>
                  </a:lnTo>
                  <a:lnTo>
                    <a:pt x="18" y="578"/>
                  </a:lnTo>
                  <a:lnTo>
                    <a:pt x="33" y="561"/>
                  </a:lnTo>
                  <a:lnTo>
                    <a:pt x="51" y="546"/>
                  </a:lnTo>
                  <a:lnTo>
                    <a:pt x="69" y="536"/>
                  </a:lnTo>
                  <a:lnTo>
                    <a:pt x="90" y="529"/>
                  </a:lnTo>
                  <a:lnTo>
                    <a:pt x="112" y="527"/>
                  </a:lnTo>
                  <a:lnTo>
                    <a:pt x="134" y="529"/>
                  </a:lnTo>
                  <a:lnTo>
                    <a:pt x="155" y="536"/>
                  </a:lnTo>
                  <a:lnTo>
                    <a:pt x="174" y="546"/>
                  </a:lnTo>
                  <a:lnTo>
                    <a:pt x="192" y="561"/>
                  </a:lnTo>
                  <a:lnTo>
                    <a:pt x="550" y="918"/>
                  </a:lnTo>
                  <a:lnTo>
                    <a:pt x="1434" y="33"/>
                  </a:lnTo>
                  <a:lnTo>
                    <a:pt x="1452" y="19"/>
                  </a:lnTo>
                  <a:lnTo>
                    <a:pt x="1471" y="8"/>
                  </a:lnTo>
                  <a:lnTo>
                    <a:pt x="1492" y="2"/>
                  </a:lnTo>
                  <a:lnTo>
                    <a:pt x="15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273888A8-DCF8-A709-E50A-C0CC0EB0A769}"/>
              </a:ext>
            </a:extLst>
          </p:cNvPr>
          <p:cNvSpPr/>
          <p:nvPr/>
        </p:nvSpPr>
        <p:spPr bwMode="auto">
          <a:xfrm>
            <a:off x="-3362" y="4688116"/>
            <a:ext cx="9147088" cy="458746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fr-FR" dirty="0">
                <a:ea typeface="Roboto"/>
                <a:cs typeface="Roboto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487695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6899" y="1026762"/>
            <a:ext cx="8368363" cy="1542058"/>
          </a:xfrm>
          <a:prstGeom prst="rect">
            <a:avLst/>
          </a:prstGeom>
        </p:spPr>
        <p:txBody>
          <a:bodyPr/>
          <a:lstStyle/>
          <a:p>
            <a:pPr marL="171450" indent="-171450">
              <a:buChar char="•"/>
            </a:pP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Un corpus </a:t>
            </a: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expréssement</a:t>
            </a: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</a:t>
            </a: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créé</a:t>
            </a: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pour la </a:t>
            </a: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détection</a:t>
            </a: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de </a:t>
            </a: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plagiat</a:t>
            </a: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</a:t>
            </a:r>
          </a:p>
          <a:p>
            <a:pPr marL="171450" indent="-171450">
              <a:buChar char="•"/>
            </a:pP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Une </a:t>
            </a: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similiraté</a:t>
            </a: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des </a:t>
            </a: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textes</a:t>
            </a: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</a:t>
            </a: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remarquable</a:t>
            </a:r>
            <a:endParaRPr lang="en-US" sz="2000">
              <a:solidFill>
                <a:schemeClr val="tx1">
                  <a:lumMod val="75000"/>
                  <a:lumOff val="25000"/>
                </a:schemeClr>
              </a:solidFill>
              <a:latin typeface="Calibri Light"/>
              <a:ea typeface="Calibri Light"/>
              <a:cs typeface="Calibri Light"/>
            </a:endParaRPr>
          </a:p>
          <a:p>
            <a:pPr marL="171450" indent="-171450">
              <a:buChar char="•"/>
            </a:pP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Des </a:t>
            </a: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wordclouds</a:t>
            </a: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</a:t>
            </a: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néanmoins</a:t>
            </a: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</a:t>
            </a: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parlant</a:t>
            </a:r>
            <a:endParaRPr lang="en-US" sz="2000">
              <a:solidFill>
                <a:schemeClr val="tx1">
                  <a:lumMod val="75000"/>
                  <a:lumOff val="25000"/>
                </a:schemeClr>
              </a:solidFill>
              <a:latin typeface="Calibri Light"/>
              <a:ea typeface="Calibri Light"/>
              <a:cs typeface="Calibri Light"/>
            </a:endParaRPr>
          </a:p>
          <a:p>
            <a:pPr marL="171450" indent="-171450">
              <a:buChar char="•"/>
            </a:pP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Quelle </a:t>
            </a: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frontière</a:t>
            </a: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</a:t>
            </a: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établir</a:t>
            </a: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entre les 5 classes du corpus ?</a:t>
            </a:r>
          </a:p>
          <a:p>
            <a:endParaRPr lang="en-US" sz="2000">
              <a:solidFill>
                <a:schemeClr val="tx1">
                  <a:lumMod val="75000"/>
                  <a:lumOff val="25000"/>
                </a:schemeClr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7819" y="282611"/>
            <a:ext cx="8368363" cy="40945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>
                <a:ea typeface="+mj-lt"/>
                <a:cs typeface="+mj-lt"/>
              </a:rPr>
              <a:t>PRÉ-ANALYSE DES DONNÉES</a:t>
            </a:r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28D2915-1446-4B37-AF26-C73A0479B259}"/>
              </a:ext>
            </a:extLst>
          </p:cNvPr>
          <p:cNvGrpSpPr/>
          <p:nvPr/>
        </p:nvGrpSpPr>
        <p:grpSpPr>
          <a:xfrm>
            <a:off x="6714446" y="387026"/>
            <a:ext cx="2185986" cy="2182100"/>
            <a:chOff x="5197476" y="919163"/>
            <a:chExt cx="3573462" cy="3567113"/>
          </a:xfrm>
          <a:solidFill>
            <a:schemeClr val="accent2"/>
          </a:solidFill>
        </p:grpSpPr>
        <p:sp>
          <p:nvSpPr>
            <p:cNvPr id="32" name="Freeform 5">
              <a:extLst>
                <a:ext uri="{FF2B5EF4-FFF2-40B4-BE49-F238E27FC236}">
                  <a16:creationId xmlns:a16="http://schemas.microsoft.com/office/drawing/2014/main" id="{F4EF3A10-60A8-4887-8DE6-0A90AC22B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97476" y="919163"/>
              <a:ext cx="2974975" cy="3567113"/>
            </a:xfrm>
            <a:custGeom>
              <a:avLst/>
              <a:gdLst>
                <a:gd name="T0" fmla="*/ 91 w 1709"/>
                <a:gd name="T1" fmla="*/ 1299 h 2050"/>
                <a:gd name="T2" fmla="*/ 128 w 1709"/>
                <a:gd name="T3" fmla="*/ 1362 h 2050"/>
                <a:gd name="T4" fmla="*/ 111 w 1709"/>
                <a:gd name="T5" fmla="*/ 1476 h 2050"/>
                <a:gd name="T6" fmla="*/ 132 w 1709"/>
                <a:gd name="T7" fmla="*/ 1550 h 2050"/>
                <a:gd name="T8" fmla="*/ 175 w 1709"/>
                <a:gd name="T9" fmla="*/ 1599 h 2050"/>
                <a:gd name="T10" fmla="*/ 203 w 1709"/>
                <a:gd name="T11" fmla="*/ 1667 h 2050"/>
                <a:gd name="T12" fmla="*/ 209 w 1709"/>
                <a:gd name="T13" fmla="*/ 1786 h 2050"/>
                <a:gd name="T14" fmla="*/ 358 w 1709"/>
                <a:gd name="T15" fmla="*/ 1876 h 2050"/>
                <a:gd name="T16" fmla="*/ 784 w 1709"/>
                <a:gd name="T17" fmla="*/ 2024 h 2050"/>
                <a:gd name="T18" fmla="*/ 1673 w 1709"/>
                <a:gd name="T19" fmla="*/ 2048 h 2050"/>
                <a:gd name="T20" fmla="*/ 1706 w 1709"/>
                <a:gd name="T21" fmla="*/ 2003 h 2050"/>
                <a:gd name="T22" fmla="*/ 1649 w 1709"/>
                <a:gd name="T23" fmla="*/ 1901 h 2050"/>
                <a:gd name="T24" fmla="*/ 1571 w 1709"/>
                <a:gd name="T25" fmla="*/ 1605 h 2050"/>
                <a:gd name="T26" fmla="*/ 1516 w 1709"/>
                <a:gd name="T27" fmla="*/ 1581 h 2050"/>
                <a:gd name="T28" fmla="*/ 1546 w 1709"/>
                <a:gd name="T29" fmla="*/ 1825 h 2050"/>
                <a:gd name="T30" fmla="*/ 1614 w 1709"/>
                <a:gd name="T31" fmla="*/ 1976 h 2050"/>
                <a:gd name="T32" fmla="*/ 842 w 1709"/>
                <a:gd name="T33" fmla="*/ 1982 h 2050"/>
                <a:gd name="T34" fmla="*/ 753 w 1709"/>
                <a:gd name="T35" fmla="*/ 1753 h 2050"/>
                <a:gd name="T36" fmla="*/ 1019 w 1709"/>
                <a:gd name="T37" fmla="*/ 1538 h 2050"/>
                <a:gd name="T38" fmla="*/ 985 w 1709"/>
                <a:gd name="T39" fmla="*/ 1505 h 2050"/>
                <a:gd name="T40" fmla="*/ 781 w 1709"/>
                <a:gd name="T41" fmla="*/ 1671 h 2050"/>
                <a:gd name="T42" fmla="*/ 638 w 1709"/>
                <a:gd name="T43" fmla="*/ 1721 h 2050"/>
                <a:gd name="T44" fmla="*/ 344 w 1709"/>
                <a:gd name="T45" fmla="*/ 1809 h 2050"/>
                <a:gd name="T46" fmla="*/ 266 w 1709"/>
                <a:gd name="T47" fmla="*/ 1703 h 2050"/>
                <a:gd name="T48" fmla="*/ 273 w 1709"/>
                <a:gd name="T49" fmla="*/ 1609 h 2050"/>
                <a:gd name="T50" fmla="*/ 202 w 1709"/>
                <a:gd name="T51" fmla="*/ 1535 h 2050"/>
                <a:gd name="T52" fmla="*/ 222 w 1709"/>
                <a:gd name="T53" fmla="*/ 1488 h 2050"/>
                <a:gd name="T54" fmla="*/ 167 w 1709"/>
                <a:gd name="T55" fmla="*/ 1434 h 2050"/>
                <a:gd name="T56" fmla="*/ 190 w 1709"/>
                <a:gd name="T57" fmla="*/ 1391 h 2050"/>
                <a:gd name="T58" fmla="*/ 122 w 1709"/>
                <a:gd name="T59" fmla="*/ 1238 h 2050"/>
                <a:gd name="T60" fmla="*/ 73 w 1709"/>
                <a:gd name="T61" fmla="*/ 1205 h 2050"/>
                <a:gd name="T62" fmla="*/ 261 w 1709"/>
                <a:gd name="T63" fmla="*/ 902 h 2050"/>
                <a:gd name="T64" fmla="*/ 224 w 1709"/>
                <a:gd name="T65" fmla="*/ 771 h 2050"/>
                <a:gd name="T66" fmla="*/ 201 w 1709"/>
                <a:gd name="T67" fmla="*/ 711 h 2050"/>
                <a:gd name="T68" fmla="*/ 253 w 1709"/>
                <a:gd name="T69" fmla="*/ 578 h 2050"/>
                <a:gd name="T70" fmla="*/ 284 w 1709"/>
                <a:gd name="T71" fmla="*/ 463 h 2050"/>
                <a:gd name="T72" fmla="*/ 713 w 1709"/>
                <a:gd name="T73" fmla="*/ 117 h 2050"/>
                <a:gd name="T74" fmla="*/ 1194 w 1709"/>
                <a:gd name="T75" fmla="*/ 80 h 2050"/>
                <a:gd name="T76" fmla="*/ 1206 w 1709"/>
                <a:gd name="T77" fmla="*/ 13 h 2050"/>
                <a:gd name="T78" fmla="*/ 699 w 1709"/>
                <a:gd name="T79" fmla="*/ 50 h 2050"/>
                <a:gd name="T80" fmla="*/ 220 w 1709"/>
                <a:gd name="T81" fmla="*/ 439 h 2050"/>
                <a:gd name="T82" fmla="*/ 187 w 1709"/>
                <a:gd name="T83" fmla="*/ 563 h 2050"/>
                <a:gd name="T84" fmla="*/ 138 w 1709"/>
                <a:gd name="T85" fmla="*/ 688 h 2050"/>
                <a:gd name="T86" fmla="*/ 178 w 1709"/>
                <a:gd name="T87" fmla="*/ 821 h 2050"/>
                <a:gd name="T88" fmla="*/ 200 w 1709"/>
                <a:gd name="T89" fmla="*/ 871 h 2050"/>
                <a:gd name="T90" fmla="*/ 6 w 1709"/>
                <a:gd name="T91" fmla="*/ 1214 h 2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09" h="2050">
                  <a:moveTo>
                    <a:pt x="55" y="1278"/>
                  </a:moveTo>
                  <a:cubicBezTo>
                    <a:pt x="66" y="1286"/>
                    <a:pt x="78" y="1293"/>
                    <a:pt x="91" y="1299"/>
                  </a:cubicBezTo>
                  <a:cubicBezTo>
                    <a:pt x="105" y="1306"/>
                    <a:pt x="130" y="1319"/>
                    <a:pt x="132" y="1328"/>
                  </a:cubicBezTo>
                  <a:cubicBezTo>
                    <a:pt x="134" y="1339"/>
                    <a:pt x="133" y="1351"/>
                    <a:pt x="128" y="1362"/>
                  </a:cubicBezTo>
                  <a:cubicBezTo>
                    <a:pt x="123" y="1373"/>
                    <a:pt x="117" y="1383"/>
                    <a:pt x="113" y="1391"/>
                  </a:cubicBezTo>
                  <a:cubicBezTo>
                    <a:pt x="100" y="1413"/>
                    <a:pt x="79" y="1450"/>
                    <a:pt x="111" y="1476"/>
                  </a:cubicBezTo>
                  <a:cubicBezTo>
                    <a:pt x="118" y="1482"/>
                    <a:pt x="131" y="1492"/>
                    <a:pt x="143" y="1501"/>
                  </a:cubicBezTo>
                  <a:cubicBezTo>
                    <a:pt x="134" y="1516"/>
                    <a:pt x="130" y="1533"/>
                    <a:pt x="132" y="1550"/>
                  </a:cubicBezTo>
                  <a:cubicBezTo>
                    <a:pt x="133" y="1564"/>
                    <a:pt x="141" y="1576"/>
                    <a:pt x="152" y="1584"/>
                  </a:cubicBezTo>
                  <a:cubicBezTo>
                    <a:pt x="159" y="1589"/>
                    <a:pt x="168" y="1594"/>
                    <a:pt x="175" y="1599"/>
                  </a:cubicBezTo>
                  <a:cubicBezTo>
                    <a:pt x="196" y="1610"/>
                    <a:pt x="204" y="1615"/>
                    <a:pt x="206" y="1626"/>
                  </a:cubicBezTo>
                  <a:cubicBezTo>
                    <a:pt x="208" y="1640"/>
                    <a:pt x="207" y="1654"/>
                    <a:pt x="203" y="1667"/>
                  </a:cubicBezTo>
                  <a:cubicBezTo>
                    <a:pt x="201" y="1676"/>
                    <a:pt x="199" y="1685"/>
                    <a:pt x="198" y="1694"/>
                  </a:cubicBezTo>
                  <a:cubicBezTo>
                    <a:pt x="194" y="1725"/>
                    <a:pt x="198" y="1757"/>
                    <a:pt x="209" y="1786"/>
                  </a:cubicBezTo>
                  <a:cubicBezTo>
                    <a:pt x="224" y="1841"/>
                    <a:pt x="273" y="1878"/>
                    <a:pt x="330" y="1879"/>
                  </a:cubicBezTo>
                  <a:cubicBezTo>
                    <a:pt x="339" y="1879"/>
                    <a:pt x="348" y="1878"/>
                    <a:pt x="358" y="1876"/>
                  </a:cubicBezTo>
                  <a:cubicBezTo>
                    <a:pt x="455" y="1853"/>
                    <a:pt x="551" y="1824"/>
                    <a:pt x="645" y="1790"/>
                  </a:cubicBezTo>
                  <a:cubicBezTo>
                    <a:pt x="722" y="1835"/>
                    <a:pt x="771" y="1973"/>
                    <a:pt x="784" y="2024"/>
                  </a:cubicBezTo>
                  <a:cubicBezTo>
                    <a:pt x="787" y="2039"/>
                    <a:pt x="801" y="2050"/>
                    <a:pt x="817" y="2050"/>
                  </a:cubicBezTo>
                  <a:cubicBezTo>
                    <a:pt x="1673" y="2048"/>
                    <a:pt x="1673" y="2048"/>
                    <a:pt x="1673" y="2048"/>
                  </a:cubicBezTo>
                  <a:cubicBezTo>
                    <a:pt x="1684" y="2048"/>
                    <a:pt x="1694" y="2042"/>
                    <a:pt x="1701" y="2034"/>
                  </a:cubicBezTo>
                  <a:cubicBezTo>
                    <a:pt x="1707" y="2025"/>
                    <a:pt x="1709" y="2014"/>
                    <a:pt x="1706" y="2003"/>
                  </a:cubicBezTo>
                  <a:cubicBezTo>
                    <a:pt x="1697" y="1980"/>
                    <a:pt x="1686" y="1958"/>
                    <a:pt x="1671" y="1938"/>
                  </a:cubicBezTo>
                  <a:cubicBezTo>
                    <a:pt x="1663" y="1927"/>
                    <a:pt x="1656" y="1914"/>
                    <a:pt x="1649" y="1901"/>
                  </a:cubicBezTo>
                  <a:cubicBezTo>
                    <a:pt x="1634" y="1870"/>
                    <a:pt x="1621" y="1838"/>
                    <a:pt x="1611" y="1804"/>
                  </a:cubicBezTo>
                  <a:cubicBezTo>
                    <a:pt x="1592" y="1739"/>
                    <a:pt x="1578" y="1672"/>
                    <a:pt x="1571" y="1605"/>
                  </a:cubicBezTo>
                  <a:cubicBezTo>
                    <a:pt x="1570" y="1592"/>
                    <a:pt x="1562" y="1581"/>
                    <a:pt x="1550" y="1576"/>
                  </a:cubicBezTo>
                  <a:cubicBezTo>
                    <a:pt x="1539" y="1571"/>
                    <a:pt x="1526" y="1573"/>
                    <a:pt x="1516" y="1581"/>
                  </a:cubicBezTo>
                  <a:cubicBezTo>
                    <a:pt x="1506" y="1588"/>
                    <a:pt x="1501" y="1601"/>
                    <a:pt x="1503" y="1613"/>
                  </a:cubicBezTo>
                  <a:cubicBezTo>
                    <a:pt x="1511" y="1685"/>
                    <a:pt x="1525" y="1756"/>
                    <a:pt x="1546" y="1825"/>
                  </a:cubicBezTo>
                  <a:cubicBezTo>
                    <a:pt x="1557" y="1861"/>
                    <a:pt x="1571" y="1897"/>
                    <a:pt x="1588" y="1931"/>
                  </a:cubicBezTo>
                  <a:cubicBezTo>
                    <a:pt x="1596" y="1947"/>
                    <a:pt x="1604" y="1962"/>
                    <a:pt x="1614" y="1976"/>
                  </a:cubicBezTo>
                  <a:cubicBezTo>
                    <a:pt x="1617" y="1980"/>
                    <a:pt x="1617" y="1980"/>
                    <a:pt x="1617" y="1980"/>
                  </a:cubicBezTo>
                  <a:cubicBezTo>
                    <a:pt x="842" y="1982"/>
                    <a:pt x="842" y="1982"/>
                    <a:pt x="842" y="1982"/>
                  </a:cubicBezTo>
                  <a:cubicBezTo>
                    <a:pt x="820" y="1901"/>
                    <a:pt x="779" y="1826"/>
                    <a:pt x="722" y="1764"/>
                  </a:cubicBezTo>
                  <a:cubicBezTo>
                    <a:pt x="753" y="1753"/>
                    <a:pt x="753" y="1753"/>
                    <a:pt x="753" y="1753"/>
                  </a:cubicBezTo>
                  <a:cubicBezTo>
                    <a:pt x="776" y="1745"/>
                    <a:pt x="793" y="1739"/>
                    <a:pt x="802" y="1736"/>
                  </a:cubicBezTo>
                  <a:cubicBezTo>
                    <a:pt x="948" y="1690"/>
                    <a:pt x="1021" y="1623"/>
                    <a:pt x="1019" y="1538"/>
                  </a:cubicBezTo>
                  <a:cubicBezTo>
                    <a:pt x="1019" y="1529"/>
                    <a:pt x="1016" y="1520"/>
                    <a:pt x="1009" y="1514"/>
                  </a:cubicBezTo>
                  <a:cubicBezTo>
                    <a:pt x="1003" y="1508"/>
                    <a:pt x="994" y="1504"/>
                    <a:pt x="985" y="1505"/>
                  </a:cubicBezTo>
                  <a:cubicBezTo>
                    <a:pt x="966" y="1505"/>
                    <a:pt x="951" y="1521"/>
                    <a:pt x="951" y="1540"/>
                  </a:cubicBezTo>
                  <a:cubicBezTo>
                    <a:pt x="952" y="1575"/>
                    <a:pt x="923" y="1626"/>
                    <a:pt x="781" y="1671"/>
                  </a:cubicBezTo>
                  <a:cubicBezTo>
                    <a:pt x="772" y="1674"/>
                    <a:pt x="754" y="1680"/>
                    <a:pt x="731" y="1688"/>
                  </a:cubicBezTo>
                  <a:cubicBezTo>
                    <a:pt x="705" y="1697"/>
                    <a:pt x="673" y="1709"/>
                    <a:pt x="638" y="1721"/>
                  </a:cubicBezTo>
                  <a:cubicBezTo>
                    <a:pt x="637" y="1721"/>
                    <a:pt x="637" y="1721"/>
                    <a:pt x="637" y="1721"/>
                  </a:cubicBezTo>
                  <a:cubicBezTo>
                    <a:pt x="541" y="1756"/>
                    <a:pt x="443" y="1786"/>
                    <a:pt x="344" y="1809"/>
                  </a:cubicBezTo>
                  <a:cubicBezTo>
                    <a:pt x="312" y="1816"/>
                    <a:pt x="281" y="1796"/>
                    <a:pt x="274" y="1764"/>
                  </a:cubicBezTo>
                  <a:cubicBezTo>
                    <a:pt x="266" y="1745"/>
                    <a:pt x="263" y="1724"/>
                    <a:pt x="266" y="1703"/>
                  </a:cubicBezTo>
                  <a:cubicBezTo>
                    <a:pt x="266" y="1696"/>
                    <a:pt x="268" y="1689"/>
                    <a:pt x="270" y="1682"/>
                  </a:cubicBezTo>
                  <a:cubicBezTo>
                    <a:pt x="277" y="1658"/>
                    <a:pt x="278" y="1633"/>
                    <a:pt x="273" y="1609"/>
                  </a:cubicBezTo>
                  <a:cubicBezTo>
                    <a:pt x="263" y="1578"/>
                    <a:pt x="240" y="1552"/>
                    <a:pt x="209" y="1539"/>
                  </a:cubicBezTo>
                  <a:cubicBezTo>
                    <a:pt x="202" y="1535"/>
                    <a:pt x="202" y="1535"/>
                    <a:pt x="202" y="1535"/>
                  </a:cubicBezTo>
                  <a:cubicBezTo>
                    <a:pt x="206" y="1528"/>
                    <a:pt x="210" y="1521"/>
                    <a:pt x="215" y="1514"/>
                  </a:cubicBezTo>
                  <a:cubicBezTo>
                    <a:pt x="221" y="1507"/>
                    <a:pt x="224" y="1498"/>
                    <a:pt x="222" y="1488"/>
                  </a:cubicBezTo>
                  <a:cubicBezTo>
                    <a:pt x="221" y="1479"/>
                    <a:pt x="216" y="1471"/>
                    <a:pt x="209" y="1465"/>
                  </a:cubicBezTo>
                  <a:cubicBezTo>
                    <a:pt x="201" y="1459"/>
                    <a:pt x="181" y="1445"/>
                    <a:pt x="167" y="1434"/>
                  </a:cubicBezTo>
                  <a:cubicBezTo>
                    <a:pt x="169" y="1431"/>
                    <a:pt x="171" y="1427"/>
                    <a:pt x="172" y="1424"/>
                  </a:cubicBezTo>
                  <a:cubicBezTo>
                    <a:pt x="178" y="1415"/>
                    <a:pt x="184" y="1404"/>
                    <a:pt x="190" y="1391"/>
                  </a:cubicBezTo>
                  <a:cubicBezTo>
                    <a:pt x="201" y="1368"/>
                    <a:pt x="204" y="1341"/>
                    <a:pt x="199" y="1315"/>
                  </a:cubicBezTo>
                  <a:cubicBezTo>
                    <a:pt x="191" y="1273"/>
                    <a:pt x="151" y="1253"/>
                    <a:pt x="122" y="1238"/>
                  </a:cubicBezTo>
                  <a:cubicBezTo>
                    <a:pt x="112" y="1233"/>
                    <a:pt x="103" y="1228"/>
                    <a:pt x="94" y="1222"/>
                  </a:cubicBezTo>
                  <a:cubicBezTo>
                    <a:pt x="86" y="1217"/>
                    <a:pt x="80" y="1211"/>
                    <a:pt x="73" y="1205"/>
                  </a:cubicBezTo>
                  <a:cubicBezTo>
                    <a:pt x="73" y="1200"/>
                    <a:pt x="79" y="1188"/>
                    <a:pt x="105" y="1156"/>
                  </a:cubicBezTo>
                  <a:cubicBezTo>
                    <a:pt x="166" y="1077"/>
                    <a:pt x="218" y="992"/>
                    <a:pt x="261" y="902"/>
                  </a:cubicBezTo>
                  <a:cubicBezTo>
                    <a:pt x="269" y="888"/>
                    <a:pt x="274" y="872"/>
                    <a:pt x="274" y="856"/>
                  </a:cubicBezTo>
                  <a:cubicBezTo>
                    <a:pt x="271" y="822"/>
                    <a:pt x="253" y="790"/>
                    <a:pt x="224" y="771"/>
                  </a:cubicBezTo>
                  <a:cubicBezTo>
                    <a:pt x="211" y="758"/>
                    <a:pt x="198" y="746"/>
                    <a:pt x="196" y="735"/>
                  </a:cubicBezTo>
                  <a:cubicBezTo>
                    <a:pt x="196" y="727"/>
                    <a:pt x="198" y="719"/>
                    <a:pt x="201" y="711"/>
                  </a:cubicBezTo>
                  <a:cubicBezTo>
                    <a:pt x="207" y="697"/>
                    <a:pt x="213" y="682"/>
                    <a:pt x="220" y="668"/>
                  </a:cubicBezTo>
                  <a:cubicBezTo>
                    <a:pt x="234" y="639"/>
                    <a:pt x="245" y="609"/>
                    <a:pt x="253" y="578"/>
                  </a:cubicBezTo>
                  <a:cubicBezTo>
                    <a:pt x="257" y="564"/>
                    <a:pt x="257" y="564"/>
                    <a:pt x="257" y="564"/>
                  </a:cubicBezTo>
                  <a:cubicBezTo>
                    <a:pt x="264" y="529"/>
                    <a:pt x="273" y="496"/>
                    <a:pt x="284" y="463"/>
                  </a:cubicBezTo>
                  <a:cubicBezTo>
                    <a:pt x="311" y="389"/>
                    <a:pt x="353" y="320"/>
                    <a:pt x="407" y="263"/>
                  </a:cubicBezTo>
                  <a:cubicBezTo>
                    <a:pt x="472" y="194"/>
                    <a:pt x="575" y="145"/>
                    <a:pt x="713" y="117"/>
                  </a:cubicBezTo>
                  <a:cubicBezTo>
                    <a:pt x="818" y="94"/>
                    <a:pt x="925" y="79"/>
                    <a:pt x="1033" y="71"/>
                  </a:cubicBezTo>
                  <a:cubicBezTo>
                    <a:pt x="1087" y="68"/>
                    <a:pt x="1141" y="71"/>
                    <a:pt x="1194" y="80"/>
                  </a:cubicBezTo>
                  <a:cubicBezTo>
                    <a:pt x="1212" y="83"/>
                    <a:pt x="1229" y="71"/>
                    <a:pt x="1233" y="52"/>
                  </a:cubicBezTo>
                  <a:cubicBezTo>
                    <a:pt x="1236" y="34"/>
                    <a:pt x="1224" y="17"/>
                    <a:pt x="1206" y="13"/>
                  </a:cubicBezTo>
                  <a:cubicBezTo>
                    <a:pt x="1147" y="3"/>
                    <a:pt x="1088" y="0"/>
                    <a:pt x="1030" y="3"/>
                  </a:cubicBezTo>
                  <a:cubicBezTo>
                    <a:pt x="919" y="11"/>
                    <a:pt x="808" y="27"/>
                    <a:pt x="699" y="50"/>
                  </a:cubicBezTo>
                  <a:cubicBezTo>
                    <a:pt x="546" y="81"/>
                    <a:pt x="434" y="135"/>
                    <a:pt x="357" y="216"/>
                  </a:cubicBezTo>
                  <a:cubicBezTo>
                    <a:pt x="297" y="280"/>
                    <a:pt x="251" y="356"/>
                    <a:pt x="220" y="439"/>
                  </a:cubicBezTo>
                  <a:cubicBezTo>
                    <a:pt x="208" y="475"/>
                    <a:pt x="198" y="511"/>
                    <a:pt x="190" y="548"/>
                  </a:cubicBezTo>
                  <a:cubicBezTo>
                    <a:pt x="187" y="563"/>
                    <a:pt x="187" y="563"/>
                    <a:pt x="187" y="563"/>
                  </a:cubicBezTo>
                  <a:cubicBezTo>
                    <a:pt x="179" y="589"/>
                    <a:pt x="170" y="615"/>
                    <a:pt x="158" y="640"/>
                  </a:cubicBezTo>
                  <a:cubicBezTo>
                    <a:pt x="151" y="656"/>
                    <a:pt x="144" y="671"/>
                    <a:pt x="138" y="688"/>
                  </a:cubicBezTo>
                  <a:cubicBezTo>
                    <a:pt x="130" y="705"/>
                    <a:pt x="127" y="725"/>
                    <a:pt x="128" y="745"/>
                  </a:cubicBezTo>
                  <a:cubicBezTo>
                    <a:pt x="135" y="775"/>
                    <a:pt x="153" y="802"/>
                    <a:pt x="178" y="821"/>
                  </a:cubicBezTo>
                  <a:cubicBezTo>
                    <a:pt x="195" y="836"/>
                    <a:pt x="206" y="847"/>
                    <a:pt x="206" y="856"/>
                  </a:cubicBezTo>
                  <a:cubicBezTo>
                    <a:pt x="205" y="862"/>
                    <a:pt x="203" y="867"/>
                    <a:pt x="200" y="871"/>
                  </a:cubicBezTo>
                  <a:cubicBezTo>
                    <a:pt x="159" y="957"/>
                    <a:pt x="109" y="1039"/>
                    <a:pt x="51" y="1114"/>
                  </a:cubicBezTo>
                  <a:cubicBezTo>
                    <a:pt x="26" y="1144"/>
                    <a:pt x="0" y="1179"/>
                    <a:pt x="6" y="1214"/>
                  </a:cubicBezTo>
                  <a:cubicBezTo>
                    <a:pt x="13" y="1241"/>
                    <a:pt x="31" y="1265"/>
                    <a:pt x="55" y="12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6">
              <a:extLst>
                <a:ext uri="{FF2B5EF4-FFF2-40B4-BE49-F238E27FC236}">
                  <a16:creationId xmlns:a16="http://schemas.microsoft.com/office/drawing/2014/main" id="{70FDC790-6E0E-4FD5-9A69-4AE34441FC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5163" y="1268413"/>
              <a:ext cx="652462" cy="757238"/>
            </a:xfrm>
            <a:custGeom>
              <a:avLst/>
              <a:gdLst>
                <a:gd name="T0" fmla="*/ 71 w 375"/>
                <a:gd name="T1" fmla="*/ 408 h 435"/>
                <a:gd name="T2" fmla="*/ 75 w 375"/>
                <a:gd name="T3" fmla="*/ 393 h 435"/>
                <a:gd name="T4" fmla="*/ 97 w 375"/>
                <a:gd name="T5" fmla="*/ 309 h 435"/>
                <a:gd name="T6" fmla="*/ 191 w 375"/>
                <a:gd name="T7" fmla="*/ 156 h 435"/>
                <a:gd name="T8" fmla="*/ 348 w 375"/>
                <a:gd name="T9" fmla="*/ 69 h 435"/>
                <a:gd name="T10" fmla="*/ 372 w 375"/>
                <a:gd name="T11" fmla="*/ 44 h 435"/>
                <a:gd name="T12" fmla="*/ 362 w 375"/>
                <a:gd name="T13" fmla="*/ 11 h 435"/>
                <a:gd name="T14" fmla="*/ 328 w 375"/>
                <a:gd name="T15" fmla="*/ 4 h 435"/>
                <a:gd name="T16" fmla="*/ 141 w 375"/>
                <a:gd name="T17" fmla="*/ 109 h 435"/>
                <a:gd name="T18" fmla="*/ 33 w 375"/>
                <a:gd name="T19" fmla="*/ 286 h 435"/>
                <a:gd name="T20" fmla="*/ 8 w 375"/>
                <a:gd name="T21" fmla="*/ 378 h 435"/>
                <a:gd name="T22" fmla="*/ 5 w 375"/>
                <a:gd name="T23" fmla="*/ 393 h 435"/>
                <a:gd name="T24" fmla="*/ 30 w 375"/>
                <a:gd name="T25" fmla="*/ 434 h 435"/>
                <a:gd name="T26" fmla="*/ 38 w 375"/>
                <a:gd name="T27" fmla="*/ 435 h 435"/>
                <a:gd name="T28" fmla="*/ 71 w 375"/>
                <a:gd name="T29" fmla="*/ 408 h 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75" h="435">
                  <a:moveTo>
                    <a:pt x="71" y="408"/>
                  </a:moveTo>
                  <a:cubicBezTo>
                    <a:pt x="75" y="393"/>
                    <a:pt x="75" y="393"/>
                    <a:pt x="75" y="393"/>
                  </a:cubicBezTo>
                  <a:cubicBezTo>
                    <a:pt x="81" y="365"/>
                    <a:pt x="88" y="337"/>
                    <a:pt x="97" y="309"/>
                  </a:cubicBezTo>
                  <a:cubicBezTo>
                    <a:pt x="118" y="252"/>
                    <a:pt x="150" y="200"/>
                    <a:pt x="191" y="156"/>
                  </a:cubicBezTo>
                  <a:cubicBezTo>
                    <a:pt x="235" y="114"/>
                    <a:pt x="289" y="84"/>
                    <a:pt x="348" y="69"/>
                  </a:cubicBezTo>
                  <a:cubicBezTo>
                    <a:pt x="360" y="66"/>
                    <a:pt x="369" y="56"/>
                    <a:pt x="372" y="44"/>
                  </a:cubicBezTo>
                  <a:cubicBezTo>
                    <a:pt x="375" y="32"/>
                    <a:pt x="371" y="20"/>
                    <a:pt x="362" y="11"/>
                  </a:cubicBezTo>
                  <a:cubicBezTo>
                    <a:pt x="353" y="3"/>
                    <a:pt x="340" y="0"/>
                    <a:pt x="328" y="4"/>
                  </a:cubicBezTo>
                  <a:cubicBezTo>
                    <a:pt x="258" y="22"/>
                    <a:pt x="194" y="58"/>
                    <a:pt x="141" y="109"/>
                  </a:cubicBezTo>
                  <a:cubicBezTo>
                    <a:pt x="94" y="160"/>
                    <a:pt x="57" y="220"/>
                    <a:pt x="33" y="286"/>
                  </a:cubicBezTo>
                  <a:cubicBezTo>
                    <a:pt x="23" y="316"/>
                    <a:pt x="15" y="347"/>
                    <a:pt x="8" y="378"/>
                  </a:cubicBezTo>
                  <a:cubicBezTo>
                    <a:pt x="5" y="393"/>
                    <a:pt x="5" y="393"/>
                    <a:pt x="5" y="393"/>
                  </a:cubicBezTo>
                  <a:cubicBezTo>
                    <a:pt x="0" y="411"/>
                    <a:pt x="12" y="430"/>
                    <a:pt x="30" y="434"/>
                  </a:cubicBezTo>
                  <a:cubicBezTo>
                    <a:pt x="33" y="434"/>
                    <a:pt x="35" y="435"/>
                    <a:pt x="38" y="435"/>
                  </a:cubicBezTo>
                  <a:cubicBezTo>
                    <a:pt x="54" y="435"/>
                    <a:pt x="68" y="424"/>
                    <a:pt x="71" y="40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Oval 7">
              <a:extLst>
                <a:ext uri="{FF2B5EF4-FFF2-40B4-BE49-F238E27FC236}">
                  <a16:creationId xmlns:a16="http://schemas.microsoft.com/office/drawing/2014/main" id="{C0EB0A72-09B9-4C1C-BE4A-4A71BBA0DE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80075" y="2111376"/>
              <a:ext cx="119062" cy="1174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8">
              <a:extLst>
                <a:ext uri="{FF2B5EF4-FFF2-40B4-BE49-F238E27FC236}">
                  <a16:creationId xmlns:a16="http://schemas.microsoft.com/office/drawing/2014/main" id="{F5477A86-2AFA-457D-9B3F-8683C6C875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05613" y="1338263"/>
              <a:ext cx="1552575" cy="2374900"/>
            </a:xfrm>
            <a:custGeom>
              <a:avLst/>
              <a:gdLst>
                <a:gd name="T0" fmla="*/ 118 w 892"/>
                <a:gd name="T1" fmla="*/ 768 h 1365"/>
                <a:gd name="T2" fmla="*/ 306 w 892"/>
                <a:gd name="T3" fmla="*/ 963 h 1365"/>
                <a:gd name="T4" fmla="*/ 242 w 892"/>
                <a:gd name="T5" fmla="*/ 1126 h 1365"/>
                <a:gd name="T6" fmla="*/ 310 w 892"/>
                <a:gd name="T7" fmla="*/ 1229 h 1365"/>
                <a:gd name="T8" fmla="*/ 583 w 892"/>
                <a:gd name="T9" fmla="*/ 1229 h 1365"/>
                <a:gd name="T10" fmla="*/ 651 w 892"/>
                <a:gd name="T11" fmla="*/ 1126 h 1365"/>
                <a:gd name="T12" fmla="*/ 586 w 892"/>
                <a:gd name="T13" fmla="*/ 963 h 1365"/>
                <a:gd name="T14" fmla="*/ 775 w 892"/>
                <a:gd name="T15" fmla="*/ 768 h 1365"/>
                <a:gd name="T16" fmla="*/ 446 w 892"/>
                <a:gd name="T17" fmla="*/ 0 h 1365"/>
                <a:gd name="T18" fmla="*/ 344 w 892"/>
                <a:gd name="T19" fmla="*/ 512 h 1365"/>
                <a:gd name="T20" fmla="*/ 276 w 892"/>
                <a:gd name="T21" fmla="*/ 478 h 1365"/>
                <a:gd name="T22" fmla="*/ 344 w 892"/>
                <a:gd name="T23" fmla="*/ 478 h 1365"/>
                <a:gd name="T24" fmla="*/ 480 w 892"/>
                <a:gd name="T25" fmla="*/ 956 h 1365"/>
                <a:gd name="T26" fmla="*/ 412 w 892"/>
                <a:gd name="T27" fmla="*/ 580 h 1365"/>
                <a:gd name="T28" fmla="*/ 480 w 892"/>
                <a:gd name="T29" fmla="*/ 956 h 1365"/>
                <a:gd name="T30" fmla="*/ 378 w 892"/>
                <a:gd name="T31" fmla="*/ 1229 h 1365"/>
                <a:gd name="T32" fmla="*/ 446 w 892"/>
                <a:gd name="T33" fmla="*/ 1297 h 1365"/>
                <a:gd name="T34" fmla="*/ 549 w 892"/>
                <a:gd name="T35" fmla="*/ 1160 h 1365"/>
                <a:gd name="T36" fmla="*/ 310 w 892"/>
                <a:gd name="T37" fmla="*/ 1126 h 1365"/>
                <a:gd name="T38" fmla="*/ 344 w 892"/>
                <a:gd name="T39" fmla="*/ 1024 h 1365"/>
                <a:gd name="T40" fmla="*/ 583 w 892"/>
                <a:gd name="T41" fmla="*/ 1058 h 1365"/>
                <a:gd name="T42" fmla="*/ 822 w 892"/>
                <a:gd name="T43" fmla="*/ 452 h 1365"/>
                <a:gd name="T44" fmla="*/ 655 w 892"/>
                <a:gd name="T45" fmla="*/ 782 h 1365"/>
                <a:gd name="T46" fmla="*/ 549 w 892"/>
                <a:gd name="T47" fmla="*/ 580 h 1365"/>
                <a:gd name="T48" fmla="*/ 685 w 892"/>
                <a:gd name="T49" fmla="*/ 478 h 1365"/>
                <a:gd name="T50" fmla="*/ 480 w 892"/>
                <a:gd name="T51" fmla="*/ 478 h 1365"/>
                <a:gd name="T52" fmla="*/ 412 w 892"/>
                <a:gd name="T53" fmla="*/ 512 h 1365"/>
                <a:gd name="T54" fmla="*/ 310 w 892"/>
                <a:gd name="T55" fmla="*/ 375 h 1365"/>
                <a:gd name="T56" fmla="*/ 310 w 892"/>
                <a:gd name="T57" fmla="*/ 580 h 1365"/>
                <a:gd name="T58" fmla="*/ 344 w 892"/>
                <a:gd name="T59" fmla="*/ 883 h 1365"/>
                <a:gd name="T60" fmla="*/ 169 w 892"/>
                <a:gd name="T61" fmla="*/ 722 h 1365"/>
                <a:gd name="T62" fmla="*/ 446 w 892"/>
                <a:gd name="T63" fmla="*/ 68 h 1365"/>
                <a:gd name="T64" fmla="*/ 549 w 892"/>
                <a:gd name="T65" fmla="*/ 512 h 1365"/>
                <a:gd name="T66" fmla="*/ 583 w 892"/>
                <a:gd name="T67" fmla="*/ 444 h 1365"/>
                <a:gd name="T68" fmla="*/ 583 w 892"/>
                <a:gd name="T69" fmla="*/ 512 h 1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92" h="1365">
                  <a:moveTo>
                    <a:pt x="3" y="451"/>
                  </a:moveTo>
                  <a:cubicBezTo>
                    <a:pt x="0" y="567"/>
                    <a:pt x="41" y="680"/>
                    <a:pt x="118" y="768"/>
                  </a:cubicBezTo>
                  <a:cubicBezTo>
                    <a:pt x="142" y="793"/>
                    <a:pt x="168" y="816"/>
                    <a:pt x="196" y="836"/>
                  </a:cubicBezTo>
                  <a:cubicBezTo>
                    <a:pt x="246" y="875"/>
                    <a:pt x="294" y="912"/>
                    <a:pt x="306" y="963"/>
                  </a:cubicBezTo>
                  <a:cubicBezTo>
                    <a:pt x="267" y="978"/>
                    <a:pt x="242" y="1016"/>
                    <a:pt x="242" y="1058"/>
                  </a:cubicBezTo>
                  <a:cubicBezTo>
                    <a:pt x="242" y="1126"/>
                    <a:pt x="242" y="1126"/>
                    <a:pt x="242" y="1126"/>
                  </a:cubicBezTo>
                  <a:cubicBezTo>
                    <a:pt x="242" y="1170"/>
                    <a:pt x="269" y="1208"/>
                    <a:pt x="310" y="1222"/>
                  </a:cubicBezTo>
                  <a:cubicBezTo>
                    <a:pt x="310" y="1229"/>
                    <a:pt x="310" y="1229"/>
                    <a:pt x="310" y="1229"/>
                  </a:cubicBezTo>
                  <a:cubicBezTo>
                    <a:pt x="310" y="1304"/>
                    <a:pt x="371" y="1365"/>
                    <a:pt x="446" y="1365"/>
                  </a:cubicBezTo>
                  <a:cubicBezTo>
                    <a:pt x="522" y="1365"/>
                    <a:pt x="583" y="1304"/>
                    <a:pt x="583" y="1229"/>
                  </a:cubicBezTo>
                  <a:cubicBezTo>
                    <a:pt x="583" y="1222"/>
                    <a:pt x="583" y="1222"/>
                    <a:pt x="583" y="1222"/>
                  </a:cubicBezTo>
                  <a:cubicBezTo>
                    <a:pt x="624" y="1208"/>
                    <a:pt x="651" y="1170"/>
                    <a:pt x="651" y="1126"/>
                  </a:cubicBezTo>
                  <a:cubicBezTo>
                    <a:pt x="651" y="1058"/>
                    <a:pt x="651" y="1058"/>
                    <a:pt x="651" y="1058"/>
                  </a:cubicBezTo>
                  <a:cubicBezTo>
                    <a:pt x="651" y="1016"/>
                    <a:pt x="625" y="978"/>
                    <a:pt x="586" y="963"/>
                  </a:cubicBezTo>
                  <a:cubicBezTo>
                    <a:pt x="599" y="912"/>
                    <a:pt x="646" y="875"/>
                    <a:pt x="696" y="836"/>
                  </a:cubicBezTo>
                  <a:cubicBezTo>
                    <a:pt x="724" y="816"/>
                    <a:pt x="750" y="793"/>
                    <a:pt x="775" y="768"/>
                  </a:cubicBezTo>
                  <a:cubicBezTo>
                    <a:pt x="851" y="680"/>
                    <a:pt x="892" y="567"/>
                    <a:pt x="890" y="451"/>
                  </a:cubicBezTo>
                  <a:cubicBezTo>
                    <a:pt x="889" y="205"/>
                    <a:pt x="692" y="5"/>
                    <a:pt x="446" y="0"/>
                  </a:cubicBezTo>
                  <a:cubicBezTo>
                    <a:pt x="201" y="5"/>
                    <a:pt x="4" y="205"/>
                    <a:pt x="3" y="451"/>
                  </a:cubicBezTo>
                  <a:close/>
                  <a:moveTo>
                    <a:pt x="344" y="512"/>
                  </a:moveTo>
                  <a:cubicBezTo>
                    <a:pt x="310" y="512"/>
                    <a:pt x="310" y="512"/>
                    <a:pt x="310" y="512"/>
                  </a:cubicBezTo>
                  <a:cubicBezTo>
                    <a:pt x="291" y="512"/>
                    <a:pt x="276" y="497"/>
                    <a:pt x="276" y="478"/>
                  </a:cubicBezTo>
                  <a:cubicBezTo>
                    <a:pt x="276" y="459"/>
                    <a:pt x="291" y="444"/>
                    <a:pt x="310" y="444"/>
                  </a:cubicBezTo>
                  <a:cubicBezTo>
                    <a:pt x="329" y="444"/>
                    <a:pt x="344" y="459"/>
                    <a:pt x="344" y="478"/>
                  </a:cubicBezTo>
                  <a:lnTo>
                    <a:pt x="344" y="512"/>
                  </a:lnTo>
                  <a:close/>
                  <a:moveTo>
                    <a:pt x="480" y="956"/>
                  </a:moveTo>
                  <a:cubicBezTo>
                    <a:pt x="412" y="956"/>
                    <a:pt x="412" y="956"/>
                    <a:pt x="412" y="956"/>
                  </a:cubicBezTo>
                  <a:cubicBezTo>
                    <a:pt x="412" y="580"/>
                    <a:pt x="412" y="580"/>
                    <a:pt x="412" y="580"/>
                  </a:cubicBezTo>
                  <a:cubicBezTo>
                    <a:pt x="480" y="580"/>
                    <a:pt x="480" y="580"/>
                    <a:pt x="480" y="580"/>
                  </a:cubicBezTo>
                  <a:lnTo>
                    <a:pt x="480" y="956"/>
                  </a:lnTo>
                  <a:close/>
                  <a:moveTo>
                    <a:pt x="446" y="1297"/>
                  </a:moveTo>
                  <a:cubicBezTo>
                    <a:pt x="409" y="1297"/>
                    <a:pt x="378" y="1266"/>
                    <a:pt x="378" y="1229"/>
                  </a:cubicBezTo>
                  <a:cubicBezTo>
                    <a:pt x="515" y="1229"/>
                    <a:pt x="515" y="1229"/>
                    <a:pt x="515" y="1229"/>
                  </a:cubicBezTo>
                  <a:cubicBezTo>
                    <a:pt x="515" y="1266"/>
                    <a:pt x="484" y="1297"/>
                    <a:pt x="446" y="1297"/>
                  </a:cubicBezTo>
                  <a:close/>
                  <a:moveTo>
                    <a:pt x="583" y="1126"/>
                  </a:moveTo>
                  <a:cubicBezTo>
                    <a:pt x="583" y="1145"/>
                    <a:pt x="568" y="1160"/>
                    <a:pt x="549" y="1160"/>
                  </a:cubicBezTo>
                  <a:cubicBezTo>
                    <a:pt x="344" y="1160"/>
                    <a:pt x="344" y="1160"/>
                    <a:pt x="344" y="1160"/>
                  </a:cubicBezTo>
                  <a:cubicBezTo>
                    <a:pt x="325" y="1160"/>
                    <a:pt x="310" y="1145"/>
                    <a:pt x="310" y="1126"/>
                  </a:cubicBezTo>
                  <a:cubicBezTo>
                    <a:pt x="310" y="1058"/>
                    <a:pt x="310" y="1058"/>
                    <a:pt x="310" y="1058"/>
                  </a:cubicBezTo>
                  <a:cubicBezTo>
                    <a:pt x="310" y="1039"/>
                    <a:pt x="325" y="1024"/>
                    <a:pt x="344" y="1024"/>
                  </a:cubicBezTo>
                  <a:cubicBezTo>
                    <a:pt x="549" y="1024"/>
                    <a:pt x="549" y="1024"/>
                    <a:pt x="549" y="1024"/>
                  </a:cubicBezTo>
                  <a:cubicBezTo>
                    <a:pt x="568" y="1024"/>
                    <a:pt x="583" y="1039"/>
                    <a:pt x="583" y="1058"/>
                  </a:cubicBezTo>
                  <a:lnTo>
                    <a:pt x="583" y="1126"/>
                  </a:lnTo>
                  <a:close/>
                  <a:moveTo>
                    <a:pt x="822" y="452"/>
                  </a:moveTo>
                  <a:cubicBezTo>
                    <a:pt x="824" y="551"/>
                    <a:pt x="789" y="647"/>
                    <a:pt x="724" y="722"/>
                  </a:cubicBezTo>
                  <a:cubicBezTo>
                    <a:pt x="703" y="744"/>
                    <a:pt x="679" y="764"/>
                    <a:pt x="655" y="782"/>
                  </a:cubicBezTo>
                  <a:cubicBezTo>
                    <a:pt x="614" y="810"/>
                    <a:pt x="579" y="844"/>
                    <a:pt x="549" y="883"/>
                  </a:cubicBezTo>
                  <a:cubicBezTo>
                    <a:pt x="549" y="580"/>
                    <a:pt x="549" y="580"/>
                    <a:pt x="549" y="580"/>
                  </a:cubicBezTo>
                  <a:cubicBezTo>
                    <a:pt x="583" y="580"/>
                    <a:pt x="583" y="580"/>
                    <a:pt x="583" y="580"/>
                  </a:cubicBezTo>
                  <a:cubicBezTo>
                    <a:pt x="639" y="580"/>
                    <a:pt x="685" y="534"/>
                    <a:pt x="685" y="478"/>
                  </a:cubicBezTo>
                  <a:cubicBezTo>
                    <a:pt x="685" y="421"/>
                    <a:pt x="639" y="375"/>
                    <a:pt x="583" y="375"/>
                  </a:cubicBezTo>
                  <a:cubicBezTo>
                    <a:pt x="526" y="375"/>
                    <a:pt x="480" y="421"/>
                    <a:pt x="480" y="478"/>
                  </a:cubicBezTo>
                  <a:cubicBezTo>
                    <a:pt x="480" y="512"/>
                    <a:pt x="480" y="512"/>
                    <a:pt x="480" y="512"/>
                  </a:cubicBezTo>
                  <a:cubicBezTo>
                    <a:pt x="412" y="512"/>
                    <a:pt x="412" y="512"/>
                    <a:pt x="412" y="512"/>
                  </a:cubicBezTo>
                  <a:cubicBezTo>
                    <a:pt x="412" y="478"/>
                    <a:pt x="412" y="478"/>
                    <a:pt x="412" y="478"/>
                  </a:cubicBezTo>
                  <a:cubicBezTo>
                    <a:pt x="412" y="421"/>
                    <a:pt x="366" y="375"/>
                    <a:pt x="310" y="375"/>
                  </a:cubicBezTo>
                  <a:cubicBezTo>
                    <a:pt x="253" y="375"/>
                    <a:pt x="207" y="421"/>
                    <a:pt x="207" y="478"/>
                  </a:cubicBezTo>
                  <a:cubicBezTo>
                    <a:pt x="207" y="534"/>
                    <a:pt x="253" y="580"/>
                    <a:pt x="310" y="580"/>
                  </a:cubicBezTo>
                  <a:cubicBezTo>
                    <a:pt x="344" y="580"/>
                    <a:pt x="344" y="580"/>
                    <a:pt x="344" y="580"/>
                  </a:cubicBezTo>
                  <a:cubicBezTo>
                    <a:pt x="344" y="883"/>
                    <a:pt x="344" y="883"/>
                    <a:pt x="344" y="883"/>
                  </a:cubicBezTo>
                  <a:cubicBezTo>
                    <a:pt x="314" y="844"/>
                    <a:pt x="278" y="810"/>
                    <a:pt x="238" y="782"/>
                  </a:cubicBezTo>
                  <a:cubicBezTo>
                    <a:pt x="213" y="764"/>
                    <a:pt x="190" y="744"/>
                    <a:pt x="169" y="722"/>
                  </a:cubicBezTo>
                  <a:cubicBezTo>
                    <a:pt x="104" y="647"/>
                    <a:pt x="69" y="551"/>
                    <a:pt x="71" y="452"/>
                  </a:cubicBezTo>
                  <a:cubicBezTo>
                    <a:pt x="74" y="244"/>
                    <a:pt x="246" y="68"/>
                    <a:pt x="446" y="68"/>
                  </a:cubicBezTo>
                  <a:cubicBezTo>
                    <a:pt x="647" y="68"/>
                    <a:pt x="819" y="244"/>
                    <a:pt x="822" y="452"/>
                  </a:cubicBezTo>
                  <a:close/>
                  <a:moveTo>
                    <a:pt x="549" y="512"/>
                  </a:moveTo>
                  <a:cubicBezTo>
                    <a:pt x="549" y="478"/>
                    <a:pt x="549" y="478"/>
                    <a:pt x="549" y="478"/>
                  </a:cubicBezTo>
                  <a:cubicBezTo>
                    <a:pt x="549" y="459"/>
                    <a:pt x="564" y="444"/>
                    <a:pt x="583" y="444"/>
                  </a:cubicBezTo>
                  <a:cubicBezTo>
                    <a:pt x="602" y="444"/>
                    <a:pt x="617" y="459"/>
                    <a:pt x="617" y="478"/>
                  </a:cubicBezTo>
                  <a:cubicBezTo>
                    <a:pt x="617" y="497"/>
                    <a:pt x="602" y="512"/>
                    <a:pt x="583" y="512"/>
                  </a:cubicBezTo>
                  <a:lnTo>
                    <a:pt x="549" y="5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9">
              <a:extLst>
                <a:ext uri="{FF2B5EF4-FFF2-40B4-BE49-F238E27FC236}">
                  <a16:creationId xmlns:a16="http://schemas.microsoft.com/office/drawing/2014/main" id="{2EA6B4A5-4C3B-4F3D-B7BB-12C1B7B45D6B}"/>
                </a:ext>
              </a:extLst>
            </p:cNvPr>
            <p:cNvSpPr>
              <a:spLocks/>
            </p:cNvSpPr>
            <p:nvPr/>
          </p:nvSpPr>
          <p:spPr bwMode="auto">
            <a:xfrm>
              <a:off x="8472488" y="2051051"/>
              <a:ext cx="298450" cy="119063"/>
            </a:xfrm>
            <a:custGeom>
              <a:avLst/>
              <a:gdLst>
                <a:gd name="T0" fmla="*/ 34 w 171"/>
                <a:gd name="T1" fmla="*/ 68 h 68"/>
                <a:gd name="T2" fmla="*/ 137 w 171"/>
                <a:gd name="T3" fmla="*/ 68 h 68"/>
                <a:gd name="T4" fmla="*/ 171 w 171"/>
                <a:gd name="T5" fmla="*/ 34 h 68"/>
                <a:gd name="T6" fmla="*/ 137 w 171"/>
                <a:gd name="T7" fmla="*/ 0 h 68"/>
                <a:gd name="T8" fmla="*/ 34 w 171"/>
                <a:gd name="T9" fmla="*/ 0 h 68"/>
                <a:gd name="T10" fmla="*/ 0 w 171"/>
                <a:gd name="T11" fmla="*/ 34 h 68"/>
                <a:gd name="T12" fmla="*/ 34 w 171"/>
                <a:gd name="T13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1" h="68">
                  <a:moveTo>
                    <a:pt x="34" y="68"/>
                  </a:moveTo>
                  <a:cubicBezTo>
                    <a:pt x="137" y="68"/>
                    <a:pt x="137" y="68"/>
                    <a:pt x="137" y="68"/>
                  </a:cubicBezTo>
                  <a:cubicBezTo>
                    <a:pt x="156" y="68"/>
                    <a:pt x="171" y="53"/>
                    <a:pt x="171" y="34"/>
                  </a:cubicBezTo>
                  <a:cubicBezTo>
                    <a:pt x="171" y="15"/>
                    <a:pt x="156" y="0"/>
                    <a:pt x="137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16" y="0"/>
                    <a:pt x="0" y="15"/>
                    <a:pt x="0" y="34"/>
                  </a:cubicBezTo>
                  <a:cubicBezTo>
                    <a:pt x="0" y="53"/>
                    <a:pt x="16" y="68"/>
                    <a:pt x="34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7F36445A-D88C-421C-9359-B6A405A2869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1500" y="1249363"/>
              <a:ext cx="252412" cy="249238"/>
            </a:xfrm>
            <a:custGeom>
              <a:avLst/>
              <a:gdLst>
                <a:gd name="T0" fmla="*/ 36 w 145"/>
                <a:gd name="T1" fmla="*/ 143 h 143"/>
                <a:gd name="T2" fmla="*/ 61 w 145"/>
                <a:gd name="T3" fmla="*/ 133 h 143"/>
                <a:gd name="T4" fmla="*/ 133 w 145"/>
                <a:gd name="T5" fmla="*/ 60 h 143"/>
                <a:gd name="T6" fmla="*/ 142 w 145"/>
                <a:gd name="T7" fmla="*/ 27 h 143"/>
                <a:gd name="T8" fmla="*/ 118 w 145"/>
                <a:gd name="T9" fmla="*/ 3 h 143"/>
                <a:gd name="T10" fmla="*/ 85 w 145"/>
                <a:gd name="T11" fmla="*/ 12 h 143"/>
                <a:gd name="T12" fmla="*/ 12 w 145"/>
                <a:gd name="T13" fmla="*/ 84 h 143"/>
                <a:gd name="T14" fmla="*/ 5 w 145"/>
                <a:gd name="T15" fmla="*/ 122 h 143"/>
                <a:gd name="T16" fmla="*/ 36 w 145"/>
                <a:gd name="T17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5" h="143">
                  <a:moveTo>
                    <a:pt x="36" y="143"/>
                  </a:moveTo>
                  <a:cubicBezTo>
                    <a:pt x="46" y="143"/>
                    <a:pt x="54" y="139"/>
                    <a:pt x="61" y="133"/>
                  </a:cubicBezTo>
                  <a:cubicBezTo>
                    <a:pt x="133" y="60"/>
                    <a:pt x="133" y="60"/>
                    <a:pt x="133" y="60"/>
                  </a:cubicBezTo>
                  <a:cubicBezTo>
                    <a:pt x="142" y="52"/>
                    <a:pt x="145" y="39"/>
                    <a:pt x="142" y="27"/>
                  </a:cubicBezTo>
                  <a:cubicBezTo>
                    <a:pt x="139" y="15"/>
                    <a:pt x="130" y="6"/>
                    <a:pt x="118" y="3"/>
                  </a:cubicBezTo>
                  <a:cubicBezTo>
                    <a:pt x="106" y="0"/>
                    <a:pt x="93" y="3"/>
                    <a:pt x="85" y="12"/>
                  </a:cubicBezTo>
                  <a:cubicBezTo>
                    <a:pt x="12" y="84"/>
                    <a:pt x="12" y="84"/>
                    <a:pt x="12" y="84"/>
                  </a:cubicBezTo>
                  <a:cubicBezTo>
                    <a:pt x="3" y="94"/>
                    <a:pt x="0" y="109"/>
                    <a:pt x="5" y="122"/>
                  </a:cubicBezTo>
                  <a:cubicBezTo>
                    <a:pt x="10" y="134"/>
                    <a:pt x="23" y="143"/>
                    <a:pt x="36" y="1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42BC5436-B583-4AB2-A62D-03E563ECDFD7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3163" y="922338"/>
              <a:ext cx="117475" cy="298450"/>
            </a:xfrm>
            <a:custGeom>
              <a:avLst/>
              <a:gdLst>
                <a:gd name="T0" fmla="*/ 34 w 68"/>
                <a:gd name="T1" fmla="*/ 171 h 171"/>
                <a:gd name="T2" fmla="*/ 68 w 68"/>
                <a:gd name="T3" fmla="*/ 137 h 171"/>
                <a:gd name="T4" fmla="*/ 68 w 68"/>
                <a:gd name="T5" fmla="*/ 34 h 171"/>
                <a:gd name="T6" fmla="*/ 34 w 68"/>
                <a:gd name="T7" fmla="*/ 0 h 171"/>
                <a:gd name="T8" fmla="*/ 0 w 68"/>
                <a:gd name="T9" fmla="*/ 34 h 171"/>
                <a:gd name="T10" fmla="*/ 0 w 68"/>
                <a:gd name="T11" fmla="*/ 137 h 171"/>
                <a:gd name="T12" fmla="*/ 34 w 68"/>
                <a:gd name="T13" fmla="*/ 171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8" h="171">
                  <a:moveTo>
                    <a:pt x="34" y="171"/>
                  </a:moveTo>
                  <a:cubicBezTo>
                    <a:pt x="53" y="171"/>
                    <a:pt x="68" y="155"/>
                    <a:pt x="68" y="137"/>
                  </a:cubicBezTo>
                  <a:cubicBezTo>
                    <a:pt x="68" y="34"/>
                    <a:pt x="68" y="34"/>
                    <a:pt x="68" y="34"/>
                  </a:cubicBezTo>
                  <a:cubicBezTo>
                    <a:pt x="68" y="15"/>
                    <a:pt x="53" y="0"/>
                    <a:pt x="34" y="0"/>
                  </a:cubicBezTo>
                  <a:cubicBezTo>
                    <a:pt x="15" y="0"/>
                    <a:pt x="0" y="15"/>
                    <a:pt x="0" y="34"/>
                  </a:cubicBezTo>
                  <a:cubicBezTo>
                    <a:pt x="0" y="137"/>
                    <a:pt x="0" y="137"/>
                    <a:pt x="0" y="137"/>
                  </a:cubicBezTo>
                  <a:cubicBezTo>
                    <a:pt x="0" y="155"/>
                    <a:pt x="15" y="171"/>
                    <a:pt x="34" y="17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12">
              <a:extLst>
                <a:ext uri="{FF2B5EF4-FFF2-40B4-BE49-F238E27FC236}">
                  <a16:creationId xmlns:a16="http://schemas.microsoft.com/office/drawing/2014/main" id="{AEE432CC-F6DE-4999-9C3D-3D8473B4F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9888" y="1249363"/>
              <a:ext cx="249237" cy="249238"/>
            </a:xfrm>
            <a:custGeom>
              <a:avLst/>
              <a:gdLst>
                <a:gd name="T0" fmla="*/ 133 w 143"/>
                <a:gd name="T1" fmla="*/ 133 h 143"/>
                <a:gd name="T2" fmla="*/ 143 w 143"/>
                <a:gd name="T3" fmla="*/ 108 h 143"/>
                <a:gd name="T4" fmla="*/ 133 w 143"/>
                <a:gd name="T5" fmla="*/ 84 h 143"/>
                <a:gd name="T6" fmla="*/ 61 w 143"/>
                <a:gd name="T7" fmla="*/ 12 h 143"/>
                <a:gd name="T8" fmla="*/ 28 w 143"/>
                <a:gd name="T9" fmla="*/ 3 h 143"/>
                <a:gd name="T10" fmla="*/ 3 w 143"/>
                <a:gd name="T11" fmla="*/ 27 h 143"/>
                <a:gd name="T12" fmla="*/ 13 w 143"/>
                <a:gd name="T13" fmla="*/ 60 h 143"/>
                <a:gd name="T14" fmla="*/ 85 w 143"/>
                <a:gd name="T15" fmla="*/ 133 h 143"/>
                <a:gd name="T16" fmla="*/ 109 w 143"/>
                <a:gd name="T17" fmla="*/ 143 h 143"/>
                <a:gd name="T18" fmla="*/ 133 w 143"/>
                <a:gd name="T19" fmla="*/ 13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143">
                  <a:moveTo>
                    <a:pt x="133" y="133"/>
                  </a:moveTo>
                  <a:cubicBezTo>
                    <a:pt x="140" y="126"/>
                    <a:pt x="143" y="118"/>
                    <a:pt x="143" y="108"/>
                  </a:cubicBezTo>
                  <a:cubicBezTo>
                    <a:pt x="143" y="99"/>
                    <a:pt x="140" y="91"/>
                    <a:pt x="133" y="84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52" y="3"/>
                    <a:pt x="40" y="0"/>
                    <a:pt x="28" y="3"/>
                  </a:cubicBezTo>
                  <a:cubicBezTo>
                    <a:pt x="16" y="6"/>
                    <a:pt x="6" y="15"/>
                    <a:pt x="3" y="27"/>
                  </a:cubicBezTo>
                  <a:cubicBezTo>
                    <a:pt x="0" y="39"/>
                    <a:pt x="4" y="52"/>
                    <a:pt x="13" y="60"/>
                  </a:cubicBezTo>
                  <a:cubicBezTo>
                    <a:pt x="85" y="133"/>
                    <a:pt x="85" y="133"/>
                    <a:pt x="85" y="133"/>
                  </a:cubicBezTo>
                  <a:cubicBezTo>
                    <a:pt x="91" y="139"/>
                    <a:pt x="100" y="143"/>
                    <a:pt x="109" y="143"/>
                  </a:cubicBezTo>
                  <a:cubicBezTo>
                    <a:pt x="118" y="143"/>
                    <a:pt x="127" y="139"/>
                    <a:pt x="133" y="1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13">
              <a:extLst>
                <a:ext uri="{FF2B5EF4-FFF2-40B4-BE49-F238E27FC236}">
                  <a16:creationId xmlns:a16="http://schemas.microsoft.com/office/drawing/2014/main" id="{CD346543-4B28-44F7-A333-144DCE8BB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94450" y="2051051"/>
              <a:ext cx="295275" cy="119063"/>
            </a:xfrm>
            <a:custGeom>
              <a:avLst/>
              <a:gdLst>
                <a:gd name="T0" fmla="*/ 34 w 170"/>
                <a:gd name="T1" fmla="*/ 0 h 68"/>
                <a:gd name="T2" fmla="*/ 0 w 170"/>
                <a:gd name="T3" fmla="*/ 34 h 68"/>
                <a:gd name="T4" fmla="*/ 34 w 170"/>
                <a:gd name="T5" fmla="*/ 68 h 68"/>
                <a:gd name="T6" fmla="*/ 136 w 170"/>
                <a:gd name="T7" fmla="*/ 68 h 68"/>
                <a:gd name="T8" fmla="*/ 170 w 170"/>
                <a:gd name="T9" fmla="*/ 34 h 68"/>
                <a:gd name="T10" fmla="*/ 136 w 170"/>
                <a:gd name="T11" fmla="*/ 0 h 68"/>
                <a:gd name="T12" fmla="*/ 34 w 170"/>
                <a:gd name="T13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0" h="68">
                  <a:moveTo>
                    <a:pt x="34" y="0"/>
                  </a:moveTo>
                  <a:cubicBezTo>
                    <a:pt x="15" y="0"/>
                    <a:pt x="0" y="15"/>
                    <a:pt x="0" y="34"/>
                  </a:cubicBezTo>
                  <a:cubicBezTo>
                    <a:pt x="0" y="53"/>
                    <a:pt x="15" y="68"/>
                    <a:pt x="34" y="68"/>
                  </a:cubicBezTo>
                  <a:cubicBezTo>
                    <a:pt x="136" y="68"/>
                    <a:pt x="136" y="68"/>
                    <a:pt x="136" y="68"/>
                  </a:cubicBezTo>
                  <a:cubicBezTo>
                    <a:pt x="155" y="68"/>
                    <a:pt x="170" y="53"/>
                    <a:pt x="170" y="34"/>
                  </a:cubicBezTo>
                  <a:cubicBezTo>
                    <a:pt x="170" y="15"/>
                    <a:pt x="155" y="0"/>
                    <a:pt x="136" y="0"/>
                  </a:cubicBezTo>
                  <a:lnTo>
                    <a:pt x="3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0E29B164-6092-B8DB-C5EF-D984FCBBAA61}"/>
              </a:ext>
            </a:extLst>
          </p:cNvPr>
          <p:cNvSpPr/>
          <p:nvPr/>
        </p:nvSpPr>
        <p:spPr bwMode="auto">
          <a:xfrm>
            <a:off x="-3362" y="4688116"/>
            <a:ext cx="9147088" cy="458746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8CAFF5-B2B6-871A-E8A5-B6635E380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0043" y="2644388"/>
            <a:ext cx="2959554" cy="24901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0A05F3-DBA8-0405-0CE1-F0DAAE6C4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2781" y="2644247"/>
            <a:ext cx="3027590" cy="24894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A05855-B2F6-9464-8E4C-B5A52FE809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4" y="2645972"/>
            <a:ext cx="3238500" cy="249702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4C637A1-65A6-251B-B6C1-054AB6788244}"/>
              </a:ext>
            </a:extLst>
          </p:cNvPr>
          <p:cNvSpPr/>
          <p:nvPr/>
        </p:nvSpPr>
        <p:spPr bwMode="auto">
          <a:xfrm>
            <a:off x="596" y="4773717"/>
            <a:ext cx="9147088" cy="458746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fr-FR" dirty="0">
                <a:ea typeface="Roboto"/>
                <a:cs typeface="Roboto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16661730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E39B3-ED35-5194-522A-BCF326999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2E974D-6FE7-B1DD-52E9-9BDE4CD5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82611"/>
            <a:ext cx="8368363" cy="40945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err="1">
                <a:ea typeface="Roboto"/>
                <a:cs typeface="Roboto"/>
              </a:rPr>
              <a:t>Methodologie</a:t>
            </a:r>
            <a:endParaRPr lang="fr-FR" err="1"/>
          </a:p>
        </p:txBody>
      </p:sp>
      <p:sp>
        <p:nvSpPr>
          <p:cNvPr id="13" name="Rounded Rectangle 1">
            <a:extLst>
              <a:ext uri="{FF2B5EF4-FFF2-40B4-BE49-F238E27FC236}">
                <a16:creationId xmlns:a16="http://schemas.microsoft.com/office/drawing/2014/main" id="{9E52E6A4-5DEA-6100-E413-D6FF94E9FE71}"/>
              </a:ext>
            </a:extLst>
          </p:cNvPr>
          <p:cNvSpPr/>
          <p:nvPr/>
        </p:nvSpPr>
        <p:spPr bwMode="auto">
          <a:xfrm>
            <a:off x="381000" y="1594738"/>
            <a:ext cx="2667000" cy="2950592"/>
          </a:xfrm>
          <a:prstGeom prst="roundRect">
            <a:avLst>
              <a:gd name="adj" fmla="val 2440"/>
            </a:avLst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14" name="Rounded Rectangle 19">
            <a:extLst>
              <a:ext uri="{FF2B5EF4-FFF2-40B4-BE49-F238E27FC236}">
                <a16:creationId xmlns:a16="http://schemas.microsoft.com/office/drawing/2014/main" id="{ECB3138B-0383-79AD-5885-96A17F245EAF}"/>
              </a:ext>
            </a:extLst>
          </p:cNvPr>
          <p:cNvSpPr/>
          <p:nvPr/>
        </p:nvSpPr>
        <p:spPr bwMode="auto">
          <a:xfrm>
            <a:off x="3231682" y="1594738"/>
            <a:ext cx="2667000" cy="2950592"/>
          </a:xfrm>
          <a:prstGeom prst="roundRect">
            <a:avLst>
              <a:gd name="adj" fmla="val 2440"/>
            </a:avLst>
          </a:pr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15" name="Rounded Rectangle 20">
            <a:extLst>
              <a:ext uri="{FF2B5EF4-FFF2-40B4-BE49-F238E27FC236}">
                <a16:creationId xmlns:a16="http://schemas.microsoft.com/office/drawing/2014/main" id="{CBCBA680-3622-2CF3-08BC-68E1D7295DA2}"/>
              </a:ext>
            </a:extLst>
          </p:cNvPr>
          <p:cNvSpPr/>
          <p:nvPr/>
        </p:nvSpPr>
        <p:spPr bwMode="auto">
          <a:xfrm>
            <a:off x="6082363" y="1594738"/>
            <a:ext cx="2667000" cy="2950592"/>
          </a:xfrm>
          <a:prstGeom prst="roundRect">
            <a:avLst>
              <a:gd name="adj" fmla="val 1932"/>
            </a:avLst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7670E61-FBB4-AE9F-0DCD-69D591267F4B}"/>
              </a:ext>
            </a:extLst>
          </p:cNvPr>
          <p:cNvSpPr/>
          <p:nvPr/>
        </p:nvSpPr>
        <p:spPr bwMode="auto">
          <a:xfrm>
            <a:off x="1228725" y="1070610"/>
            <a:ext cx="971550" cy="9715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18" name="Inhaltsplatzhalter 4">
            <a:extLst>
              <a:ext uri="{FF2B5EF4-FFF2-40B4-BE49-F238E27FC236}">
                <a16:creationId xmlns:a16="http://schemas.microsoft.com/office/drawing/2014/main" id="{9D5C61C1-2680-C108-8F91-15D07270A903}"/>
              </a:ext>
            </a:extLst>
          </p:cNvPr>
          <p:cNvSpPr txBox="1">
            <a:spLocks/>
          </p:cNvSpPr>
          <p:nvPr/>
        </p:nvSpPr>
        <p:spPr>
          <a:xfrm>
            <a:off x="846859" y="2040252"/>
            <a:ext cx="1742208" cy="369332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800" b="1">
                <a:latin typeface="+mj-lt"/>
              </a:rPr>
              <a:t>Tokenizer </a:t>
            </a:r>
            <a:endParaRPr lang="en-US" sz="1800" b="1">
              <a:latin typeface="+mj-lt"/>
              <a:ea typeface="Roboto"/>
              <a:cs typeface="Roboto"/>
            </a:endParaRPr>
          </a:p>
        </p:txBody>
      </p:sp>
      <p:sp>
        <p:nvSpPr>
          <p:cNvPr id="19" name="Freeform 6">
            <a:extLst>
              <a:ext uri="{FF2B5EF4-FFF2-40B4-BE49-F238E27FC236}">
                <a16:creationId xmlns:a16="http://schemas.microsoft.com/office/drawing/2014/main" id="{7A44E0E5-1515-63CB-8237-956239385DF7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1465504" y="1309138"/>
            <a:ext cx="497992" cy="494494"/>
          </a:xfrm>
          <a:custGeom>
            <a:avLst/>
            <a:gdLst>
              <a:gd name="T0" fmla="*/ 2120 w 3986"/>
              <a:gd name="T1" fmla="*/ 444 h 3956"/>
              <a:gd name="T2" fmla="*/ 1803 w 3986"/>
              <a:gd name="T3" fmla="*/ 559 h 3956"/>
              <a:gd name="T4" fmla="*/ 1524 w 3986"/>
              <a:gd name="T5" fmla="*/ 765 h 3956"/>
              <a:gd name="T6" fmla="*/ 1316 w 3986"/>
              <a:gd name="T7" fmla="*/ 1043 h 3956"/>
              <a:gd name="T8" fmla="*/ 1200 w 3986"/>
              <a:gd name="T9" fmla="*/ 1358 h 3956"/>
              <a:gd name="T10" fmla="*/ 1177 w 3986"/>
              <a:gd name="T11" fmla="*/ 1688 h 3956"/>
              <a:gd name="T12" fmla="*/ 1246 w 3986"/>
              <a:gd name="T13" fmla="*/ 2012 h 3956"/>
              <a:gd name="T14" fmla="*/ 1408 w 3986"/>
              <a:gd name="T15" fmla="*/ 2311 h 3956"/>
              <a:gd name="T16" fmla="*/ 1658 w 3986"/>
              <a:gd name="T17" fmla="*/ 2558 h 3956"/>
              <a:gd name="T18" fmla="*/ 1959 w 3986"/>
              <a:gd name="T19" fmla="*/ 2719 h 3956"/>
              <a:gd name="T20" fmla="*/ 2286 w 3986"/>
              <a:gd name="T21" fmla="*/ 2787 h 3956"/>
              <a:gd name="T22" fmla="*/ 2618 w 3986"/>
              <a:gd name="T23" fmla="*/ 2765 h 3956"/>
              <a:gd name="T24" fmla="*/ 2934 w 3986"/>
              <a:gd name="T25" fmla="*/ 2650 h 3956"/>
              <a:gd name="T26" fmla="*/ 3214 w 3986"/>
              <a:gd name="T27" fmla="*/ 2443 h 3956"/>
              <a:gd name="T28" fmla="*/ 3422 w 3986"/>
              <a:gd name="T29" fmla="*/ 2166 h 3956"/>
              <a:gd name="T30" fmla="*/ 3538 w 3986"/>
              <a:gd name="T31" fmla="*/ 1852 h 3956"/>
              <a:gd name="T32" fmla="*/ 3561 w 3986"/>
              <a:gd name="T33" fmla="*/ 1522 h 3956"/>
              <a:gd name="T34" fmla="*/ 3491 w 3986"/>
              <a:gd name="T35" fmla="*/ 1197 h 3956"/>
              <a:gd name="T36" fmla="*/ 3330 w 3986"/>
              <a:gd name="T37" fmla="*/ 898 h 3956"/>
              <a:gd name="T38" fmla="*/ 3080 w 3986"/>
              <a:gd name="T39" fmla="*/ 651 h 3956"/>
              <a:gd name="T40" fmla="*/ 2780 w 3986"/>
              <a:gd name="T41" fmla="*/ 490 h 3956"/>
              <a:gd name="T42" fmla="*/ 2453 w 3986"/>
              <a:gd name="T43" fmla="*/ 421 h 3956"/>
              <a:gd name="T44" fmla="*/ 2560 w 3986"/>
              <a:gd name="T45" fmla="*/ 11 h 3956"/>
              <a:gd name="T46" fmla="*/ 2933 w 3986"/>
              <a:gd name="T47" fmla="*/ 100 h 3956"/>
              <a:gd name="T48" fmla="*/ 3280 w 3986"/>
              <a:gd name="T49" fmla="*/ 278 h 3956"/>
              <a:gd name="T50" fmla="*/ 3583 w 3986"/>
              <a:gd name="T51" fmla="*/ 543 h 3956"/>
              <a:gd name="T52" fmla="*/ 3806 w 3986"/>
              <a:gd name="T53" fmla="*/ 868 h 3956"/>
              <a:gd name="T54" fmla="*/ 3941 w 3986"/>
              <a:gd name="T55" fmla="*/ 1228 h 3956"/>
              <a:gd name="T56" fmla="*/ 3986 w 3986"/>
              <a:gd name="T57" fmla="*/ 1604 h 3956"/>
              <a:gd name="T58" fmla="*/ 3941 w 3986"/>
              <a:gd name="T59" fmla="*/ 1981 h 3956"/>
              <a:gd name="T60" fmla="*/ 3806 w 3986"/>
              <a:gd name="T61" fmla="*/ 2341 h 3956"/>
              <a:gd name="T62" fmla="*/ 3583 w 3986"/>
              <a:gd name="T63" fmla="*/ 2667 h 3956"/>
              <a:gd name="T64" fmla="*/ 3269 w 3986"/>
              <a:gd name="T65" fmla="*/ 2941 h 3956"/>
              <a:gd name="T66" fmla="*/ 2906 w 3986"/>
              <a:gd name="T67" fmla="*/ 3121 h 3956"/>
              <a:gd name="T68" fmla="*/ 2520 w 3986"/>
              <a:gd name="T69" fmla="*/ 3204 h 3956"/>
              <a:gd name="T70" fmla="*/ 2126 w 3986"/>
              <a:gd name="T71" fmla="*/ 3188 h 3956"/>
              <a:gd name="T72" fmla="*/ 1743 w 3986"/>
              <a:gd name="T73" fmla="*/ 3075 h 3956"/>
              <a:gd name="T74" fmla="*/ 1550 w 3986"/>
              <a:gd name="T75" fmla="*/ 2977 h 3956"/>
              <a:gd name="T76" fmla="*/ 1495 w 3986"/>
              <a:gd name="T77" fmla="*/ 2981 h 3956"/>
              <a:gd name="T78" fmla="*/ 574 w 3986"/>
              <a:gd name="T79" fmla="*/ 3876 h 3956"/>
              <a:gd name="T80" fmla="*/ 400 w 3986"/>
              <a:gd name="T81" fmla="*/ 3951 h 3956"/>
              <a:gd name="T82" fmla="*/ 227 w 3986"/>
              <a:gd name="T83" fmla="*/ 3939 h 3956"/>
              <a:gd name="T84" fmla="*/ 90 w 3986"/>
              <a:gd name="T85" fmla="*/ 3843 h 3956"/>
              <a:gd name="T86" fmla="*/ 6 w 3986"/>
              <a:gd name="T87" fmla="*/ 3689 h 3956"/>
              <a:gd name="T88" fmla="*/ 17 w 3986"/>
              <a:gd name="T89" fmla="*/ 3515 h 3956"/>
              <a:gd name="T90" fmla="*/ 112 w 3986"/>
              <a:gd name="T91" fmla="*/ 3345 h 3956"/>
              <a:gd name="T92" fmla="*/ 168 w 3986"/>
              <a:gd name="T93" fmla="*/ 3287 h 3956"/>
              <a:gd name="T94" fmla="*/ 247 w 3986"/>
              <a:gd name="T95" fmla="*/ 3208 h 3956"/>
              <a:gd name="T96" fmla="*/ 371 w 3986"/>
              <a:gd name="T97" fmla="*/ 3084 h 3956"/>
              <a:gd name="T98" fmla="*/ 522 w 3986"/>
              <a:gd name="T99" fmla="*/ 2935 h 3956"/>
              <a:gd name="T100" fmla="*/ 680 w 3986"/>
              <a:gd name="T101" fmla="*/ 2778 h 3956"/>
              <a:gd name="T102" fmla="*/ 828 w 3986"/>
              <a:gd name="T103" fmla="*/ 2631 h 3956"/>
              <a:gd name="T104" fmla="*/ 949 w 3986"/>
              <a:gd name="T105" fmla="*/ 2511 h 3956"/>
              <a:gd name="T106" fmla="*/ 991 w 3986"/>
              <a:gd name="T107" fmla="*/ 2441 h 3956"/>
              <a:gd name="T108" fmla="*/ 983 w 3986"/>
              <a:gd name="T109" fmla="*/ 2407 h 3956"/>
              <a:gd name="T110" fmla="*/ 818 w 3986"/>
              <a:gd name="T111" fmla="*/ 2039 h 3956"/>
              <a:gd name="T112" fmla="*/ 754 w 3986"/>
              <a:gd name="T113" fmla="*/ 1650 h 3956"/>
              <a:gd name="T114" fmla="*/ 788 w 3986"/>
              <a:gd name="T115" fmla="*/ 1260 h 3956"/>
              <a:gd name="T116" fmla="*/ 921 w 3986"/>
              <a:gd name="T117" fmla="*/ 887 h 3956"/>
              <a:gd name="T118" fmla="*/ 1152 w 3986"/>
              <a:gd name="T119" fmla="*/ 547 h 3956"/>
              <a:gd name="T120" fmla="*/ 1458 w 3986"/>
              <a:gd name="T121" fmla="*/ 278 h 3956"/>
              <a:gd name="T122" fmla="*/ 1806 w 3986"/>
              <a:gd name="T123" fmla="*/ 100 h 3956"/>
              <a:gd name="T124" fmla="*/ 2178 w 3986"/>
              <a:gd name="T125" fmla="*/ 11 h 39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986" h="3956">
                <a:moveTo>
                  <a:pt x="2369" y="419"/>
                </a:moveTo>
                <a:lnTo>
                  <a:pt x="2286" y="421"/>
                </a:lnTo>
                <a:lnTo>
                  <a:pt x="2202" y="430"/>
                </a:lnTo>
                <a:lnTo>
                  <a:pt x="2120" y="444"/>
                </a:lnTo>
                <a:lnTo>
                  <a:pt x="2038" y="465"/>
                </a:lnTo>
                <a:lnTo>
                  <a:pt x="1959" y="490"/>
                </a:lnTo>
                <a:lnTo>
                  <a:pt x="1880" y="521"/>
                </a:lnTo>
                <a:lnTo>
                  <a:pt x="1803" y="559"/>
                </a:lnTo>
                <a:lnTo>
                  <a:pt x="1729" y="602"/>
                </a:lnTo>
                <a:lnTo>
                  <a:pt x="1658" y="651"/>
                </a:lnTo>
                <a:lnTo>
                  <a:pt x="1589" y="705"/>
                </a:lnTo>
                <a:lnTo>
                  <a:pt x="1524" y="765"/>
                </a:lnTo>
                <a:lnTo>
                  <a:pt x="1463" y="830"/>
                </a:lnTo>
                <a:lnTo>
                  <a:pt x="1408" y="898"/>
                </a:lnTo>
                <a:lnTo>
                  <a:pt x="1360" y="969"/>
                </a:lnTo>
                <a:lnTo>
                  <a:pt x="1316" y="1043"/>
                </a:lnTo>
                <a:lnTo>
                  <a:pt x="1278" y="1119"/>
                </a:lnTo>
                <a:lnTo>
                  <a:pt x="1246" y="1197"/>
                </a:lnTo>
                <a:lnTo>
                  <a:pt x="1221" y="1277"/>
                </a:lnTo>
                <a:lnTo>
                  <a:pt x="1200" y="1358"/>
                </a:lnTo>
                <a:lnTo>
                  <a:pt x="1186" y="1439"/>
                </a:lnTo>
                <a:lnTo>
                  <a:pt x="1177" y="1522"/>
                </a:lnTo>
                <a:lnTo>
                  <a:pt x="1175" y="1604"/>
                </a:lnTo>
                <a:lnTo>
                  <a:pt x="1177" y="1688"/>
                </a:lnTo>
                <a:lnTo>
                  <a:pt x="1186" y="1770"/>
                </a:lnTo>
                <a:lnTo>
                  <a:pt x="1200" y="1852"/>
                </a:lnTo>
                <a:lnTo>
                  <a:pt x="1221" y="1933"/>
                </a:lnTo>
                <a:lnTo>
                  <a:pt x="1246" y="2012"/>
                </a:lnTo>
                <a:lnTo>
                  <a:pt x="1278" y="2090"/>
                </a:lnTo>
                <a:lnTo>
                  <a:pt x="1316" y="2166"/>
                </a:lnTo>
                <a:lnTo>
                  <a:pt x="1360" y="2239"/>
                </a:lnTo>
                <a:lnTo>
                  <a:pt x="1408" y="2311"/>
                </a:lnTo>
                <a:lnTo>
                  <a:pt x="1463" y="2379"/>
                </a:lnTo>
                <a:lnTo>
                  <a:pt x="1524" y="2443"/>
                </a:lnTo>
                <a:lnTo>
                  <a:pt x="1589" y="2504"/>
                </a:lnTo>
                <a:lnTo>
                  <a:pt x="1658" y="2558"/>
                </a:lnTo>
                <a:lnTo>
                  <a:pt x="1729" y="2608"/>
                </a:lnTo>
                <a:lnTo>
                  <a:pt x="1803" y="2650"/>
                </a:lnTo>
                <a:lnTo>
                  <a:pt x="1880" y="2687"/>
                </a:lnTo>
                <a:lnTo>
                  <a:pt x="1959" y="2719"/>
                </a:lnTo>
                <a:lnTo>
                  <a:pt x="2038" y="2745"/>
                </a:lnTo>
                <a:lnTo>
                  <a:pt x="2120" y="2765"/>
                </a:lnTo>
                <a:lnTo>
                  <a:pt x="2202" y="2779"/>
                </a:lnTo>
                <a:lnTo>
                  <a:pt x="2286" y="2787"/>
                </a:lnTo>
                <a:lnTo>
                  <a:pt x="2369" y="2791"/>
                </a:lnTo>
                <a:lnTo>
                  <a:pt x="2453" y="2787"/>
                </a:lnTo>
                <a:lnTo>
                  <a:pt x="2536" y="2779"/>
                </a:lnTo>
                <a:lnTo>
                  <a:pt x="2618" y="2765"/>
                </a:lnTo>
                <a:lnTo>
                  <a:pt x="2700" y="2745"/>
                </a:lnTo>
                <a:lnTo>
                  <a:pt x="2780" y="2719"/>
                </a:lnTo>
                <a:lnTo>
                  <a:pt x="2858" y="2687"/>
                </a:lnTo>
                <a:lnTo>
                  <a:pt x="2934" y="2650"/>
                </a:lnTo>
                <a:lnTo>
                  <a:pt x="3009" y="2608"/>
                </a:lnTo>
                <a:lnTo>
                  <a:pt x="3080" y="2558"/>
                </a:lnTo>
                <a:lnTo>
                  <a:pt x="3148" y="2504"/>
                </a:lnTo>
                <a:lnTo>
                  <a:pt x="3214" y="2443"/>
                </a:lnTo>
                <a:lnTo>
                  <a:pt x="3275" y="2379"/>
                </a:lnTo>
                <a:lnTo>
                  <a:pt x="3330" y="2311"/>
                </a:lnTo>
                <a:lnTo>
                  <a:pt x="3378" y="2239"/>
                </a:lnTo>
                <a:lnTo>
                  <a:pt x="3422" y="2166"/>
                </a:lnTo>
                <a:lnTo>
                  <a:pt x="3460" y="2090"/>
                </a:lnTo>
                <a:lnTo>
                  <a:pt x="3491" y="2012"/>
                </a:lnTo>
                <a:lnTo>
                  <a:pt x="3517" y="1933"/>
                </a:lnTo>
                <a:lnTo>
                  <a:pt x="3538" y="1852"/>
                </a:lnTo>
                <a:lnTo>
                  <a:pt x="3552" y="1770"/>
                </a:lnTo>
                <a:lnTo>
                  <a:pt x="3561" y="1688"/>
                </a:lnTo>
                <a:lnTo>
                  <a:pt x="3563" y="1604"/>
                </a:lnTo>
                <a:lnTo>
                  <a:pt x="3561" y="1522"/>
                </a:lnTo>
                <a:lnTo>
                  <a:pt x="3552" y="1439"/>
                </a:lnTo>
                <a:lnTo>
                  <a:pt x="3538" y="1358"/>
                </a:lnTo>
                <a:lnTo>
                  <a:pt x="3517" y="1277"/>
                </a:lnTo>
                <a:lnTo>
                  <a:pt x="3491" y="1197"/>
                </a:lnTo>
                <a:lnTo>
                  <a:pt x="3460" y="1119"/>
                </a:lnTo>
                <a:lnTo>
                  <a:pt x="3422" y="1043"/>
                </a:lnTo>
                <a:lnTo>
                  <a:pt x="3378" y="969"/>
                </a:lnTo>
                <a:lnTo>
                  <a:pt x="3330" y="898"/>
                </a:lnTo>
                <a:lnTo>
                  <a:pt x="3275" y="830"/>
                </a:lnTo>
                <a:lnTo>
                  <a:pt x="3214" y="765"/>
                </a:lnTo>
                <a:lnTo>
                  <a:pt x="3148" y="705"/>
                </a:lnTo>
                <a:lnTo>
                  <a:pt x="3080" y="651"/>
                </a:lnTo>
                <a:lnTo>
                  <a:pt x="3009" y="602"/>
                </a:lnTo>
                <a:lnTo>
                  <a:pt x="2934" y="559"/>
                </a:lnTo>
                <a:lnTo>
                  <a:pt x="2858" y="521"/>
                </a:lnTo>
                <a:lnTo>
                  <a:pt x="2780" y="490"/>
                </a:lnTo>
                <a:lnTo>
                  <a:pt x="2700" y="465"/>
                </a:lnTo>
                <a:lnTo>
                  <a:pt x="2618" y="444"/>
                </a:lnTo>
                <a:lnTo>
                  <a:pt x="2536" y="430"/>
                </a:lnTo>
                <a:lnTo>
                  <a:pt x="2453" y="421"/>
                </a:lnTo>
                <a:lnTo>
                  <a:pt x="2369" y="419"/>
                </a:lnTo>
                <a:close/>
                <a:moveTo>
                  <a:pt x="2369" y="0"/>
                </a:moveTo>
                <a:lnTo>
                  <a:pt x="2465" y="2"/>
                </a:lnTo>
                <a:lnTo>
                  <a:pt x="2560" y="11"/>
                </a:lnTo>
                <a:lnTo>
                  <a:pt x="2655" y="24"/>
                </a:lnTo>
                <a:lnTo>
                  <a:pt x="2748" y="45"/>
                </a:lnTo>
                <a:lnTo>
                  <a:pt x="2842" y="69"/>
                </a:lnTo>
                <a:lnTo>
                  <a:pt x="2933" y="100"/>
                </a:lnTo>
                <a:lnTo>
                  <a:pt x="3023" y="136"/>
                </a:lnTo>
                <a:lnTo>
                  <a:pt x="3111" y="177"/>
                </a:lnTo>
                <a:lnTo>
                  <a:pt x="3197" y="224"/>
                </a:lnTo>
                <a:lnTo>
                  <a:pt x="3280" y="278"/>
                </a:lnTo>
                <a:lnTo>
                  <a:pt x="3360" y="335"/>
                </a:lnTo>
                <a:lnTo>
                  <a:pt x="3438" y="399"/>
                </a:lnTo>
                <a:lnTo>
                  <a:pt x="3513" y="469"/>
                </a:lnTo>
                <a:lnTo>
                  <a:pt x="3583" y="543"/>
                </a:lnTo>
                <a:lnTo>
                  <a:pt x="3647" y="620"/>
                </a:lnTo>
                <a:lnTo>
                  <a:pt x="3705" y="700"/>
                </a:lnTo>
                <a:lnTo>
                  <a:pt x="3759" y="783"/>
                </a:lnTo>
                <a:lnTo>
                  <a:pt x="3806" y="868"/>
                </a:lnTo>
                <a:lnTo>
                  <a:pt x="3849" y="956"/>
                </a:lnTo>
                <a:lnTo>
                  <a:pt x="3885" y="1045"/>
                </a:lnTo>
                <a:lnTo>
                  <a:pt x="3916" y="1136"/>
                </a:lnTo>
                <a:lnTo>
                  <a:pt x="3941" y="1228"/>
                </a:lnTo>
                <a:lnTo>
                  <a:pt x="3961" y="1321"/>
                </a:lnTo>
                <a:lnTo>
                  <a:pt x="3974" y="1415"/>
                </a:lnTo>
                <a:lnTo>
                  <a:pt x="3983" y="1510"/>
                </a:lnTo>
                <a:lnTo>
                  <a:pt x="3986" y="1604"/>
                </a:lnTo>
                <a:lnTo>
                  <a:pt x="3983" y="1700"/>
                </a:lnTo>
                <a:lnTo>
                  <a:pt x="3974" y="1794"/>
                </a:lnTo>
                <a:lnTo>
                  <a:pt x="3961" y="1888"/>
                </a:lnTo>
                <a:lnTo>
                  <a:pt x="3941" y="1981"/>
                </a:lnTo>
                <a:lnTo>
                  <a:pt x="3916" y="2074"/>
                </a:lnTo>
                <a:lnTo>
                  <a:pt x="3885" y="2165"/>
                </a:lnTo>
                <a:lnTo>
                  <a:pt x="3849" y="2254"/>
                </a:lnTo>
                <a:lnTo>
                  <a:pt x="3806" y="2341"/>
                </a:lnTo>
                <a:lnTo>
                  <a:pt x="3759" y="2426"/>
                </a:lnTo>
                <a:lnTo>
                  <a:pt x="3705" y="2509"/>
                </a:lnTo>
                <a:lnTo>
                  <a:pt x="3647" y="2589"/>
                </a:lnTo>
                <a:lnTo>
                  <a:pt x="3583" y="2667"/>
                </a:lnTo>
                <a:lnTo>
                  <a:pt x="3513" y="2740"/>
                </a:lnTo>
                <a:lnTo>
                  <a:pt x="3434" y="2813"/>
                </a:lnTo>
                <a:lnTo>
                  <a:pt x="3353" y="2879"/>
                </a:lnTo>
                <a:lnTo>
                  <a:pt x="3269" y="2941"/>
                </a:lnTo>
                <a:lnTo>
                  <a:pt x="3181" y="2995"/>
                </a:lnTo>
                <a:lnTo>
                  <a:pt x="3092" y="3043"/>
                </a:lnTo>
                <a:lnTo>
                  <a:pt x="3000" y="3086"/>
                </a:lnTo>
                <a:lnTo>
                  <a:pt x="2906" y="3121"/>
                </a:lnTo>
                <a:lnTo>
                  <a:pt x="2812" y="3151"/>
                </a:lnTo>
                <a:lnTo>
                  <a:pt x="2715" y="3175"/>
                </a:lnTo>
                <a:lnTo>
                  <a:pt x="2618" y="3192"/>
                </a:lnTo>
                <a:lnTo>
                  <a:pt x="2520" y="3204"/>
                </a:lnTo>
                <a:lnTo>
                  <a:pt x="2421" y="3209"/>
                </a:lnTo>
                <a:lnTo>
                  <a:pt x="2323" y="3209"/>
                </a:lnTo>
                <a:lnTo>
                  <a:pt x="2224" y="3202"/>
                </a:lnTo>
                <a:lnTo>
                  <a:pt x="2126" y="3188"/>
                </a:lnTo>
                <a:lnTo>
                  <a:pt x="2028" y="3169"/>
                </a:lnTo>
                <a:lnTo>
                  <a:pt x="1932" y="3144"/>
                </a:lnTo>
                <a:lnTo>
                  <a:pt x="1836" y="3112"/>
                </a:lnTo>
                <a:lnTo>
                  <a:pt x="1743" y="3075"/>
                </a:lnTo>
                <a:lnTo>
                  <a:pt x="1650" y="3031"/>
                </a:lnTo>
                <a:lnTo>
                  <a:pt x="1560" y="2982"/>
                </a:lnTo>
                <a:lnTo>
                  <a:pt x="1558" y="2981"/>
                </a:lnTo>
                <a:lnTo>
                  <a:pt x="1550" y="2977"/>
                </a:lnTo>
                <a:lnTo>
                  <a:pt x="1540" y="2975"/>
                </a:lnTo>
                <a:lnTo>
                  <a:pt x="1526" y="2972"/>
                </a:lnTo>
                <a:lnTo>
                  <a:pt x="1510" y="2975"/>
                </a:lnTo>
                <a:lnTo>
                  <a:pt x="1495" y="2981"/>
                </a:lnTo>
                <a:lnTo>
                  <a:pt x="1478" y="2993"/>
                </a:lnTo>
                <a:lnTo>
                  <a:pt x="654" y="3810"/>
                </a:lnTo>
                <a:lnTo>
                  <a:pt x="615" y="3846"/>
                </a:lnTo>
                <a:lnTo>
                  <a:pt x="574" y="3876"/>
                </a:lnTo>
                <a:lnTo>
                  <a:pt x="533" y="3903"/>
                </a:lnTo>
                <a:lnTo>
                  <a:pt x="489" y="3924"/>
                </a:lnTo>
                <a:lnTo>
                  <a:pt x="444" y="3940"/>
                </a:lnTo>
                <a:lnTo>
                  <a:pt x="400" y="3951"/>
                </a:lnTo>
                <a:lnTo>
                  <a:pt x="355" y="3956"/>
                </a:lnTo>
                <a:lnTo>
                  <a:pt x="311" y="3956"/>
                </a:lnTo>
                <a:lnTo>
                  <a:pt x="269" y="3950"/>
                </a:lnTo>
                <a:lnTo>
                  <a:pt x="227" y="3939"/>
                </a:lnTo>
                <a:lnTo>
                  <a:pt x="187" y="3921"/>
                </a:lnTo>
                <a:lnTo>
                  <a:pt x="150" y="3898"/>
                </a:lnTo>
                <a:lnTo>
                  <a:pt x="114" y="3868"/>
                </a:lnTo>
                <a:lnTo>
                  <a:pt x="90" y="3843"/>
                </a:lnTo>
                <a:lnTo>
                  <a:pt x="60" y="3808"/>
                </a:lnTo>
                <a:lnTo>
                  <a:pt x="35" y="3770"/>
                </a:lnTo>
                <a:lnTo>
                  <a:pt x="17" y="3732"/>
                </a:lnTo>
                <a:lnTo>
                  <a:pt x="6" y="3689"/>
                </a:lnTo>
                <a:lnTo>
                  <a:pt x="0" y="3647"/>
                </a:lnTo>
                <a:lnTo>
                  <a:pt x="0" y="3604"/>
                </a:lnTo>
                <a:lnTo>
                  <a:pt x="6" y="3560"/>
                </a:lnTo>
                <a:lnTo>
                  <a:pt x="17" y="3515"/>
                </a:lnTo>
                <a:lnTo>
                  <a:pt x="33" y="3472"/>
                </a:lnTo>
                <a:lnTo>
                  <a:pt x="55" y="3429"/>
                </a:lnTo>
                <a:lnTo>
                  <a:pt x="80" y="3386"/>
                </a:lnTo>
                <a:lnTo>
                  <a:pt x="112" y="3345"/>
                </a:lnTo>
                <a:lnTo>
                  <a:pt x="147" y="3307"/>
                </a:lnTo>
                <a:lnTo>
                  <a:pt x="150" y="3304"/>
                </a:lnTo>
                <a:lnTo>
                  <a:pt x="157" y="3298"/>
                </a:lnTo>
                <a:lnTo>
                  <a:pt x="168" y="3287"/>
                </a:lnTo>
                <a:lnTo>
                  <a:pt x="182" y="3273"/>
                </a:lnTo>
                <a:lnTo>
                  <a:pt x="201" y="3253"/>
                </a:lnTo>
                <a:lnTo>
                  <a:pt x="223" y="3233"/>
                </a:lnTo>
                <a:lnTo>
                  <a:pt x="247" y="3208"/>
                </a:lnTo>
                <a:lnTo>
                  <a:pt x="275" y="3180"/>
                </a:lnTo>
                <a:lnTo>
                  <a:pt x="305" y="3151"/>
                </a:lnTo>
                <a:lnTo>
                  <a:pt x="337" y="3118"/>
                </a:lnTo>
                <a:lnTo>
                  <a:pt x="371" y="3084"/>
                </a:lnTo>
                <a:lnTo>
                  <a:pt x="407" y="3049"/>
                </a:lnTo>
                <a:lnTo>
                  <a:pt x="444" y="3012"/>
                </a:lnTo>
                <a:lnTo>
                  <a:pt x="483" y="2975"/>
                </a:lnTo>
                <a:lnTo>
                  <a:pt x="522" y="2935"/>
                </a:lnTo>
                <a:lnTo>
                  <a:pt x="562" y="2896"/>
                </a:lnTo>
                <a:lnTo>
                  <a:pt x="601" y="2856"/>
                </a:lnTo>
                <a:lnTo>
                  <a:pt x="641" y="2818"/>
                </a:lnTo>
                <a:lnTo>
                  <a:pt x="680" y="2778"/>
                </a:lnTo>
                <a:lnTo>
                  <a:pt x="719" y="2739"/>
                </a:lnTo>
                <a:lnTo>
                  <a:pt x="756" y="2702"/>
                </a:lnTo>
                <a:lnTo>
                  <a:pt x="793" y="2666"/>
                </a:lnTo>
                <a:lnTo>
                  <a:pt x="828" y="2631"/>
                </a:lnTo>
                <a:lnTo>
                  <a:pt x="862" y="2598"/>
                </a:lnTo>
                <a:lnTo>
                  <a:pt x="894" y="2567"/>
                </a:lnTo>
                <a:lnTo>
                  <a:pt x="923" y="2538"/>
                </a:lnTo>
                <a:lnTo>
                  <a:pt x="949" y="2511"/>
                </a:lnTo>
                <a:lnTo>
                  <a:pt x="973" y="2488"/>
                </a:lnTo>
                <a:lnTo>
                  <a:pt x="985" y="2472"/>
                </a:lnTo>
                <a:lnTo>
                  <a:pt x="990" y="2455"/>
                </a:lnTo>
                <a:lnTo>
                  <a:pt x="991" y="2441"/>
                </a:lnTo>
                <a:lnTo>
                  <a:pt x="990" y="2428"/>
                </a:lnTo>
                <a:lnTo>
                  <a:pt x="986" y="2417"/>
                </a:lnTo>
                <a:lnTo>
                  <a:pt x="984" y="2410"/>
                </a:lnTo>
                <a:lnTo>
                  <a:pt x="983" y="2407"/>
                </a:lnTo>
                <a:lnTo>
                  <a:pt x="932" y="2318"/>
                </a:lnTo>
                <a:lnTo>
                  <a:pt x="888" y="2226"/>
                </a:lnTo>
                <a:lnTo>
                  <a:pt x="850" y="2133"/>
                </a:lnTo>
                <a:lnTo>
                  <a:pt x="818" y="2039"/>
                </a:lnTo>
                <a:lnTo>
                  <a:pt x="793" y="1942"/>
                </a:lnTo>
                <a:lnTo>
                  <a:pt x="773" y="1846"/>
                </a:lnTo>
                <a:lnTo>
                  <a:pt x="760" y="1749"/>
                </a:lnTo>
                <a:lnTo>
                  <a:pt x="754" y="1650"/>
                </a:lnTo>
                <a:lnTo>
                  <a:pt x="753" y="1552"/>
                </a:lnTo>
                <a:lnTo>
                  <a:pt x="758" y="1455"/>
                </a:lnTo>
                <a:lnTo>
                  <a:pt x="770" y="1357"/>
                </a:lnTo>
                <a:lnTo>
                  <a:pt x="788" y="1260"/>
                </a:lnTo>
                <a:lnTo>
                  <a:pt x="811" y="1165"/>
                </a:lnTo>
                <a:lnTo>
                  <a:pt x="842" y="1071"/>
                </a:lnTo>
                <a:lnTo>
                  <a:pt x="878" y="978"/>
                </a:lnTo>
                <a:lnTo>
                  <a:pt x="921" y="887"/>
                </a:lnTo>
                <a:lnTo>
                  <a:pt x="969" y="798"/>
                </a:lnTo>
                <a:lnTo>
                  <a:pt x="1024" y="711"/>
                </a:lnTo>
                <a:lnTo>
                  <a:pt x="1085" y="628"/>
                </a:lnTo>
                <a:lnTo>
                  <a:pt x="1152" y="547"/>
                </a:lnTo>
                <a:lnTo>
                  <a:pt x="1226" y="469"/>
                </a:lnTo>
                <a:lnTo>
                  <a:pt x="1300" y="399"/>
                </a:lnTo>
                <a:lnTo>
                  <a:pt x="1378" y="335"/>
                </a:lnTo>
                <a:lnTo>
                  <a:pt x="1458" y="278"/>
                </a:lnTo>
                <a:lnTo>
                  <a:pt x="1542" y="224"/>
                </a:lnTo>
                <a:lnTo>
                  <a:pt x="1627" y="177"/>
                </a:lnTo>
                <a:lnTo>
                  <a:pt x="1716" y="136"/>
                </a:lnTo>
                <a:lnTo>
                  <a:pt x="1806" y="100"/>
                </a:lnTo>
                <a:lnTo>
                  <a:pt x="1897" y="69"/>
                </a:lnTo>
                <a:lnTo>
                  <a:pt x="1989" y="45"/>
                </a:lnTo>
                <a:lnTo>
                  <a:pt x="2083" y="24"/>
                </a:lnTo>
                <a:lnTo>
                  <a:pt x="2178" y="11"/>
                </a:lnTo>
                <a:lnTo>
                  <a:pt x="2274" y="2"/>
                </a:lnTo>
                <a:lnTo>
                  <a:pt x="236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CAA7F1D-5452-AE08-D24C-F38A9A182F6B}"/>
              </a:ext>
            </a:extLst>
          </p:cNvPr>
          <p:cNvSpPr/>
          <p:nvPr/>
        </p:nvSpPr>
        <p:spPr bwMode="auto">
          <a:xfrm>
            <a:off x="4079407" y="1070610"/>
            <a:ext cx="971550" cy="97155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5217EE6-A7BE-D975-B8D2-FECE4B8673E2}"/>
              </a:ext>
            </a:extLst>
          </p:cNvPr>
          <p:cNvSpPr/>
          <p:nvPr/>
        </p:nvSpPr>
        <p:spPr bwMode="auto">
          <a:xfrm>
            <a:off x="6930089" y="1070610"/>
            <a:ext cx="971550" cy="971550"/>
          </a:xfrm>
          <a:prstGeom prst="ellipse">
            <a:avLst/>
          </a:prstGeom>
          <a:solidFill>
            <a:schemeClr val="accent3"/>
          </a:solidFill>
          <a:ln w="2857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23" name="Inhaltsplatzhalter 4">
            <a:extLst>
              <a:ext uri="{FF2B5EF4-FFF2-40B4-BE49-F238E27FC236}">
                <a16:creationId xmlns:a16="http://schemas.microsoft.com/office/drawing/2014/main" id="{DA49242D-8B70-265C-CF15-979048286989}"/>
              </a:ext>
            </a:extLst>
          </p:cNvPr>
          <p:cNvSpPr txBox="1">
            <a:spLocks/>
          </p:cNvSpPr>
          <p:nvPr/>
        </p:nvSpPr>
        <p:spPr>
          <a:xfrm>
            <a:off x="6168090" y="2107793"/>
            <a:ext cx="2495549" cy="328295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b="1">
                <a:latin typeface="+mj-lt"/>
              </a:rPr>
              <a:t>Classifier</a:t>
            </a:r>
            <a:endParaRPr lang="en-US" sz="1100">
              <a:latin typeface="+mj-lt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33EE481-8B74-421E-1030-6AC1849BF0D0}"/>
              </a:ext>
            </a:extLst>
          </p:cNvPr>
          <p:cNvGrpSpPr/>
          <p:nvPr/>
        </p:nvGrpSpPr>
        <p:grpSpPr>
          <a:xfrm>
            <a:off x="4294492" y="1343660"/>
            <a:ext cx="541376" cy="425450"/>
            <a:chOff x="-650875" y="1612900"/>
            <a:chExt cx="1482725" cy="1165226"/>
          </a:xfrm>
          <a:solidFill>
            <a:schemeClr val="bg1"/>
          </a:solidFill>
        </p:grpSpPr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0FC228DB-AEDC-FAAF-27EC-F1F5B0A498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650875" y="1612900"/>
              <a:ext cx="1165225" cy="952500"/>
            </a:xfrm>
            <a:custGeom>
              <a:avLst/>
              <a:gdLst>
                <a:gd name="T0" fmla="*/ 1160 w 2936"/>
                <a:gd name="T1" fmla="*/ 294 h 2402"/>
                <a:gd name="T2" fmla="*/ 795 w 2936"/>
                <a:gd name="T3" fmla="*/ 407 h 2402"/>
                <a:gd name="T4" fmla="*/ 533 w 2936"/>
                <a:gd name="T5" fmla="*/ 569 h 2402"/>
                <a:gd name="T6" fmla="*/ 351 w 2936"/>
                <a:gd name="T7" fmla="*/ 777 h 2402"/>
                <a:gd name="T8" fmla="*/ 270 w 2936"/>
                <a:gd name="T9" fmla="*/ 1007 h 2402"/>
                <a:gd name="T10" fmla="*/ 295 w 2936"/>
                <a:gd name="T11" fmla="*/ 1235 h 2402"/>
                <a:gd name="T12" fmla="*/ 416 w 2936"/>
                <a:gd name="T13" fmla="*/ 1449 h 2402"/>
                <a:gd name="T14" fmla="*/ 624 w 2936"/>
                <a:gd name="T15" fmla="*/ 1632 h 2402"/>
                <a:gd name="T16" fmla="*/ 885 w 2936"/>
                <a:gd name="T17" fmla="*/ 1923 h 2402"/>
                <a:gd name="T18" fmla="*/ 1257 w 2936"/>
                <a:gd name="T19" fmla="*/ 1855 h 2402"/>
                <a:gd name="T20" fmla="*/ 1677 w 2936"/>
                <a:gd name="T21" fmla="*/ 1856 h 2402"/>
                <a:gd name="T22" fmla="*/ 2065 w 2936"/>
                <a:gd name="T23" fmla="*/ 1760 h 2402"/>
                <a:gd name="T24" fmla="*/ 2345 w 2936"/>
                <a:gd name="T25" fmla="*/ 1611 h 2402"/>
                <a:gd name="T26" fmla="*/ 2549 w 2936"/>
                <a:gd name="T27" fmla="*/ 1412 h 2402"/>
                <a:gd name="T28" fmla="*/ 2656 w 2936"/>
                <a:gd name="T29" fmla="*/ 1187 h 2402"/>
                <a:gd name="T30" fmla="*/ 2656 w 2936"/>
                <a:gd name="T31" fmla="*/ 948 h 2402"/>
                <a:gd name="T32" fmla="*/ 2549 w 2936"/>
                <a:gd name="T33" fmla="*/ 723 h 2402"/>
                <a:gd name="T34" fmla="*/ 2345 w 2936"/>
                <a:gd name="T35" fmla="*/ 524 h 2402"/>
                <a:gd name="T36" fmla="*/ 2065 w 2936"/>
                <a:gd name="T37" fmla="*/ 375 h 2402"/>
                <a:gd name="T38" fmla="*/ 1677 w 2936"/>
                <a:gd name="T39" fmla="*/ 279 h 2402"/>
                <a:gd name="T40" fmla="*/ 1468 w 2936"/>
                <a:gd name="T41" fmla="*/ 0 h 2402"/>
                <a:gd name="T42" fmla="*/ 1904 w 2936"/>
                <a:gd name="T43" fmla="*/ 46 h 2402"/>
                <a:gd name="T44" fmla="*/ 2288 w 2936"/>
                <a:gd name="T45" fmla="*/ 180 h 2402"/>
                <a:gd name="T46" fmla="*/ 2573 w 2936"/>
                <a:gd name="T47" fmla="*/ 362 h 2402"/>
                <a:gd name="T48" fmla="*/ 2786 w 2936"/>
                <a:gd name="T49" fmla="*/ 593 h 2402"/>
                <a:gd name="T50" fmla="*/ 2909 w 2936"/>
                <a:gd name="T51" fmla="*/ 856 h 2402"/>
                <a:gd name="T52" fmla="*/ 2934 w 2936"/>
                <a:gd name="T53" fmla="*/ 1139 h 2402"/>
                <a:gd name="T54" fmla="*/ 2860 w 2936"/>
                <a:gd name="T55" fmla="*/ 1412 h 2402"/>
                <a:gd name="T56" fmla="*/ 2689 w 2936"/>
                <a:gd name="T57" fmla="*/ 1663 h 2402"/>
                <a:gd name="T58" fmla="*/ 2439 w 2936"/>
                <a:gd name="T59" fmla="*/ 1871 h 2402"/>
                <a:gd name="T60" fmla="*/ 2108 w 2936"/>
                <a:gd name="T61" fmla="*/ 2031 h 2402"/>
                <a:gd name="T62" fmla="*/ 1692 w 2936"/>
                <a:gd name="T63" fmla="*/ 2124 h 2402"/>
                <a:gd name="T64" fmla="*/ 1287 w 2936"/>
                <a:gd name="T65" fmla="*/ 2127 h 2402"/>
                <a:gd name="T66" fmla="*/ 922 w 2936"/>
                <a:gd name="T67" fmla="*/ 2213 h 2402"/>
                <a:gd name="T68" fmla="*/ 522 w 2936"/>
                <a:gd name="T69" fmla="*/ 2369 h 2402"/>
                <a:gd name="T70" fmla="*/ 336 w 2936"/>
                <a:gd name="T71" fmla="*/ 2402 h 2402"/>
                <a:gd name="T72" fmla="*/ 281 w 2936"/>
                <a:gd name="T73" fmla="*/ 2373 h 2402"/>
                <a:gd name="T74" fmla="*/ 267 w 2936"/>
                <a:gd name="T75" fmla="*/ 2328 h 2402"/>
                <a:gd name="T76" fmla="*/ 272 w 2936"/>
                <a:gd name="T77" fmla="*/ 2302 h 2402"/>
                <a:gd name="T78" fmla="*/ 280 w 2936"/>
                <a:gd name="T79" fmla="*/ 2288 h 2402"/>
                <a:gd name="T80" fmla="*/ 289 w 2936"/>
                <a:gd name="T81" fmla="*/ 2274 h 2402"/>
                <a:gd name="T82" fmla="*/ 294 w 2936"/>
                <a:gd name="T83" fmla="*/ 2270 h 2402"/>
                <a:gd name="T84" fmla="*/ 303 w 2936"/>
                <a:gd name="T85" fmla="*/ 2260 h 2402"/>
                <a:gd name="T86" fmla="*/ 311 w 2936"/>
                <a:gd name="T87" fmla="*/ 2250 h 2402"/>
                <a:gd name="T88" fmla="*/ 341 w 2936"/>
                <a:gd name="T89" fmla="*/ 2216 h 2402"/>
                <a:gd name="T90" fmla="*/ 413 w 2936"/>
                <a:gd name="T91" fmla="*/ 2136 h 2402"/>
                <a:gd name="T92" fmla="*/ 488 w 2936"/>
                <a:gd name="T93" fmla="*/ 2036 h 2402"/>
                <a:gd name="T94" fmla="*/ 483 w 2936"/>
                <a:gd name="T95" fmla="*/ 1859 h 2402"/>
                <a:gd name="T96" fmla="*/ 242 w 2936"/>
                <a:gd name="T97" fmla="*/ 1654 h 2402"/>
                <a:gd name="T98" fmla="*/ 76 w 2936"/>
                <a:gd name="T99" fmla="*/ 1407 h 2402"/>
                <a:gd name="T100" fmla="*/ 3 w 2936"/>
                <a:gd name="T101" fmla="*/ 1138 h 2402"/>
                <a:gd name="T102" fmla="*/ 27 w 2936"/>
                <a:gd name="T103" fmla="*/ 856 h 2402"/>
                <a:gd name="T104" fmla="*/ 150 w 2936"/>
                <a:gd name="T105" fmla="*/ 593 h 2402"/>
                <a:gd name="T106" fmla="*/ 363 w 2936"/>
                <a:gd name="T107" fmla="*/ 362 h 2402"/>
                <a:gd name="T108" fmla="*/ 649 w 2936"/>
                <a:gd name="T109" fmla="*/ 180 h 2402"/>
                <a:gd name="T110" fmla="*/ 1032 w 2936"/>
                <a:gd name="T111" fmla="*/ 46 h 2402"/>
                <a:gd name="T112" fmla="*/ 1468 w 2936"/>
                <a:gd name="T113" fmla="*/ 0 h 2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936" h="2402">
                  <a:moveTo>
                    <a:pt x="1468" y="266"/>
                  </a:moveTo>
                  <a:lnTo>
                    <a:pt x="1364" y="270"/>
                  </a:lnTo>
                  <a:lnTo>
                    <a:pt x="1260" y="279"/>
                  </a:lnTo>
                  <a:lnTo>
                    <a:pt x="1160" y="294"/>
                  </a:lnTo>
                  <a:lnTo>
                    <a:pt x="1062" y="315"/>
                  </a:lnTo>
                  <a:lnTo>
                    <a:pt x="965" y="341"/>
                  </a:lnTo>
                  <a:lnTo>
                    <a:pt x="871" y="375"/>
                  </a:lnTo>
                  <a:lnTo>
                    <a:pt x="795" y="407"/>
                  </a:lnTo>
                  <a:lnTo>
                    <a:pt x="723" y="443"/>
                  </a:lnTo>
                  <a:lnTo>
                    <a:pt x="655" y="482"/>
                  </a:lnTo>
                  <a:lnTo>
                    <a:pt x="592" y="524"/>
                  </a:lnTo>
                  <a:lnTo>
                    <a:pt x="533" y="569"/>
                  </a:lnTo>
                  <a:lnTo>
                    <a:pt x="480" y="618"/>
                  </a:lnTo>
                  <a:lnTo>
                    <a:pt x="431" y="669"/>
                  </a:lnTo>
                  <a:lnTo>
                    <a:pt x="387" y="723"/>
                  </a:lnTo>
                  <a:lnTo>
                    <a:pt x="351" y="777"/>
                  </a:lnTo>
                  <a:lnTo>
                    <a:pt x="320" y="833"/>
                  </a:lnTo>
                  <a:lnTo>
                    <a:pt x="297" y="890"/>
                  </a:lnTo>
                  <a:lnTo>
                    <a:pt x="280" y="948"/>
                  </a:lnTo>
                  <a:lnTo>
                    <a:pt x="270" y="1007"/>
                  </a:lnTo>
                  <a:lnTo>
                    <a:pt x="267" y="1067"/>
                  </a:lnTo>
                  <a:lnTo>
                    <a:pt x="270" y="1124"/>
                  </a:lnTo>
                  <a:lnTo>
                    <a:pt x="279" y="1180"/>
                  </a:lnTo>
                  <a:lnTo>
                    <a:pt x="295" y="1235"/>
                  </a:lnTo>
                  <a:lnTo>
                    <a:pt x="317" y="1290"/>
                  </a:lnTo>
                  <a:lnTo>
                    <a:pt x="344" y="1344"/>
                  </a:lnTo>
                  <a:lnTo>
                    <a:pt x="378" y="1398"/>
                  </a:lnTo>
                  <a:lnTo>
                    <a:pt x="416" y="1449"/>
                  </a:lnTo>
                  <a:lnTo>
                    <a:pt x="461" y="1499"/>
                  </a:lnTo>
                  <a:lnTo>
                    <a:pt x="511" y="1545"/>
                  </a:lnTo>
                  <a:lnTo>
                    <a:pt x="565" y="1589"/>
                  </a:lnTo>
                  <a:lnTo>
                    <a:pt x="624" y="1632"/>
                  </a:lnTo>
                  <a:lnTo>
                    <a:pt x="689" y="1672"/>
                  </a:lnTo>
                  <a:lnTo>
                    <a:pt x="891" y="1789"/>
                  </a:lnTo>
                  <a:lnTo>
                    <a:pt x="818" y="1964"/>
                  </a:lnTo>
                  <a:lnTo>
                    <a:pt x="885" y="1923"/>
                  </a:lnTo>
                  <a:lnTo>
                    <a:pt x="947" y="1883"/>
                  </a:lnTo>
                  <a:lnTo>
                    <a:pt x="1039" y="1819"/>
                  </a:lnTo>
                  <a:lnTo>
                    <a:pt x="1149" y="1839"/>
                  </a:lnTo>
                  <a:lnTo>
                    <a:pt x="1257" y="1855"/>
                  </a:lnTo>
                  <a:lnTo>
                    <a:pt x="1364" y="1865"/>
                  </a:lnTo>
                  <a:lnTo>
                    <a:pt x="1468" y="1868"/>
                  </a:lnTo>
                  <a:lnTo>
                    <a:pt x="1574" y="1865"/>
                  </a:lnTo>
                  <a:lnTo>
                    <a:pt x="1677" y="1856"/>
                  </a:lnTo>
                  <a:lnTo>
                    <a:pt x="1777" y="1841"/>
                  </a:lnTo>
                  <a:lnTo>
                    <a:pt x="1875" y="1820"/>
                  </a:lnTo>
                  <a:lnTo>
                    <a:pt x="1971" y="1794"/>
                  </a:lnTo>
                  <a:lnTo>
                    <a:pt x="2065" y="1760"/>
                  </a:lnTo>
                  <a:lnTo>
                    <a:pt x="2142" y="1728"/>
                  </a:lnTo>
                  <a:lnTo>
                    <a:pt x="2215" y="1691"/>
                  </a:lnTo>
                  <a:lnTo>
                    <a:pt x="2282" y="1653"/>
                  </a:lnTo>
                  <a:lnTo>
                    <a:pt x="2345" y="1611"/>
                  </a:lnTo>
                  <a:lnTo>
                    <a:pt x="2403" y="1566"/>
                  </a:lnTo>
                  <a:lnTo>
                    <a:pt x="2457" y="1517"/>
                  </a:lnTo>
                  <a:lnTo>
                    <a:pt x="2506" y="1466"/>
                  </a:lnTo>
                  <a:lnTo>
                    <a:pt x="2549" y="1412"/>
                  </a:lnTo>
                  <a:lnTo>
                    <a:pt x="2586" y="1358"/>
                  </a:lnTo>
                  <a:lnTo>
                    <a:pt x="2616" y="1302"/>
                  </a:lnTo>
                  <a:lnTo>
                    <a:pt x="2640" y="1244"/>
                  </a:lnTo>
                  <a:lnTo>
                    <a:pt x="2656" y="1187"/>
                  </a:lnTo>
                  <a:lnTo>
                    <a:pt x="2666" y="1128"/>
                  </a:lnTo>
                  <a:lnTo>
                    <a:pt x="2670" y="1067"/>
                  </a:lnTo>
                  <a:lnTo>
                    <a:pt x="2666" y="1007"/>
                  </a:lnTo>
                  <a:lnTo>
                    <a:pt x="2656" y="948"/>
                  </a:lnTo>
                  <a:lnTo>
                    <a:pt x="2640" y="890"/>
                  </a:lnTo>
                  <a:lnTo>
                    <a:pt x="2616" y="833"/>
                  </a:lnTo>
                  <a:lnTo>
                    <a:pt x="2586" y="777"/>
                  </a:lnTo>
                  <a:lnTo>
                    <a:pt x="2549" y="723"/>
                  </a:lnTo>
                  <a:lnTo>
                    <a:pt x="2506" y="669"/>
                  </a:lnTo>
                  <a:lnTo>
                    <a:pt x="2457" y="618"/>
                  </a:lnTo>
                  <a:lnTo>
                    <a:pt x="2403" y="569"/>
                  </a:lnTo>
                  <a:lnTo>
                    <a:pt x="2345" y="524"/>
                  </a:lnTo>
                  <a:lnTo>
                    <a:pt x="2282" y="482"/>
                  </a:lnTo>
                  <a:lnTo>
                    <a:pt x="2215" y="443"/>
                  </a:lnTo>
                  <a:lnTo>
                    <a:pt x="2142" y="407"/>
                  </a:lnTo>
                  <a:lnTo>
                    <a:pt x="2065" y="375"/>
                  </a:lnTo>
                  <a:lnTo>
                    <a:pt x="1971" y="341"/>
                  </a:lnTo>
                  <a:lnTo>
                    <a:pt x="1875" y="315"/>
                  </a:lnTo>
                  <a:lnTo>
                    <a:pt x="1777" y="294"/>
                  </a:lnTo>
                  <a:lnTo>
                    <a:pt x="1677" y="279"/>
                  </a:lnTo>
                  <a:lnTo>
                    <a:pt x="1574" y="270"/>
                  </a:lnTo>
                  <a:lnTo>
                    <a:pt x="1468" y="266"/>
                  </a:lnTo>
                  <a:close/>
                  <a:moveTo>
                    <a:pt x="1468" y="0"/>
                  </a:moveTo>
                  <a:lnTo>
                    <a:pt x="1468" y="0"/>
                  </a:lnTo>
                  <a:lnTo>
                    <a:pt x="1582" y="2"/>
                  </a:lnTo>
                  <a:lnTo>
                    <a:pt x="1692" y="11"/>
                  </a:lnTo>
                  <a:lnTo>
                    <a:pt x="1799" y="26"/>
                  </a:lnTo>
                  <a:lnTo>
                    <a:pt x="1904" y="46"/>
                  </a:lnTo>
                  <a:lnTo>
                    <a:pt x="2007" y="72"/>
                  </a:lnTo>
                  <a:lnTo>
                    <a:pt x="2108" y="104"/>
                  </a:lnTo>
                  <a:lnTo>
                    <a:pt x="2206" y="143"/>
                  </a:lnTo>
                  <a:lnTo>
                    <a:pt x="2288" y="180"/>
                  </a:lnTo>
                  <a:lnTo>
                    <a:pt x="2367" y="220"/>
                  </a:lnTo>
                  <a:lnTo>
                    <a:pt x="2439" y="264"/>
                  </a:lnTo>
                  <a:lnTo>
                    <a:pt x="2508" y="311"/>
                  </a:lnTo>
                  <a:lnTo>
                    <a:pt x="2573" y="362"/>
                  </a:lnTo>
                  <a:lnTo>
                    <a:pt x="2633" y="415"/>
                  </a:lnTo>
                  <a:lnTo>
                    <a:pt x="2689" y="472"/>
                  </a:lnTo>
                  <a:lnTo>
                    <a:pt x="2741" y="532"/>
                  </a:lnTo>
                  <a:lnTo>
                    <a:pt x="2786" y="593"/>
                  </a:lnTo>
                  <a:lnTo>
                    <a:pt x="2826" y="657"/>
                  </a:lnTo>
                  <a:lnTo>
                    <a:pt x="2860" y="723"/>
                  </a:lnTo>
                  <a:lnTo>
                    <a:pt x="2887" y="788"/>
                  </a:lnTo>
                  <a:lnTo>
                    <a:pt x="2909" y="856"/>
                  </a:lnTo>
                  <a:lnTo>
                    <a:pt x="2925" y="926"/>
                  </a:lnTo>
                  <a:lnTo>
                    <a:pt x="2934" y="996"/>
                  </a:lnTo>
                  <a:lnTo>
                    <a:pt x="2936" y="1067"/>
                  </a:lnTo>
                  <a:lnTo>
                    <a:pt x="2934" y="1139"/>
                  </a:lnTo>
                  <a:lnTo>
                    <a:pt x="2925" y="1209"/>
                  </a:lnTo>
                  <a:lnTo>
                    <a:pt x="2909" y="1278"/>
                  </a:lnTo>
                  <a:lnTo>
                    <a:pt x="2887" y="1347"/>
                  </a:lnTo>
                  <a:lnTo>
                    <a:pt x="2860" y="1412"/>
                  </a:lnTo>
                  <a:lnTo>
                    <a:pt x="2826" y="1478"/>
                  </a:lnTo>
                  <a:lnTo>
                    <a:pt x="2786" y="1542"/>
                  </a:lnTo>
                  <a:lnTo>
                    <a:pt x="2741" y="1603"/>
                  </a:lnTo>
                  <a:lnTo>
                    <a:pt x="2689" y="1663"/>
                  </a:lnTo>
                  <a:lnTo>
                    <a:pt x="2633" y="1720"/>
                  </a:lnTo>
                  <a:lnTo>
                    <a:pt x="2573" y="1773"/>
                  </a:lnTo>
                  <a:lnTo>
                    <a:pt x="2508" y="1824"/>
                  </a:lnTo>
                  <a:lnTo>
                    <a:pt x="2439" y="1871"/>
                  </a:lnTo>
                  <a:lnTo>
                    <a:pt x="2367" y="1915"/>
                  </a:lnTo>
                  <a:lnTo>
                    <a:pt x="2288" y="1955"/>
                  </a:lnTo>
                  <a:lnTo>
                    <a:pt x="2206" y="1992"/>
                  </a:lnTo>
                  <a:lnTo>
                    <a:pt x="2108" y="2031"/>
                  </a:lnTo>
                  <a:lnTo>
                    <a:pt x="2007" y="2062"/>
                  </a:lnTo>
                  <a:lnTo>
                    <a:pt x="1904" y="2089"/>
                  </a:lnTo>
                  <a:lnTo>
                    <a:pt x="1799" y="2109"/>
                  </a:lnTo>
                  <a:lnTo>
                    <a:pt x="1692" y="2124"/>
                  </a:lnTo>
                  <a:lnTo>
                    <a:pt x="1580" y="2133"/>
                  </a:lnTo>
                  <a:lnTo>
                    <a:pt x="1468" y="2135"/>
                  </a:lnTo>
                  <a:lnTo>
                    <a:pt x="1378" y="2133"/>
                  </a:lnTo>
                  <a:lnTo>
                    <a:pt x="1287" y="2127"/>
                  </a:lnTo>
                  <a:lnTo>
                    <a:pt x="1195" y="2117"/>
                  </a:lnTo>
                  <a:lnTo>
                    <a:pt x="1102" y="2102"/>
                  </a:lnTo>
                  <a:lnTo>
                    <a:pt x="1013" y="2160"/>
                  </a:lnTo>
                  <a:lnTo>
                    <a:pt x="922" y="2213"/>
                  </a:lnTo>
                  <a:lnTo>
                    <a:pt x="827" y="2260"/>
                  </a:lnTo>
                  <a:lnTo>
                    <a:pt x="728" y="2302"/>
                  </a:lnTo>
                  <a:lnTo>
                    <a:pt x="626" y="2338"/>
                  </a:lnTo>
                  <a:lnTo>
                    <a:pt x="522" y="2369"/>
                  </a:lnTo>
                  <a:lnTo>
                    <a:pt x="469" y="2381"/>
                  </a:lnTo>
                  <a:lnTo>
                    <a:pt x="408" y="2391"/>
                  </a:lnTo>
                  <a:lnTo>
                    <a:pt x="343" y="2402"/>
                  </a:lnTo>
                  <a:lnTo>
                    <a:pt x="336" y="2402"/>
                  </a:lnTo>
                  <a:lnTo>
                    <a:pt x="321" y="2401"/>
                  </a:lnTo>
                  <a:lnTo>
                    <a:pt x="306" y="2395"/>
                  </a:lnTo>
                  <a:lnTo>
                    <a:pt x="293" y="2386"/>
                  </a:lnTo>
                  <a:lnTo>
                    <a:pt x="281" y="2373"/>
                  </a:lnTo>
                  <a:lnTo>
                    <a:pt x="273" y="2359"/>
                  </a:lnTo>
                  <a:lnTo>
                    <a:pt x="269" y="2342"/>
                  </a:lnTo>
                  <a:lnTo>
                    <a:pt x="268" y="2335"/>
                  </a:lnTo>
                  <a:lnTo>
                    <a:pt x="267" y="2328"/>
                  </a:lnTo>
                  <a:lnTo>
                    <a:pt x="268" y="2321"/>
                  </a:lnTo>
                  <a:lnTo>
                    <a:pt x="268" y="2314"/>
                  </a:lnTo>
                  <a:lnTo>
                    <a:pt x="270" y="2309"/>
                  </a:lnTo>
                  <a:lnTo>
                    <a:pt x="272" y="2302"/>
                  </a:lnTo>
                  <a:lnTo>
                    <a:pt x="277" y="2292"/>
                  </a:lnTo>
                  <a:lnTo>
                    <a:pt x="278" y="2292"/>
                  </a:lnTo>
                  <a:lnTo>
                    <a:pt x="279" y="2291"/>
                  </a:lnTo>
                  <a:lnTo>
                    <a:pt x="280" y="2288"/>
                  </a:lnTo>
                  <a:lnTo>
                    <a:pt x="283" y="2285"/>
                  </a:lnTo>
                  <a:lnTo>
                    <a:pt x="285" y="2280"/>
                  </a:lnTo>
                  <a:lnTo>
                    <a:pt x="287" y="2276"/>
                  </a:lnTo>
                  <a:lnTo>
                    <a:pt x="289" y="2274"/>
                  </a:lnTo>
                  <a:lnTo>
                    <a:pt x="292" y="2271"/>
                  </a:lnTo>
                  <a:lnTo>
                    <a:pt x="293" y="2270"/>
                  </a:lnTo>
                  <a:lnTo>
                    <a:pt x="293" y="2270"/>
                  </a:lnTo>
                  <a:lnTo>
                    <a:pt x="294" y="2270"/>
                  </a:lnTo>
                  <a:lnTo>
                    <a:pt x="295" y="2269"/>
                  </a:lnTo>
                  <a:lnTo>
                    <a:pt x="297" y="2267"/>
                  </a:lnTo>
                  <a:lnTo>
                    <a:pt x="300" y="2263"/>
                  </a:lnTo>
                  <a:lnTo>
                    <a:pt x="303" y="2260"/>
                  </a:lnTo>
                  <a:lnTo>
                    <a:pt x="305" y="2255"/>
                  </a:lnTo>
                  <a:lnTo>
                    <a:pt x="307" y="2252"/>
                  </a:lnTo>
                  <a:lnTo>
                    <a:pt x="310" y="2251"/>
                  </a:lnTo>
                  <a:lnTo>
                    <a:pt x="311" y="2250"/>
                  </a:lnTo>
                  <a:lnTo>
                    <a:pt x="311" y="2250"/>
                  </a:lnTo>
                  <a:lnTo>
                    <a:pt x="318" y="2242"/>
                  </a:lnTo>
                  <a:lnTo>
                    <a:pt x="328" y="2230"/>
                  </a:lnTo>
                  <a:lnTo>
                    <a:pt x="341" y="2216"/>
                  </a:lnTo>
                  <a:lnTo>
                    <a:pt x="359" y="2197"/>
                  </a:lnTo>
                  <a:lnTo>
                    <a:pt x="381" y="2174"/>
                  </a:lnTo>
                  <a:lnTo>
                    <a:pt x="399" y="2153"/>
                  </a:lnTo>
                  <a:lnTo>
                    <a:pt x="413" y="2136"/>
                  </a:lnTo>
                  <a:lnTo>
                    <a:pt x="425" y="2120"/>
                  </a:lnTo>
                  <a:lnTo>
                    <a:pt x="441" y="2100"/>
                  </a:lnTo>
                  <a:lnTo>
                    <a:pt x="459" y="2076"/>
                  </a:lnTo>
                  <a:lnTo>
                    <a:pt x="488" y="2036"/>
                  </a:lnTo>
                  <a:lnTo>
                    <a:pt x="512" y="1996"/>
                  </a:lnTo>
                  <a:lnTo>
                    <a:pt x="533" y="1952"/>
                  </a:lnTo>
                  <a:lnTo>
                    <a:pt x="555" y="1904"/>
                  </a:lnTo>
                  <a:lnTo>
                    <a:pt x="483" y="1859"/>
                  </a:lnTo>
                  <a:lnTo>
                    <a:pt x="416" y="1813"/>
                  </a:lnTo>
                  <a:lnTo>
                    <a:pt x="354" y="1763"/>
                  </a:lnTo>
                  <a:lnTo>
                    <a:pt x="295" y="1710"/>
                  </a:lnTo>
                  <a:lnTo>
                    <a:pt x="242" y="1654"/>
                  </a:lnTo>
                  <a:lnTo>
                    <a:pt x="193" y="1596"/>
                  </a:lnTo>
                  <a:lnTo>
                    <a:pt x="149" y="1535"/>
                  </a:lnTo>
                  <a:lnTo>
                    <a:pt x="109" y="1471"/>
                  </a:lnTo>
                  <a:lnTo>
                    <a:pt x="76" y="1407"/>
                  </a:lnTo>
                  <a:lnTo>
                    <a:pt x="49" y="1342"/>
                  </a:lnTo>
                  <a:lnTo>
                    <a:pt x="27" y="1275"/>
                  </a:lnTo>
                  <a:lnTo>
                    <a:pt x="12" y="1207"/>
                  </a:lnTo>
                  <a:lnTo>
                    <a:pt x="3" y="1138"/>
                  </a:lnTo>
                  <a:lnTo>
                    <a:pt x="0" y="1067"/>
                  </a:lnTo>
                  <a:lnTo>
                    <a:pt x="3" y="996"/>
                  </a:lnTo>
                  <a:lnTo>
                    <a:pt x="12" y="926"/>
                  </a:lnTo>
                  <a:lnTo>
                    <a:pt x="27" y="856"/>
                  </a:lnTo>
                  <a:lnTo>
                    <a:pt x="49" y="788"/>
                  </a:lnTo>
                  <a:lnTo>
                    <a:pt x="77" y="723"/>
                  </a:lnTo>
                  <a:lnTo>
                    <a:pt x="110" y="657"/>
                  </a:lnTo>
                  <a:lnTo>
                    <a:pt x="150" y="593"/>
                  </a:lnTo>
                  <a:lnTo>
                    <a:pt x="196" y="532"/>
                  </a:lnTo>
                  <a:lnTo>
                    <a:pt x="247" y="472"/>
                  </a:lnTo>
                  <a:lnTo>
                    <a:pt x="303" y="415"/>
                  </a:lnTo>
                  <a:lnTo>
                    <a:pt x="363" y="362"/>
                  </a:lnTo>
                  <a:lnTo>
                    <a:pt x="428" y="311"/>
                  </a:lnTo>
                  <a:lnTo>
                    <a:pt x="497" y="264"/>
                  </a:lnTo>
                  <a:lnTo>
                    <a:pt x="571" y="220"/>
                  </a:lnTo>
                  <a:lnTo>
                    <a:pt x="649" y="180"/>
                  </a:lnTo>
                  <a:lnTo>
                    <a:pt x="731" y="143"/>
                  </a:lnTo>
                  <a:lnTo>
                    <a:pt x="829" y="104"/>
                  </a:lnTo>
                  <a:lnTo>
                    <a:pt x="929" y="72"/>
                  </a:lnTo>
                  <a:lnTo>
                    <a:pt x="1032" y="46"/>
                  </a:lnTo>
                  <a:lnTo>
                    <a:pt x="1138" y="26"/>
                  </a:lnTo>
                  <a:lnTo>
                    <a:pt x="1246" y="11"/>
                  </a:lnTo>
                  <a:lnTo>
                    <a:pt x="1356" y="2"/>
                  </a:lnTo>
                  <a:lnTo>
                    <a:pt x="146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6DBF9725-C541-1F0C-F114-89AFEDBA28EE}"/>
                </a:ext>
              </a:extLst>
            </p:cNvPr>
            <p:cNvSpPr>
              <a:spLocks/>
            </p:cNvSpPr>
            <p:nvPr/>
          </p:nvSpPr>
          <p:spPr bwMode="auto">
            <a:xfrm>
              <a:off x="-141288" y="1909763"/>
              <a:ext cx="973138" cy="868363"/>
            </a:xfrm>
            <a:custGeom>
              <a:avLst/>
              <a:gdLst>
                <a:gd name="T0" fmla="*/ 2016 w 2453"/>
                <a:gd name="T1" fmla="*/ 91 h 2186"/>
                <a:gd name="T2" fmla="*/ 2199 w 2453"/>
                <a:gd name="T3" fmla="*/ 251 h 2186"/>
                <a:gd name="T4" fmla="*/ 2339 w 2453"/>
                <a:gd name="T5" fmla="*/ 435 h 2186"/>
                <a:gd name="T6" fmla="*/ 2425 w 2453"/>
                <a:gd name="T7" fmla="*/ 637 h 2186"/>
                <a:gd name="T8" fmla="*/ 2453 w 2453"/>
                <a:gd name="T9" fmla="*/ 852 h 2186"/>
                <a:gd name="T10" fmla="*/ 2426 w 2453"/>
                <a:gd name="T11" fmla="*/ 1059 h 2186"/>
                <a:gd name="T12" fmla="*/ 2344 w 2453"/>
                <a:gd name="T13" fmla="*/ 1257 h 2186"/>
                <a:gd name="T14" fmla="*/ 2212 w 2453"/>
                <a:gd name="T15" fmla="*/ 1438 h 2186"/>
                <a:gd name="T16" fmla="*/ 2038 w 2453"/>
                <a:gd name="T17" fmla="*/ 1596 h 2186"/>
                <a:gd name="T18" fmla="*/ 1920 w 2453"/>
                <a:gd name="T19" fmla="*/ 1736 h 2186"/>
                <a:gd name="T20" fmla="*/ 1994 w 2453"/>
                <a:gd name="T21" fmla="*/ 1860 h 2186"/>
                <a:gd name="T22" fmla="*/ 2040 w 2453"/>
                <a:gd name="T23" fmla="*/ 1921 h 2186"/>
                <a:gd name="T24" fmla="*/ 2095 w 2453"/>
                <a:gd name="T25" fmla="*/ 1982 h 2186"/>
                <a:gd name="T26" fmla="*/ 2136 w 2453"/>
                <a:gd name="T27" fmla="*/ 2026 h 2186"/>
                <a:gd name="T28" fmla="*/ 2148 w 2453"/>
                <a:gd name="T29" fmla="*/ 2040 h 2186"/>
                <a:gd name="T30" fmla="*/ 2158 w 2453"/>
                <a:gd name="T31" fmla="*/ 2051 h 2186"/>
                <a:gd name="T32" fmla="*/ 2166 w 2453"/>
                <a:gd name="T33" fmla="*/ 2060 h 2186"/>
                <a:gd name="T34" fmla="*/ 2174 w 2453"/>
                <a:gd name="T35" fmla="*/ 2073 h 2186"/>
                <a:gd name="T36" fmla="*/ 2182 w 2453"/>
                <a:gd name="T37" fmla="*/ 2087 h 2186"/>
                <a:gd name="T38" fmla="*/ 2185 w 2453"/>
                <a:gd name="T39" fmla="*/ 2099 h 2186"/>
                <a:gd name="T40" fmla="*/ 2188 w 2453"/>
                <a:gd name="T41" fmla="*/ 2110 h 2186"/>
                <a:gd name="T42" fmla="*/ 2185 w 2453"/>
                <a:gd name="T43" fmla="*/ 2113 h 2186"/>
                <a:gd name="T44" fmla="*/ 2184 w 2453"/>
                <a:gd name="T45" fmla="*/ 2126 h 2186"/>
                <a:gd name="T46" fmla="*/ 2157 w 2453"/>
                <a:gd name="T47" fmla="*/ 2171 h 2186"/>
                <a:gd name="T48" fmla="*/ 2112 w 2453"/>
                <a:gd name="T49" fmla="*/ 2186 h 2186"/>
                <a:gd name="T50" fmla="*/ 1932 w 2453"/>
                <a:gd name="T51" fmla="*/ 2153 h 2186"/>
                <a:gd name="T52" fmla="*/ 1626 w 2453"/>
                <a:gd name="T53" fmla="*/ 2044 h 2186"/>
                <a:gd name="T54" fmla="*/ 1353 w 2453"/>
                <a:gd name="T55" fmla="*/ 1885 h 2186"/>
                <a:gd name="T56" fmla="*/ 1076 w 2453"/>
                <a:gd name="T57" fmla="*/ 1917 h 2186"/>
                <a:gd name="T58" fmla="*/ 765 w 2453"/>
                <a:gd name="T59" fmla="*/ 1908 h 2186"/>
                <a:gd name="T60" fmla="*/ 456 w 2453"/>
                <a:gd name="T61" fmla="*/ 1850 h 2186"/>
                <a:gd name="T62" fmla="*/ 174 w 2453"/>
                <a:gd name="T63" fmla="*/ 1744 h 2186"/>
                <a:gd name="T64" fmla="*/ 57 w 2453"/>
                <a:gd name="T65" fmla="*/ 1647 h 2186"/>
                <a:gd name="T66" fmla="*/ 184 w 2453"/>
                <a:gd name="T67" fmla="*/ 1652 h 2186"/>
                <a:gd name="T68" fmla="*/ 513 w 2453"/>
                <a:gd name="T69" fmla="*/ 1629 h 2186"/>
                <a:gd name="T70" fmla="*/ 829 w 2453"/>
                <a:gd name="T71" fmla="*/ 1559 h 2186"/>
                <a:gd name="T72" fmla="*/ 1121 w 2453"/>
                <a:gd name="T73" fmla="*/ 1444 h 2186"/>
                <a:gd name="T74" fmla="*/ 1380 w 2453"/>
                <a:gd name="T75" fmla="*/ 1290 h 2186"/>
                <a:gd name="T76" fmla="*/ 1581 w 2453"/>
                <a:gd name="T77" fmla="*/ 1114 h 2186"/>
                <a:gd name="T78" fmla="*/ 1737 w 2453"/>
                <a:gd name="T79" fmla="*/ 918 h 2186"/>
                <a:gd name="T80" fmla="*/ 1848 w 2453"/>
                <a:gd name="T81" fmla="*/ 702 h 2186"/>
                <a:gd name="T82" fmla="*/ 1909 w 2453"/>
                <a:gd name="T83" fmla="*/ 475 h 2186"/>
                <a:gd name="T84" fmla="*/ 1917 w 2453"/>
                <a:gd name="T85" fmla="*/ 237 h 2186"/>
                <a:gd name="T86" fmla="*/ 1871 w 2453"/>
                <a:gd name="T87" fmla="*/ 0 h 2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453" h="2186">
                  <a:moveTo>
                    <a:pt x="1871" y="0"/>
                  </a:moveTo>
                  <a:lnTo>
                    <a:pt x="1946" y="44"/>
                  </a:lnTo>
                  <a:lnTo>
                    <a:pt x="2016" y="91"/>
                  </a:lnTo>
                  <a:lnTo>
                    <a:pt x="2081" y="142"/>
                  </a:lnTo>
                  <a:lnTo>
                    <a:pt x="2142" y="194"/>
                  </a:lnTo>
                  <a:lnTo>
                    <a:pt x="2199" y="251"/>
                  </a:lnTo>
                  <a:lnTo>
                    <a:pt x="2250" y="310"/>
                  </a:lnTo>
                  <a:lnTo>
                    <a:pt x="2297" y="372"/>
                  </a:lnTo>
                  <a:lnTo>
                    <a:pt x="2339" y="435"/>
                  </a:lnTo>
                  <a:lnTo>
                    <a:pt x="2374" y="501"/>
                  </a:lnTo>
                  <a:lnTo>
                    <a:pt x="2402" y="569"/>
                  </a:lnTo>
                  <a:lnTo>
                    <a:pt x="2425" y="637"/>
                  </a:lnTo>
                  <a:lnTo>
                    <a:pt x="2441" y="708"/>
                  </a:lnTo>
                  <a:lnTo>
                    <a:pt x="2450" y="779"/>
                  </a:lnTo>
                  <a:lnTo>
                    <a:pt x="2453" y="852"/>
                  </a:lnTo>
                  <a:lnTo>
                    <a:pt x="2451" y="922"/>
                  </a:lnTo>
                  <a:lnTo>
                    <a:pt x="2442" y="991"/>
                  </a:lnTo>
                  <a:lnTo>
                    <a:pt x="2426" y="1059"/>
                  </a:lnTo>
                  <a:lnTo>
                    <a:pt x="2406" y="1126"/>
                  </a:lnTo>
                  <a:lnTo>
                    <a:pt x="2378" y="1192"/>
                  </a:lnTo>
                  <a:lnTo>
                    <a:pt x="2344" y="1257"/>
                  </a:lnTo>
                  <a:lnTo>
                    <a:pt x="2306" y="1319"/>
                  </a:lnTo>
                  <a:lnTo>
                    <a:pt x="2261" y="1381"/>
                  </a:lnTo>
                  <a:lnTo>
                    <a:pt x="2212" y="1438"/>
                  </a:lnTo>
                  <a:lnTo>
                    <a:pt x="2158" y="1494"/>
                  </a:lnTo>
                  <a:lnTo>
                    <a:pt x="2100" y="1546"/>
                  </a:lnTo>
                  <a:lnTo>
                    <a:pt x="2038" y="1596"/>
                  </a:lnTo>
                  <a:lnTo>
                    <a:pt x="1971" y="1644"/>
                  </a:lnTo>
                  <a:lnTo>
                    <a:pt x="1898" y="1688"/>
                  </a:lnTo>
                  <a:lnTo>
                    <a:pt x="1920" y="1736"/>
                  </a:lnTo>
                  <a:lnTo>
                    <a:pt x="1942" y="1780"/>
                  </a:lnTo>
                  <a:lnTo>
                    <a:pt x="1965" y="1821"/>
                  </a:lnTo>
                  <a:lnTo>
                    <a:pt x="1994" y="1860"/>
                  </a:lnTo>
                  <a:lnTo>
                    <a:pt x="2012" y="1884"/>
                  </a:lnTo>
                  <a:lnTo>
                    <a:pt x="2028" y="1904"/>
                  </a:lnTo>
                  <a:lnTo>
                    <a:pt x="2040" y="1921"/>
                  </a:lnTo>
                  <a:lnTo>
                    <a:pt x="2054" y="1938"/>
                  </a:lnTo>
                  <a:lnTo>
                    <a:pt x="2072" y="1958"/>
                  </a:lnTo>
                  <a:lnTo>
                    <a:pt x="2095" y="1982"/>
                  </a:lnTo>
                  <a:lnTo>
                    <a:pt x="2112" y="2000"/>
                  </a:lnTo>
                  <a:lnTo>
                    <a:pt x="2125" y="2015"/>
                  </a:lnTo>
                  <a:lnTo>
                    <a:pt x="2136" y="2026"/>
                  </a:lnTo>
                  <a:lnTo>
                    <a:pt x="2142" y="2034"/>
                  </a:lnTo>
                  <a:lnTo>
                    <a:pt x="2145" y="2036"/>
                  </a:lnTo>
                  <a:lnTo>
                    <a:pt x="2148" y="2040"/>
                  </a:lnTo>
                  <a:lnTo>
                    <a:pt x="2151" y="2043"/>
                  </a:lnTo>
                  <a:lnTo>
                    <a:pt x="2155" y="2048"/>
                  </a:lnTo>
                  <a:lnTo>
                    <a:pt x="2158" y="2051"/>
                  </a:lnTo>
                  <a:lnTo>
                    <a:pt x="2160" y="2053"/>
                  </a:lnTo>
                  <a:lnTo>
                    <a:pt x="2163" y="2057"/>
                  </a:lnTo>
                  <a:lnTo>
                    <a:pt x="2166" y="2060"/>
                  </a:lnTo>
                  <a:lnTo>
                    <a:pt x="2168" y="2065"/>
                  </a:lnTo>
                  <a:lnTo>
                    <a:pt x="2172" y="2069"/>
                  </a:lnTo>
                  <a:lnTo>
                    <a:pt x="2174" y="2073"/>
                  </a:lnTo>
                  <a:lnTo>
                    <a:pt x="2176" y="2076"/>
                  </a:lnTo>
                  <a:lnTo>
                    <a:pt x="2181" y="2086"/>
                  </a:lnTo>
                  <a:lnTo>
                    <a:pt x="2182" y="2087"/>
                  </a:lnTo>
                  <a:lnTo>
                    <a:pt x="2182" y="2090"/>
                  </a:lnTo>
                  <a:lnTo>
                    <a:pt x="2184" y="2093"/>
                  </a:lnTo>
                  <a:lnTo>
                    <a:pt x="2185" y="2099"/>
                  </a:lnTo>
                  <a:lnTo>
                    <a:pt x="2187" y="2103"/>
                  </a:lnTo>
                  <a:lnTo>
                    <a:pt x="2188" y="2107"/>
                  </a:lnTo>
                  <a:lnTo>
                    <a:pt x="2188" y="2110"/>
                  </a:lnTo>
                  <a:lnTo>
                    <a:pt x="2188" y="2111"/>
                  </a:lnTo>
                  <a:lnTo>
                    <a:pt x="2187" y="2112"/>
                  </a:lnTo>
                  <a:lnTo>
                    <a:pt x="2185" y="2113"/>
                  </a:lnTo>
                  <a:lnTo>
                    <a:pt x="2184" y="2116"/>
                  </a:lnTo>
                  <a:lnTo>
                    <a:pt x="2184" y="2120"/>
                  </a:lnTo>
                  <a:lnTo>
                    <a:pt x="2184" y="2126"/>
                  </a:lnTo>
                  <a:lnTo>
                    <a:pt x="2179" y="2144"/>
                  </a:lnTo>
                  <a:lnTo>
                    <a:pt x="2170" y="2159"/>
                  </a:lnTo>
                  <a:lnTo>
                    <a:pt x="2157" y="2171"/>
                  </a:lnTo>
                  <a:lnTo>
                    <a:pt x="2143" y="2180"/>
                  </a:lnTo>
                  <a:lnTo>
                    <a:pt x="2128" y="2185"/>
                  </a:lnTo>
                  <a:lnTo>
                    <a:pt x="2112" y="2186"/>
                  </a:lnTo>
                  <a:lnTo>
                    <a:pt x="2045" y="2176"/>
                  </a:lnTo>
                  <a:lnTo>
                    <a:pt x="1986" y="2165"/>
                  </a:lnTo>
                  <a:lnTo>
                    <a:pt x="1932" y="2153"/>
                  </a:lnTo>
                  <a:lnTo>
                    <a:pt x="1827" y="2123"/>
                  </a:lnTo>
                  <a:lnTo>
                    <a:pt x="1725" y="2086"/>
                  </a:lnTo>
                  <a:lnTo>
                    <a:pt x="1626" y="2044"/>
                  </a:lnTo>
                  <a:lnTo>
                    <a:pt x="1532" y="1997"/>
                  </a:lnTo>
                  <a:lnTo>
                    <a:pt x="1440" y="1944"/>
                  </a:lnTo>
                  <a:lnTo>
                    <a:pt x="1353" y="1885"/>
                  </a:lnTo>
                  <a:lnTo>
                    <a:pt x="1259" y="1900"/>
                  </a:lnTo>
                  <a:lnTo>
                    <a:pt x="1167" y="1910"/>
                  </a:lnTo>
                  <a:lnTo>
                    <a:pt x="1076" y="1917"/>
                  </a:lnTo>
                  <a:lnTo>
                    <a:pt x="985" y="1919"/>
                  </a:lnTo>
                  <a:lnTo>
                    <a:pt x="874" y="1916"/>
                  </a:lnTo>
                  <a:lnTo>
                    <a:pt x="765" y="1908"/>
                  </a:lnTo>
                  <a:lnTo>
                    <a:pt x="659" y="1895"/>
                  </a:lnTo>
                  <a:lnTo>
                    <a:pt x="556" y="1875"/>
                  </a:lnTo>
                  <a:lnTo>
                    <a:pt x="456" y="1850"/>
                  </a:lnTo>
                  <a:lnTo>
                    <a:pt x="360" y="1820"/>
                  </a:lnTo>
                  <a:lnTo>
                    <a:pt x="266" y="1784"/>
                  </a:lnTo>
                  <a:lnTo>
                    <a:pt x="174" y="1744"/>
                  </a:lnTo>
                  <a:lnTo>
                    <a:pt x="87" y="1696"/>
                  </a:lnTo>
                  <a:lnTo>
                    <a:pt x="0" y="1644"/>
                  </a:lnTo>
                  <a:lnTo>
                    <a:pt x="57" y="1647"/>
                  </a:lnTo>
                  <a:lnTo>
                    <a:pt x="107" y="1651"/>
                  </a:lnTo>
                  <a:lnTo>
                    <a:pt x="149" y="1652"/>
                  </a:lnTo>
                  <a:lnTo>
                    <a:pt x="184" y="1652"/>
                  </a:lnTo>
                  <a:lnTo>
                    <a:pt x="295" y="1649"/>
                  </a:lnTo>
                  <a:lnTo>
                    <a:pt x="405" y="1641"/>
                  </a:lnTo>
                  <a:lnTo>
                    <a:pt x="513" y="1629"/>
                  </a:lnTo>
                  <a:lnTo>
                    <a:pt x="620" y="1611"/>
                  </a:lnTo>
                  <a:lnTo>
                    <a:pt x="725" y="1587"/>
                  </a:lnTo>
                  <a:lnTo>
                    <a:pt x="829" y="1559"/>
                  </a:lnTo>
                  <a:lnTo>
                    <a:pt x="929" y="1525"/>
                  </a:lnTo>
                  <a:lnTo>
                    <a:pt x="1027" y="1487"/>
                  </a:lnTo>
                  <a:lnTo>
                    <a:pt x="1121" y="1444"/>
                  </a:lnTo>
                  <a:lnTo>
                    <a:pt x="1211" y="1398"/>
                  </a:lnTo>
                  <a:lnTo>
                    <a:pt x="1297" y="1345"/>
                  </a:lnTo>
                  <a:lnTo>
                    <a:pt x="1380" y="1290"/>
                  </a:lnTo>
                  <a:lnTo>
                    <a:pt x="1451" y="1233"/>
                  </a:lnTo>
                  <a:lnTo>
                    <a:pt x="1518" y="1175"/>
                  </a:lnTo>
                  <a:lnTo>
                    <a:pt x="1581" y="1114"/>
                  </a:lnTo>
                  <a:lnTo>
                    <a:pt x="1637" y="1050"/>
                  </a:lnTo>
                  <a:lnTo>
                    <a:pt x="1690" y="986"/>
                  </a:lnTo>
                  <a:lnTo>
                    <a:pt x="1737" y="918"/>
                  </a:lnTo>
                  <a:lnTo>
                    <a:pt x="1780" y="847"/>
                  </a:lnTo>
                  <a:lnTo>
                    <a:pt x="1817" y="775"/>
                  </a:lnTo>
                  <a:lnTo>
                    <a:pt x="1848" y="702"/>
                  </a:lnTo>
                  <a:lnTo>
                    <a:pt x="1875" y="627"/>
                  </a:lnTo>
                  <a:lnTo>
                    <a:pt x="1894" y="551"/>
                  </a:lnTo>
                  <a:lnTo>
                    <a:pt x="1909" y="475"/>
                  </a:lnTo>
                  <a:lnTo>
                    <a:pt x="1917" y="397"/>
                  </a:lnTo>
                  <a:lnTo>
                    <a:pt x="1920" y="317"/>
                  </a:lnTo>
                  <a:lnTo>
                    <a:pt x="1917" y="237"/>
                  </a:lnTo>
                  <a:lnTo>
                    <a:pt x="1907" y="157"/>
                  </a:lnTo>
                  <a:lnTo>
                    <a:pt x="1893" y="79"/>
                  </a:lnTo>
                  <a:lnTo>
                    <a:pt x="187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A4FD014-0D62-DCD0-A533-12D9E693360F}"/>
              </a:ext>
            </a:extLst>
          </p:cNvPr>
          <p:cNvGrpSpPr/>
          <p:nvPr/>
        </p:nvGrpSpPr>
        <p:grpSpPr>
          <a:xfrm>
            <a:off x="7254588" y="1332614"/>
            <a:ext cx="322552" cy="447542"/>
            <a:chOff x="-447675" y="2074863"/>
            <a:chExt cx="762000" cy="1057276"/>
          </a:xfrm>
          <a:solidFill>
            <a:schemeClr val="bg1"/>
          </a:solidFill>
        </p:grpSpPr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6D842F85-4324-3B53-44B1-13FBD018AAC1}"/>
                </a:ext>
              </a:extLst>
            </p:cNvPr>
            <p:cNvSpPr>
              <a:spLocks/>
            </p:cNvSpPr>
            <p:nvPr/>
          </p:nvSpPr>
          <p:spPr bwMode="auto">
            <a:xfrm>
              <a:off x="-209550" y="2867026"/>
              <a:ext cx="263525" cy="265113"/>
            </a:xfrm>
            <a:custGeom>
              <a:avLst/>
              <a:gdLst>
                <a:gd name="T0" fmla="*/ 104 w 831"/>
                <a:gd name="T1" fmla="*/ 0 h 832"/>
                <a:gd name="T2" fmla="*/ 727 w 831"/>
                <a:gd name="T3" fmla="*/ 0 h 832"/>
                <a:gd name="T4" fmla="*/ 747 w 831"/>
                <a:gd name="T5" fmla="*/ 2 h 832"/>
                <a:gd name="T6" fmla="*/ 766 w 831"/>
                <a:gd name="T7" fmla="*/ 8 h 832"/>
                <a:gd name="T8" fmla="*/ 783 w 831"/>
                <a:gd name="T9" fmla="*/ 17 h 832"/>
                <a:gd name="T10" fmla="*/ 799 w 831"/>
                <a:gd name="T11" fmla="*/ 32 h 832"/>
                <a:gd name="T12" fmla="*/ 814 w 831"/>
                <a:gd name="T13" fmla="*/ 48 h 832"/>
                <a:gd name="T14" fmla="*/ 823 w 831"/>
                <a:gd name="T15" fmla="*/ 66 h 832"/>
                <a:gd name="T16" fmla="*/ 829 w 831"/>
                <a:gd name="T17" fmla="*/ 84 h 832"/>
                <a:gd name="T18" fmla="*/ 831 w 831"/>
                <a:gd name="T19" fmla="*/ 105 h 832"/>
                <a:gd name="T20" fmla="*/ 831 w 831"/>
                <a:gd name="T21" fmla="*/ 728 h 832"/>
                <a:gd name="T22" fmla="*/ 829 w 831"/>
                <a:gd name="T23" fmla="*/ 749 h 832"/>
                <a:gd name="T24" fmla="*/ 823 w 831"/>
                <a:gd name="T25" fmla="*/ 767 h 832"/>
                <a:gd name="T26" fmla="*/ 814 w 831"/>
                <a:gd name="T27" fmla="*/ 785 h 832"/>
                <a:gd name="T28" fmla="*/ 799 w 831"/>
                <a:gd name="T29" fmla="*/ 801 h 832"/>
                <a:gd name="T30" fmla="*/ 783 w 831"/>
                <a:gd name="T31" fmla="*/ 814 h 832"/>
                <a:gd name="T32" fmla="*/ 766 w 831"/>
                <a:gd name="T33" fmla="*/ 825 h 832"/>
                <a:gd name="T34" fmla="*/ 747 w 831"/>
                <a:gd name="T35" fmla="*/ 830 h 832"/>
                <a:gd name="T36" fmla="*/ 727 w 831"/>
                <a:gd name="T37" fmla="*/ 832 h 832"/>
                <a:gd name="T38" fmla="*/ 104 w 831"/>
                <a:gd name="T39" fmla="*/ 832 h 832"/>
                <a:gd name="T40" fmla="*/ 83 w 831"/>
                <a:gd name="T41" fmla="*/ 830 h 832"/>
                <a:gd name="T42" fmla="*/ 65 w 831"/>
                <a:gd name="T43" fmla="*/ 825 h 832"/>
                <a:gd name="T44" fmla="*/ 47 w 831"/>
                <a:gd name="T45" fmla="*/ 814 h 832"/>
                <a:gd name="T46" fmla="*/ 31 w 831"/>
                <a:gd name="T47" fmla="*/ 801 h 832"/>
                <a:gd name="T48" fmla="*/ 18 w 831"/>
                <a:gd name="T49" fmla="*/ 785 h 832"/>
                <a:gd name="T50" fmla="*/ 7 w 831"/>
                <a:gd name="T51" fmla="*/ 767 h 832"/>
                <a:gd name="T52" fmla="*/ 2 w 831"/>
                <a:gd name="T53" fmla="*/ 749 h 832"/>
                <a:gd name="T54" fmla="*/ 0 w 831"/>
                <a:gd name="T55" fmla="*/ 728 h 832"/>
                <a:gd name="T56" fmla="*/ 0 w 831"/>
                <a:gd name="T57" fmla="*/ 105 h 832"/>
                <a:gd name="T58" fmla="*/ 2 w 831"/>
                <a:gd name="T59" fmla="*/ 84 h 832"/>
                <a:gd name="T60" fmla="*/ 7 w 831"/>
                <a:gd name="T61" fmla="*/ 66 h 832"/>
                <a:gd name="T62" fmla="*/ 18 w 831"/>
                <a:gd name="T63" fmla="*/ 48 h 832"/>
                <a:gd name="T64" fmla="*/ 31 w 831"/>
                <a:gd name="T65" fmla="*/ 32 h 832"/>
                <a:gd name="T66" fmla="*/ 47 w 831"/>
                <a:gd name="T67" fmla="*/ 18 h 832"/>
                <a:gd name="T68" fmla="*/ 65 w 831"/>
                <a:gd name="T69" fmla="*/ 8 h 832"/>
                <a:gd name="T70" fmla="*/ 83 w 831"/>
                <a:gd name="T71" fmla="*/ 2 h 832"/>
                <a:gd name="T72" fmla="*/ 104 w 831"/>
                <a:gd name="T73" fmla="*/ 0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31" h="832">
                  <a:moveTo>
                    <a:pt x="104" y="0"/>
                  </a:moveTo>
                  <a:lnTo>
                    <a:pt x="727" y="0"/>
                  </a:lnTo>
                  <a:lnTo>
                    <a:pt x="747" y="2"/>
                  </a:lnTo>
                  <a:lnTo>
                    <a:pt x="766" y="8"/>
                  </a:lnTo>
                  <a:lnTo>
                    <a:pt x="783" y="17"/>
                  </a:lnTo>
                  <a:lnTo>
                    <a:pt x="799" y="32"/>
                  </a:lnTo>
                  <a:lnTo>
                    <a:pt x="814" y="48"/>
                  </a:lnTo>
                  <a:lnTo>
                    <a:pt x="823" y="66"/>
                  </a:lnTo>
                  <a:lnTo>
                    <a:pt x="829" y="84"/>
                  </a:lnTo>
                  <a:lnTo>
                    <a:pt x="831" y="105"/>
                  </a:lnTo>
                  <a:lnTo>
                    <a:pt x="831" y="728"/>
                  </a:lnTo>
                  <a:lnTo>
                    <a:pt x="829" y="749"/>
                  </a:lnTo>
                  <a:lnTo>
                    <a:pt x="823" y="767"/>
                  </a:lnTo>
                  <a:lnTo>
                    <a:pt x="814" y="785"/>
                  </a:lnTo>
                  <a:lnTo>
                    <a:pt x="799" y="801"/>
                  </a:lnTo>
                  <a:lnTo>
                    <a:pt x="783" y="814"/>
                  </a:lnTo>
                  <a:lnTo>
                    <a:pt x="766" y="825"/>
                  </a:lnTo>
                  <a:lnTo>
                    <a:pt x="747" y="830"/>
                  </a:lnTo>
                  <a:lnTo>
                    <a:pt x="727" y="832"/>
                  </a:lnTo>
                  <a:lnTo>
                    <a:pt x="104" y="832"/>
                  </a:lnTo>
                  <a:lnTo>
                    <a:pt x="83" y="830"/>
                  </a:lnTo>
                  <a:lnTo>
                    <a:pt x="65" y="825"/>
                  </a:lnTo>
                  <a:lnTo>
                    <a:pt x="47" y="814"/>
                  </a:lnTo>
                  <a:lnTo>
                    <a:pt x="31" y="801"/>
                  </a:lnTo>
                  <a:lnTo>
                    <a:pt x="18" y="785"/>
                  </a:lnTo>
                  <a:lnTo>
                    <a:pt x="7" y="767"/>
                  </a:lnTo>
                  <a:lnTo>
                    <a:pt x="2" y="749"/>
                  </a:lnTo>
                  <a:lnTo>
                    <a:pt x="0" y="728"/>
                  </a:lnTo>
                  <a:lnTo>
                    <a:pt x="0" y="105"/>
                  </a:lnTo>
                  <a:lnTo>
                    <a:pt x="2" y="84"/>
                  </a:lnTo>
                  <a:lnTo>
                    <a:pt x="7" y="66"/>
                  </a:lnTo>
                  <a:lnTo>
                    <a:pt x="18" y="48"/>
                  </a:lnTo>
                  <a:lnTo>
                    <a:pt x="31" y="32"/>
                  </a:lnTo>
                  <a:lnTo>
                    <a:pt x="47" y="18"/>
                  </a:lnTo>
                  <a:lnTo>
                    <a:pt x="65" y="8"/>
                  </a:lnTo>
                  <a:lnTo>
                    <a:pt x="83" y="2"/>
                  </a:lnTo>
                  <a:lnTo>
                    <a:pt x="10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7894DB7B-991C-EDB5-2D9E-B7731D989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-447675" y="2074863"/>
              <a:ext cx="762000" cy="739775"/>
            </a:xfrm>
            <a:custGeom>
              <a:avLst/>
              <a:gdLst>
                <a:gd name="T0" fmla="*/ 1387 w 2399"/>
                <a:gd name="T1" fmla="*/ 13 h 2328"/>
                <a:gd name="T2" fmla="*/ 1639 w 2399"/>
                <a:gd name="T3" fmla="*/ 81 h 2328"/>
                <a:gd name="T4" fmla="*/ 1876 w 2399"/>
                <a:gd name="T5" fmla="*/ 197 h 2328"/>
                <a:gd name="T6" fmla="*/ 2072 w 2399"/>
                <a:gd name="T7" fmla="*/ 343 h 2328"/>
                <a:gd name="T8" fmla="*/ 2216 w 2399"/>
                <a:gd name="T9" fmla="*/ 504 h 2328"/>
                <a:gd name="T10" fmla="*/ 2325 w 2399"/>
                <a:gd name="T11" fmla="*/ 694 h 2328"/>
                <a:gd name="T12" fmla="*/ 2388 w 2399"/>
                <a:gd name="T13" fmla="*/ 897 h 2328"/>
                <a:gd name="T14" fmla="*/ 2397 w 2399"/>
                <a:gd name="T15" fmla="*/ 1109 h 2328"/>
                <a:gd name="T16" fmla="*/ 2359 w 2399"/>
                <a:gd name="T17" fmla="*/ 1302 h 2328"/>
                <a:gd name="T18" fmla="*/ 2292 w 2399"/>
                <a:gd name="T19" fmla="*/ 1459 h 2328"/>
                <a:gd name="T20" fmla="*/ 2207 w 2399"/>
                <a:gd name="T21" fmla="*/ 1578 h 2328"/>
                <a:gd name="T22" fmla="*/ 2090 w 2399"/>
                <a:gd name="T23" fmla="*/ 1685 h 2328"/>
                <a:gd name="T24" fmla="*/ 2000 w 2399"/>
                <a:gd name="T25" fmla="*/ 1753 h 2328"/>
                <a:gd name="T26" fmla="*/ 1923 w 2399"/>
                <a:gd name="T27" fmla="*/ 1800 h 2328"/>
                <a:gd name="T28" fmla="*/ 1817 w 2399"/>
                <a:gd name="T29" fmla="*/ 1861 h 2328"/>
                <a:gd name="T30" fmla="*/ 1702 w 2399"/>
                <a:gd name="T31" fmla="*/ 1950 h 2328"/>
                <a:gd name="T32" fmla="*/ 1618 w 2399"/>
                <a:gd name="T33" fmla="*/ 2065 h 2328"/>
                <a:gd name="T34" fmla="*/ 1576 w 2399"/>
                <a:gd name="T35" fmla="*/ 2156 h 2328"/>
                <a:gd name="T36" fmla="*/ 1565 w 2399"/>
                <a:gd name="T37" fmla="*/ 2233 h 2328"/>
                <a:gd name="T38" fmla="*/ 1521 w 2399"/>
                <a:gd name="T39" fmla="*/ 2306 h 2328"/>
                <a:gd name="T40" fmla="*/ 1464 w 2399"/>
                <a:gd name="T41" fmla="*/ 2328 h 2328"/>
                <a:gd name="T42" fmla="*/ 806 w 2399"/>
                <a:gd name="T43" fmla="*/ 2317 h 2328"/>
                <a:gd name="T44" fmla="*/ 760 w 2399"/>
                <a:gd name="T45" fmla="*/ 2248 h 2328"/>
                <a:gd name="T46" fmla="*/ 748 w 2399"/>
                <a:gd name="T47" fmla="*/ 2066 h 2328"/>
                <a:gd name="T48" fmla="*/ 779 w 2399"/>
                <a:gd name="T49" fmla="*/ 1886 h 2328"/>
                <a:gd name="T50" fmla="*/ 872 w 2399"/>
                <a:gd name="T51" fmla="*/ 1714 h 2328"/>
                <a:gd name="T52" fmla="*/ 1033 w 2399"/>
                <a:gd name="T53" fmla="*/ 1544 h 2328"/>
                <a:gd name="T54" fmla="*/ 1221 w 2399"/>
                <a:gd name="T55" fmla="*/ 1411 h 2328"/>
                <a:gd name="T56" fmla="*/ 1397 w 2399"/>
                <a:gd name="T57" fmla="*/ 1321 h 2328"/>
                <a:gd name="T58" fmla="*/ 1506 w 2399"/>
                <a:gd name="T59" fmla="*/ 1232 h 2328"/>
                <a:gd name="T60" fmla="*/ 1555 w 2399"/>
                <a:gd name="T61" fmla="*/ 1145 h 2328"/>
                <a:gd name="T62" fmla="*/ 1571 w 2399"/>
                <a:gd name="T63" fmla="*/ 1034 h 2328"/>
                <a:gd name="T64" fmla="*/ 1541 w 2399"/>
                <a:gd name="T65" fmla="*/ 931 h 2328"/>
                <a:gd name="T66" fmla="*/ 1450 w 2399"/>
                <a:gd name="T67" fmla="*/ 842 h 2328"/>
                <a:gd name="T68" fmla="*/ 1321 w 2399"/>
                <a:gd name="T69" fmla="*/ 779 h 2328"/>
                <a:gd name="T70" fmla="*/ 1171 w 2399"/>
                <a:gd name="T71" fmla="*/ 759 h 2328"/>
                <a:gd name="T72" fmla="*/ 1017 w 2399"/>
                <a:gd name="T73" fmla="*/ 777 h 2328"/>
                <a:gd name="T74" fmla="*/ 891 w 2399"/>
                <a:gd name="T75" fmla="*/ 835 h 2328"/>
                <a:gd name="T76" fmla="*/ 820 w 2399"/>
                <a:gd name="T77" fmla="*/ 896 h 2328"/>
                <a:gd name="T78" fmla="*/ 727 w 2399"/>
                <a:gd name="T79" fmla="*/ 996 h 2328"/>
                <a:gd name="T80" fmla="*/ 613 w 2399"/>
                <a:gd name="T81" fmla="*/ 1134 h 2328"/>
                <a:gd name="T82" fmla="*/ 555 w 2399"/>
                <a:gd name="T83" fmla="*/ 1172 h 2328"/>
                <a:gd name="T84" fmla="*/ 489 w 2399"/>
                <a:gd name="T85" fmla="*/ 1166 h 2328"/>
                <a:gd name="T86" fmla="*/ 27 w 2399"/>
                <a:gd name="T87" fmla="*/ 815 h 2328"/>
                <a:gd name="T88" fmla="*/ 1 w 2399"/>
                <a:gd name="T89" fmla="*/ 764 h 2328"/>
                <a:gd name="T90" fmla="*/ 15 w 2399"/>
                <a:gd name="T91" fmla="*/ 691 h 2328"/>
                <a:gd name="T92" fmla="*/ 174 w 2399"/>
                <a:gd name="T93" fmla="*/ 469 h 2328"/>
                <a:gd name="T94" fmla="*/ 356 w 2399"/>
                <a:gd name="T95" fmla="*/ 289 h 2328"/>
                <a:gd name="T96" fmla="*/ 560 w 2399"/>
                <a:gd name="T97" fmla="*/ 153 h 2328"/>
                <a:gd name="T98" fmla="*/ 788 w 2399"/>
                <a:gd name="T99" fmla="*/ 59 h 2328"/>
                <a:gd name="T100" fmla="*/ 1041 w 2399"/>
                <a:gd name="T101" fmla="*/ 10 h 2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399" h="2328">
                  <a:moveTo>
                    <a:pt x="1220" y="0"/>
                  </a:moveTo>
                  <a:lnTo>
                    <a:pt x="1304" y="3"/>
                  </a:lnTo>
                  <a:lnTo>
                    <a:pt x="1387" y="13"/>
                  </a:lnTo>
                  <a:lnTo>
                    <a:pt x="1471" y="28"/>
                  </a:lnTo>
                  <a:lnTo>
                    <a:pt x="1555" y="51"/>
                  </a:lnTo>
                  <a:lnTo>
                    <a:pt x="1639" y="81"/>
                  </a:lnTo>
                  <a:lnTo>
                    <a:pt x="1721" y="115"/>
                  </a:lnTo>
                  <a:lnTo>
                    <a:pt x="1800" y="154"/>
                  </a:lnTo>
                  <a:lnTo>
                    <a:pt x="1876" y="197"/>
                  </a:lnTo>
                  <a:lnTo>
                    <a:pt x="1949" y="244"/>
                  </a:lnTo>
                  <a:lnTo>
                    <a:pt x="2017" y="296"/>
                  </a:lnTo>
                  <a:lnTo>
                    <a:pt x="2072" y="343"/>
                  </a:lnTo>
                  <a:lnTo>
                    <a:pt x="2123" y="393"/>
                  </a:lnTo>
                  <a:lnTo>
                    <a:pt x="2171" y="446"/>
                  </a:lnTo>
                  <a:lnTo>
                    <a:pt x="2216" y="504"/>
                  </a:lnTo>
                  <a:lnTo>
                    <a:pt x="2256" y="564"/>
                  </a:lnTo>
                  <a:lnTo>
                    <a:pt x="2294" y="627"/>
                  </a:lnTo>
                  <a:lnTo>
                    <a:pt x="2325" y="694"/>
                  </a:lnTo>
                  <a:lnTo>
                    <a:pt x="2352" y="761"/>
                  </a:lnTo>
                  <a:lnTo>
                    <a:pt x="2373" y="829"/>
                  </a:lnTo>
                  <a:lnTo>
                    <a:pt x="2388" y="897"/>
                  </a:lnTo>
                  <a:lnTo>
                    <a:pt x="2396" y="968"/>
                  </a:lnTo>
                  <a:lnTo>
                    <a:pt x="2399" y="1039"/>
                  </a:lnTo>
                  <a:lnTo>
                    <a:pt x="2397" y="1109"/>
                  </a:lnTo>
                  <a:lnTo>
                    <a:pt x="2389" y="1176"/>
                  </a:lnTo>
                  <a:lnTo>
                    <a:pt x="2377" y="1239"/>
                  </a:lnTo>
                  <a:lnTo>
                    <a:pt x="2359" y="1302"/>
                  </a:lnTo>
                  <a:lnTo>
                    <a:pt x="2339" y="1361"/>
                  </a:lnTo>
                  <a:lnTo>
                    <a:pt x="2316" y="1413"/>
                  </a:lnTo>
                  <a:lnTo>
                    <a:pt x="2292" y="1459"/>
                  </a:lnTo>
                  <a:lnTo>
                    <a:pt x="2268" y="1501"/>
                  </a:lnTo>
                  <a:lnTo>
                    <a:pt x="2240" y="1539"/>
                  </a:lnTo>
                  <a:lnTo>
                    <a:pt x="2207" y="1578"/>
                  </a:lnTo>
                  <a:lnTo>
                    <a:pt x="2169" y="1617"/>
                  </a:lnTo>
                  <a:lnTo>
                    <a:pt x="2125" y="1656"/>
                  </a:lnTo>
                  <a:lnTo>
                    <a:pt x="2090" y="1685"/>
                  </a:lnTo>
                  <a:lnTo>
                    <a:pt x="2057" y="1711"/>
                  </a:lnTo>
                  <a:lnTo>
                    <a:pt x="2028" y="1734"/>
                  </a:lnTo>
                  <a:lnTo>
                    <a:pt x="2000" y="1753"/>
                  </a:lnTo>
                  <a:lnTo>
                    <a:pt x="1976" y="1769"/>
                  </a:lnTo>
                  <a:lnTo>
                    <a:pt x="1952" y="1784"/>
                  </a:lnTo>
                  <a:lnTo>
                    <a:pt x="1923" y="1800"/>
                  </a:lnTo>
                  <a:lnTo>
                    <a:pt x="1891" y="1819"/>
                  </a:lnTo>
                  <a:lnTo>
                    <a:pt x="1856" y="1839"/>
                  </a:lnTo>
                  <a:lnTo>
                    <a:pt x="1817" y="1861"/>
                  </a:lnTo>
                  <a:lnTo>
                    <a:pt x="1776" y="1887"/>
                  </a:lnTo>
                  <a:lnTo>
                    <a:pt x="1738" y="1916"/>
                  </a:lnTo>
                  <a:lnTo>
                    <a:pt x="1702" y="1950"/>
                  </a:lnTo>
                  <a:lnTo>
                    <a:pt x="1670" y="1988"/>
                  </a:lnTo>
                  <a:lnTo>
                    <a:pt x="1640" y="2029"/>
                  </a:lnTo>
                  <a:lnTo>
                    <a:pt x="1618" y="2065"/>
                  </a:lnTo>
                  <a:lnTo>
                    <a:pt x="1600" y="2098"/>
                  </a:lnTo>
                  <a:lnTo>
                    <a:pt x="1586" y="2128"/>
                  </a:lnTo>
                  <a:lnTo>
                    <a:pt x="1576" y="2156"/>
                  </a:lnTo>
                  <a:lnTo>
                    <a:pt x="1570" y="2182"/>
                  </a:lnTo>
                  <a:lnTo>
                    <a:pt x="1569" y="2204"/>
                  </a:lnTo>
                  <a:lnTo>
                    <a:pt x="1565" y="2233"/>
                  </a:lnTo>
                  <a:lnTo>
                    <a:pt x="1555" y="2262"/>
                  </a:lnTo>
                  <a:lnTo>
                    <a:pt x="1537" y="2288"/>
                  </a:lnTo>
                  <a:lnTo>
                    <a:pt x="1521" y="2306"/>
                  </a:lnTo>
                  <a:lnTo>
                    <a:pt x="1503" y="2319"/>
                  </a:lnTo>
                  <a:lnTo>
                    <a:pt x="1485" y="2326"/>
                  </a:lnTo>
                  <a:lnTo>
                    <a:pt x="1464" y="2328"/>
                  </a:lnTo>
                  <a:lnTo>
                    <a:pt x="841" y="2328"/>
                  </a:lnTo>
                  <a:lnTo>
                    <a:pt x="823" y="2326"/>
                  </a:lnTo>
                  <a:lnTo>
                    <a:pt x="806" y="2317"/>
                  </a:lnTo>
                  <a:lnTo>
                    <a:pt x="789" y="2302"/>
                  </a:lnTo>
                  <a:lnTo>
                    <a:pt x="775" y="2281"/>
                  </a:lnTo>
                  <a:lnTo>
                    <a:pt x="760" y="2248"/>
                  </a:lnTo>
                  <a:lnTo>
                    <a:pt x="751" y="2216"/>
                  </a:lnTo>
                  <a:lnTo>
                    <a:pt x="748" y="2184"/>
                  </a:lnTo>
                  <a:lnTo>
                    <a:pt x="748" y="2066"/>
                  </a:lnTo>
                  <a:lnTo>
                    <a:pt x="751" y="2005"/>
                  </a:lnTo>
                  <a:lnTo>
                    <a:pt x="761" y="1945"/>
                  </a:lnTo>
                  <a:lnTo>
                    <a:pt x="779" y="1886"/>
                  </a:lnTo>
                  <a:lnTo>
                    <a:pt x="804" y="1828"/>
                  </a:lnTo>
                  <a:lnTo>
                    <a:pt x="834" y="1771"/>
                  </a:lnTo>
                  <a:lnTo>
                    <a:pt x="872" y="1714"/>
                  </a:lnTo>
                  <a:lnTo>
                    <a:pt x="916" y="1660"/>
                  </a:lnTo>
                  <a:lnTo>
                    <a:pt x="974" y="1599"/>
                  </a:lnTo>
                  <a:lnTo>
                    <a:pt x="1033" y="1544"/>
                  </a:lnTo>
                  <a:lnTo>
                    <a:pt x="1094" y="1493"/>
                  </a:lnTo>
                  <a:lnTo>
                    <a:pt x="1157" y="1449"/>
                  </a:lnTo>
                  <a:lnTo>
                    <a:pt x="1221" y="1411"/>
                  </a:lnTo>
                  <a:lnTo>
                    <a:pt x="1288" y="1377"/>
                  </a:lnTo>
                  <a:lnTo>
                    <a:pt x="1345" y="1349"/>
                  </a:lnTo>
                  <a:lnTo>
                    <a:pt x="1397" y="1321"/>
                  </a:lnTo>
                  <a:lnTo>
                    <a:pt x="1440" y="1292"/>
                  </a:lnTo>
                  <a:lnTo>
                    <a:pt x="1477" y="1262"/>
                  </a:lnTo>
                  <a:lnTo>
                    <a:pt x="1506" y="1232"/>
                  </a:lnTo>
                  <a:lnTo>
                    <a:pt x="1526" y="1206"/>
                  </a:lnTo>
                  <a:lnTo>
                    <a:pt x="1542" y="1177"/>
                  </a:lnTo>
                  <a:lnTo>
                    <a:pt x="1555" y="1145"/>
                  </a:lnTo>
                  <a:lnTo>
                    <a:pt x="1564" y="1111"/>
                  </a:lnTo>
                  <a:lnTo>
                    <a:pt x="1569" y="1074"/>
                  </a:lnTo>
                  <a:lnTo>
                    <a:pt x="1571" y="1034"/>
                  </a:lnTo>
                  <a:lnTo>
                    <a:pt x="1568" y="999"/>
                  </a:lnTo>
                  <a:lnTo>
                    <a:pt x="1558" y="964"/>
                  </a:lnTo>
                  <a:lnTo>
                    <a:pt x="1541" y="931"/>
                  </a:lnTo>
                  <a:lnTo>
                    <a:pt x="1518" y="900"/>
                  </a:lnTo>
                  <a:lnTo>
                    <a:pt x="1487" y="871"/>
                  </a:lnTo>
                  <a:lnTo>
                    <a:pt x="1450" y="842"/>
                  </a:lnTo>
                  <a:lnTo>
                    <a:pt x="1409" y="816"/>
                  </a:lnTo>
                  <a:lnTo>
                    <a:pt x="1366" y="796"/>
                  </a:lnTo>
                  <a:lnTo>
                    <a:pt x="1321" y="779"/>
                  </a:lnTo>
                  <a:lnTo>
                    <a:pt x="1272" y="768"/>
                  </a:lnTo>
                  <a:lnTo>
                    <a:pt x="1223" y="761"/>
                  </a:lnTo>
                  <a:lnTo>
                    <a:pt x="1171" y="759"/>
                  </a:lnTo>
                  <a:lnTo>
                    <a:pt x="1116" y="761"/>
                  </a:lnTo>
                  <a:lnTo>
                    <a:pt x="1065" y="767"/>
                  </a:lnTo>
                  <a:lnTo>
                    <a:pt x="1017" y="777"/>
                  </a:lnTo>
                  <a:lnTo>
                    <a:pt x="972" y="793"/>
                  </a:lnTo>
                  <a:lnTo>
                    <a:pt x="930" y="811"/>
                  </a:lnTo>
                  <a:lnTo>
                    <a:pt x="891" y="835"/>
                  </a:lnTo>
                  <a:lnTo>
                    <a:pt x="869" y="851"/>
                  </a:lnTo>
                  <a:lnTo>
                    <a:pt x="846" y="872"/>
                  </a:lnTo>
                  <a:lnTo>
                    <a:pt x="820" y="896"/>
                  </a:lnTo>
                  <a:lnTo>
                    <a:pt x="791" y="925"/>
                  </a:lnTo>
                  <a:lnTo>
                    <a:pt x="760" y="959"/>
                  </a:lnTo>
                  <a:lnTo>
                    <a:pt x="727" y="996"/>
                  </a:lnTo>
                  <a:lnTo>
                    <a:pt x="692" y="1037"/>
                  </a:lnTo>
                  <a:lnTo>
                    <a:pt x="654" y="1083"/>
                  </a:lnTo>
                  <a:lnTo>
                    <a:pt x="613" y="1134"/>
                  </a:lnTo>
                  <a:lnTo>
                    <a:pt x="595" y="1151"/>
                  </a:lnTo>
                  <a:lnTo>
                    <a:pt x="576" y="1165"/>
                  </a:lnTo>
                  <a:lnTo>
                    <a:pt x="555" y="1172"/>
                  </a:lnTo>
                  <a:lnTo>
                    <a:pt x="533" y="1175"/>
                  </a:lnTo>
                  <a:lnTo>
                    <a:pt x="511" y="1173"/>
                  </a:lnTo>
                  <a:lnTo>
                    <a:pt x="489" y="1166"/>
                  </a:lnTo>
                  <a:lnTo>
                    <a:pt x="468" y="1154"/>
                  </a:lnTo>
                  <a:lnTo>
                    <a:pt x="42" y="830"/>
                  </a:lnTo>
                  <a:lnTo>
                    <a:pt x="27" y="815"/>
                  </a:lnTo>
                  <a:lnTo>
                    <a:pt x="14" y="800"/>
                  </a:lnTo>
                  <a:lnTo>
                    <a:pt x="6" y="782"/>
                  </a:lnTo>
                  <a:lnTo>
                    <a:pt x="1" y="764"/>
                  </a:lnTo>
                  <a:lnTo>
                    <a:pt x="0" y="738"/>
                  </a:lnTo>
                  <a:lnTo>
                    <a:pt x="5" y="715"/>
                  </a:lnTo>
                  <a:lnTo>
                    <a:pt x="15" y="691"/>
                  </a:lnTo>
                  <a:lnTo>
                    <a:pt x="66" y="612"/>
                  </a:lnTo>
                  <a:lnTo>
                    <a:pt x="119" y="538"/>
                  </a:lnTo>
                  <a:lnTo>
                    <a:pt x="174" y="469"/>
                  </a:lnTo>
                  <a:lnTo>
                    <a:pt x="232" y="404"/>
                  </a:lnTo>
                  <a:lnTo>
                    <a:pt x="292" y="345"/>
                  </a:lnTo>
                  <a:lnTo>
                    <a:pt x="356" y="289"/>
                  </a:lnTo>
                  <a:lnTo>
                    <a:pt x="422" y="239"/>
                  </a:lnTo>
                  <a:lnTo>
                    <a:pt x="489" y="194"/>
                  </a:lnTo>
                  <a:lnTo>
                    <a:pt x="560" y="153"/>
                  </a:lnTo>
                  <a:lnTo>
                    <a:pt x="634" y="117"/>
                  </a:lnTo>
                  <a:lnTo>
                    <a:pt x="710" y="86"/>
                  </a:lnTo>
                  <a:lnTo>
                    <a:pt x="788" y="59"/>
                  </a:lnTo>
                  <a:lnTo>
                    <a:pt x="870" y="38"/>
                  </a:lnTo>
                  <a:lnTo>
                    <a:pt x="953" y="21"/>
                  </a:lnTo>
                  <a:lnTo>
                    <a:pt x="1041" y="10"/>
                  </a:lnTo>
                  <a:lnTo>
                    <a:pt x="1129" y="3"/>
                  </a:lnTo>
                  <a:lnTo>
                    <a:pt x="122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94E058AA-E228-5760-D064-1FE0E9461D82}"/>
              </a:ext>
            </a:extLst>
          </p:cNvPr>
          <p:cNvSpPr/>
          <p:nvPr/>
        </p:nvSpPr>
        <p:spPr bwMode="auto">
          <a:xfrm>
            <a:off x="-3362" y="4688116"/>
            <a:ext cx="9147088" cy="458746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fr-FR" dirty="0">
                <a:ea typeface="Roboto"/>
                <a:cs typeface="Roboto"/>
              </a:rPr>
              <a:t>6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BF53E0E-4765-235F-99B0-E8446AEAF65E}"/>
              </a:ext>
            </a:extLst>
          </p:cNvPr>
          <p:cNvSpPr txBox="1"/>
          <p:nvPr/>
        </p:nvSpPr>
        <p:spPr>
          <a:xfrm>
            <a:off x="706582" y="2649681"/>
            <a:ext cx="2021031" cy="10926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300">
                <a:solidFill>
                  <a:schemeClr val="bg2"/>
                </a:solidFill>
                <a:ea typeface="Roboto"/>
                <a:cs typeface="Roboto"/>
              </a:rPr>
              <a:t>Divise le document en entrée en </a:t>
            </a:r>
            <a:r>
              <a:rPr lang="fr-FR" sz="1300" err="1">
                <a:solidFill>
                  <a:schemeClr val="bg2"/>
                </a:solidFill>
                <a:ea typeface="Roboto"/>
                <a:cs typeface="Roboto"/>
              </a:rPr>
              <a:t>tokens</a:t>
            </a:r>
            <a:r>
              <a:rPr lang="fr-FR" sz="1300">
                <a:solidFill>
                  <a:schemeClr val="bg2"/>
                </a:solidFill>
                <a:ea typeface="Roboto"/>
                <a:cs typeface="Roboto"/>
              </a:rPr>
              <a:t> après la mise en minuscules et la suppression des stop </a:t>
            </a:r>
            <a:r>
              <a:rPr lang="fr-FR" sz="1300" err="1">
                <a:solidFill>
                  <a:schemeClr val="bg2"/>
                </a:solidFill>
                <a:ea typeface="Roboto"/>
                <a:cs typeface="Roboto"/>
              </a:rPr>
              <a:t>words</a:t>
            </a:r>
            <a:r>
              <a:rPr lang="fr-FR" sz="1300">
                <a:solidFill>
                  <a:schemeClr val="bg2"/>
                </a:solidFill>
                <a:ea typeface="Roboto"/>
                <a:cs typeface="Roboto"/>
              </a:rPr>
              <a:t>.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31FEC1C-03BB-12F8-63BD-C557617C2191}"/>
              </a:ext>
            </a:extLst>
          </p:cNvPr>
          <p:cNvSpPr txBox="1"/>
          <p:nvPr/>
        </p:nvSpPr>
        <p:spPr>
          <a:xfrm>
            <a:off x="3200400" y="2109355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err="1">
                <a:solidFill>
                  <a:srgbClr val="FFFFFF"/>
                </a:solidFill>
              </a:rPr>
              <a:t>Featurizer</a:t>
            </a:r>
            <a:endParaRPr lang="fr-FR" err="1">
              <a:ea typeface="Roboto"/>
              <a:cs typeface="Roboto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43CD946-B53E-2E26-A6DC-CF86E0F391DA}"/>
              </a:ext>
            </a:extLst>
          </p:cNvPr>
          <p:cNvSpPr txBox="1"/>
          <p:nvPr/>
        </p:nvSpPr>
        <p:spPr>
          <a:xfrm>
            <a:off x="3345873" y="2613312"/>
            <a:ext cx="2452252" cy="10926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300">
                <a:solidFill>
                  <a:schemeClr val="bg2"/>
                </a:solidFill>
                <a:ea typeface="+mn-lt"/>
                <a:cs typeface="+mn-lt"/>
              </a:rPr>
              <a:t>Transforme les </a:t>
            </a:r>
            <a:r>
              <a:rPr lang="fr-FR" sz="1300" err="1">
                <a:solidFill>
                  <a:schemeClr val="bg2"/>
                </a:solidFill>
                <a:ea typeface="+mn-lt"/>
                <a:cs typeface="+mn-lt"/>
              </a:rPr>
              <a:t>tokens</a:t>
            </a:r>
            <a:r>
              <a:rPr lang="fr-FR" sz="1300">
                <a:solidFill>
                  <a:schemeClr val="bg2"/>
                </a:solidFill>
                <a:ea typeface="+mn-lt"/>
                <a:cs typeface="+mn-lt"/>
              </a:rPr>
              <a:t> en représentations numériques exploitables par les algorithmes d'apprentissage automatique.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6F3B552-75EA-14C0-F330-578E896C62FD}"/>
              </a:ext>
            </a:extLst>
          </p:cNvPr>
          <p:cNvSpPr txBox="1"/>
          <p:nvPr/>
        </p:nvSpPr>
        <p:spPr>
          <a:xfrm>
            <a:off x="6311713" y="2647390"/>
            <a:ext cx="2353541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300">
                <a:solidFill>
                  <a:schemeClr val="bg2"/>
                </a:solidFill>
                <a:ea typeface="Roboto"/>
                <a:cs typeface="Roboto"/>
              </a:rPr>
              <a:t>Utilise ces représentations pour s’entraîner et prédire si un document est un "plagiat" ou "non plagiat".</a:t>
            </a:r>
          </a:p>
        </p:txBody>
      </p:sp>
    </p:spTree>
    <p:extLst>
      <p:ext uri="{BB962C8B-B14F-4D97-AF65-F5344CB8AC3E}">
        <p14:creationId xmlns:p14="http://schemas.microsoft.com/office/powerpoint/2010/main" val="25447426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8000" decel="82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" presetClass="entr" presetSubtype="4" accel="18000" decel="82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2" presetClass="entr" presetSubtype="4" accel="18000" decel="82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7" grpId="0" animBg="1"/>
      <p:bldP spid="18" grpId="0"/>
      <p:bldP spid="19" grpId="0" animBg="1"/>
      <p:bldP spid="20" grpId="0" animBg="1"/>
      <p:bldP spid="22" grpId="0" animBg="1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DDE01-F406-4A1B-95C5-36AF89264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0EE63E84-A2D1-E84C-9A77-7C71D934C97C}"/>
              </a:ext>
            </a:extLst>
          </p:cNvPr>
          <p:cNvSpPr txBox="1"/>
          <p:nvPr/>
        </p:nvSpPr>
        <p:spPr>
          <a:xfrm>
            <a:off x="499834" y="345498"/>
            <a:ext cx="2587947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500">
                <a:solidFill>
                  <a:srgbClr val="5C5C5C"/>
                </a:solidFill>
                <a:ea typeface="Roboto"/>
                <a:cs typeface="Roboto"/>
              </a:rPr>
              <a:t>N-grams</a:t>
            </a:r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2EE244-1B8F-7B5B-2FB1-945083DCCC93}"/>
              </a:ext>
            </a:extLst>
          </p:cNvPr>
          <p:cNvSpPr/>
          <p:nvPr/>
        </p:nvSpPr>
        <p:spPr bwMode="auto">
          <a:xfrm>
            <a:off x="-3362" y="4688116"/>
            <a:ext cx="9147088" cy="458746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fr-FR" dirty="0">
                <a:ea typeface="Roboto"/>
                <a:cs typeface="Roboto"/>
              </a:rPr>
              <a:t>7</a:t>
            </a:r>
          </a:p>
        </p:txBody>
      </p:sp>
      <p:pic>
        <p:nvPicPr>
          <p:cNvPr id="6" name="Image 5" descr="What is N-Gram and How does it work?">
            <a:extLst>
              <a:ext uri="{FF2B5EF4-FFF2-40B4-BE49-F238E27FC236}">
                <a16:creationId xmlns:a16="http://schemas.microsoft.com/office/drawing/2014/main" id="{51F320D5-2034-1F84-A7D9-30D01D8BF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608" y="-579048"/>
            <a:ext cx="5934973" cy="5719313"/>
          </a:xfrm>
          <a:prstGeom prst="rect">
            <a:avLst/>
          </a:prstGeom>
          <a:ln>
            <a:noFill/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AC9FCB1-6B51-CF65-1B06-3F7EBFFB0A22}"/>
              </a:ext>
            </a:extLst>
          </p:cNvPr>
          <p:cNvSpPr/>
          <p:nvPr/>
        </p:nvSpPr>
        <p:spPr bwMode="auto">
          <a:xfrm>
            <a:off x="2820838" y="-559638"/>
            <a:ext cx="3642502" cy="114084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3818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C6158-1E89-9796-9CC7-E7D9E59CB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FDE8FF59-A6DF-5513-E043-FEDC610FCE86}"/>
              </a:ext>
            </a:extLst>
          </p:cNvPr>
          <p:cNvSpPr/>
          <p:nvPr/>
        </p:nvSpPr>
        <p:spPr bwMode="auto">
          <a:xfrm>
            <a:off x="775789" y="3710240"/>
            <a:ext cx="2995522" cy="849702"/>
          </a:xfrm>
          <a:prstGeom prst="roundRect">
            <a:avLst/>
          </a:prstGeom>
          <a:solidFill>
            <a:srgbClr val="D8707C">
              <a:alpha val="60000"/>
            </a:srgbClr>
          </a:solidFill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234A696-5E3E-6FC9-E0EB-52321C7425CD}"/>
              </a:ext>
            </a:extLst>
          </p:cNvPr>
          <p:cNvSpPr txBox="1"/>
          <p:nvPr/>
        </p:nvSpPr>
        <p:spPr>
          <a:xfrm>
            <a:off x="499834" y="345498"/>
            <a:ext cx="2587947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500">
                <a:solidFill>
                  <a:srgbClr val="5C5C5C"/>
                </a:solidFill>
                <a:ea typeface="Roboto"/>
                <a:cs typeface="Roboto"/>
              </a:rPr>
              <a:t>Count Vectorizer</a:t>
            </a:r>
            <a:endParaRPr lang="fr-FR" sz="2400">
              <a:solidFill>
                <a:srgbClr val="5C5C5C"/>
              </a:solidFill>
              <a:ea typeface="Roboto"/>
              <a:cs typeface="Roboto"/>
            </a:endParaRPr>
          </a:p>
        </p:txBody>
      </p:sp>
      <p:pic>
        <p:nvPicPr>
          <p:cNvPr id="3" name="Image 2" descr="Une image contenant texte, capture d’écran, diagramme, Police&#10;&#10;Le contenu généré par l’IA peut être incorrect.">
            <a:extLst>
              <a:ext uri="{FF2B5EF4-FFF2-40B4-BE49-F238E27FC236}">
                <a16:creationId xmlns:a16="http://schemas.microsoft.com/office/drawing/2014/main" id="{EBF7E40D-DA04-0571-DF62-90362ADE1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1037" y="817353"/>
            <a:ext cx="4434565" cy="348507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88F921C-D06F-98B1-0A89-E6B57A6BE5AE}"/>
              </a:ext>
            </a:extLst>
          </p:cNvPr>
          <p:cNvSpPr/>
          <p:nvPr/>
        </p:nvSpPr>
        <p:spPr bwMode="auto">
          <a:xfrm>
            <a:off x="-3362" y="4688116"/>
            <a:ext cx="9147088" cy="458746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fr-FR" dirty="0">
                <a:ea typeface="Roboto"/>
                <a:cs typeface="Roboto"/>
              </a:rPr>
              <a:t>8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73779B2-7B78-CDF8-2F90-95B808179BFA}"/>
              </a:ext>
            </a:extLst>
          </p:cNvPr>
          <p:cNvSpPr txBox="1"/>
          <p:nvPr/>
        </p:nvSpPr>
        <p:spPr>
          <a:xfrm>
            <a:off x="897999" y="3766153"/>
            <a:ext cx="2743200" cy="7386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 i="1">
                <a:solidFill>
                  <a:schemeClr val="bg1"/>
                </a:solidFill>
                <a:ea typeface="Roboto"/>
                <a:cs typeface="Roboto"/>
              </a:rPr>
              <a:t>Count(</a:t>
            </a:r>
            <a:r>
              <a:rPr lang="fr-FR" sz="1400" i="1" err="1">
                <a:solidFill>
                  <a:schemeClr val="bg1"/>
                </a:solidFill>
                <a:ea typeface="Roboto"/>
                <a:cs typeface="Roboto"/>
              </a:rPr>
              <a:t>w,d</a:t>
            </a:r>
            <a:r>
              <a:rPr lang="fr-FR" sz="1400" i="1">
                <a:solidFill>
                  <a:schemeClr val="bg1"/>
                </a:solidFill>
                <a:ea typeface="Roboto"/>
                <a:cs typeface="Roboto"/>
              </a:rPr>
              <a:t>) = nombre d'occurrences du mot "w" dans le document "d".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CFAB802-91F0-BF81-1628-7F4BDC853B76}"/>
              </a:ext>
            </a:extLst>
          </p:cNvPr>
          <p:cNvSpPr txBox="1"/>
          <p:nvPr/>
        </p:nvSpPr>
        <p:spPr>
          <a:xfrm>
            <a:off x="413955" y="997069"/>
            <a:ext cx="4462895" cy="20005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fr-FR" sz="1500" b="1">
                <a:ea typeface="Roboto"/>
                <a:cs typeface="Roboto"/>
              </a:rPr>
              <a:t>Indexation</a:t>
            </a:r>
            <a:r>
              <a:rPr lang="fr-FR" sz="1600">
                <a:ea typeface="Roboto"/>
                <a:cs typeface="Roboto"/>
              </a:rPr>
              <a:t>:</a:t>
            </a:r>
            <a:r>
              <a:rPr lang="fr-FR">
                <a:ea typeface="Roboto"/>
                <a:cs typeface="Roboto"/>
              </a:rPr>
              <a:t> </a:t>
            </a:r>
            <a:r>
              <a:rPr lang="fr-FR" sz="1300">
                <a:ea typeface="+mn-lt"/>
                <a:cs typeface="+mn-lt"/>
              </a:rPr>
              <a:t>Associe un index unique à chaque mot du vocabulaire.</a:t>
            </a:r>
            <a:endParaRPr lang="fr-FR" sz="1300">
              <a:ea typeface="Roboto"/>
              <a:cs typeface="Roboto"/>
            </a:endParaRPr>
          </a:p>
          <a:p>
            <a:pPr marL="285750" indent="-285750">
              <a:buFont typeface="Arial"/>
              <a:buChar char="•"/>
            </a:pPr>
            <a:endParaRPr lang="fr-FR" sz="1400">
              <a:ea typeface="Roboto"/>
              <a:cs typeface="Roboto"/>
            </a:endParaRPr>
          </a:p>
          <a:p>
            <a:pPr marL="285750" indent="-285750">
              <a:buFont typeface="Arial"/>
              <a:buChar char="•"/>
            </a:pPr>
            <a:r>
              <a:rPr lang="fr-FR" sz="1500" b="1">
                <a:ea typeface="Roboto"/>
                <a:cs typeface="Roboto"/>
              </a:rPr>
              <a:t>Comptage</a:t>
            </a:r>
            <a:r>
              <a:rPr lang="fr-FR" sz="1600">
                <a:ea typeface="Roboto"/>
                <a:cs typeface="Roboto"/>
              </a:rPr>
              <a:t>:</a:t>
            </a:r>
            <a:r>
              <a:rPr lang="fr-FR">
                <a:ea typeface="Roboto"/>
                <a:cs typeface="Roboto"/>
              </a:rPr>
              <a:t> </a:t>
            </a:r>
            <a:r>
              <a:rPr lang="fr-FR" sz="1300">
                <a:ea typeface="+mn-lt"/>
                <a:cs typeface="+mn-lt"/>
              </a:rPr>
              <a:t>Calcule le nombre d’occurrences de chaque mot dans les documents d’entraînement.</a:t>
            </a:r>
          </a:p>
          <a:p>
            <a:pPr marL="285750" indent="-285750">
              <a:buFont typeface="Arial"/>
              <a:buChar char="•"/>
            </a:pPr>
            <a:endParaRPr lang="fr-FR" sz="13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fr-FR" sz="1500" b="1">
                <a:ea typeface="+mn-lt"/>
                <a:cs typeface="+mn-lt"/>
              </a:rPr>
              <a:t>Représentation</a:t>
            </a:r>
            <a:r>
              <a:rPr lang="fr-FR" sz="1600">
                <a:ea typeface="+mn-lt"/>
                <a:cs typeface="+mn-lt"/>
              </a:rPr>
              <a:t>:</a:t>
            </a:r>
            <a:r>
              <a:rPr lang="fr-FR">
                <a:ea typeface="+mn-lt"/>
                <a:cs typeface="+mn-lt"/>
              </a:rPr>
              <a:t> </a:t>
            </a:r>
            <a:r>
              <a:rPr lang="fr-FR" sz="1300">
                <a:ea typeface="+mn-lt"/>
                <a:cs typeface="+mn-lt"/>
              </a:rPr>
              <a:t>Génère une matrice où :</a:t>
            </a:r>
          </a:p>
          <a:p>
            <a:pPr>
              <a:spcBef>
                <a:spcPct val="0"/>
              </a:spcBef>
            </a:pPr>
            <a:endParaRPr lang="fr-FR" sz="1400">
              <a:ea typeface="+mn-lt"/>
              <a:cs typeface="+mn-lt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6E399D6-A0F3-762D-E884-D54B2DF3B374}"/>
              </a:ext>
            </a:extLst>
          </p:cNvPr>
          <p:cNvSpPr txBox="1"/>
          <p:nvPr/>
        </p:nvSpPr>
        <p:spPr>
          <a:xfrm>
            <a:off x="732559" y="2789959"/>
            <a:ext cx="334067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§"/>
            </a:pPr>
            <a:r>
              <a:rPr lang="fr-FR" sz="1200">
                <a:ea typeface="+mn-lt"/>
                <a:cs typeface="+mn-lt"/>
              </a:rPr>
              <a:t>Chaque ligne représente un document.</a:t>
            </a:r>
          </a:p>
          <a:p>
            <a:pPr marL="285750" indent="-285750">
              <a:buFont typeface="Wingdings"/>
              <a:buChar char="§"/>
            </a:pPr>
            <a:r>
              <a:rPr lang="fr-FR" sz="1200">
                <a:ea typeface="+mn-lt"/>
                <a:cs typeface="+mn-lt"/>
              </a:rPr>
              <a:t>Chaque colonne correspond à un mot du vocabulaire.</a:t>
            </a:r>
            <a:endParaRPr lang="fr-FR" sz="1200"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816186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C7B03-A598-84CC-8007-76C7D0876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1E777A49-4DEB-B18D-1F69-76F34547B4D2}"/>
              </a:ext>
            </a:extLst>
          </p:cNvPr>
          <p:cNvSpPr/>
          <p:nvPr/>
        </p:nvSpPr>
        <p:spPr bwMode="auto">
          <a:xfrm>
            <a:off x="1451394" y="3128154"/>
            <a:ext cx="6370607" cy="1539815"/>
          </a:xfrm>
          <a:prstGeom prst="roundRect">
            <a:avLst/>
          </a:prstGeom>
          <a:solidFill>
            <a:srgbClr val="695D7A">
              <a:alpha val="36000"/>
            </a:srgbClr>
          </a:solidFill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27FBF27-E653-2073-33A3-7E6B41170A77}"/>
              </a:ext>
            </a:extLst>
          </p:cNvPr>
          <p:cNvSpPr txBox="1"/>
          <p:nvPr/>
        </p:nvSpPr>
        <p:spPr>
          <a:xfrm>
            <a:off x="250452" y="200025"/>
            <a:ext cx="3180229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500">
                <a:solidFill>
                  <a:srgbClr val="5C5C5C"/>
                </a:solidFill>
                <a:ea typeface="Roboto"/>
                <a:cs typeface="Roboto"/>
              </a:rPr>
              <a:t>TF-IDF</a:t>
            </a:r>
            <a:endParaRPr lang="fr-FR" err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D6213D-73CF-8A2A-6C9C-47F82F9482B5}"/>
              </a:ext>
            </a:extLst>
          </p:cNvPr>
          <p:cNvSpPr/>
          <p:nvPr/>
        </p:nvSpPr>
        <p:spPr bwMode="auto">
          <a:xfrm>
            <a:off x="-3362" y="4688116"/>
            <a:ext cx="9147088" cy="458746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fr-FR" dirty="0">
                <a:ea typeface="Roboto"/>
                <a:cs typeface="Roboto"/>
              </a:rPr>
              <a:t>9</a:t>
            </a:r>
          </a:p>
        </p:txBody>
      </p:sp>
      <p:pic>
        <p:nvPicPr>
          <p:cNvPr id="2" name="Image 1" descr="Une image contenant texte, écriture manuscrite, diagramme, Plan&#10;&#10;Le contenu généré par l’IA peut être incorrect.">
            <a:extLst>
              <a:ext uri="{FF2B5EF4-FFF2-40B4-BE49-F238E27FC236}">
                <a16:creationId xmlns:a16="http://schemas.microsoft.com/office/drawing/2014/main" id="{57B5A7AF-1804-B5A1-A2BC-A8C7AEB0C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33" y="671423"/>
            <a:ext cx="4285891" cy="220476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1" name="Encre 10">
                <a:extLst>
                  <a:ext uri="{FF2B5EF4-FFF2-40B4-BE49-F238E27FC236}">
                    <a16:creationId xmlns:a16="http://schemas.microsoft.com/office/drawing/2014/main" id="{29E567EA-A45A-455C-2A1E-820E332864D4}"/>
                  </a:ext>
                </a:extLst>
              </p14:cNvPr>
              <p14:cNvContentPartPr/>
              <p14:nvPr/>
            </p14:nvContentPartPr>
            <p14:xfrm>
              <a:off x="10585450" y="2371725"/>
              <a:ext cx="15874" cy="15874"/>
            </p14:xfrm>
          </p:contentPart>
        </mc:Choice>
        <mc:Fallback>
          <p:pic>
            <p:nvPicPr>
              <p:cNvPr id="11" name="Encre 10">
                <a:extLst>
                  <a:ext uri="{FF2B5EF4-FFF2-40B4-BE49-F238E27FC236}">
                    <a16:creationId xmlns:a16="http://schemas.microsoft.com/office/drawing/2014/main" id="{29E567EA-A45A-455C-2A1E-820E332864D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91750" y="1578025"/>
                <a:ext cx="1587400" cy="15874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ZoneTexte 5">
            <a:extLst>
              <a:ext uri="{FF2B5EF4-FFF2-40B4-BE49-F238E27FC236}">
                <a16:creationId xmlns:a16="http://schemas.microsoft.com/office/drawing/2014/main" id="{AA726326-8E1A-8161-BC67-1DA5FA23079D}"/>
              </a:ext>
            </a:extLst>
          </p:cNvPr>
          <p:cNvSpPr txBox="1"/>
          <p:nvPr/>
        </p:nvSpPr>
        <p:spPr>
          <a:xfrm>
            <a:off x="4864067" y="581773"/>
            <a:ext cx="3907764" cy="229293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fr-FR" sz="1300">
                <a:solidFill>
                  <a:srgbClr val="5C5C5C"/>
                </a:solidFill>
                <a:ea typeface="+mn-lt"/>
                <a:cs typeface="+mn-lt"/>
              </a:rPr>
              <a:t>Technique d’extraction de caractéristiques textuelles.</a:t>
            </a:r>
            <a:endParaRPr lang="fr-FR" sz="1300">
              <a:solidFill>
                <a:srgbClr val="5C5C5C"/>
              </a:solidFill>
              <a:ea typeface="Roboto"/>
              <a:cs typeface="Roboto"/>
            </a:endParaRPr>
          </a:p>
          <a:p>
            <a:pPr marL="285750" indent="-285750">
              <a:buFont typeface="Arial"/>
              <a:buChar char="•"/>
            </a:pPr>
            <a:r>
              <a:rPr lang="fr-FR" sz="1300">
                <a:solidFill>
                  <a:srgbClr val="5C5C5C"/>
                </a:solidFill>
                <a:ea typeface="+mn-lt"/>
                <a:cs typeface="+mn-lt"/>
              </a:rPr>
              <a:t>Pondère les mots en fonction de :</a:t>
            </a:r>
            <a:endParaRPr lang="fr-FR" sz="1300">
              <a:solidFill>
                <a:srgbClr val="5C5C5C"/>
              </a:solidFill>
              <a:ea typeface="Roboto"/>
              <a:cs typeface="Roboto"/>
            </a:endParaRPr>
          </a:p>
          <a:p>
            <a:pPr marL="742950" lvl="1" indent="-285750">
              <a:buFont typeface="Arial"/>
              <a:buChar char="•"/>
            </a:pPr>
            <a:r>
              <a:rPr lang="fr-FR" sz="1300">
                <a:solidFill>
                  <a:srgbClr val="5C5C5C"/>
                </a:solidFill>
                <a:ea typeface="+mn-lt"/>
                <a:cs typeface="+mn-lt"/>
              </a:rPr>
              <a:t>Leur fréquence dans un document.</a:t>
            </a:r>
            <a:endParaRPr lang="fr-FR" sz="1300">
              <a:solidFill>
                <a:srgbClr val="5C5C5C"/>
              </a:solidFill>
              <a:ea typeface="Roboto"/>
              <a:cs typeface="Roboto"/>
            </a:endParaRPr>
          </a:p>
          <a:p>
            <a:pPr marL="742950" lvl="1" indent="-285750">
              <a:buFont typeface="Arial"/>
              <a:buChar char="•"/>
            </a:pPr>
            <a:r>
              <a:rPr lang="fr-FR" sz="1300">
                <a:solidFill>
                  <a:srgbClr val="5C5C5C"/>
                </a:solidFill>
                <a:ea typeface="+mn-lt"/>
                <a:cs typeface="+mn-lt"/>
              </a:rPr>
              <a:t>Leur rareté dans l’ensemble du corpus.</a:t>
            </a:r>
            <a:endParaRPr lang="fr-FR" sz="1300">
              <a:solidFill>
                <a:srgbClr val="5C5C5C"/>
              </a:solidFill>
              <a:ea typeface="Roboto"/>
              <a:cs typeface="Roboto"/>
            </a:endParaRPr>
          </a:p>
          <a:p>
            <a:pPr marL="285750" indent="-285750">
              <a:buFont typeface="Arial"/>
              <a:buChar char="•"/>
            </a:pPr>
            <a:r>
              <a:rPr lang="fr-FR" sz="1300">
                <a:solidFill>
                  <a:srgbClr val="5C5C5C"/>
                </a:solidFill>
                <a:ea typeface="+mn-lt"/>
                <a:cs typeface="+mn-lt"/>
              </a:rPr>
              <a:t>Objectif :</a:t>
            </a:r>
            <a:endParaRPr lang="fr-FR" sz="1300">
              <a:solidFill>
                <a:srgbClr val="5C5C5C"/>
              </a:solidFill>
              <a:ea typeface="Roboto"/>
              <a:cs typeface="Roboto"/>
            </a:endParaRPr>
          </a:p>
          <a:p>
            <a:pPr marL="742950" lvl="1" indent="-285750">
              <a:buFont typeface="Arial"/>
              <a:buChar char="•"/>
            </a:pPr>
            <a:r>
              <a:rPr lang="fr-FR" sz="1300">
                <a:solidFill>
                  <a:srgbClr val="5C5C5C"/>
                </a:solidFill>
                <a:ea typeface="+mn-lt"/>
                <a:cs typeface="+mn-lt"/>
              </a:rPr>
              <a:t>Donner plus de poids aux mots significatifs.</a:t>
            </a:r>
            <a:endParaRPr lang="fr-FR" sz="1300">
              <a:solidFill>
                <a:srgbClr val="5C5C5C"/>
              </a:solidFill>
              <a:ea typeface="Roboto"/>
              <a:cs typeface="Roboto"/>
            </a:endParaRPr>
          </a:p>
          <a:p>
            <a:pPr marL="742950" lvl="1" indent="-285750">
              <a:buFont typeface="Arial"/>
              <a:buChar char="•"/>
            </a:pPr>
            <a:r>
              <a:rPr lang="fr-FR" sz="1300">
                <a:solidFill>
                  <a:srgbClr val="5C5C5C"/>
                </a:solidFill>
                <a:ea typeface="+mn-lt"/>
                <a:cs typeface="+mn-lt"/>
              </a:rPr>
              <a:t>Réduire l’influence des mots fréquents mais peu informatifs (ex : "le", "et", "de").</a:t>
            </a:r>
            <a:endParaRPr lang="fr-FR" sz="1300">
              <a:solidFill>
                <a:srgbClr val="5C5C5C"/>
              </a:solidFill>
              <a:ea typeface="Roboto"/>
              <a:cs typeface="Roboto"/>
            </a:endParaRPr>
          </a:p>
          <a:p>
            <a:pPr algn="just"/>
            <a:endParaRPr lang="fr-FR" sz="1300">
              <a:solidFill>
                <a:srgbClr val="5C5C5C"/>
              </a:solidFill>
              <a:ea typeface="Roboto"/>
              <a:cs typeface="Roboto"/>
            </a:endParaRP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9F399B02-6C9D-B993-5A25-283A7DF420A8}"/>
              </a:ext>
            </a:extLst>
          </p:cNvPr>
          <p:cNvGrpSpPr/>
          <p:nvPr/>
        </p:nvGrpSpPr>
        <p:grpSpPr>
          <a:xfrm>
            <a:off x="1452340" y="3270536"/>
            <a:ext cx="4187805" cy="680584"/>
            <a:chOff x="4570524" y="3320668"/>
            <a:chExt cx="4187805" cy="680584"/>
          </a:xfrm>
        </p:grpSpPr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1176EED6-983B-F736-90CE-28DF681E991F}"/>
                </a:ext>
              </a:extLst>
            </p:cNvPr>
            <p:cNvSpPr txBox="1"/>
            <p:nvPr/>
          </p:nvSpPr>
          <p:spPr>
            <a:xfrm>
              <a:off x="4570524" y="3521265"/>
              <a:ext cx="1222002" cy="3231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fr-FR" sz="1500" i="1">
                  <a:ea typeface="Roboto"/>
                  <a:cs typeface="Roboto"/>
                </a:rPr>
                <a:t>TF</a:t>
              </a:r>
              <a:r>
                <a:rPr lang="fr-FR" sz="1500">
                  <a:ea typeface="Roboto"/>
                  <a:cs typeface="Roboto"/>
                </a:rPr>
                <a:t>(t, d) = </a:t>
              </a:r>
            </a:p>
          </p:txBody>
        </p:sp>
        <p:cxnSp>
          <p:nvCxnSpPr>
            <p:cNvPr id="16" name="Connecteur droit avec flèche 15">
              <a:extLst>
                <a:ext uri="{FF2B5EF4-FFF2-40B4-BE49-F238E27FC236}">
                  <a16:creationId xmlns:a16="http://schemas.microsoft.com/office/drawing/2014/main" id="{EDBF06AE-89C4-3B56-918F-18540826C1DF}"/>
                </a:ext>
              </a:extLst>
            </p:cNvPr>
            <p:cNvCxnSpPr/>
            <p:nvPr/>
          </p:nvCxnSpPr>
          <p:spPr>
            <a:xfrm>
              <a:off x="5481752" y="3681160"/>
              <a:ext cx="3010275" cy="3770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4541F3CC-BF2F-F136-1CE3-9B33CC6429FE}"/>
                </a:ext>
              </a:extLst>
            </p:cNvPr>
            <p:cNvSpPr txBox="1"/>
            <p:nvPr/>
          </p:nvSpPr>
          <p:spPr>
            <a:xfrm>
              <a:off x="5477247" y="3320668"/>
              <a:ext cx="3281082" cy="3231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fr-FR" sz="1500">
                  <a:ea typeface="Roboto"/>
                  <a:cs typeface="Roboto"/>
                </a:rPr>
                <a:t>Nombre </a:t>
              </a:r>
              <a:r>
                <a:rPr lang="fr-FR" sz="1300">
                  <a:ea typeface="Roboto"/>
                  <a:cs typeface="Roboto"/>
                </a:rPr>
                <a:t>d'occurrences</a:t>
              </a:r>
              <a:r>
                <a:rPr lang="fr-FR" sz="1500">
                  <a:ea typeface="Roboto"/>
                  <a:cs typeface="Roboto"/>
                </a:rPr>
                <a:t> de t dans d</a:t>
              </a:r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63AE4F41-6FB1-D704-E109-45DEC62E3DCA}"/>
                </a:ext>
              </a:extLst>
            </p:cNvPr>
            <p:cNvSpPr txBox="1"/>
            <p:nvPr/>
          </p:nvSpPr>
          <p:spPr>
            <a:xfrm>
              <a:off x="6003058" y="3678087"/>
              <a:ext cx="2743200" cy="3231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fr-FR" sz="1500">
                  <a:ea typeface="Roboto"/>
                  <a:cs typeface="Roboto"/>
                </a:rPr>
                <a:t>Total de mots dans d</a:t>
              </a:r>
            </a:p>
          </p:txBody>
        </p:sp>
      </p:grpSp>
      <p:sp>
        <p:nvSpPr>
          <p:cNvPr id="31" name="ZoneTexte 30">
            <a:extLst>
              <a:ext uri="{FF2B5EF4-FFF2-40B4-BE49-F238E27FC236}">
                <a16:creationId xmlns:a16="http://schemas.microsoft.com/office/drawing/2014/main" id="{DA3DDA97-8FEE-E7E5-98DF-8308B96A812B}"/>
              </a:ext>
            </a:extLst>
          </p:cNvPr>
          <p:cNvSpPr txBox="1"/>
          <p:nvPr/>
        </p:nvSpPr>
        <p:spPr>
          <a:xfrm>
            <a:off x="3263263" y="4129196"/>
            <a:ext cx="2743200" cy="323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500" i="1">
                <a:ea typeface="Roboto"/>
                <a:cs typeface="Roboto"/>
              </a:rPr>
              <a:t>TF-IDF</a:t>
            </a:r>
            <a:r>
              <a:rPr lang="fr-FR" sz="1500">
                <a:ea typeface="Roboto"/>
                <a:cs typeface="Roboto"/>
              </a:rPr>
              <a:t>(t, d) = </a:t>
            </a:r>
            <a:r>
              <a:rPr lang="fr-FR" sz="1500" i="1">
                <a:ea typeface="Roboto"/>
                <a:cs typeface="Roboto"/>
              </a:rPr>
              <a:t>TF</a:t>
            </a:r>
            <a:r>
              <a:rPr lang="fr-FR" sz="1500">
                <a:ea typeface="Roboto"/>
                <a:cs typeface="Roboto"/>
              </a:rPr>
              <a:t>(t, d) x </a:t>
            </a:r>
            <a:r>
              <a:rPr lang="fr-FR" sz="1500" i="1">
                <a:ea typeface="Roboto"/>
                <a:cs typeface="Roboto"/>
              </a:rPr>
              <a:t>IDF</a:t>
            </a:r>
            <a:r>
              <a:rPr lang="fr-FR" sz="1500">
                <a:ea typeface="Roboto"/>
                <a:cs typeface="Roboto"/>
              </a:rPr>
              <a:t>(t)</a:t>
            </a:r>
          </a:p>
        </p:txBody>
      </p: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B9110401-4239-C9E4-4605-C7541021236A}"/>
              </a:ext>
            </a:extLst>
          </p:cNvPr>
          <p:cNvGrpSpPr/>
          <p:nvPr/>
        </p:nvGrpSpPr>
        <p:grpSpPr>
          <a:xfrm>
            <a:off x="5637419" y="3346649"/>
            <a:ext cx="2743200" cy="600051"/>
            <a:chOff x="4974508" y="1644504"/>
            <a:chExt cx="2743200" cy="600051"/>
          </a:xfrm>
        </p:grpSpPr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8D3D0458-F89C-D16D-3683-D50E261948CD}"/>
                </a:ext>
              </a:extLst>
            </p:cNvPr>
            <p:cNvSpPr txBox="1"/>
            <p:nvPr/>
          </p:nvSpPr>
          <p:spPr>
            <a:xfrm>
              <a:off x="4974508" y="1779295"/>
              <a:ext cx="2743200" cy="3231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fr-FR" sz="1500" i="1">
                  <a:ea typeface="Roboto"/>
                  <a:cs typeface="Roboto"/>
                </a:rPr>
                <a:t>IDF</a:t>
              </a:r>
              <a:r>
                <a:rPr lang="fr-FR" sz="1500">
                  <a:ea typeface="Roboto"/>
                  <a:cs typeface="Roboto"/>
                </a:rPr>
                <a:t>(t) = log(</a:t>
              </a:r>
            </a:p>
          </p:txBody>
        </p:sp>
        <p:cxnSp>
          <p:nvCxnSpPr>
            <p:cNvPr id="34" name="Connecteur droit avec flèche 33">
              <a:extLst>
                <a:ext uri="{FF2B5EF4-FFF2-40B4-BE49-F238E27FC236}">
                  <a16:creationId xmlns:a16="http://schemas.microsoft.com/office/drawing/2014/main" id="{DA57C5ED-7A31-012A-9F93-A5A8CDE06F42}"/>
                </a:ext>
              </a:extLst>
            </p:cNvPr>
            <p:cNvCxnSpPr/>
            <p:nvPr/>
          </p:nvCxnSpPr>
          <p:spPr>
            <a:xfrm flipV="1">
              <a:off x="6070060" y="1920004"/>
              <a:ext cx="774704" cy="4634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ZoneTexte 34">
              <a:extLst>
                <a:ext uri="{FF2B5EF4-FFF2-40B4-BE49-F238E27FC236}">
                  <a16:creationId xmlns:a16="http://schemas.microsoft.com/office/drawing/2014/main" id="{3665DCF0-587A-F16E-D272-04DEFD4D32E4}"/>
                </a:ext>
              </a:extLst>
            </p:cNvPr>
            <p:cNvSpPr txBox="1"/>
            <p:nvPr/>
          </p:nvSpPr>
          <p:spPr>
            <a:xfrm>
              <a:off x="6274099" y="1644504"/>
              <a:ext cx="292064" cy="3231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fr-FR" sz="1500" i="1">
                  <a:ea typeface="Roboto"/>
                  <a:cs typeface="Roboto"/>
                </a:rPr>
                <a:t>N</a:t>
              </a:r>
              <a:endParaRPr lang="fr-FR" sz="1500">
                <a:ea typeface="Roboto"/>
                <a:cs typeface="Roboto"/>
              </a:endParaRPr>
            </a:p>
          </p:txBody>
        </p: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FD1A8F94-7262-7566-09EB-3F0A1D75AF43}"/>
                </a:ext>
              </a:extLst>
            </p:cNvPr>
            <p:cNvSpPr txBox="1"/>
            <p:nvPr/>
          </p:nvSpPr>
          <p:spPr>
            <a:xfrm>
              <a:off x="6005157" y="1921390"/>
              <a:ext cx="930799" cy="3231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fr-FR" sz="1500" i="1">
                  <a:ea typeface="Roboto"/>
                  <a:cs typeface="Roboto"/>
                </a:rPr>
                <a:t>1 + DF</a:t>
              </a:r>
              <a:r>
                <a:rPr lang="fr-FR" sz="1500">
                  <a:ea typeface="Roboto"/>
                  <a:cs typeface="Roboto"/>
                </a:rPr>
                <a:t>(t)</a:t>
              </a:r>
            </a:p>
          </p:txBody>
        </p:sp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C17496A9-E2F4-F340-F243-91BAEAF8C531}"/>
                </a:ext>
              </a:extLst>
            </p:cNvPr>
            <p:cNvSpPr txBox="1"/>
            <p:nvPr/>
          </p:nvSpPr>
          <p:spPr>
            <a:xfrm>
              <a:off x="6809121" y="1774710"/>
              <a:ext cx="112620" cy="3231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fr-FR" sz="1500">
                  <a:ea typeface="Roboto"/>
                  <a:cs typeface="Roboto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24053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7819" y="282611"/>
            <a:ext cx="8368363" cy="40945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/>
              <a:t>Classifiers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A4142A5-6163-46D5-B994-00A2CC35246E}"/>
              </a:ext>
            </a:extLst>
          </p:cNvPr>
          <p:cNvCxnSpPr/>
          <p:nvPr/>
        </p:nvCxnSpPr>
        <p:spPr>
          <a:xfrm>
            <a:off x="4648199" y="1180195"/>
            <a:ext cx="1402080" cy="0"/>
          </a:xfrm>
          <a:prstGeom prst="line">
            <a:avLst/>
          </a:prstGeom>
          <a:ln w="5715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itle 2">
            <a:extLst>
              <a:ext uri="{FF2B5EF4-FFF2-40B4-BE49-F238E27FC236}">
                <a16:creationId xmlns:a16="http://schemas.microsoft.com/office/drawing/2014/main" id="{905E66FC-B382-4B70-89D6-05D977ABF902}"/>
              </a:ext>
            </a:extLst>
          </p:cNvPr>
          <p:cNvSpPr txBox="1">
            <a:spLocks/>
          </p:cNvSpPr>
          <p:nvPr/>
        </p:nvSpPr>
        <p:spPr>
          <a:xfrm>
            <a:off x="4648199" y="787429"/>
            <a:ext cx="4101163" cy="30777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err="1">
                <a:solidFill>
                  <a:schemeClr val="accent1"/>
                </a:solidFill>
              </a:rPr>
              <a:t>Basé</a:t>
            </a:r>
            <a:r>
              <a:rPr lang="en-US" sz="2000" b="1">
                <a:solidFill>
                  <a:schemeClr val="accent1"/>
                </a:solidFill>
              </a:rPr>
              <a:t> sur la </a:t>
            </a:r>
            <a:r>
              <a:rPr lang="en-US" sz="2000" b="1" err="1">
                <a:solidFill>
                  <a:schemeClr val="accent1"/>
                </a:solidFill>
              </a:rPr>
              <a:t>probabilité</a:t>
            </a:r>
            <a:r>
              <a:rPr lang="en-US" sz="2000" b="1">
                <a:solidFill>
                  <a:schemeClr val="accent1"/>
                </a:solidFill>
              </a:rPr>
              <a:t> #1</a:t>
            </a:r>
            <a:endParaRPr lang="en-US" sz="900">
              <a:solidFill>
                <a:schemeClr val="accent1"/>
              </a:solidFill>
              <a:ea typeface="Roboto"/>
              <a:cs typeface="Roboto"/>
            </a:endParaRPr>
          </a:p>
        </p:txBody>
      </p:sp>
      <p:sp>
        <p:nvSpPr>
          <p:cNvPr id="27" name="Inhaltsplatzhalter 4">
            <a:extLst>
              <a:ext uri="{FF2B5EF4-FFF2-40B4-BE49-F238E27FC236}">
                <a16:creationId xmlns:a16="http://schemas.microsoft.com/office/drawing/2014/main" id="{B226BAD0-5C45-4C73-8FC4-56E4FC9F554A}"/>
              </a:ext>
            </a:extLst>
          </p:cNvPr>
          <p:cNvSpPr txBox="1">
            <a:spLocks/>
          </p:cNvSpPr>
          <p:nvPr/>
        </p:nvSpPr>
        <p:spPr>
          <a:xfrm>
            <a:off x="4648199" y="1222488"/>
            <a:ext cx="4101163" cy="43556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Modèles</a:t>
            </a: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qui </a:t>
            </a: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utilisent</a:t>
            </a: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des principes </a:t>
            </a: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statistiques</a:t>
            </a: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pour </a:t>
            </a: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estimer</a:t>
            </a: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la </a:t>
            </a: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probabilité</a:t>
            </a: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</a:t>
            </a: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d’appartenance</a:t>
            </a: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à </a:t>
            </a: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une</a:t>
            </a: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</a:t>
            </a: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classe</a:t>
            </a: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.</a:t>
            </a:r>
            <a:endParaRPr lang="fr-FR">
              <a:solidFill>
                <a:schemeClr val="tx1">
                  <a:lumMod val="75000"/>
                  <a:lumOff val="25000"/>
                </a:schemeClr>
              </a:solidFill>
              <a:latin typeface="Calibri Light"/>
              <a:ea typeface="Calibri Light"/>
              <a:cs typeface="Calibri Light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83D58AC-443E-4D86-94AA-51EA2E6B921B}"/>
              </a:ext>
            </a:extLst>
          </p:cNvPr>
          <p:cNvCxnSpPr/>
          <p:nvPr/>
        </p:nvCxnSpPr>
        <p:spPr>
          <a:xfrm>
            <a:off x="4648199" y="2270388"/>
            <a:ext cx="1402080" cy="0"/>
          </a:xfrm>
          <a:prstGeom prst="line">
            <a:avLst/>
          </a:prstGeom>
          <a:ln w="5715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itle 2">
            <a:extLst>
              <a:ext uri="{FF2B5EF4-FFF2-40B4-BE49-F238E27FC236}">
                <a16:creationId xmlns:a16="http://schemas.microsoft.com/office/drawing/2014/main" id="{156C5A2D-7F66-42AC-87D5-064CE9DF6638}"/>
              </a:ext>
            </a:extLst>
          </p:cNvPr>
          <p:cNvSpPr txBox="1">
            <a:spLocks/>
          </p:cNvSpPr>
          <p:nvPr/>
        </p:nvSpPr>
        <p:spPr>
          <a:xfrm>
            <a:off x="4648199" y="1877622"/>
            <a:ext cx="4101163" cy="30777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err="1">
                <a:solidFill>
                  <a:schemeClr val="accent2"/>
                </a:solidFill>
              </a:rPr>
              <a:t>Basé</a:t>
            </a:r>
            <a:r>
              <a:rPr lang="en-US" sz="2000" b="1">
                <a:solidFill>
                  <a:schemeClr val="accent2"/>
                </a:solidFill>
              </a:rPr>
              <a:t> sur les </a:t>
            </a:r>
            <a:r>
              <a:rPr lang="en-US" sz="2000" b="1" err="1">
                <a:solidFill>
                  <a:schemeClr val="accent2"/>
                </a:solidFill>
              </a:rPr>
              <a:t>fonctions</a:t>
            </a:r>
            <a:r>
              <a:rPr lang="en-US" sz="2000" b="1">
                <a:solidFill>
                  <a:schemeClr val="accent2"/>
                </a:solidFill>
              </a:rPr>
              <a:t> </a:t>
            </a:r>
            <a:r>
              <a:rPr lang="en-US" sz="2000" b="1" err="1">
                <a:solidFill>
                  <a:schemeClr val="accent2"/>
                </a:solidFill>
              </a:rPr>
              <a:t>linéaires</a:t>
            </a:r>
            <a:r>
              <a:rPr lang="en-US" sz="2000" b="1">
                <a:solidFill>
                  <a:schemeClr val="accent2"/>
                </a:solidFill>
              </a:rPr>
              <a:t> #2</a:t>
            </a:r>
            <a:endParaRPr lang="en-US" sz="900">
              <a:solidFill>
                <a:schemeClr val="accent2"/>
              </a:solidFill>
              <a:ea typeface="Roboto"/>
              <a:cs typeface="Roboto"/>
            </a:endParaRPr>
          </a:p>
        </p:txBody>
      </p:sp>
      <p:sp>
        <p:nvSpPr>
          <p:cNvPr id="30" name="Inhaltsplatzhalter 4">
            <a:extLst>
              <a:ext uri="{FF2B5EF4-FFF2-40B4-BE49-F238E27FC236}">
                <a16:creationId xmlns:a16="http://schemas.microsoft.com/office/drawing/2014/main" id="{671B6129-1F7E-4360-9B5C-3B8C703F6561}"/>
              </a:ext>
            </a:extLst>
          </p:cNvPr>
          <p:cNvSpPr txBox="1">
            <a:spLocks/>
          </p:cNvSpPr>
          <p:nvPr/>
        </p:nvSpPr>
        <p:spPr>
          <a:xfrm>
            <a:off x="4648199" y="2312681"/>
            <a:ext cx="4101163" cy="43781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Modèles</a:t>
            </a: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qui </a:t>
            </a: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prennent</a:t>
            </a: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des </a:t>
            </a: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décisions</a:t>
            </a: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</a:t>
            </a: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en</a:t>
            </a: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</a:t>
            </a: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traçant</a:t>
            </a: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</a:t>
            </a: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une</a:t>
            </a: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</a:t>
            </a: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frontière</a:t>
            </a: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</a:t>
            </a: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linéaire</a:t>
            </a: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entre les classes.</a:t>
            </a:r>
            <a:endParaRPr lang="fr-FR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DAF27D0-AA7E-4FBF-9118-7B9DC8308EF6}"/>
              </a:ext>
            </a:extLst>
          </p:cNvPr>
          <p:cNvCxnSpPr/>
          <p:nvPr/>
        </p:nvCxnSpPr>
        <p:spPr>
          <a:xfrm>
            <a:off x="4648199" y="3346518"/>
            <a:ext cx="1402080" cy="0"/>
          </a:xfrm>
          <a:prstGeom prst="line">
            <a:avLst/>
          </a:prstGeom>
          <a:ln w="57150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itle 2">
            <a:extLst>
              <a:ext uri="{FF2B5EF4-FFF2-40B4-BE49-F238E27FC236}">
                <a16:creationId xmlns:a16="http://schemas.microsoft.com/office/drawing/2014/main" id="{11CFB586-BDBC-48C8-98A0-9CC02C3B8101}"/>
              </a:ext>
            </a:extLst>
          </p:cNvPr>
          <p:cNvSpPr txBox="1">
            <a:spLocks/>
          </p:cNvSpPr>
          <p:nvPr/>
        </p:nvSpPr>
        <p:spPr>
          <a:xfrm>
            <a:off x="4648199" y="2953753"/>
            <a:ext cx="4101163" cy="30777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err="1">
                <a:solidFill>
                  <a:schemeClr val="accent3"/>
                </a:solidFill>
              </a:rPr>
              <a:t>Basé</a:t>
            </a:r>
            <a:r>
              <a:rPr lang="en-US" sz="2000" b="1">
                <a:solidFill>
                  <a:schemeClr val="accent3"/>
                </a:solidFill>
              </a:rPr>
              <a:t> sur les </a:t>
            </a:r>
            <a:r>
              <a:rPr lang="en-US" sz="2000" b="1" err="1">
                <a:solidFill>
                  <a:schemeClr val="accent3"/>
                </a:solidFill>
              </a:rPr>
              <a:t>arbres</a:t>
            </a:r>
            <a:r>
              <a:rPr lang="en-US" sz="2000" b="1">
                <a:solidFill>
                  <a:schemeClr val="accent3"/>
                </a:solidFill>
              </a:rPr>
              <a:t> de </a:t>
            </a:r>
            <a:r>
              <a:rPr lang="en-US" sz="2000" b="1" err="1">
                <a:solidFill>
                  <a:schemeClr val="accent3"/>
                </a:solidFill>
              </a:rPr>
              <a:t>décision</a:t>
            </a:r>
            <a:r>
              <a:rPr lang="en-US" sz="1400" b="1">
                <a:solidFill>
                  <a:schemeClr val="accent3"/>
                </a:solidFill>
              </a:rPr>
              <a:t> </a:t>
            </a:r>
            <a:r>
              <a:rPr lang="en-US" sz="2000" b="1">
                <a:solidFill>
                  <a:schemeClr val="accent3"/>
                </a:solidFill>
              </a:rPr>
              <a:t>#3</a:t>
            </a:r>
            <a:endParaRPr lang="en-US" sz="900">
              <a:solidFill>
                <a:schemeClr val="accent3"/>
              </a:solidFill>
              <a:ea typeface="Roboto"/>
              <a:cs typeface="Roboto"/>
            </a:endParaRPr>
          </a:p>
        </p:txBody>
      </p:sp>
      <p:sp>
        <p:nvSpPr>
          <p:cNvPr id="33" name="Inhaltsplatzhalter 4">
            <a:extLst>
              <a:ext uri="{FF2B5EF4-FFF2-40B4-BE49-F238E27FC236}">
                <a16:creationId xmlns:a16="http://schemas.microsoft.com/office/drawing/2014/main" id="{7AAF0273-265B-43F0-B97C-7EB87804115D}"/>
              </a:ext>
            </a:extLst>
          </p:cNvPr>
          <p:cNvSpPr txBox="1">
            <a:spLocks/>
          </p:cNvSpPr>
          <p:nvPr/>
        </p:nvSpPr>
        <p:spPr>
          <a:xfrm>
            <a:off x="4648199" y="3388810"/>
            <a:ext cx="4101163" cy="43781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Modèles</a:t>
            </a: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qui </a:t>
            </a: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utilisent</a:t>
            </a: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</a:t>
            </a: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une</a:t>
            </a: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structure </a:t>
            </a: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arborescente</a:t>
            </a: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</a:t>
            </a: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où</a:t>
            </a: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</a:t>
            </a: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chaque</a:t>
            </a: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</a:t>
            </a: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nœud</a:t>
            </a: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</a:t>
            </a: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représente</a:t>
            </a: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</a:t>
            </a: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une</a:t>
            </a: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</a:t>
            </a: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règle</a:t>
            </a: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de </a:t>
            </a: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décision</a:t>
            </a: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.</a:t>
            </a:r>
            <a:endParaRPr lang="fr-FR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2A821C-5C9E-917D-13CC-9FAC8227562E}"/>
              </a:ext>
            </a:extLst>
          </p:cNvPr>
          <p:cNvSpPr/>
          <p:nvPr/>
        </p:nvSpPr>
        <p:spPr bwMode="auto">
          <a:xfrm>
            <a:off x="-3362" y="4688116"/>
            <a:ext cx="9147088" cy="458746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fr-FR" dirty="0">
                <a:ea typeface="Roboto"/>
                <a:cs typeface="Roboto"/>
              </a:rPr>
              <a:t>10</a:t>
            </a:r>
          </a:p>
        </p:txBody>
      </p:sp>
      <p:cxnSp>
        <p:nvCxnSpPr>
          <p:cNvPr id="13" name="Straight Connector 30">
            <a:extLst>
              <a:ext uri="{FF2B5EF4-FFF2-40B4-BE49-F238E27FC236}">
                <a16:creationId xmlns:a16="http://schemas.microsoft.com/office/drawing/2014/main" id="{07A6B746-661F-84AA-840D-5395037D91E6}"/>
              </a:ext>
            </a:extLst>
          </p:cNvPr>
          <p:cNvCxnSpPr/>
          <p:nvPr/>
        </p:nvCxnSpPr>
        <p:spPr>
          <a:xfrm>
            <a:off x="4638854" y="4329210"/>
            <a:ext cx="1402080" cy="0"/>
          </a:xfrm>
          <a:prstGeom prst="line">
            <a:avLst/>
          </a:prstGeom>
          <a:ln w="57150">
            <a:solidFill>
              <a:srgbClr val="D8707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2">
            <a:extLst>
              <a:ext uri="{FF2B5EF4-FFF2-40B4-BE49-F238E27FC236}">
                <a16:creationId xmlns:a16="http://schemas.microsoft.com/office/drawing/2014/main" id="{FFF7C349-BDB9-C598-C631-6892FB60514A}"/>
              </a:ext>
            </a:extLst>
          </p:cNvPr>
          <p:cNvSpPr txBox="1">
            <a:spLocks/>
          </p:cNvSpPr>
          <p:nvPr/>
        </p:nvSpPr>
        <p:spPr>
          <a:xfrm>
            <a:off x="4646276" y="3958711"/>
            <a:ext cx="4494533" cy="30777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 err="1">
                <a:solidFill>
                  <a:schemeClr val="accent4"/>
                </a:solidFill>
              </a:rPr>
              <a:t>Basé</a:t>
            </a:r>
            <a:r>
              <a:rPr lang="en-US" sz="2000" b="1" dirty="0">
                <a:solidFill>
                  <a:schemeClr val="accent4"/>
                </a:solidFill>
              </a:rPr>
              <a:t> sur les ensemble de </a:t>
            </a:r>
            <a:r>
              <a:rPr lang="en-US" sz="2000" b="1" dirty="0" err="1">
                <a:solidFill>
                  <a:schemeClr val="accent4"/>
                </a:solidFill>
              </a:rPr>
              <a:t>modèles</a:t>
            </a:r>
            <a:r>
              <a:rPr lang="en-US" sz="2000" b="1" dirty="0">
                <a:solidFill>
                  <a:schemeClr val="accent3"/>
                </a:solidFill>
              </a:rPr>
              <a:t> </a:t>
            </a:r>
            <a:r>
              <a:rPr lang="en-US" sz="2000" b="1" dirty="0">
                <a:solidFill>
                  <a:srgbClr val="D8707C"/>
                </a:solidFill>
              </a:rPr>
              <a:t>#4</a:t>
            </a:r>
            <a:endParaRPr lang="en-US" sz="900" dirty="0">
              <a:solidFill>
                <a:srgbClr val="D8707C"/>
              </a:solidFill>
              <a:ea typeface="Roboto"/>
              <a:cs typeface="Roboto"/>
            </a:endParaRPr>
          </a:p>
        </p:txBody>
      </p:sp>
      <p:sp>
        <p:nvSpPr>
          <p:cNvPr id="34" name="Inhaltsplatzhalter 4">
            <a:extLst>
              <a:ext uri="{FF2B5EF4-FFF2-40B4-BE49-F238E27FC236}">
                <a16:creationId xmlns:a16="http://schemas.microsoft.com/office/drawing/2014/main" id="{F4BBE8EC-28C4-4C1B-30EE-88512406ABA0}"/>
              </a:ext>
            </a:extLst>
          </p:cNvPr>
          <p:cNvSpPr txBox="1">
            <a:spLocks/>
          </p:cNvSpPr>
          <p:nvPr/>
        </p:nvSpPr>
        <p:spPr>
          <a:xfrm>
            <a:off x="4638854" y="4371502"/>
            <a:ext cx="4101163" cy="43556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Méthodes qui combinent plusieurs modèles faibles pour améliorer la précision globale.</a:t>
            </a:r>
            <a:endParaRPr lang="fr-FR">
              <a:solidFill>
                <a:schemeClr val="tx1">
                  <a:lumMod val="75000"/>
                  <a:lumOff val="25000"/>
                </a:schemeClr>
              </a:solidFill>
              <a:latin typeface="Calibri Light"/>
              <a:ea typeface="Calibri Light"/>
              <a:cs typeface="Calibri Light"/>
            </a:endParaRPr>
          </a:p>
        </p:txBody>
      </p:sp>
      <p:grpSp>
        <p:nvGrpSpPr>
          <p:cNvPr id="37" name="Group 83">
            <a:extLst>
              <a:ext uri="{FF2B5EF4-FFF2-40B4-BE49-F238E27FC236}">
                <a16:creationId xmlns:a16="http://schemas.microsoft.com/office/drawing/2014/main" id="{CD0148E1-8996-9E19-B6C3-03DDE6CCFC72}"/>
              </a:ext>
            </a:extLst>
          </p:cNvPr>
          <p:cNvGrpSpPr/>
          <p:nvPr/>
        </p:nvGrpSpPr>
        <p:grpSpPr>
          <a:xfrm>
            <a:off x="390464" y="1226840"/>
            <a:ext cx="3444240" cy="3392572"/>
            <a:chOff x="4024341" y="-142603"/>
            <a:chExt cx="3444240" cy="3392572"/>
          </a:xfrm>
        </p:grpSpPr>
        <p:grpSp>
          <p:nvGrpSpPr>
            <p:cNvPr id="38" name="Group 49">
              <a:extLst>
                <a:ext uri="{FF2B5EF4-FFF2-40B4-BE49-F238E27FC236}">
                  <a16:creationId xmlns:a16="http://schemas.microsoft.com/office/drawing/2014/main" id="{6748978F-D959-CC00-0CB0-602B3403B300}"/>
                </a:ext>
              </a:extLst>
            </p:cNvPr>
            <p:cNvGrpSpPr/>
            <p:nvPr/>
          </p:nvGrpSpPr>
          <p:grpSpPr>
            <a:xfrm>
              <a:off x="4024341" y="-142603"/>
              <a:ext cx="3444240" cy="3392572"/>
              <a:chOff x="4024341" y="-142603"/>
              <a:chExt cx="1270001" cy="1250950"/>
            </a:xfrm>
            <a:solidFill>
              <a:schemeClr val="bg1">
                <a:lumMod val="95000"/>
                <a:alpha val="50000"/>
              </a:schemeClr>
            </a:solidFill>
          </p:grpSpPr>
          <p:sp>
            <p:nvSpPr>
              <p:cNvPr id="56" name="Freeform 28">
                <a:extLst>
                  <a:ext uri="{FF2B5EF4-FFF2-40B4-BE49-F238E27FC236}">
                    <a16:creationId xmlns:a16="http://schemas.microsoft.com/office/drawing/2014/main" id="{66A48015-464E-17B2-976C-1EF96DA1210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68804" y="3447"/>
                <a:ext cx="823913" cy="823913"/>
              </a:xfrm>
              <a:custGeom>
                <a:avLst/>
                <a:gdLst>
                  <a:gd name="T0" fmla="*/ 672 w 1344"/>
                  <a:gd name="T1" fmla="*/ 0 h 1344"/>
                  <a:gd name="T2" fmla="*/ 0 w 1344"/>
                  <a:gd name="T3" fmla="*/ 672 h 1344"/>
                  <a:gd name="T4" fmla="*/ 672 w 1344"/>
                  <a:gd name="T5" fmla="*/ 1344 h 1344"/>
                  <a:gd name="T6" fmla="*/ 1344 w 1344"/>
                  <a:gd name="T7" fmla="*/ 672 h 1344"/>
                  <a:gd name="T8" fmla="*/ 672 w 1344"/>
                  <a:gd name="T9" fmla="*/ 0 h 1344"/>
                  <a:gd name="T10" fmla="*/ 672 w 1344"/>
                  <a:gd name="T11" fmla="*/ 1280 h 1344"/>
                  <a:gd name="T12" fmla="*/ 64 w 1344"/>
                  <a:gd name="T13" fmla="*/ 672 h 1344"/>
                  <a:gd name="T14" fmla="*/ 672 w 1344"/>
                  <a:gd name="T15" fmla="*/ 64 h 1344"/>
                  <a:gd name="T16" fmla="*/ 1280 w 1344"/>
                  <a:gd name="T17" fmla="*/ 672 h 1344"/>
                  <a:gd name="T18" fmla="*/ 672 w 1344"/>
                  <a:gd name="T19" fmla="*/ 1280 h 1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44" h="1344">
                    <a:moveTo>
                      <a:pt x="672" y="0"/>
                    </a:moveTo>
                    <a:cubicBezTo>
                      <a:pt x="301" y="0"/>
                      <a:pt x="0" y="301"/>
                      <a:pt x="0" y="672"/>
                    </a:cubicBezTo>
                    <a:cubicBezTo>
                      <a:pt x="0" y="1043"/>
                      <a:pt x="301" y="1344"/>
                      <a:pt x="672" y="1344"/>
                    </a:cubicBezTo>
                    <a:cubicBezTo>
                      <a:pt x="1043" y="1344"/>
                      <a:pt x="1344" y="1043"/>
                      <a:pt x="1344" y="672"/>
                    </a:cubicBezTo>
                    <a:cubicBezTo>
                      <a:pt x="1344" y="301"/>
                      <a:pt x="1043" y="0"/>
                      <a:pt x="672" y="0"/>
                    </a:cubicBezTo>
                    <a:close/>
                    <a:moveTo>
                      <a:pt x="672" y="1280"/>
                    </a:moveTo>
                    <a:cubicBezTo>
                      <a:pt x="336" y="1280"/>
                      <a:pt x="64" y="1008"/>
                      <a:pt x="64" y="672"/>
                    </a:cubicBezTo>
                    <a:cubicBezTo>
                      <a:pt x="64" y="336"/>
                      <a:pt x="336" y="64"/>
                      <a:pt x="672" y="64"/>
                    </a:cubicBezTo>
                    <a:cubicBezTo>
                      <a:pt x="1008" y="64"/>
                      <a:pt x="1280" y="336"/>
                      <a:pt x="1280" y="672"/>
                    </a:cubicBezTo>
                    <a:cubicBezTo>
                      <a:pt x="1280" y="1008"/>
                      <a:pt x="1008" y="1280"/>
                      <a:pt x="672" y="12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57" name="Freeform 29">
                <a:extLst>
                  <a:ext uri="{FF2B5EF4-FFF2-40B4-BE49-F238E27FC236}">
                    <a16:creationId xmlns:a16="http://schemas.microsoft.com/office/drawing/2014/main" id="{AD10B6E8-AA1E-93D7-EBED-575D37E4306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24341" y="-142603"/>
                <a:ext cx="1270001" cy="1250950"/>
              </a:xfrm>
              <a:custGeom>
                <a:avLst/>
                <a:gdLst>
                  <a:gd name="T0" fmla="*/ 1552 w 2072"/>
                  <a:gd name="T1" fmla="*/ 1384 h 2040"/>
                  <a:gd name="T2" fmla="*/ 1384 w 2072"/>
                  <a:gd name="T3" fmla="*/ 263 h 2040"/>
                  <a:gd name="T4" fmla="*/ 264 w 2072"/>
                  <a:gd name="T5" fmla="*/ 431 h 2040"/>
                  <a:gd name="T6" fmla="*/ 431 w 2072"/>
                  <a:gd name="T7" fmla="*/ 1552 h 2040"/>
                  <a:gd name="T8" fmla="*/ 1420 w 2072"/>
                  <a:gd name="T9" fmla="*/ 1524 h 2040"/>
                  <a:gd name="T10" fmla="*/ 1897 w 2072"/>
                  <a:gd name="T11" fmla="*/ 2001 h 2040"/>
                  <a:gd name="T12" fmla="*/ 2033 w 2072"/>
                  <a:gd name="T13" fmla="*/ 2003 h 2040"/>
                  <a:gd name="T14" fmla="*/ 2035 w 2072"/>
                  <a:gd name="T15" fmla="*/ 1868 h 2040"/>
                  <a:gd name="T16" fmla="*/ 2033 w 2072"/>
                  <a:gd name="T17" fmla="*/ 1865 h 2040"/>
                  <a:gd name="T18" fmla="*/ 1552 w 2072"/>
                  <a:gd name="T19" fmla="*/ 1384 h 2040"/>
                  <a:gd name="T20" fmla="*/ 173 w 2072"/>
                  <a:gd name="T21" fmla="*/ 909 h 2040"/>
                  <a:gd name="T22" fmla="*/ 909 w 2072"/>
                  <a:gd name="T23" fmla="*/ 173 h 2040"/>
                  <a:gd name="T24" fmla="*/ 1645 w 2072"/>
                  <a:gd name="T25" fmla="*/ 909 h 2040"/>
                  <a:gd name="T26" fmla="*/ 909 w 2072"/>
                  <a:gd name="T27" fmla="*/ 1645 h 2040"/>
                  <a:gd name="T28" fmla="*/ 173 w 2072"/>
                  <a:gd name="T29" fmla="*/ 909 h 2040"/>
                  <a:gd name="T30" fmla="*/ 1987 w 2072"/>
                  <a:gd name="T31" fmla="*/ 1956 h 2040"/>
                  <a:gd name="T32" fmla="*/ 1943 w 2072"/>
                  <a:gd name="T33" fmla="*/ 1956 h 2040"/>
                  <a:gd name="T34" fmla="*/ 1468 w 2072"/>
                  <a:gd name="T35" fmla="*/ 1481 h 2040"/>
                  <a:gd name="T36" fmla="*/ 1511 w 2072"/>
                  <a:gd name="T37" fmla="*/ 1434 h 2040"/>
                  <a:gd name="T38" fmla="*/ 1987 w 2072"/>
                  <a:gd name="T39" fmla="*/ 1911 h 2040"/>
                  <a:gd name="T40" fmla="*/ 1997 w 2072"/>
                  <a:gd name="T41" fmla="*/ 1933 h 2040"/>
                  <a:gd name="T42" fmla="*/ 1987 w 2072"/>
                  <a:gd name="T43" fmla="*/ 1956 h 20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072" h="2040">
                    <a:moveTo>
                      <a:pt x="1552" y="1384"/>
                    </a:moveTo>
                    <a:cubicBezTo>
                      <a:pt x="1815" y="1028"/>
                      <a:pt x="1740" y="527"/>
                      <a:pt x="1384" y="263"/>
                    </a:cubicBezTo>
                    <a:cubicBezTo>
                      <a:pt x="1029" y="0"/>
                      <a:pt x="527" y="75"/>
                      <a:pt x="264" y="431"/>
                    </a:cubicBezTo>
                    <a:cubicBezTo>
                      <a:pt x="0" y="787"/>
                      <a:pt x="75" y="1289"/>
                      <a:pt x="431" y="1552"/>
                    </a:cubicBezTo>
                    <a:cubicBezTo>
                      <a:pt x="728" y="1771"/>
                      <a:pt x="1136" y="1760"/>
                      <a:pt x="1420" y="1524"/>
                    </a:cubicBezTo>
                    <a:cubicBezTo>
                      <a:pt x="1897" y="2001"/>
                      <a:pt x="1897" y="2001"/>
                      <a:pt x="1897" y="2001"/>
                    </a:cubicBezTo>
                    <a:cubicBezTo>
                      <a:pt x="1934" y="2039"/>
                      <a:pt x="1994" y="2040"/>
                      <a:pt x="2033" y="2003"/>
                    </a:cubicBezTo>
                    <a:cubicBezTo>
                      <a:pt x="2071" y="1966"/>
                      <a:pt x="2072" y="1906"/>
                      <a:pt x="2035" y="1868"/>
                    </a:cubicBezTo>
                    <a:cubicBezTo>
                      <a:pt x="2034" y="1867"/>
                      <a:pt x="2033" y="1866"/>
                      <a:pt x="2033" y="1865"/>
                    </a:cubicBezTo>
                    <a:lnTo>
                      <a:pt x="1552" y="1384"/>
                    </a:lnTo>
                    <a:close/>
                    <a:moveTo>
                      <a:pt x="173" y="909"/>
                    </a:moveTo>
                    <a:cubicBezTo>
                      <a:pt x="173" y="503"/>
                      <a:pt x="503" y="173"/>
                      <a:pt x="909" y="173"/>
                    </a:cubicBezTo>
                    <a:cubicBezTo>
                      <a:pt x="1315" y="173"/>
                      <a:pt x="1645" y="503"/>
                      <a:pt x="1645" y="909"/>
                    </a:cubicBezTo>
                    <a:cubicBezTo>
                      <a:pt x="1645" y="1315"/>
                      <a:pt x="1315" y="1645"/>
                      <a:pt x="909" y="1645"/>
                    </a:cubicBezTo>
                    <a:cubicBezTo>
                      <a:pt x="503" y="1645"/>
                      <a:pt x="173" y="1315"/>
                      <a:pt x="173" y="909"/>
                    </a:cubicBezTo>
                    <a:close/>
                    <a:moveTo>
                      <a:pt x="1987" y="1956"/>
                    </a:moveTo>
                    <a:cubicBezTo>
                      <a:pt x="1975" y="1968"/>
                      <a:pt x="1955" y="1968"/>
                      <a:pt x="1943" y="1956"/>
                    </a:cubicBezTo>
                    <a:cubicBezTo>
                      <a:pt x="1468" y="1481"/>
                      <a:pt x="1468" y="1481"/>
                      <a:pt x="1468" y="1481"/>
                    </a:cubicBezTo>
                    <a:cubicBezTo>
                      <a:pt x="1483" y="1466"/>
                      <a:pt x="1497" y="1450"/>
                      <a:pt x="1511" y="1434"/>
                    </a:cubicBezTo>
                    <a:cubicBezTo>
                      <a:pt x="1987" y="1911"/>
                      <a:pt x="1987" y="1911"/>
                      <a:pt x="1987" y="1911"/>
                    </a:cubicBezTo>
                    <a:cubicBezTo>
                      <a:pt x="1994" y="1916"/>
                      <a:pt x="1997" y="1925"/>
                      <a:pt x="1997" y="1933"/>
                    </a:cubicBezTo>
                    <a:cubicBezTo>
                      <a:pt x="1997" y="1942"/>
                      <a:pt x="1994" y="1950"/>
                      <a:pt x="1987" y="19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58" name="Freeform 30">
                <a:extLst>
                  <a:ext uri="{FF2B5EF4-FFF2-40B4-BE49-F238E27FC236}">
                    <a16:creationId xmlns:a16="http://schemas.microsoft.com/office/drawing/2014/main" id="{DA89A491-DADC-2271-8082-0E6FAED0207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65654" y="317772"/>
                <a:ext cx="117475" cy="234950"/>
              </a:xfrm>
              <a:custGeom>
                <a:avLst/>
                <a:gdLst>
                  <a:gd name="T0" fmla="*/ 32 w 192"/>
                  <a:gd name="T1" fmla="*/ 384 h 384"/>
                  <a:gd name="T2" fmla="*/ 160 w 192"/>
                  <a:gd name="T3" fmla="*/ 384 h 384"/>
                  <a:gd name="T4" fmla="*/ 192 w 192"/>
                  <a:gd name="T5" fmla="*/ 352 h 384"/>
                  <a:gd name="T6" fmla="*/ 192 w 192"/>
                  <a:gd name="T7" fmla="*/ 32 h 384"/>
                  <a:gd name="T8" fmla="*/ 160 w 192"/>
                  <a:gd name="T9" fmla="*/ 0 h 384"/>
                  <a:gd name="T10" fmla="*/ 32 w 192"/>
                  <a:gd name="T11" fmla="*/ 0 h 384"/>
                  <a:gd name="T12" fmla="*/ 0 w 192"/>
                  <a:gd name="T13" fmla="*/ 32 h 384"/>
                  <a:gd name="T14" fmla="*/ 0 w 192"/>
                  <a:gd name="T15" fmla="*/ 352 h 384"/>
                  <a:gd name="T16" fmla="*/ 32 w 192"/>
                  <a:gd name="T17" fmla="*/ 384 h 384"/>
                  <a:gd name="T18" fmla="*/ 64 w 192"/>
                  <a:gd name="T19" fmla="*/ 64 h 384"/>
                  <a:gd name="T20" fmla="*/ 128 w 192"/>
                  <a:gd name="T21" fmla="*/ 64 h 384"/>
                  <a:gd name="T22" fmla="*/ 128 w 192"/>
                  <a:gd name="T23" fmla="*/ 320 h 384"/>
                  <a:gd name="T24" fmla="*/ 64 w 192"/>
                  <a:gd name="T25" fmla="*/ 320 h 384"/>
                  <a:gd name="T26" fmla="*/ 64 w 192"/>
                  <a:gd name="T27" fmla="*/ 6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92" h="384">
                    <a:moveTo>
                      <a:pt x="32" y="384"/>
                    </a:moveTo>
                    <a:cubicBezTo>
                      <a:pt x="160" y="384"/>
                      <a:pt x="160" y="384"/>
                      <a:pt x="160" y="384"/>
                    </a:cubicBezTo>
                    <a:cubicBezTo>
                      <a:pt x="178" y="384"/>
                      <a:pt x="192" y="370"/>
                      <a:pt x="192" y="352"/>
                    </a:cubicBezTo>
                    <a:cubicBezTo>
                      <a:pt x="192" y="32"/>
                      <a:pt x="192" y="32"/>
                      <a:pt x="192" y="32"/>
                    </a:cubicBezTo>
                    <a:cubicBezTo>
                      <a:pt x="192" y="14"/>
                      <a:pt x="178" y="0"/>
                      <a:pt x="160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14" y="0"/>
                      <a:pt x="0" y="14"/>
                      <a:pt x="0" y="32"/>
                    </a:cubicBezTo>
                    <a:cubicBezTo>
                      <a:pt x="0" y="352"/>
                      <a:pt x="0" y="352"/>
                      <a:pt x="0" y="352"/>
                    </a:cubicBezTo>
                    <a:cubicBezTo>
                      <a:pt x="0" y="370"/>
                      <a:pt x="14" y="384"/>
                      <a:pt x="32" y="384"/>
                    </a:cubicBezTo>
                    <a:close/>
                    <a:moveTo>
                      <a:pt x="64" y="64"/>
                    </a:moveTo>
                    <a:cubicBezTo>
                      <a:pt x="128" y="64"/>
                      <a:pt x="128" y="64"/>
                      <a:pt x="128" y="64"/>
                    </a:cubicBezTo>
                    <a:cubicBezTo>
                      <a:pt x="128" y="320"/>
                      <a:pt x="128" y="320"/>
                      <a:pt x="128" y="320"/>
                    </a:cubicBezTo>
                    <a:cubicBezTo>
                      <a:pt x="64" y="320"/>
                      <a:pt x="64" y="320"/>
                      <a:pt x="64" y="320"/>
                    </a:cubicBezTo>
                    <a:lnTo>
                      <a:pt x="64" y="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59" name="Freeform 31">
                <a:extLst>
                  <a:ext uri="{FF2B5EF4-FFF2-40B4-BE49-F238E27FC236}">
                    <a16:creationId xmlns:a16="http://schemas.microsoft.com/office/drawing/2014/main" id="{82876647-7B3B-B2BE-85BE-1C16AA0AE14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22817" y="278084"/>
                <a:ext cx="117475" cy="274638"/>
              </a:xfrm>
              <a:custGeom>
                <a:avLst/>
                <a:gdLst>
                  <a:gd name="T0" fmla="*/ 32 w 192"/>
                  <a:gd name="T1" fmla="*/ 448 h 448"/>
                  <a:gd name="T2" fmla="*/ 160 w 192"/>
                  <a:gd name="T3" fmla="*/ 448 h 448"/>
                  <a:gd name="T4" fmla="*/ 192 w 192"/>
                  <a:gd name="T5" fmla="*/ 416 h 448"/>
                  <a:gd name="T6" fmla="*/ 192 w 192"/>
                  <a:gd name="T7" fmla="*/ 32 h 448"/>
                  <a:gd name="T8" fmla="*/ 160 w 192"/>
                  <a:gd name="T9" fmla="*/ 0 h 448"/>
                  <a:gd name="T10" fmla="*/ 32 w 192"/>
                  <a:gd name="T11" fmla="*/ 0 h 448"/>
                  <a:gd name="T12" fmla="*/ 0 w 192"/>
                  <a:gd name="T13" fmla="*/ 32 h 448"/>
                  <a:gd name="T14" fmla="*/ 0 w 192"/>
                  <a:gd name="T15" fmla="*/ 416 h 448"/>
                  <a:gd name="T16" fmla="*/ 32 w 192"/>
                  <a:gd name="T17" fmla="*/ 448 h 448"/>
                  <a:gd name="T18" fmla="*/ 64 w 192"/>
                  <a:gd name="T19" fmla="*/ 64 h 448"/>
                  <a:gd name="T20" fmla="*/ 128 w 192"/>
                  <a:gd name="T21" fmla="*/ 64 h 448"/>
                  <a:gd name="T22" fmla="*/ 128 w 192"/>
                  <a:gd name="T23" fmla="*/ 384 h 448"/>
                  <a:gd name="T24" fmla="*/ 64 w 192"/>
                  <a:gd name="T25" fmla="*/ 384 h 448"/>
                  <a:gd name="T26" fmla="*/ 64 w 192"/>
                  <a:gd name="T27" fmla="*/ 64 h 4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92" h="448">
                    <a:moveTo>
                      <a:pt x="32" y="448"/>
                    </a:moveTo>
                    <a:cubicBezTo>
                      <a:pt x="160" y="448"/>
                      <a:pt x="160" y="448"/>
                      <a:pt x="160" y="448"/>
                    </a:cubicBezTo>
                    <a:cubicBezTo>
                      <a:pt x="178" y="448"/>
                      <a:pt x="192" y="434"/>
                      <a:pt x="192" y="416"/>
                    </a:cubicBezTo>
                    <a:cubicBezTo>
                      <a:pt x="192" y="32"/>
                      <a:pt x="192" y="32"/>
                      <a:pt x="192" y="32"/>
                    </a:cubicBezTo>
                    <a:cubicBezTo>
                      <a:pt x="192" y="14"/>
                      <a:pt x="178" y="0"/>
                      <a:pt x="160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14" y="0"/>
                      <a:pt x="0" y="14"/>
                      <a:pt x="0" y="32"/>
                    </a:cubicBezTo>
                    <a:cubicBezTo>
                      <a:pt x="0" y="416"/>
                      <a:pt x="0" y="416"/>
                      <a:pt x="0" y="416"/>
                    </a:cubicBezTo>
                    <a:cubicBezTo>
                      <a:pt x="0" y="434"/>
                      <a:pt x="14" y="448"/>
                      <a:pt x="32" y="448"/>
                    </a:cubicBezTo>
                    <a:close/>
                    <a:moveTo>
                      <a:pt x="64" y="64"/>
                    </a:moveTo>
                    <a:cubicBezTo>
                      <a:pt x="128" y="64"/>
                      <a:pt x="128" y="64"/>
                      <a:pt x="128" y="64"/>
                    </a:cubicBezTo>
                    <a:cubicBezTo>
                      <a:pt x="128" y="384"/>
                      <a:pt x="128" y="384"/>
                      <a:pt x="128" y="384"/>
                    </a:cubicBezTo>
                    <a:cubicBezTo>
                      <a:pt x="64" y="384"/>
                      <a:pt x="64" y="384"/>
                      <a:pt x="64" y="384"/>
                    </a:cubicBezTo>
                    <a:lnTo>
                      <a:pt x="64" y="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60" name="Freeform 32">
                <a:extLst>
                  <a:ext uri="{FF2B5EF4-FFF2-40B4-BE49-F238E27FC236}">
                    <a16:creationId xmlns:a16="http://schemas.microsoft.com/office/drawing/2014/main" id="{7705C380-1B5B-E7A0-F98B-8FC3FE1E479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78392" y="238397"/>
                <a:ext cx="117475" cy="314325"/>
              </a:xfrm>
              <a:custGeom>
                <a:avLst/>
                <a:gdLst>
                  <a:gd name="T0" fmla="*/ 160 w 192"/>
                  <a:gd name="T1" fmla="*/ 0 h 512"/>
                  <a:gd name="T2" fmla="*/ 32 w 192"/>
                  <a:gd name="T3" fmla="*/ 0 h 512"/>
                  <a:gd name="T4" fmla="*/ 0 w 192"/>
                  <a:gd name="T5" fmla="*/ 32 h 512"/>
                  <a:gd name="T6" fmla="*/ 0 w 192"/>
                  <a:gd name="T7" fmla="*/ 480 h 512"/>
                  <a:gd name="T8" fmla="*/ 32 w 192"/>
                  <a:gd name="T9" fmla="*/ 512 h 512"/>
                  <a:gd name="T10" fmla="*/ 160 w 192"/>
                  <a:gd name="T11" fmla="*/ 512 h 512"/>
                  <a:gd name="T12" fmla="*/ 192 w 192"/>
                  <a:gd name="T13" fmla="*/ 480 h 512"/>
                  <a:gd name="T14" fmla="*/ 192 w 192"/>
                  <a:gd name="T15" fmla="*/ 32 h 512"/>
                  <a:gd name="T16" fmla="*/ 160 w 192"/>
                  <a:gd name="T17" fmla="*/ 0 h 512"/>
                  <a:gd name="T18" fmla="*/ 128 w 192"/>
                  <a:gd name="T19" fmla="*/ 448 h 512"/>
                  <a:gd name="T20" fmla="*/ 64 w 192"/>
                  <a:gd name="T21" fmla="*/ 448 h 512"/>
                  <a:gd name="T22" fmla="*/ 64 w 192"/>
                  <a:gd name="T23" fmla="*/ 64 h 512"/>
                  <a:gd name="T24" fmla="*/ 128 w 192"/>
                  <a:gd name="T25" fmla="*/ 64 h 512"/>
                  <a:gd name="T26" fmla="*/ 128 w 192"/>
                  <a:gd name="T27" fmla="*/ 448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92" h="512">
                    <a:moveTo>
                      <a:pt x="160" y="0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14" y="0"/>
                      <a:pt x="0" y="14"/>
                      <a:pt x="0" y="32"/>
                    </a:cubicBezTo>
                    <a:cubicBezTo>
                      <a:pt x="0" y="480"/>
                      <a:pt x="0" y="480"/>
                      <a:pt x="0" y="480"/>
                    </a:cubicBezTo>
                    <a:cubicBezTo>
                      <a:pt x="0" y="498"/>
                      <a:pt x="14" y="512"/>
                      <a:pt x="32" y="512"/>
                    </a:cubicBezTo>
                    <a:cubicBezTo>
                      <a:pt x="160" y="512"/>
                      <a:pt x="160" y="512"/>
                      <a:pt x="160" y="512"/>
                    </a:cubicBezTo>
                    <a:cubicBezTo>
                      <a:pt x="178" y="512"/>
                      <a:pt x="192" y="498"/>
                      <a:pt x="192" y="480"/>
                    </a:cubicBezTo>
                    <a:cubicBezTo>
                      <a:pt x="192" y="32"/>
                      <a:pt x="192" y="32"/>
                      <a:pt x="192" y="32"/>
                    </a:cubicBezTo>
                    <a:cubicBezTo>
                      <a:pt x="192" y="14"/>
                      <a:pt x="178" y="0"/>
                      <a:pt x="160" y="0"/>
                    </a:cubicBezTo>
                    <a:close/>
                    <a:moveTo>
                      <a:pt x="128" y="448"/>
                    </a:moveTo>
                    <a:cubicBezTo>
                      <a:pt x="64" y="448"/>
                      <a:pt x="64" y="448"/>
                      <a:pt x="64" y="448"/>
                    </a:cubicBezTo>
                    <a:cubicBezTo>
                      <a:pt x="64" y="64"/>
                      <a:pt x="64" y="64"/>
                      <a:pt x="64" y="64"/>
                    </a:cubicBezTo>
                    <a:cubicBezTo>
                      <a:pt x="128" y="64"/>
                      <a:pt x="128" y="64"/>
                      <a:pt x="128" y="64"/>
                    </a:cubicBezTo>
                    <a:lnTo>
                      <a:pt x="128" y="44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61" name="Freeform 33">
                <a:extLst>
                  <a:ext uri="{FF2B5EF4-FFF2-40B4-BE49-F238E27FC236}">
                    <a16:creationId xmlns:a16="http://schemas.microsoft.com/office/drawing/2014/main" id="{D5DC95BB-C4DD-401F-34E4-CA2AC0675D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38742" y="-36241"/>
                <a:ext cx="131763" cy="93663"/>
              </a:xfrm>
              <a:custGeom>
                <a:avLst/>
                <a:gdLst>
                  <a:gd name="T0" fmla="*/ 132 w 215"/>
                  <a:gd name="T1" fmla="*/ 64 h 151"/>
                  <a:gd name="T2" fmla="*/ 215 w 215"/>
                  <a:gd name="T3" fmla="*/ 64 h 151"/>
                  <a:gd name="T4" fmla="*/ 215 w 215"/>
                  <a:gd name="T5" fmla="*/ 0 h 151"/>
                  <a:gd name="T6" fmla="*/ 119 w 215"/>
                  <a:gd name="T7" fmla="*/ 0 h 151"/>
                  <a:gd name="T8" fmla="*/ 96 w 215"/>
                  <a:gd name="T9" fmla="*/ 9 h 151"/>
                  <a:gd name="T10" fmla="*/ 0 w 215"/>
                  <a:gd name="T11" fmla="*/ 105 h 151"/>
                  <a:gd name="T12" fmla="*/ 46 w 215"/>
                  <a:gd name="T13" fmla="*/ 151 h 151"/>
                  <a:gd name="T14" fmla="*/ 132 w 215"/>
                  <a:gd name="T15" fmla="*/ 64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5" h="151">
                    <a:moveTo>
                      <a:pt x="132" y="64"/>
                    </a:moveTo>
                    <a:cubicBezTo>
                      <a:pt x="215" y="64"/>
                      <a:pt x="215" y="64"/>
                      <a:pt x="215" y="64"/>
                    </a:cubicBezTo>
                    <a:cubicBezTo>
                      <a:pt x="215" y="0"/>
                      <a:pt x="215" y="0"/>
                      <a:pt x="215" y="0"/>
                    </a:cubicBezTo>
                    <a:cubicBezTo>
                      <a:pt x="119" y="0"/>
                      <a:pt x="119" y="0"/>
                      <a:pt x="119" y="0"/>
                    </a:cubicBezTo>
                    <a:cubicBezTo>
                      <a:pt x="111" y="0"/>
                      <a:pt x="102" y="3"/>
                      <a:pt x="96" y="9"/>
                    </a:cubicBezTo>
                    <a:cubicBezTo>
                      <a:pt x="0" y="105"/>
                      <a:pt x="0" y="105"/>
                      <a:pt x="0" y="105"/>
                    </a:cubicBezTo>
                    <a:cubicBezTo>
                      <a:pt x="46" y="151"/>
                      <a:pt x="46" y="151"/>
                      <a:pt x="46" y="151"/>
                    </a:cubicBezTo>
                    <a:lnTo>
                      <a:pt x="132" y="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6565ACCB-7E57-00CE-339A-D3BABADCBA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10192" y="-36241"/>
                <a:ext cx="176213" cy="396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04C13388-AAD9-F9E7-CFD5-24E1A8B301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10192" y="43134"/>
                <a:ext cx="39688" cy="381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20E7E16E-E55B-43A2-617A-BBD2B2AEAC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9567" y="43134"/>
                <a:ext cx="96838" cy="381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1A0DBDE2-0A04-1F0E-1F6D-99291CF5C7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10192" y="120922"/>
                <a:ext cx="176213" cy="396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66" name="Freeform 38">
                <a:extLst>
                  <a:ext uri="{FF2B5EF4-FFF2-40B4-BE49-F238E27FC236}">
                    <a16:creationId xmlns:a16="http://schemas.microsoft.com/office/drawing/2014/main" id="{070E691B-EB56-230A-7C1D-1891A7602B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5967" y="970234"/>
                <a:ext cx="131763" cy="93663"/>
              </a:xfrm>
              <a:custGeom>
                <a:avLst/>
                <a:gdLst>
                  <a:gd name="T0" fmla="*/ 83 w 215"/>
                  <a:gd name="T1" fmla="*/ 87 h 151"/>
                  <a:gd name="T2" fmla="*/ 0 w 215"/>
                  <a:gd name="T3" fmla="*/ 87 h 151"/>
                  <a:gd name="T4" fmla="*/ 0 w 215"/>
                  <a:gd name="T5" fmla="*/ 151 h 151"/>
                  <a:gd name="T6" fmla="*/ 96 w 215"/>
                  <a:gd name="T7" fmla="*/ 151 h 151"/>
                  <a:gd name="T8" fmla="*/ 119 w 215"/>
                  <a:gd name="T9" fmla="*/ 142 h 151"/>
                  <a:gd name="T10" fmla="*/ 215 w 215"/>
                  <a:gd name="T11" fmla="*/ 46 h 151"/>
                  <a:gd name="T12" fmla="*/ 169 w 215"/>
                  <a:gd name="T13" fmla="*/ 0 h 151"/>
                  <a:gd name="T14" fmla="*/ 83 w 215"/>
                  <a:gd name="T15" fmla="*/ 87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5" h="151">
                    <a:moveTo>
                      <a:pt x="83" y="87"/>
                    </a:moveTo>
                    <a:cubicBezTo>
                      <a:pt x="0" y="87"/>
                      <a:pt x="0" y="87"/>
                      <a:pt x="0" y="87"/>
                    </a:cubicBezTo>
                    <a:cubicBezTo>
                      <a:pt x="0" y="151"/>
                      <a:pt x="0" y="151"/>
                      <a:pt x="0" y="151"/>
                    </a:cubicBezTo>
                    <a:cubicBezTo>
                      <a:pt x="96" y="151"/>
                      <a:pt x="96" y="151"/>
                      <a:pt x="96" y="151"/>
                    </a:cubicBezTo>
                    <a:cubicBezTo>
                      <a:pt x="104" y="151"/>
                      <a:pt x="113" y="148"/>
                      <a:pt x="119" y="142"/>
                    </a:cubicBezTo>
                    <a:cubicBezTo>
                      <a:pt x="215" y="46"/>
                      <a:pt x="215" y="46"/>
                      <a:pt x="215" y="46"/>
                    </a:cubicBezTo>
                    <a:cubicBezTo>
                      <a:pt x="169" y="0"/>
                      <a:pt x="169" y="0"/>
                      <a:pt x="169" y="0"/>
                    </a:cubicBezTo>
                    <a:lnTo>
                      <a:pt x="83" y="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2C075E5E-8190-972C-DD79-01B484D544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0067" y="1024209"/>
                <a:ext cx="176213" cy="396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5A72F65F-278E-A92B-8F57-870FF62FF4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8179" y="944834"/>
                <a:ext cx="38100" cy="396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DFAF8105-8CE9-EE64-8ACC-46BC9DFC48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0067" y="944834"/>
                <a:ext cx="98425" cy="396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3319A887-0F70-BE74-4F97-761B9ED86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0067" y="867047"/>
                <a:ext cx="176213" cy="396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55574A27-8210-CC68-513D-41F2713669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5654" y="592409"/>
                <a:ext cx="430213" cy="396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grpSp>
          <p:nvGrpSpPr>
            <p:cNvPr id="39" name="Group 50">
              <a:extLst>
                <a:ext uri="{FF2B5EF4-FFF2-40B4-BE49-F238E27FC236}">
                  <a16:creationId xmlns:a16="http://schemas.microsoft.com/office/drawing/2014/main" id="{18065442-2D7B-6801-0DE1-A404C8F7642C}"/>
                </a:ext>
              </a:extLst>
            </p:cNvPr>
            <p:cNvGrpSpPr/>
            <p:nvPr/>
          </p:nvGrpSpPr>
          <p:grpSpPr>
            <a:xfrm>
              <a:off x="4566910" y="360495"/>
              <a:ext cx="2271120" cy="2237050"/>
              <a:chOff x="4566910" y="360495"/>
              <a:chExt cx="1270001" cy="1250950"/>
            </a:xfrm>
            <a:solidFill>
              <a:schemeClr val="accent4"/>
            </a:solidFill>
          </p:grpSpPr>
          <p:sp>
            <p:nvSpPr>
              <p:cNvPr id="40" name="Freeform 28">
                <a:extLst>
                  <a:ext uri="{FF2B5EF4-FFF2-40B4-BE49-F238E27FC236}">
                    <a16:creationId xmlns:a16="http://schemas.microsoft.com/office/drawing/2014/main" id="{11CC5EF7-5180-A3EE-0E62-6FE4955DD1A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11373" y="506545"/>
                <a:ext cx="823913" cy="823913"/>
              </a:xfrm>
              <a:custGeom>
                <a:avLst/>
                <a:gdLst>
                  <a:gd name="T0" fmla="*/ 672 w 1344"/>
                  <a:gd name="T1" fmla="*/ 0 h 1344"/>
                  <a:gd name="T2" fmla="*/ 0 w 1344"/>
                  <a:gd name="T3" fmla="*/ 672 h 1344"/>
                  <a:gd name="T4" fmla="*/ 672 w 1344"/>
                  <a:gd name="T5" fmla="*/ 1344 h 1344"/>
                  <a:gd name="T6" fmla="*/ 1344 w 1344"/>
                  <a:gd name="T7" fmla="*/ 672 h 1344"/>
                  <a:gd name="T8" fmla="*/ 672 w 1344"/>
                  <a:gd name="T9" fmla="*/ 0 h 1344"/>
                  <a:gd name="T10" fmla="*/ 672 w 1344"/>
                  <a:gd name="T11" fmla="*/ 1280 h 1344"/>
                  <a:gd name="T12" fmla="*/ 64 w 1344"/>
                  <a:gd name="T13" fmla="*/ 672 h 1344"/>
                  <a:gd name="T14" fmla="*/ 672 w 1344"/>
                  <a:gd name="T15" fmla="*/ 64 h 1344"/>
                  <a:gd name="T16" fmla="*/ 1280 w 1344"/>
                  <a:gd name="T17" fmla="*/ 672 h 1344"/>
                  <a:gd name="T18" fmla="*/ 672 w 1344"/>
                  <a:gd name="T19" fmla="*/ 1280 h 1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44" h="1344">
                    <a:moveTo>
                      <a:pt x="672" y="0"/>
                    </a:moveTo>
                    <a:cubicBezTo>
                      <a:pt x="301" y="0"/>
                      <a:pt x="0" y="301"/>
                      <a:pt x="0" y="672"/>
                    </a:cubicBezTo>
                    <a:cubicBezTo>
                      <a:pt x="0" y="1043"/>
                      <a:pt x="301" y="1344"/>
                      <a:pt x="672" y="1344"/>
                    </a:cubicBezTo>
                    <a:cubicBezTo>
                      <a:pt x="1043" y="1344"/>
                      <a:pt x="1344" y="1043"/>
                      <a:pt x="1344" y="672"/>
                    </a:cubicBezTo>
                    <a:cubicBezTo>
                      <a:pt x="1344" y="301"/>
                      <a:pt x="1043" y="0"/>
                      <a:pt x="672" y="0"/>
                    </a:cubicBezTo>
                    <a:close/>
                    <a:moveTo>
                      <a:pt x="672" y="1280"/>
                    </a:moveTo>
                    <a:cubicBezTo>
                      <a:pt x="336" y="1280"/>
                      <a:pt x="64" y="1008"/>
                      <a:pt x="64" y="672"/>
                    </a:cubicBezTo>
                    <a:cubicBezTo>
                      <a:pt x="64" y="336"/>
                      <a:pt x="336" y="64"/>
                      <a:pt x="672" y="64"/>
                    </a:cubicBezTo>
                    <a:cubicBezTo>
                      <a:pt x="1008" y="64"/>
                      <a:pt x="1280" y="336"/>
                      <a:pt x="1280" y="672"/>
                    </a:cubicBezTo>
                    <a:cubicBezTo>
                      <a:pt x="1280" y="1008"/>
                      <a:pt x="1008" y="1280"/>
                      <a:pt x="672" y="12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41" name="Freeform 29">
                <a:extLst>
                  <a:ext uri="{FF2B5EF4-FFF2-40B4-BE49-F238E27FC236}">
                    <a16:creationId xmlns:a16="http://schemas.microsoft.com/office/drawing/2014/main" id="{D33498F6-40F2-0125-A35F-E4DF010D7B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66910" y="360495"/>
                <a:ext cx="1270001" cy="1250950"/>
              </a:xfrm>
              <a:custGeom>
                <a:avLst/>
                <a:gdLst>
                  <a:gd name="T0" fmla="*/ 1552 w 2072"/>
                  <a:gd name="T1" fmla="*/ 1384 h 2040"/>
                  <a:gd name="T2" fmla="*/ 1384 w 2072"/>
                  <a:gd name="T3" fmla="*/ 263 h 2040"/>
                  <a:gd name="T4" fmla="*/ 264 w 2072"/>
                  <a:gd name="T5" fmla="*/ 431 h 2040"/>
                  <a:gd name="T6" fmla="*/ 431 w 2072"/>
                  <a:gd name="T7" fmla="*/ 1552 h 2040"/>
                  <a:gd name="T8" fmla="*/ 1420 w 2072"/>
                  <a:gd name="T9" fmla="*/ 1524 h 2040"/>
                  <a:gd name="T10" fmla="*/ 1897 w 2072"/>
                  <a:gd name="T11" fmla="*/ 2001 h 2040"/>
                  <a:gd name="T12" fmla="*/ 2033 w 2072"/>
                  <a:gd name="T13" fmla="*/ 2003 h 2040"/>
                  <a:gd name="T14" fmla="*/ 2035 w 2072"/>
                  <a:gd name="T15" fmla="*/ 1868 h 2040"/>
                  <a:gd name="T16" fmla="*/ 2033 w 2072"/>
                  <a:gd name="T17" fmla="*/ 1865 h 2040"/>
                  <a:gd name="T18" fmla="*/ 1552 w 2072"/>
                  <a:gd name="T19" fmla="*/ 1384 h 2040"/>
                  <a:gd name="T20" fmla="*/ 173 w 2072"/>
                  <a:gd name="T21" fmla="*/ 909 h 2040"/>
                  <a:gd name="T22" fmla="*/ 909 w 2072"/>
                  <a:gd name="T23" fmla="*/ 173 h 2040"/>
                  <a:gd name="T24" fmla="*/ 1645 w 2072"/>
                  <a:gd name="T25" fmla="*/ 909 h 2040"/>
                  <a:gd name="T26" fmla="*/ 909 w 2072"/>
                  <a:gd name="T27" fmla="*/ 1645 h 2040"/>
                  <a:gd name="T28" fmla="*/ 173 w 2072"/>
                  <a:gd name="T29" fmla="*/ 909 h 2040"/>
                  <a:gd name="T30" fmla="*/ 1987 w 2072"/>
                  <a:gd name="T31" fmla="*/ 1956 h 2040"/>
                  <a:gd name="T32" fmla="*/ 1943 w 2072"/>
                  <a:gd name="T33" fmla="*/ 1956 h 2040"/>
                  <a:gd name="T34" fmla="*/ 1468 w 2072"/>
                  <a:gd name="T35" fmla="*/ 1481 h 2040"/>
                  <a:gd name="T36" fmla="*/ 1511 w 2072"/>
                  <a:gd name="T37" fmla="*/ 1434 h 2040"/>
                  <a:gd name="T38" fmla="*/ 1987 w 2072"/>
                  <a:gd name="T39" fmla="*/ 1911 h 2040"/>
                  <a:gd name="T40" fmla="*/ 1997 w 2072"/>
                  <a:gd name="T41" fmla="*/ 1933 h 2040"/>
                  <a:gd name="T42" fmla="*/ 1987 w 2072"/>
                  <a:gd name="T43" fmla="*/ 1956 h 20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072" h="2040">
                    <a:moveTo>
                      <a:pt x="1552" y="1384"/>
                    </a:moveTo>
                    <a:cubicBezTo>
                      <a:pt x="1815" y="1028"/>
                      <a:pt x="1740" y="527"/>
                      <a:pt x="1384" y="263"/>
                    </a:cubicBezTo>
                    <a:cubicBezTo>
                      <a:pt x="1029" y="0"/>
                      <a:pt x="527" y="75"/>
                      <a:pt x="264" y="431"/>
                    </a:cubicBezTo>
                    <a:cubicBezTo>
                      <a:pt x="0" y="787"/>
                      <a:pt x="75" y="1289"/>
                      <a:pt x="431" y="1552"/>
                    </a:cubicBezTo>
                    <a:cubicBezTo>
                      <a:pt x="728" y="1771"/>
                      <a:pt x="1136" y="1760"/>
                      <a:pt x="1420" y="1524"/>
                    </a:cubicBezTo>
                    <a:cubicBezTo>
                      <a:pt x="1897" y="2001"/>
                      <a:pt x="1897" y="2001"/>
                      <a:pt x="1897" y="2001"/>
                    </a:cubicBezTo>
                    <a:cubicBezTo>
                      <a:pt x="1934" y="2039"/>
                      <a:pt x="1994" y="2040"/>
                      <a:pt x="2033" y="2003"/>
                    </a:cubicBezTo>
                    <a:cubicBezTo>
                      <a:pt x="2071" y="1966"/>
                      <a:pt x="2072" y="1906"/>
                      <a:pt x="2035" y="1868"/>
                    </a:cubicBezTo>
                    <a:cubicBezTo>
                      <a:pt x="2034" y="1867"/>
                      <a:pt x="2033" y="1866"/>
                      <a:pt x="2033" y="1865"/>
                    </a:cubicBezTo>
                    <a:lnTo>
                      <a:pt x="1552" y="1384"/>
                    </a:lnTo>
                    <a:close/>
                    <a:moveTo>
                      <a:pt x="173" y="909"/>
                    </a:moveTo>
                    <a:cubicBezTo>
                      <a:pt x="173" y="503"/>
                      <a:pt x="503" y="173"/>
                      <a:pt x="909" y="173"/>
                    </a:cubicBezTo>
                    <a:cubicBezTo>
                      <a:pt x="1315" y="173"/>
                      <a:pt x="1645" y="503"/>
                      <a:pt x="1645" y="909"/>
                    </a:cubicBezTo>
                    <a:cubicBezTo>
                      <a:pt x="1645" y="1315"/>
                      <a:pt x="1315" y="1645"/>
                      <a:pt x="909" y="1645"/>
                    </a:cubicBezTo>
                    <a:cubicBezTo>
                      <a:pt x="503" y="1645"/>
                      <a:pt x="173" y="1315"/>
                      <a:pt x="173" y="909"/>
                    </a:cubicBezTo>
                    <a:close/>
                    <a:moveTo>
                      <a:pt x="1987" y="1956"/>
                    </a:moveTo>
                    <a:cubicBezTo>
                      <a:pt x="1975" y="1968"/>
                      <a:pt x="1955" y="1968"/>
                      <a:pt x="1943" y="1956"/>
                    </a:cubicBezTo>
                    <a:cubicBezTo>
                      <a:pt x="1468" y="1481"/>
                      <a:pt x="1468" y="1481"/>
                      <a:pt x="1468" y="1481"/>
                    </a:cubicBezTo>
                    <a:cubicBezTo>
                      <a:pt x="1483" y="1466"/>
                      <a:pt x="1497" y="1450"/>
                      <a:pt x="1511" y="1434"/>
                    </a:cubicBezTo>
                    <a:cubicBezTo>
                      <a:pt x="1987" y="1911"/>
                      <a:pt x="1987" y="1911"/>
                      <a:pt x="1987" y="1911"/>
                    </a:cubicBezTo>
                    <a:cubicBezTo>
                      <a:pt x="1994" y="1916"/>
                      <a:pt x="1997" y="1925"/>
                      <a:pt x="1997" y="1933"/>
                    </a:cubicBezTo>
                    <a:cubicBezTo>
                      <a:pt x="1997" y="1942"/>
                      <a:pt x="1994" y="1950"/>
                      <a:pt x="1987" y="19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42" name="Freeform 30">
                <a:extLst>
                  <a:ext uri="{FF2B5EF4-FFF2-40B4-BE49-F238E27FC236}">
                    <a16:creationId xmlns:a16="http://schemas.microsoft.com/office/drawing/2014/main" id="{0808DCEE-0921-913E-552C-E36795347F8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908223" y="820870"/>
                <a:ext cx="117475" cy="234950"/>
              </a:xfrm>
              <a:custGeom>
                <a:avLst/>
                <a:gdLst>
                  <a:gd name="T0" fmla="*/ 32 w 192"/>
                  <a:gd name="T1" fmla="*/ 384 h 384"/>
                  <a:gd name="T2" fmla="*/ 160 w 192"/>
                  <a:gd name="T3" fmla="*/ 384 h 384"/>
                  <a:gd name="T4" fmla="*/ 192 w 192"/>
                  <a:gd name="T5" fmla="*/ 352 h 384"/>
                  <a:gd name="T6" fmla="*/ 192 w 192"/>
                  <a:gd name="T7" fmla="*/ 32 h 384"/>
                  <a:gd name="T8" fmla="*/ 160 w 192"/>
                  <a:gd name="T9" fmla="*/ 0 h 384"/>
                  <a:gd name="T10" fmla="*/ 32 w 192"/>
                  <a:gd name="T11" fmla="*/ 0 h 384"/>
                  <a:gd name="T12" fmla="*/ 0 w 192"/>
                  <a:gd name="T13" fmla="*/ 32 h 384"/>
                  <a:gd name="T14" fmla="*/ 0 w 192"/>
                  <a:gd name="T15" fmla="*/ 352 h 384"/>
                  <a:gd name="T16" fmla="*/ 32 w 192"/>
                  <a:gd name="T17" fmla="*/ 384 h 384"/>
                  <a:gd name="T18" fmla="*/ 64 w 192"/>
                  <a:gd name="T19" fmla="*/ 64 h 384"/>
                  <a:gd name="T20" fmla="*/ 128 w 192"/>
                  <a:gd name="T21" fmla="*/ 64 h 384"/>
                  <a:gd name="T22" fmla="*/ 128 w 192"/>
                  <a:gd name="T23" fmla="*/ 320 h 384"/>
                  <a:gd name="T24" fmla="*/ 64 w 192"/>
                  <a:gd name="T25" fmla="*/ 320 h 384"/>
                  <a:gd name="T26" fmla="*/ 64 w 192"/>
                  <a:gd name="T27" fmla="*/ 6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92" h="384">
                    <a:moveTo>
                      <a:pt x="32" y="384"/>
                    </a:moveTo>
                    <a:cubicBezTo>
                      <a:pt x="160" y="384"/>
                      <a:pt x="160" y="384"/>
                      <a:pt x="160" y="384"/>
                    </a:cubicBezTo>
                    <a:cubicBezTo>
                      <a:pt x="178" y="384"/>
                      <a:pt x="192" y="370"/>
                      <a:pt x="192" y="352"/>
                    </a:cubicBezTo>
                    <a:cubicBezTo>
                      <a:pt x="192" y="32"/>
                      <a:pt x="192" y="32"/>
                      <a:pt x="192" y="32"/>
                    </a:cubicBezTo>
                    <a:cubicBezTo>
                      <a:pt x="192" y="14"/>
                      <a:pt x="178" y="0"/>
                      <a:pt x="160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14" y="0"/>
                      <a:pt x="0" y="14"/>
                      <a:pt x="0" y="32"/>
                    </a:cubicBezTo>
                    <a:cubicBezTo>
                      <a:pt x="0" y="352"/>
                      <a:pt x="0" y="352"/>
                      <a:pt x="0" y="352"/>
                    </a:cubicBezTo>
                    <a:cubicBezTo>
                      <a:pt x="0" y="370"/>
                      <a:pt x="14" y="384"/>
                      <a:pt x="32" y="384"/>
                    </a:cubicBezTo>
                    <a:close/>
                    <a:moveTo>
                      <a:pt x="64" y="64"/>
                    </a:moveTo>
                    <a:cubicBezTo>
                      <a:pt x="128" y="64"/>
                      <a:pt x="128" y="64"/>
                      <a:pt x="128" y="64"/>
                    </a:cubicBezTo>
                    <a:cubicBezTo>
                      <a:pt x="128" y="320"/>
                      <a:pt x="128" y="320"/>
                      <a:pt x="128" y="320"/>
                    </a:cubicBezTo>
                    <a:cubicBezTo>
                      <a:pt x="64" y="320"/>
                      <a:pt x="64" y="320"/>
                      <a:pt x="64" y="320"/>
                    </a:cubicBezTo>
                    <a:lnTo>
                      <a:pt x="64" y="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43" name="Freeform 31">
                <a:extLst>
                  <a:ext uri="{FF2B5EF4-FFF2-40B4-BE49-F238E27FC236}">
                    <a16:creationId xmlns:a16="http://schemas.microsoft.com/office/drawing/2014/main" id="{4572B3BC-FC24-51BA-80CD-352D415C1E1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065386" y="781182"/>
                <a:ext cx="117475" cy="274638"/>
              </a:xfrm>
              <a:custGeom>
                <a:avLst/>
                <a:gdLst>
                  <a:gd name="T0" fmla="*/ 32 w 192"/>
                  <a:gd name="T1" fmla="*/ 448 h 448"/>
                  <a:gd name="T2" fmla="*/ 160 w 192"/>
                  <a:gd name="T3" fmla="*/ 448 h 448"/>
                  <a:gd name="T4" fmla="*/ 192 w 192"/>
                  <a:gd name="T5" fmla="*/ 416 h 448"/>
                  <a:gd name="T6" fmla="*/ 192 w 192"/>
                  <a:gd name="T7" fmla="*/ 32 h 448"/>
                  <a:gd name="T8" fmla="*/ 160 w 192"/>
                  <a:gd name="T9" fmla="*/ 0 h 448"/>
                  <a:gd name="T10" fmla="*/ 32 w 192"/>
                  <a:gd name="T11" fmla="*/ 0 h 448"/>
                  <a:gd name="T12" fmla="*/ 0 w 192"/>
                  <a:gd name="T13" fmla="*/ 32 h 448"/>
                  <a:gd name="T14" fmla="*/ 0 w 192"/>
                  <a:gd name="T15" fmla="*/ 416 h 448"/>
                  <a:gd name="T16" fmla="*/ 32 w 192"/>
                  <a:gd name="T17" fmla="*/ 448 h 448"/>
                  <a:gd name="T18" fmla="*/ 64 w 192"/>
                  <a:gd name="T19" fmla="*/ 64 h 448"/>
                  <a:gd name="T20" fmla="*/ 128 w 192"/>
                  <a:gd name="T21" fmla="*/ 64 h 448"/>
                  <a:gd name="T22" fmla="*/ 128 w 192"/>
                  <a:gd name="T23" fmla="*/ 384 h 448"/>
                  <a:gd name="T24" fmla="*/ 64 w 192"/>
                  <a:gd name="T25" fmla="*/ 384 h 448"/>
                  <a:gd name="T26" fmla="*/ 64 w 192"/>
                  <a:gd name="T27" fmla="*/ 64 h 4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92" h="448">
                    <a:moveTo>
                      <a:pt x="32" y="448"/>
                    </a:moveTo>
                    <a:cubicBezTo>
                      <a:pt x="160" y="448"/>
                      <a:pt x="160" y="448"/>
                      <a:pt x="160" y="448"/>
                    </a:cubicBezTo>
                    <a:cubicBezTo>
                      <a:pt x="178" y="448"/>
                      <a:pt x="192" y="434"/>
                      <a:pt x="192" y="416"/>
                    </a:cubicBezTo>
                    <a:cubicBezTo>
                      <a:pt x="192" y="32"/>
                      <a:pt x="192" y="32"/>
                      <a:pt x="192" y="32"/>
                    </a:cubicBezTo>
                    <a:cubicBezTo>
                      <a:pt x="192" y="14"/>
                      <a:pt x="178" y="0"/>
                      <a:pt x="160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14" y="0"/>
                      <a:pt x="0" y="14"/>
                      <a:pt x="0" y="32"/>
                    </a:cubicBezTo>
                    <a:cubicBezTo>
                      <a:pt x="0" y="416"/>
                      <a:pt x="0" y="416"/>
                      <a:pt x="0" y="416"/>
                    </a:cubicBezTo>
                    <a:cubicBezTo>
                      <a:pt x="0" y="434"/>
                      <a:pt x="14" y="448"/>
                      <a:pt x="32" y="448"/>
                    </a:cubicBezTo>
                    <a:close/>
                    <a:moveTo>
                      <a:pt x="64" y="64"/>
                    </a:moveTo>
                    <a:cubicBezTo>
                      <a:pt x="128" y="64"/>
                      <a:pt x="128" y="64"/>
                      <a:pt x="128" y="64"/>
                    </a:cubicBezTo>
                    <a:cubicBezTo>
                      <a:pt x="128" y="384"/>
                      <a:pt x="128" y="384"/>
                      <a:pt x="128" y="384"/>
                    </a:cubicBezTo>
                    <a:cubicBezTo>
                      <a:pt x="64" y="384"/>
                      <a:pt x="64" y="384"/>
                      <a:pt x="64" y="384"/>
                    </a:cubicBezTo>
                    <a:lnTo>
                      <a:pt x="64" y="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44" name="Freeform 32">
                <a:extLst>
                  <a:ext uri="{FF2B5EF4-FFF2-40B4-BE49-F238E27FC236}">
                    <a16:creationId xmlns:a16="http://schemas.microsoft.com/office/drawing/2014/main" id="{9AFB89C4-6108-123A-6396-6706ED9AFB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220961" y="741495"/>
                <a:ext cx="117475" cy="314325"/>
              </a:xfrm>
              <a:custGeom>
                <a:avLst/>
                <a:gdLst>
                  <a:gd name="T0" fmla="*/ 160 w 192"/>
                  <a:gd name="T1" fmla="*/ 0 h 512"/>
                  <a:gd name="T2" fmla="*/ 32 w 192"/>
                  <a:gd name="T3" fmla="*/ 0 h 512"/>
                  <a:gd name="T4" fmla="*/ 0 w 192"/>
                  <a:gd name="T5" fmla="*/ 32 h 512"/>
                  <a:gd name="T6" fmla="*/ 0 w 192"/>
                  <a:gd name="T7" fmla="*/ 480 h 512"/>
                  <a:gd name="T8" fmla="*/ 32 w 192"/>
                  <a:gd name="T9" fmla="*/ 512 h 512"/>
                  <a:gd name="T10" fmla="*/ 160 w 192"/>
                  <a:gd name="T11" fmla="*/ 512 h 512"/>
                  <a:gd name="T12" fmla="*/ 192 w 192"/>
                  <a:gd name="T13" fmla="*/ 480 h 512"/>
                  <a:gd name="T14" fmla="*/ 192 w 192"/>
                  <a:gd name="T15" fmla="*/ 32 h 512"/>
                  <a:gd name="T16" fmla="*/ 160 w 192"/>
                  <a:gd name="T17" fmla="*/ 0 h 512"/>
                  <a:gd name="T18" fmla="*/ 128 w 192"/>
                  <a:gd name="T19" fmla="*/ 448 h 512"/>
                  <a:gd name="T20" fmla="*/ 64 w 192"/>
                  <a:gd name="T21" fmla="*/ 448 h 512"/>
                  <a:gd name="T22" fmla="*/ 64 w 192"/>
                  <a:gd name="T23" fmla="*/ 64 h 512"/>
                  <a:gd name="T24" fmla="*/ 128 w 192"/>
                  <a:gd name="T25" fmla="*/ 64 h 512"/>
                  <a:gd name="T26" fmla="*/ 128 w 192"/>
                  <a:gd name="T27" fmla="*/ 448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92" h="512">
                    <a:moveTo>
                      <a:pt x="160" y="0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14" y="0"/>
                      <a:pt x="0" y="14"/>
                      <a:pt x="0" y="32"/>
                    </a:cubicBezTo>
                    <a:cubicBezTo>
                      <a:pt x="0" y="480"/>
                      <a:pt x="0" y="480"/>
                      <a:pt x="0" y="480"/>
                    </a:cubicBezTo>
                    <a:cubicBezTo>
                      <a:pt x="0" y="498"/>
                      <a:pt x="14" y="512"/>
                      <a:pt x="32" y="512"/>
                    </a:cubicBezTo>
                    <a:cubicBezTo>
                      <a:pt x="160" y="512"/>
                      <a:pt x="160" y="512"/>
                      <a:pt x="160" y="512"/>
                    </a:cubicBezTo>
                    <a:cubicBezTo>
                      <a:pt x="178" y="512"/>
                      <a:pt x="192" y="498"/>
                      <a:pt x="192" y="480"/>
                    </a:cubicBezTo>
                    <a:cubicBezTo>
                      <a:pt x="192" y="32"/>
                      <a:pt x="192" y="32"/>
                      <a:pt x="192" y="32"/>
                    </a:cubicBezTo>
                    <a:cubicBezTo>
                      <a:pt x="192" y="14"/>
                      <a:pt x="178" y="0"/>
                      <a:pt x="160" y="0"/>
                    </a:cubicBezTo>
                    <a:close/>
                    <a:moveTo>
                      <a:pt x="128" y="448"/>
                    </a:moveTo>
                    <a:cubicBezTo>
                      <a:pt x="64" y="448"/>
                      <a:pt x="64" y="448"/>
                      <a:pt x="64" y="448"/>
                    </a:cubicBezTo>
                    <a:cubicBezTo>
                      <a:pt x="64" y="64"/>
                      <a:pt x="64" y="64"/>
                      <a:pt x="64" y="64"/>
                    </a:cubicBezTo>
                    <a:cubicBezTo>
                      <a:pt x="128" y="64"/>
                      <a:pt x="128" y="64"/>
                      <a:pt x="128" y="64"/>
                    </a:cubicBezTo>
                    <a:lnTo>
                      <a:pt x="128" y="44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45" name="Freeform 33">
                <a:extLst>
                  <a:ext uri="{FF2B5EF4-FFF2-40B4-BE49-F238E27FC236}">
                    <a16:creationId xmlns:a16="http://schemas.microsoft.com/office/drawing/2014/main" id="{6FEDA0CB-83E1-33DD-B072-F4F7F42E3A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1311" y="466857"/>
                <a:ext cx="131763" cy="93663"/>
              </a:xfrm>
              <a:custGeom>
                <a:avLst/>
                <a:gdLst>
                  <a:gd name="T0" fmla="*/ 132 w 215"/>
                  <a:gd name="T1" fmla="*/ 64 h 151"/>
                  <a:gd name="T2" fmla="*/ 215 w 215"/>
                  <a:gd name="T3" fmla="*/ 64 h 151"/>
                  <a:gd name="T4" fmla="*/ 215 w 215"/>
                  <a:gd name="T5" fmla="*/ 0 h 151"/>
                  <a:gd name="T6" fmla="*/ 119 w 215"/>
                  <a:gd name="T7" fmla="*/ 0 h 151"/>
                  <a:gd name="T8" fmla="*/ 96 w 215"/>
                  <a:gd name="T9" fmla="*/ 9 h 151"/>
                  <a:gd name="T10" fmla="*/ 0 w 215"/>
                  <a:gd name="T11" fmla="*/ 105 h 151"/>
                  <a:gd name="T12" fmla="*/ 46 w 215"/>
                  <a:gd name="T13" fmla="*/ 151 h 151"/>
                  <a:gd name="T14" fmla="*/ 132 w 215"/>
                  <a:gd name="T15" fmla="*/ 64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5" h="151">
                    <a:moveTo>
                      <a:pt x="132" y="64"/>
                    </a:moveTo>
                    <a:cubicBezTo>
                      <a:pt x="215" y="64"/>
                      <a:pt x="215" y="64"/>
                      <a:pt x="215" y="64"/>
                    </a:cubicBezTo>
                    <a:cubicBezTo>
                      <a:pt x="215" y="0"/>
                      <a:pt x="215" y="0"/>
                      <a:pt x="215" y="0"/>
                    </a:cubicBezTo>
                    <a:cubicBezTo>
                      <a:pt x="119" y="0"/>
                      <a:pt x="119" y="0"/>
                      <a:pt x="119" y="0"/>
                    </a:cubicBezTo>
                    <a:cubicBezTo>
                      <a:pt x="111" y="0"/>
                      <a:pt x="102" y="3"/>
                      <a:pt x="96" y="9"/>
                    </a:cubicBezTo>
                    <a:cubicBezTo>
                      <a:pt x="0" y="105"/>
                      <a:pt x="0" y="105"/>
                      <a:pt x="0" y="105"/>
                    </a:cubicBezTo>
                    <a:cubicBezTo>
                      <a:pt x="46" y="151"/>
                      <a:pt x="46" y="151"/>
                      <a:pt x="46" y="151"/>
                    </a:cubicBezTo>
                    <a:lnTo>
                      <a:pt x="132" y="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2DB3B44B-30AF-3EF9-E9DD-CECE611884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52761" y="466857"/>
                <a:ext cx="176213" cy="396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DA029AFA-5ACF-8AE6-001F-911AC5CEF1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52761" y="546232"/>
                <a:ext cx="39688" cy="381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21A21FDA-DBBE-49F5-C361-325F25352E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32136" y="546232"/>
                <a:ext cx="96838" cy="381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90664EE8-8A2A-32D6-86C0-6DF51DA3A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52761" y="624020"/>
                <a:ext cx="176213" cy="396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50" name="Freeform 38">
                <a:extLst>
                  <a:ext uri="{FF2B5EF4-FFF2-40B4-BE49-F238E27FC236}">
                    <a16:creationId xmlns:a16="http://schemas.microsoft.com/office/drawing/2014/main" id="{9D2AF4C4-37FA-B1B2-E5E6-79572F47EA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8536" y="1473332"/>
                <a:ext cx="131763" cy="93663"/>
              </a:xfrm>
              <a:custGeom>
                <a:avLst/>
                <a:gdLst>
                  <a:gd name="T0" fmla="*/ 83 w 215"/>
                  <a:gd name="T1" fmla="*/ 87 h 151"/>
                  <a:gd name="T2" fmla="*/ 0 w 215"/>
                  <a:gd name="T3" fmla="*/ 87 h 151"/>
                  <a:gd name="T4" fmla="*/ 0 w 215"/>
                  <a:gd name="T5" fmla="*/ 151 h 151"/>
                  <a:gd name="T6" fmla="*/ 96 w 215"/>
                  <a:gd name="T7" fmla="*/ 151 h 151"/>
                  <a:gd name="T8" fmla="*/ 119 w 215"/>
                  <a:gd name="T9" fmla="*/ 142 h 151"/>
                  <a:gd name="T10" fmla="*/ 215 w 215"/>
                  <a:gd name="T11" fmla="*/ 46 h 151"/>
                  <a:gd name="T12" fmla="*/ 169 w 215"/>
                  <a:gd name="T13" fmla="*/ 0 h 151"/>
                  <a:gd name="T14" fmla="*/ 83 w 215"/>
                  <a:gd name="T15" fmla="*/ 87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5" h="151">
                    <a:moveTo>
                      <a:pt x="83" y="87"/>
                    </a:moveTo>
                    <a:cubicBezTo>
                      <a:pt x="0" y="87"/>
                      <a:pt x="0" y="87"/>
                      <a:pt x="0" y="87"/>
                    </a:cubicBezTo>
                    <a:cubicBezTo>
                      <a:pt x="0" y="151"/>
                      <a:pt x="0" y="151"/>
                      <a:pt x="0" y="151"/>
                    </a:cubicBezTo>
                    <a:cubicBezTo>
                      <a:pt x="96" y="151"/>
                      <a:pt x="96" y="151"/>
                      <a:pt x="96" y="151"/>
                    </a:cubicBezTo>
                    <a:cubicBezTo>
                      <a:pt x="104" y="151"/>
                      <a:pt x="113" y="148"/>
                      <a:pt x="119" y="142"/>
                    </a:cubicBezTo>
                    <a:cubicBezTo>
                      <a:pt x="215" y="46"/>
                      <a:pt x="215" y="46"/>
                      <a:pt x="215" y="46"/>
                    </a:cubicBezTo>
                    <a:cubicBezTo>
                      <a:pt x="169" y="0"/>
                      <a:pt x="169" y="0"/>
                      <a:pt x="169" y="0"/>
                    </a:cubicBezTo>
                    <a:lnTo>
                      <a:pt x="83" y="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10B61776-F9DD-18AB-71B0-1A894C1946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2636" y="1527307"/>
                <a:ext cx="176213" cy="396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4A17FEDD-F4D6-12EB-E29E-7425D9390C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0748" y="1447932"/>
                <a:ext cx="38100" cy="396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3EA7F600-B855-D26B-B228-72C73FF6FB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2636" y="1447932"/>
                <a:ext cx="98425" cy="396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458219F6-4B1E-CF06-3CE4-8F0DCC8642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2636" y="1370145"/>
                <a:ext cx="176213" cy="396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816D51C5-B7D5-5555-9F40-D82F16478C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8223" y="1095507"/>
                <a:ext cx="430213" cy="396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164397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accel="20000" decel="8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2" accel="20000" decel="8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5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2" accel="20000" decel="8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4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9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accel="20000" decel="8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75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9" grpId="0"/>
      <p:bldP spid="30" grpId="0"/>
      <p:bldP spid="32" grpId="0"/>
      <p:bldP spid="33" grpId="0"/>
      <p:bldP spid="15" grpId="0"/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FDEDF-F3A0-5E31-EE17-D37FBF7CC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Oval 163">
            <a:extLst>
              <a:ext uri="{FF2B5EF4-FFF2-40B4-BE49-F238E27FC236}">
                <a16:creationId xmlns:a16="http://schemas.microsoft.com/office/drawing/2014/main" id="{0396D4E6-EEAD-CFD3-9637-B95035D2CA25}"/>
              </a:ext>
            </a:extLst>
          </p:cNvPr>
          <p:cNvSpPr/>
          <p:nvPr/>
        </p:nvSpPr>
        <p:spPr bwMode="auto">
          <a:xfrm>
            <a:off x="403126" y="1066832"/>
            <a:ext cx="1593087" cy="1500639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8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F4F54234-4E21-01A6-8735-B0D15E85C8EA}"/>
              </a:ext>
            </a:extLst>
          </p:cNvPr>
          <p:cNvSpPr/>
          <p:nvPr/>
        </p:nvSpPr>
        <p:spPr bwMode="auto">
          <a:xfrm>
            <a:off x="2748690" y="1088530"/>
            <a:ext cx="1593087" cy="1500639"/>
          </a:xfrm>
          <a:prstGeom prst="ellipse">
            <a:avLst/>
          </a:prstGeom>
          <a:noFill/>
          <a:ln w="28575">
            <a:solidFill>
              <a:schemeClr val="accent3"/>
            </a:solidFill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40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78AECAB0-3643-2B2B-EA36-0DB0BF148608}"/>
              </a:ext>
            </a:extLst>
          </p:cNvPr>
          <p:cNvSpPr/>
          <p:nvPr/>
        </p:nvSpPr>
        <p:spPr bwMode="auto">
          <a:xfrm>
            <a:off x="2694563" y="2842262"/>
            <a:ext cx="1593087" cy="1500639"/>
          </a:xfrm>
          <a:prstGeom prst="ellipse">
            <a:avLst/>
          </a:prstGeom>
          <a:noFill/>
          <a:ln w="28575">
            <a:solidFill>
              <a:schemeClr val="accent4"/>
            </a:solidFill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3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9831BD-C75A-E062-E1BA-E8989814B80C}"/>
              </a:ext>
            </a:extLst>
          </p:cNvPr>
          <p:cNvSpPr/>
          <p:nvPr/>
        </p:nvSpPr>
        <p:spPr bwMode="auto">
          <a:xfrm>
            <a:off x="-3362" y="4688116"/>
            <a:ext cx="9147088" cy="458746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fr-FR" dirty="0">
                <a:ea typeface="Roboto"/>
                <a:cs typeface="Roboto"/>
              </a:rPr>
              <a:t>11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FF475B6-A665-70E9-AD60-FC3D53DF54EB}"/>
              </a:ext>
            </a:extLst>
          </p:cNvPr>
          <p:cNvSpPr txBox="1"/>
          <p:nvPr/>
        </p:nvSpPr>
        <p:spPr>
          <a:xfrm>
            <a:off x="466452" y="1626978"/>
            <a:ext cx="1470055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b="1" err="1">
                <a:solidFill>
                  <a:schemeClr val="accent1"/>
                </a:solidFill>
                <a:ea typeface="Roboto"/>
                <a:cs typeface="Roboto"/>
              </a:rPr>
              <a:t>Naive</a:t>
            </a:r>
            <a:r>
              <a:rPr lang="fr-FR" b="1">
                <a:solidFill>
                  <a:schemeClr val="accent1"/>
                </a:solidFill>
                <a:ea typeface="Roboto"/>
                <a:cs typeface="Roboto"/>
              </a:rPr>
              <a:t> Bayes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AE0B40A-2CCC-4CC9-17EB-F593CE482796}"/>
              </a:ext>
            </a:extLst>
          </p:cNvPr>
          <p:cNvSpPr txBox="1"/>
          <p:nvPr/>
        </p:nvSpPr>
        <p:spPr>
          <a:xfrm>
            <a:off x="2837451" y="1493618"/>
            <a:ext cx="142164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b="1" err="1">
                <a:solidFill>
                  <a:srgbClr val="9F5B72"/>
                </a:solidFill>
                <a:ea typeface="Roboto"/>
                <a:cs typeface="Roboto"/>
              </a:rPr>
              <a:t>Logistic</a:t>
            </a:r>
            <a:r>
              <a:rPr lang="fr-FR" b="1">
                <a:solidFill>
                  <a:srgbClr val="9F5B72"/>
                </a:solidFill>
                <a:ea typeface="Roboto"/>
                <a:cs typeface="Roboto"/>
              </a:rPr>
              <a:t> </a:t>
            </a:r>
            <a:r>
              <a:rPr lang="fr-FR" b="1" err="1">
                <a:solidFill>
                  <a:srgbClr val="9F5B72"/>
                </a:solidFill>
                <a:ea typeface="Roboto"/>
                <a:cs typeface="Roboto"/>
              </a:rPr>
              <a:t>Regression</a:t>
            </a:r>
            <a:endParaRPr lang="fr-FR" b="1">
              <a:solidFill>
                <a:srgbClr val="9F5B72"/>
              </a:solidFill>
              <a:ea typeface="Roboto"/>
              <a:cs typeface="Roboto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3E925D8-4DEF-CCC3-3121-012D356B8314}"/>
              </a:ext>
            </a:extLst>
          </p:cNvPr>
          <p:cNvSpPr txBox="1"/>
          <p:nvPr/>
        </p:nvSpPr>
        <p:spPr>
          <a:xfrm>
            <a:off x="2768939" y="3409037"/>
            <a:ext cx="143607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b="1">
                <a:solidFill>
                  <a:srgbClr val="D8707C"/>
                </a:solidFill>
                <a:ea typeface="Roboto"/>
                <a:cs typeface="Roboto"/>
              </a:rPr>
              <a:t>Perceptron</a:t>
            </a:r>
          </a:p>
        </p:txBody>
      </p:sp>
      <p:sp>
        <p:nvSpPr>
          <p:cNvPr id="4" name="Oval 181">
            <a:extLst>
              <a:ext uri="{FF2B5EF4-FFF2-40B4-BE49-F238E27FC236}">
                <a16:creationId xmlns:a16="http://schemas.microsoft.com/office/drawing/2014/main" id="{F50FD45C-BB92-0F88-4E5B-F94212B77FA8}"/>
              </a:ext>
            </a:extLst>
          </p:cNvPr>
          <p:cNvSpPr/>
          <p:nvPr/>
        </p:nvSpPr>
        <p:spPr bwMode="auto">
          <a:xfrm>
            <a:off x="4982785" y="1104474"/>
            <a:ext cx="1593087" cy="1509043"/>
          </a:xfrm>
          <a:prstGeom prst="ellipse">
            <a:avLst/>
          </a:prstGeom>
          <a:ln>
            <a:solidFill>
              <a:schemeClr val="accent6"/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4000" b="1">
              <a:solidFill>
                <a:srgbClr val="695D7A"/>
              </a:solidFill>
            </a:endParaRPr>
          </a:p>
        </p:txBody>
      </p:sp>
      <p:sp>
        <p:nvSpPr>
          <p:cNvPr id="14" name="Oval 186">
            <a:extLst>
              <a:ext uri="{FF2B5EF4-FFF2-40B4-BE49-F238E27FC236}">
                <a16:creationId xmlns:a16="http://schemas.microsoft.com/office/drawing/2014/main" id="{4C5E75DC-BB6B-9814-95F9-16C1C7D07AB6}"/>
              </a:ext>
            </a:extLst>
          </p:cNvPr>
          <p:cNvSpPr/>
          <p:nvPr/>
        </p:nvSpPr>
        <p:spPr bwMode="auto">
          <a:xfrm>
            <a:off x="7309706" y="1120173"/>
            <a:ext cx="1593087" cy="1500639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3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579E8E8-05D2-4A60-8471-1D59D8707770}"/>
              </a:ext>
            </a:extLst>
          </p:cNvPr>
          <p:cNvSpPr txBox="1"/>
          <p:nvPr/>
        </p:nvSpPr>
        <p:spPr>
          <a:xfrm>
            <a:off x="5144078" y="1543588"/>
            <a:ext cx="125355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b="1" err="1">
                <a:solidFill>
                  <a:schemeClr val="accent6"/>
                </a:solidFill>
                <a:ea typeface="Roboto"/>
                <a:cs typeface="Roboto"/>
              </a:rPr>
              <a:t>Desicion</a:t>
            </a:r>
            <a:r>
              <a:rPr lang="fr-FR" b="1">
                <a:solidFill>
                  <a:schemeClr val="accent6"/>
                </a:solidFill>
                <a:ea typeface="Roboto"/>
                <a:cs typeface="Roboto"/>
              </a:rPr>
              <a:t> </a:t>
            </a:r>
            <a:r>
              <a:rPr lang="fr-FR" b="1" err="1">
                <a:solidFill>
                  <a:schemeClr val="accent6"/>
                </a:solidFill>
                <a:ea typeface="Roboto"/>
                <a:cs typeface="Roboto"/>
              </a:rPr>
              <a:t>Tree</a:t>
            </a:r>
            <a:endParaRPr lang="fr-FR">
              <a:solidFill>
                <a:schemeClr val="accent6"/>
              </a:solidFill>
              <a:ea typeface="Roboto"/>
              <a:cs typeface="Roboto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01ABB96F-6A2D-50FE-06B4-6260E3FCFB0E}"/>
              </a:ext>
            </a:extLst>
          </p:cNvPr>
          <p:cNvSpPr txBox="1"/>
          <p:nvPr/>
        </p:nvSpPr>
        <p:spPr>
          <a:xfrm>
            <a:off x="7500623" y="1500930"/>
            <a:ext cx="124277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b="1" err="1">
                <a:solidFill>
                  <a:schemeClr val="accent5"/>
                </a:solidFill>
                <a:ea typeface="Roboto"/>
                <a:cs typeface="Roboto"/>
              </a:rPr>
              <a:t>Random</a:t>
            </a:r>
            <a:r>
              <a:rPr lang="fr-FR" b="1">
                <a:solidFill>
                  <a:schemeClr val="accent5"/>
                </a:solidFill>
                <a:ea typeface="Roboto"/>
                <a:cs typeface="Roboto"/>
              </a:rPr>
              <a:t> Forest</a:t>
            </a:r>
          </a:p>
        </p:txBody>
      </p: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7DF78B04-B903-967E-FE1B-5E699CCCFA56}"/>
              </a:ext>
            </a:extLst>
          </p:cNvPr>
          <p:cNvCxnSpPr/>
          <p:nvPr/>
        </p:nvCxnSpPr>
        <p:spPr>
          <a:xfrm flipH="1">
            <a:off x="2322601" y="688031"/>
            <a:ext cx="5652" cy="3995912"/>
          </a:xfrm>
          <a:prstGeom prst="straightConnector1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A0B89E6D-5F5B-4DA3-37BA-386C1182078B}"/>
              </a:ext>
            </a:extLst>
          </p:cNvPr>
          <p:cNvCxnSpPr>
            <a:cxnSpLocks/>
          </p:cNvCxnSpPr>
          <p:nvPr/>
        </p:nvCxnSpPr>
        <p:spPr>
          <a:xfrm>
            <a:off x="4763695" y="691699"/>
            <a:ext cx="14213" cy="3973910"/>
          </a:xfrm>
          <a:prstGeom prst="straightConnector1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1628642F-C677-7EE1-129E-E965D48FAC1A}"/>
              </a:ext>
            </a:extLst>
          </p:cNvPr>
          <p:cNvCxnSpPr>
            <a:cxnSpLocks/>
          </p:cNvCxnSpPr>
          <p:nvPr/>
        </p:nvCxnSpPr>
        <p:spPr>
          <a:xfrm>
            <a:off x="6844631" y="687724"/>
            <a:ext cx="23530" cy="3962756"/>
          </a:xfrm>
          <a:prstGeom prst="straightConnector1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Oval 186">
            <a:extLst>
              <a:ext uri="{FF2B5EF4-FFF2-40B4-BE49-F238E27FC236}">
                <a16:creationId xmlns:a16="http://schemas.microsoft.com/office/drawing/2014/main" id="{1CB897E7-26A5-85FB-1E69-3F75187C5929}"/>
              </a:ext>
            </a:extLst>
          </p:cNvPr>
          <p:cNvSpPr/>
          <p:nvPr/>
        </p:nvSpPr>
        <p:spPr bwMode="auto">
          <a:xfrm>
            <a:off x="7305325" y="2917851"/>
            <a:ext cx="1593087" cy="1500639"/>
          </a:xfrm>
          <a:prstGeom prst="ellipse">
            <a:avLst/>
          </a:prstGeom>
          <a:ln>
            <a:solidFill>
              <a:schemeClr val="accent2"/>
            </a:solidFill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3600" b="1">
              <a:solidFill>
                <a:srgbClr val="FDCD5A"/>
              </a:solidFill>
            </a:endParaRP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638BEF97-E428-68BB-47A5-DCF52648B799}"/>
              </a:ext>
            </a:extLst>
          </p:cNvPr>
          <p:cNvSpPr txBox="1"/>
          <p:nvPr/>
        </p:nvSpPr>
        <p:spPr>
          <a:xfrm>
            <a:off x="7478312" y="3431958"/>
            <a:ext cx="12427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b="1" err="1">
                <a:solidFill>
                  <a:schemeClr val="accent2"/>
                </a:solidFill>
                <a:ea typeface="Roboto"/>
                <a:cs typeface="Roboto"/>
              </a:rPr>
              <a:t>AdaBoost</a:t>
            </a:r>
            <a:endParaRPr lang="fr-FR">
              <a:solidFill>
                <a:schemeClr val="accent2"/>
              </a:solidFill>
              <a:ea typeface="Roboto"/>
              <a:cs typeface="Roboto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4322859-631A-53F1-46E6-AD50A171F7E0}"/>
              </a:ext>
            </a:extLst>
          </p:cNvPr>
          <p:cNvSpPr txBox="1"/>
          <p:nvPr/>
        </p:nvSpPr>
        <p:spPr>
          <a:xfrm>
            <a:off x="7050738" y="412866"/>
            <a:ext cx="208857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600" b="1" u="sng">
                <a:ea typeface="+mn-lt"/>
                <a:cs typeface="+mn-lt"/>
              </a:rPr>
              <a:t>L’ensemble de modèles</a:t>
            </a:r>
            <a:endParaRPr lang="fr-FR" sz="1600" b="1" u="sng">
              <a:ea typeface="Roboto"/>
              <a:cs typeface="Roboto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7CDBDBA-B5B6-7C01-3673-A1C66EED5C8C}"/>
              </a:ext>
            </a:extLst>
          </p:cNvPr>
          <p:cNvSpPr txBox="1"/>
          <p:nvPr/>
        </p:nvSpPr>
        <p:spPr>
          <a:xfrm>
            <a:off x="403859" y="429787"/>
            <a:ext cx="172489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600" b="1" u="sng">
                <a:ea typeface="+mn-lt"/>
                <a:cs typeface="+mn-lt"/>
              </a:rPr>
              <a:t>La probabilité</a:t>
            </a:r>
            <a:endParaRPr lang="fr-FR" sz="1600" b="1" u="sng">
              <a:ea typeface="Roboto"/>
              <a:cs typeface="Roboto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CBA3944-6A9A-B64D-92CA-A83C86416B1C}"/>
              </a:ext>
            </a:extLst>
          </p:cNvPr>
          <p:cNvSpPr txBox="1"/>
          <p:nvPr/>
        </p:nvSpPr>
        <p:spPr>
          <a:xfrm>
            <a:off x="2416394" y="429754"/>
            <a:ext cx="2743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600" b="1" u="sng">
                <a:ea typeface="+mn-lt"/>
                <a:cs typeface="+mn-lt"/>
              </a:rPr>
              <a:t>Les fonctions linéaires</a:t>
            </a:r>
            <a:endParaRPr lang="fr-FR" sz="1600" b="1" u="sng">
              <a:ea typeface="Roboto"/>
              <a:cs typeface="Roboto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5BA7D59-78EB-BA42-FBB0-E822A4A38F12}"/>
              </a:ext>
            </a:extLst>
          </p:cNvPr>
          <p:cNvSpPr txBox="1"/>
          <p:nvPr/>
        </p:nvSpPr>
        <p:spPr>
          <a:xfrm>
            <a:off x="4715919" y="408974"/>
            <a:ext cx="208857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600" b="1" u="sng">
                <a:ea typeface="+mn-lt"/>
                <a:cs typeface="+mn-lt"/>
              </a:rPr>
              <a:t>Les arbres de décision</a:t>
            </a:r>
            <a:endParaRPr lang="fr-FR" sz="1600" b="1" u="sng"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1048377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20000" decel="62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accel="20000" decel="62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accel="20000" decel="62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accel="20000" decel="62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accel="20000" decel="62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accel="20000" decel="62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" grpId="0" animBg="1"/>
      <p:bldP spid="182" grpId="0" animBg="1"/>
      <p:bldP spid="187" grpId="0" animBg="1"/>
      <p:bldP spid="4" grpId="0" animBg="1"/>
      <p:bldP spid="14" grpId="0" animBg="1"/>
      <p:bldP spid="3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DD2C4-AC45-E82E-9BE6-A561FDC67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163">
            <a:extLst>
              <a:ext uri="{FF2B5EF4-FFF2-40B4-BE49-F238E27FC236}">
                <a16:creationId xmlns:a16="http://schemas.microsoft.com/office/drawing/2014/main" id="{3F4D477B-3607-434E-F4AE-7CF7F19D672C}"/>
              </a:ext>
            </a:extLst>
          </p:cNvPr>
          <p:cNvSpPr/>
          <p:nvPr/>
        </p:nvSpPr>
        <p:spPr bwMode="auto">
          <a:xfrm>
            <a:off x="97136" y="93980"/>
            <a:ext cx="903450" cy="827969"/>
          </a:xfrm>
          <a:prstGeom prst="ellips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8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7D23539-8E05-A9F9-8F00-52535855F3A2}"/>
              </a:ext>
            </a:extLst>
          </p:cNvPr>
          <p:cNvSpPr txBox="1"/>
          <p:nvPr/>
        </p:nvSpPr>
        <p:spPr>
          <a:xfrm>
            <a:off x="158109" y="208890"/>
            <a:ext cx="780691" cy="58477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600" b="1" err="1">
                <a:solidFill>
                  <a:srgbClr val="494B69"/>
                </a:solidFill>
                <a:ea typeface="Roboto"/>
                <a:cs typeface="Roboto"/>
              </a:rPr>
              <a:t>Naive</a:t>
            </a:r>
            <a:r>
              <a:rPr lang="fr-FR" sz="1600" b="1">
                <a:solidFill>
                  <a:srgbClr val="494B69"/>
                </a:solidFill>
                <a:ea typeface="Roboto"/>
                <a:cs typeface="Roboto"/>
              </a:rPr>
              <a:t> Bayes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D989CF-F919-0B5E-93C9-8024C5444B22}"/>
              </a:ext>
            </a:extLst>
          </p:cNvPr>
          <p:cNvSpPr/>
          <p:nvPr/>
        </p:nvSpPr>
        <p:spPr bwMode="auto">
          <a:xfrm>
            <a:off x="-3362" y="4688116"/>
            <a:ext cx="9147088" cy="458746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fr-FR" dirty="0">
                <a:ea typeface="Roboto"/>
                <a:cs typeface="Roboto"/>
              </a:rPr>
              <a:t>12</a:t>
            </a:r>
          </a:p>
        </p:txBody>
      </p:sp>
      <p:sp>
        <p:nvSpPr>
          <p:cNvPr id="38" name="Organigramme : Procédé 37">
            <a:extLst>
              <a:ext uri="{FF2B5EF4-FFF2-40B4-BE49-F238E27FC236}">
                <a16:creationId xmlns:a16="http://schemas.microsoft.com/office/drawing/2014/main" id="{10E63AAB-5E09-7299-BEB2-EBB068350615}"/>
              </a:ext>
            </a:extLst>
          </p:cNvPr>
          <p:cNvSpPr/>
          <p:nvPr/>
        </p:nvSpPr>
        <p:spPr bwMode="auto">
          <a:xfrm>
            <a:off x="1010560" y="1295271"/>
            <a:ext cx="3023906" cy="2705345"/>
          </a:xfrm>
          <a:prstGeom prst="flowChartProcess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39" name="Organigramme : Procédé 38">
            <a:extLst>
              <a:ext uri="{FF2B5EF4-FFF2-40B4-BE49-F238E27FC236}">
                <a16:creationId xmlns:a16="http://schemas.microsoft.com/office/drawing/2014/main" id="{3AE38111-722C-69AD-BDFA-253A5BFA7367}"/>
              </a:ext>
            </a:extLst>
          </p:cNvPr>
          <p:cNvSpPr/>
          <p:nvPr/>
        </p:nvSpPr>
        <p:spPr bwMode="auto">
          <a:xfrm>
            <a:off x="1010559" y="2539124"/>
            <a:ext cx="695885" cy="1461492"/>
          </a:xfrm>
          <a:prstGeom prst="flowChartProcess">
            <a:avLst/>
          </a:prstGeom>
          <a:solidFill>
            <a:schemeClr val="accent1">
              <a:lumMod val="60000"/>
              <a:lumOff val="40000"/>
            </a:schemeClr>
          </a:solidFill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57A3588-69A4-CEC6-43CF-EBD8E5B64DA0}"/>
              </a:ext>
            </a:extLst>
          </p:cNvPr>
          <p:cNvSpPr/>
          <p:nvPr/>
        </p:nvSpPr>
        <p:spPr bwMode="auto">
          <a:xfrm>
            <a:off x="1699720" y="3262307"/>
            <a:ext cx="2343150" cy="73790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42" name="Organigramme : Procédé 41">
            <a:extLst>
              <a:ext uri="{FF2B5EF4-FFF2-40B4-BE49-F238E27FC236}">
                <a16:creationId xmlns:a16="http://schemas.microsoft.com/office/drawing/2014/main" id="{8229C8F9-24F3-EF2B-B6F0-9A3EFE0C0299}"/>
              </a:ext>
            </a:extLst>
          </p:cNvPr>
          <p:cNvSpPr/>
          <p:nvPr/>
        </p:nvSpPr>
        <p:spPr bwMode="auto">
          <a:xfrm>
            <a:off x="1721287" y="1312080"/>
            <a:ext cx="2315557" cy="1968135"/>
          </a:xfrm>
          <a:prstGeom prst="flowChart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43" name="Organigramme : Procédé 42">
            <a:extLst>
              <a:ext uri="{FF2B5EF4-FFF2-40B4-BE49-F238E27FC236}">
                <a16:creationId xmlns:a16="http://schemas.microsoft.com/office/drawing/2014/main" id="{FD40CC84-4181-1B2B-4859-B27EDCBCBA50}"/>
              </a:ext>
            </a:extLst>
          </p:cNvPr>
          <p:cNvSpPr/>
          <p:nvPr/>
        </p:nvSpPr>
        <p:spPr bwMode="auto">
          <a:xfrm>
            <a:off x="1010559" y="1298919"/>
            <a:ext cx="703021" cy="1277705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cxnSp>
        <p:nvCxnSpPr>
          <p:cNvPr id="2" name="Connecteur droit avec flèche 1">
            <a:extLst>
              <a:ext uri="{FF2B5EF4-FFF2-40B4-BE49-F238E27FC236}">
                <a16:creationId xmlns:a16="http://schemas.microsoft.com/office/drawing/2014/main" id="{03B32425-94FB-53B9-0D2A-E305EB002FC4}"/>
              </a:ext>
            </a:extLst>
          </p:cNvPr>
          <p:cNvCxnSpPr/>
          <p:nvPr/>
        </p:nvCxnSpPr>
        <p:spPr>
          <a:xfrm flipV="1">
            <a:off x="4901961" y="1959370"/>
            <a:ext cx="4112515" cy="1849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rganigramme : Procédé 3">
            <a:extLst>
              <a:ext uri="{FF2B5EF4-FFF2-40B4-BE49-F238E27FC236}">
                <a16:creationId xmlns:a16="http://schemas.microsoft.com/office/drawing/2014/main" id="{9D2B081D-D2E3-777F-50CC-D1D4EA1EF0A4}"/>
              </a:ext>
            </a:extLst>
          </p:cNvPr>
          <p:cNvSpPr/>
          <p:nvPr/>
        </p:nvSpPr>
        <p:spPr bwMode="auto">
          <a:xfrm>
            <a:off x="6455983" y="328605"/>
            <a:ext cx="695885" cy="1461492"/>
          </a:xfrm>
          <a:prstGeom prst="flowChartProcess">
            <a:avLst/>
          </a:prstGeom>
          <a:solidFill>
            <a:schemeClr val="accent1">
              <a:lumMod val="60000"/>
              <a:lumOff val="40000"/>
            </a:schemeClr>
          </a:solidFill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5" name="Organigramme : Procédé 4">
            <a:extLst>
              <a:ext uri="{FF2B5EF4-FFF2-40B4-BE49-F238E27FC236}">
                <a16:creationId xmlns:a16="http://schemas.microsoft.com/office/drawing/2014/main" id="{33879F97-E69C-15B8-6687-8DD8FC0B4644}"/>
              </a:ext>
            </a:extLst>
          </p:cNvPr>
          <p:cNvSpPr/>
          <p:nvPr/>
        </p:nvSpPr>
        <p:spPr bwMode="auto">
          <a:xfrm>
            <a:off x="5345332" y="2107803"/>
            <a:ext cx="695885" cy="1461492"/>
          </a:xfrm>
          <a:prstGeom prst="flowChartProcess">
            <a:avLst/>
          </a:prstGeom>
          <a:solidFill>
            <a:schemeClr val="accent1">
              <a:lumMod val="60000"/>
              <a:lumOff val="40000"/>
            </a:schemeClr>
          </a:solidFill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80981E-3B73-F0F5-8004-1E4FFA32B206}"/>
              </a:ext>
            </a:extLst>
          </p:cNvPr>
          <p:cNvSpPr/>
          <p:nvPr/>
        </p:nvSpPr>
        <p:spPr bwMode="auto">
          <a:xfrm>
            <a:off x="6455032" y="2475147"/>
            <a:ext cx="2343150" cy="73790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7" name="Signe Plus 6">
            <a:extLst>
              <a:ext uri="{FF2B5EF4-FFF2-40B4-BE49-F238E27FC236}">
                <a16:creationId xmlns:a16="http://schemas.microsoft.com/office/drawing/2014/main" id="{E83D33AF-59B1-ABA2-2D8D-F9DBF24D3E5F}"/>
              </a:ext>
            </a:extLst>
          </p:cNvPr>
          <p:cNvSpPr/>
          <p:nvPr/>
        </p:nvSpPr>
        <p:spPr bwMode="auto">
          <a:xfrm>
            <a:off x="6098876" y="2675267"/>
            <a:ext cx="364467" cy="332117"/>
          </a:xfrm>
          <a:prstGeom prst="mathPlus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8" name="Accolade ouvrante 7">
            <a:extLst>
              <a:ext uri="{FF2B5EF4-FFF2-40B4-BE49-F238E27FC236}">
                <a16:creationId xmlns:a16="http://schemas.microsoft.com/office/drawing/2014/main" id="{29CDB437-01FC-4860-7CDF-569CB2E89FEC}"/>
              </a:ext>
            </a:extLst>
          </p:cNvPr>
          <p:cNvSpPr/>
          <p:nvPr/>
        </p:nvSpPr>
        <p:spPr>
          <a:xfrm>
            <a:off x="838506" y="2638203"/>
            <a:ext cx="69184" cy="1367286"/>
          </a:xfrm>
          <a:prstGeom prst="leftBrac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ccolade ouvrante 9">
            <a:extLst>
              <a:ext uri="{FF2B5EF4-FFF2-40B4-BE49-F238E27FC236}">
                <a16:creationId xmlns:a16="http://schemas.microsoft.com/office/drawing/2014/main" id="{6328D886-5839-9F89-4E3C-C9E4F1EFA18F}"/>
              </a:ext>
            </a:extLst>
          </p:cNvPr>
          <p:cNvSpPr/>
          <p:nvPr/>
        </p:nvSpPr>
        <p:spPr>
          <a:xfrm rot="16200000">
            <a:off x="1323742" y="3759636"/>
            <a:ext cx="69184" cy="709522"/>
          </a:xfrm>
          <a:prstGeom prst="leftBrac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BBD1094-3E81-28F5-557D-B08FA2909EFD}"/>
              </a:ext>
            </a:extLst>
          </p:cNvPr>
          <p:cNvSpPr txBox="1"/>
          <p:nvPr/>
        </p:nvSpPr>
        <p:spPr>
          <a:xfrm>
            <a:off x="1073630" y="4154867"/>
            <a:ext cx="64051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1600" b="1">
                <a:solidFill>
                  <a:schemeClr val="accent1"/>
                </a:solidFill>
                <a:ea typeface="Roboto"/>
                <a:cs typeface="Roboto"/>
              </a:rPr>
              <a:t>P(Y)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AD92F9A-8FA2-BD60-2160-B75529C81278}"/>
              </a:ext>
            </a:extLst>
          </p:cNvPr>
          <p:cNvSpPr txBox="1"/>
          <p:nvPr/>
        </p:nvSpPr>
        <p:spPr>
          <a:xfrm>
            <a:off x="92376" y="3141263"/>
            <a:ext cx="91008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1600" b="1">
                <a:solidFill>
                  <a:schemeClr val="accent1"/>
                </a:solidFill>
                <a:ea typeface="Roboto"/>
                <a:cs typeface="Roboto"/>
              </a:rPr>
              <a:t>P(X/Y)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CF4AAF9-6276-2130-F513-4EB9BD844755}"/>
              </a:ext>
            </a:extLst>
          </p:cNvPr>
          <p:cNvSpPr txBox="1"/>
          <p:nvPr/>
        </p:nvSpPr>
        <p:spPr>
          <a:xfrm>
            <a:off x="4157574" y="3486320"/>
            <a:ext cx="119044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1600" b="1">
                <a:solidFill>
                  <a:schemeClr val="accent1"/>
                </a:solidFill>
                <a:ea typeface="Roboto"/>
                <a:cs typeface="Roboto"/>
              </a:rPr>
              <a:t>P(X/</a:t>
            </a:r>
            <a:r>
              <a:rPr lang="fr-FR" sz="1600" b="1">
                <a:solidFill>
                  <a:schemeClr val="accent1"/>
                </a:solidFill>
                <a:ea typeface="+mn-lt"/>
                <a:cs typeface="+mn-lt"/>
              </a:rPr>
              <a:t>¬</a:t>
            </a:r>
            <a:r>
              <a:rPr lang="fr-FR" sz="1600" b="1">
                <a:solidFill>
                  <a:schemeClr val="accent1"/>
                </a:solidFill>
                <a:ea typeface="Roboto"/>
                <a:cs typeface="Roboto"/>
              </a:rPr>
              <a:t>Y)</a:t>
            </a:r>
          </a:p>
        </p:txBody>
      </p:sp>
      <p:sp>
        <p:nvSpPr>
          <p:cNvPr id="17" name="Accolade ouvrante 16">
            <a:extLst>
              <a:ext uri="{FF2B5EF4-FFF2-40B4-BE49-F238E27FC236}">
                <a16:creationId xmlns:a16="http://schemas.microsoft.com/office/drawing/2014/main" id="{1E3A67B5-2790-361A-5BAA-097118EA6D48}"/>
              </a:ext>
            </a:extLst>
          </p:cNvPr>
          <p:cNvSpPr/>
          <p:nvPr/>
        </p:nvSpPr>
        <p:spPr>
          <a:xfrm rot="10800000">
            <a:off x="4159675" y="3317533"/>
            <a:ext cx="69184" cy="687956"/>
          </a:xfrm>
          <a:prstGeom prst="leftBrac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61D4D7C6-96B5-6B2F-80E2-9358932817D4}"/>
              </a:ext>
            </a:extLst>
          </p:cNvPr>
          <p:cNvSpPr/>
          <p:nvPr/>
        </p:nvSpPr>
        <p:spPr bwMode="auto">
          <a:xfrm>
            <a:off x="7178364" y="3828891"/>
            <a:ext cx="1830956" cy="914400"/>
          </a:xfrm>
          <a:prstGeom prst="roundRect">
            <a:avLst/>
          </a:prstGeom>
          <a:solidFill>
            <a:srgbClr val="494B69">
              <a:alpha val="40000"/>
            </a:srgbClr>
          </a:solidFill>
          <a:ln>
            <a:solidFill>
              <a:srgbClr val="494B69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12ED30CB-EA91-DF18-96E6-A2142327D313}"/>
              </a:ext>
            </a:extLst>
          </p:cNvPr>
          <p:cNvGrpSpPr/>
          <p:nvPr/>
        </p:nvGrpSpPr>
        <p:grpSpPr>
          <a:xfrm>
            <a:off x="7180148" y="3999806"/>
            <a:ext cx="2064710" cy="588299"/>
            <a:chOff x="6172810" y="1449622"/>
            <a:chExt cx="2064710" cy="588299"/>
          </a:xfrm>
        </p:grpSpPr>
        <p:sp>
          <p:nvSpPr>
            <p:cNvPr id="15" name="ZoneTexte 12">
              <a:extLst>
                <a:ext uri="{FF2B5EF4-FFF2-40B4-BE49-F238E27FC236}">
                  <a16:creationId xmlns:a16="http://schemas.microsoft.com/office/drawing/2014/main" id="{B1CB676D-4BD5-F819-017E-5A6C3640B98E}"/>
                </a:ext>
              </a:extLst>
            </p:cNvPr>
            <p:cNvSpPr txBox="1"/>
            <p:nvPr/>
          </p:nvSpPr>
          <p:spPr>
            <a:xfrm>
              <a:off x="6172810" y="1590416"/>
              <a:ext cx="698203" cy="276999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200" i="1">
                  <a:ea typeface="Roboto"/>
                  <a:cs typeface="Roboto"/>
                </a:rPr>
                <a:t>P</a:t>
              </a:r>
              <a:r>
                <a:rPr lang="fr-FR" sz="1200">
                  <a:ea typeface="Roboto"/>
                  <a:cs typeface="Roboto"/>
                </a:rPr>
                <a:t>(</a:t>
              </a:r>
              <a:r>
                <a:rPr lang="fr-FR" sz="1200" err="1">
                  <a:ea typeface="Roboto"/>
                  <a:cs typeface="Roboto"/>
                </a:rPr>
                <a:t>y|x</a:t>
              </a:r>
              <a:r>
                <a:rPr lang="fr-FR" sz="1200">
                  <a:ea typeface="Roboto"/>
                  <a:cs typeface="Roboto"/>
                </a:rPr>
                <a:t>) =</a:t>
              </a:r>
            </a:p>
          </p:txBody>
        </p:sp>
        <p:cxnSp>
          <p:nvCxnSpPr>
            <p:cNvPr id="19" name="Connecteur droit avec flèche 18">
              <a:extLst>
                <a:ext uri="{FF2B5EF4-FFF2-40B4-BE49-F238E27FC236}">
                  <a16:creationId xmlns:a16="http://schemas.microsoft.com/office/drawing/2014/main" id="{A5A5D4AD-BB8A-FF14-34DC-AA6D0ABBA5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5762" y="1725581"/>
              <a:ext cx="925983" cy="4634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ZoneTexte 23">
              <a:extLst>
                <a:ext uri="{FF2B5EF4-FFF2-40B4-BE49-F238E27FC236}">
                  <a16:creationId xmlns:a16="http://schemas.microsoft.com/office/drawing/2014/main" id="{E6B472AE-4267-E775-00E7-C888CF47E02D}"/>
                </a:ext>
              </a:extLst>
            </p:cNvPr>
            <p:cNvSpPr txBox="1"/>
            <p:nvPr/>
          </p:nvSpPr>
          <p:spPr>
            <a:xfrm>
              <a:off x="7124300" y="1760922"/>
              <a:ext cx="650275" cy="276999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fr-FR" sz="1200" i="1">
                  <a:ea typeface="Roboto"/>
                  <a:cs typeface="Roboto"/>
                </a:rPr>
                <a:t>P</a:t>
              </a:r>
              <a:r>
                <a:rPr lang="fr-FR" sz="1200">
                  <a:ea typeface="Roboto"/>
                  <a:cs typeface="Roboto"/>
                </a:rPr>
                <a:t>(x)</a:t>
              </a:r>
            </a:p>
          </p:txBody>
        </p:sp>
        <p:sp>
          <p:nvSpPr>
            <p:cNvPr id="21" name="ZoneTexte 25">
              <a:extLst>
                <a:ext uri="{FF2B5EF4-FFF2-40B4-BE49-F238E27FC236}">
                  <a16:creationId xmlns:a16="http://schemas.microsoft.com/office/drawing/2014/main" id="{DF67A6F0-995C-6F4B-BFB6-9F97691929DE}"/>
                </a:ext>
              </a:extLst>
            </p:cNvPr>
            <p:cNvSpPr txBox="1"/>
            <p:nvPr/>
          </p:nvSpPr>
          <p:spPr>
            <a:xfrm>
              <a:off x="6861287" y="1449622"/>
              <a:ext cx="1376233" cy="276999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200" i="1">
                  <a:ea typeface="Roboto"/>
                  <a:cs typeface="Roboto"/>
                </a:rPr>
                <a:t>P</a:t>
              </a:r>
              <a:r>
                <a:rPr lang="fr-FR" sz="1200">
                  <a:ea typeface="Roboto"/>
                  <a:cs typeface="Roboto"/>
                </a:rPr>
                <a:t>(</a:t>
              </a:r>
              <a:r>
                <a:rPr lang="fr-FR" sz="1200" err="1">
                  <a:ea typeface="Roboto"/>
                  <a:cs typeface="Roboto"/>
                </a:rPr>
                <a:t>x|y</a:t>
              </a:r>
              <a:r>
                <a:rPr lang="fr-FR" sz="1200">
                  <a:ea typeface="Roboto"/>
                  <a:cs typeface="Roboto"/>
                </a:rPr>
                <a:t>) . </a:t>
              </a:r>
              <a:r>
                <a:rPr lang="fr-FR" sz="1200" i="1">
                  <a:ea typeface="Roboto"/>
                  <a:cs typeface="Roboto"/>
                </a:rPr>
                <a:t>P</a:t>
              </a:r>
              <a:r>
                <a:rPr lang="fr-FR" sz="1200">
                  <a:ea typeface="Roboto"/>
                  <a:cs typeface="Roboto"/>
                </a:rPr>
                <a:t>(y)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3602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20000" decel="62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A3F8C-1EB9-2F1F-3CE5-856875874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D233395-5A97-1A01-DF3C-A4CF3FFC13DC}"/>
              </a:ext>
            </a:extLst>
          </p:cNvPr>
          <p:cNvSpPr/>
          <p:nvPr/>
        </p:nvSpPr>
        <p:spPr bwMode="auto">
          <a:xfrm>
            <a:off x="-3362" y="4688116"/>
            <a:ext cx="9147088" cy="458746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fr-FR" dirty="0">
                <a:ea typeface="Roboto"/>
                <a:cs typeface="Roboto"/>
              </a:rPr>
              <a:t>13</a:t>
            </a:r>
          </a:p>
        </p:txBody>
      </p:sp>
      <p:sp>
        <p:nvSpPr>
          <p:cNvPr id="13" name="Oval 181">
            <a:extLst>
              <a:ext uri="{FF2B5EF4-FFF2-40B4-BE49-F238E27FC236}">
                <a16:creationId xmlns:a16="http://schemas.microsoft.com/office/drawing/2014/main" id="{BDF247B7-691F-5D6E-E77A-15E296106DFF}"/>
              </a:ext>
            </a:extLst>
          </p:cNvPr>
          <p:cNvSpPr/>
          <p:nvPr/>
        </p:nvSpPr>
        <p:spPr bwMode="auto">
          <a:xfrm>
            <a:off x="78072" y="79391"/>
            <a:ext cx="920734" cy="803073"/>
          </a:xfrm>
          <a:prstGeom prst="ellipse">
            <a:avLst/>
          </a:prstGeom>
          <a:noFill/>
          <a:ln w="28575">
            <a:solidFill>
              <a:schemeClr val="accent3"/>
            </a:solidFill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40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79FF7CD3-D423-7D9F-4EEC-506C878563F2}"/>
              </a:ext>
            </a:extLst>
          </p:cNvPr>
          <p:cNvSpPr txBox="1"/>
          <p:nvPr/>
        </p:nvSpPr>
        <p:spPr>
          <a:xfrm>
            <a:off x="40768" y="265965"/>
            <a:ext cx="1001424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100" b="1" err="1">
                <a:solidFill>
                  <a:srgbClr val="9F5B72"/>
                </a:solidFill>
                <a:ea typeface="Roboto"/>
                <a:cs typeface="Roboto"/>
              </a:rPr>
              <a:t>Logistic</a:t>
            </a:r>
            <a:r>
              <a:rPr lang="fr-FR" sz="1100" b="1">
                <a:solidFill>
                  <a:srgbClr val="9F5B72"/>
                </a:solidFill>
                <a:ea typeface="Roboto"/>
                <a:cs typeface="Roboto"/>
              </a:rPr>
              <a:t> </a:t>
            </a:r>
            <a:r>
              <a:rPr lang="fr-FR" sz="1100" b="1" err="1">
                <a:solidFill>
                  <a:srgbClr val="9F5B72"/>
                </a:solidFill>
                <a:ea typeface="Roboto"/>
                <a:cs typeface="Roboto"/>
              </a:rPr>
              <a:t>Regression</a:t>
            </a:r>
            <a:endParaRPr lang="fr-FR" sz="1100" b="1">
              <a:solidFill>
                <a:srgbClr val="9F5B72"/>
              </a:solidFill>
              <a:ea typeface="Roboto"/>
              <a:cs typeface="Roboto"/>
            </a:endParaRP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2462B9C7-3950-54C9-8442-336B1EA7995B}"/>
              </a:ext>
            </a:extLst>
          </p:cNvPr>
          <p:cNvSpPr/>
          <p:nvPr/>
        </p:nvSpPr>
        <p:spPr bwMode="auto">
          <a:xfrm>
            <a:off x="5681834" y="1006522"/>
            <a:ext cx="2147597" cy="1099751"/>
          </a:xfrm>
          <a:prstGeom prst="roundRect">
            <a:avLst/>
          </a:prstGeom>
          <a:solidFill>
            <a:srgbClr val="9F5B72">
              <a:alpha val="40000"/>
            </a:srgbClr>
          </a:solidFill>
          <a:ln>
            <a:solidFill>
              <a:srgbClr val="9F5B72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890744BC-69DA-05C0-81F9-606406D01DF0}"/>
              </a:ext>
            </a:extLst>
          </p:cNvPr>
          <p:cNvGrpSpPr/>
          <p:nvPr/>
        </p:nvGrpSpPr>
        <p:grpSpPr>
          <a:xfrm>
            <a:off x="5963819" y="1246945"/>
            <a:ext cx="1807258" cy="709708"/>
            <a:chOff x="4084077" y="3665693"/>
            <a:chExt cx="1544677" cy="593864"/>
          </a:xfrm>
        </p:grpSpPr>
        <p:sp>
          <p:nvSpPr>
            <p:cNvPr id="12" name="ZoneTexte 12">
              <a:extLst>
                <a:ext uri="{FF2B5EF4-FFF2-40B4-BE49-F238E27FC236}">
                  <a16:creationId xmlns:a16="http://schemas.microsoft.com/office/drawing/2014/main" id="{1B2F3326-0EC1-2A7F-4F42-46FD33A1DA60}"/>
                </a:ext>
              </a:extLst>
            </p:cNvPr>
            <p:cNvSpPr txBox="1"/>
            <p:nvPr/>
          </p:nvSpPr>
          <p:spPr>
            <a:xfrm>
              <a:off x="4084077" y="3789678"/>
              <a:ext cx="1025975" cy="276999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200">
                  <a:ea typeface="+mn-lt"/>
                  <a:cs typeface="+mn-lt"/>
                </a:rPr>
                <a:t>σ</a:t>
              </a:r>
              <a:r>
                <a:rPr lang="fr-FR" sz="1200">
                  <a:ea typeface="Roboto"/>
                  <a:cs typeface="Roboto"/>
                </a:rPr>
                <a:t>(x) =</a:t>
              </a:r>
              <a:endParaRPr lang="fr-FR"/>
            </a:p>
          </p:txBody>
        </p:sp>
        <p:cxnSp>
          <p:nvCxnSpPr>
            <p:cNvPr id="14" name="Connecteur droit avec flèche 13">
              <a:extLst>
                <a:ext uri="{FF2B5EF4-FFF2-40B4-BE49-F238E27FC236}">
                  <a16:creationId xmlns:a16="http://schemas.microsoft.com/office/drawing/2014/main" id="{80477133-C8E7-2EF6-9468-E71DAFAD78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9089" y="3924843"/>
              <a:ext cx="925983" cy="4634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ZoneTexte 23">
              <a:extLst>
                <a:ext uri="{FF2B5EF4-FFF2-40B4-BE49-F238E27FC236}">
                  <a16:creationId xmlns:a16="http://schemas.microsoft.com/office/drawing/2014/main" id="{61887F9C-2A7F-1905-BC42-D5EF504576FF}"/>
                </a:ext>
              </a:extLst>
            </p:cNvPr>
            <p:cNvSpPr txBox="1"/>
            <p:nvPr/>
          </p:nvSpPr>
          <p:spPr>
            <a:xfrm>
              <a:off x="4659112" y="3951780"/>
              <a:ext cx="969642" cy="307777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200" i="1">
                  <a:ea typeface="Roboto"/>
                  <a:cs typeface="Roboto"/>
                </a:rPr>
                <a:t>1 + </a:t>
              </a:r>
              <a:r>
                <a:rPr lang="fr-FR" sz="1400">
                  <a:solidFill>
                    <a:srgbClr val="000000"/>
                  </a:solidFill>
                  <a:latin typeface="Lucida Sans Unicode"/>
                  <a:ea typeface="Roboto"/>
                  <a:cs typeface="Lucida Sans Unicode"/>
                </a:rPr>
                <a:t>e</a:t>
              </a:r>
              <a:r>
                <a:rPr lang="fr-FR" sz="1100" baseline="30000">
                  <a:solidFill>
                    <a:srgbClr val="000000"/>
                  </a:solidFill>
                  <a:latin typeface="Lucida Sans Unicode"/>
                  <a:ea typeface="Roboto"/>
                  <a:cs typeface="Lucida Sans Unicode"/>
                </a:rPr>
                <a:t>-(</a:t>
              </a:r>
              <a:r>
                <a:rPr lang="fr-FR" sz="1100" baseline="30000" err="1">
                  <a:solidFill>
                    <a:srgbClr val="000000"/>
                  </a:solidFill>
                  <a:latin typeface="Lucida Sans Unicode"/>
                  <a:ea typeface="Roboto"/>
                  <a:cs typeface="Lucida Sans Unicode"/>
                </a:rPr>
                <a:t>wx+b</a:t>
              </a:r>
              <a:r>
                <a:rPr lang="fr-FR" sz="1100" baseline="30000">
                  <a:solidFill>
                    <a:srgbClr val="000000"/>
                  </a:solidFill>
                  <a:latin typeface="Lucida Sans Unicode"/>
                  <a:ea typeface="Roboto"/>
                  <a:cs typeface="Lucida Sans Unicode"/>
                </a:rPr>
                <a:t>)</a:t>
              </a:r>
              <a:endParaRPr lang="fr-FR" u="sng">
                <a:ea typeface="Roboto"/>
                <a:cs typeface="Roboto"/>
              </a:endParaRPr>
            </a:p>
          </p:txBody>
        </p:sp>
        <p:sp>
          <p:nvSpPr>
            <p:cNvPr id="16" name="ZoneTexte 25">
              <a:extLst>
                <a:ext uri="{FF2B5EF4-FFF2-40B4-BE49-F238E27FC236}">
                  <a16:creationId xmlns:a16="http://schemas.microsoft.com/office/drawing/2014/main" id="{516EA361-D460-4BFC-7D12-E93AE56EF1EA}"/>
                </a:ext>
              </a:extLst>
            </p:cNvPr>
            <p:cNvSpPr txBox="1"/>
            <p:nvPr/>
          </p:nvSpPr>
          <p:spPr>
            <a:xfrm>
              <a:off x="4908768" y="3665693"/>
              <a:ext cx="292064" cy="276999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200" i="1">
                  <a:ea typeface="Roboto"/>
                  <a:cs typeface="Roboto"/>
                </a:rPr>
                <a:t>1</a:t>
              </a:r>
              <a:endParaRPr lang="fr-FR"/>
            </a:p>
          </p:txBody>
        </p:sp>
      </p:grp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BCC77B1F-5673-2C84-AAF3-0AEC867B7C27}"/>
              </a:ext>
            </a:extLst>
          </p:cNvPr>
          <p:cNvCxnSpPr/>
          <p:nvPr/>
        </p:nvCxnSpPr>
        <p:spPr>
          <a:xfrm flipV="1">
            <a:off x="594144" y="4651795"/>
            <a:ext cx="3987559" cy="2156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B384818D-95E0-F2D2-5F4D-9E0A9F4C7468}"/>
              </a:ext>
            </a:extLst>
          </p:cNvPr>
          <p:cNvCxnSpPr>
            <a:cxnSpLocks/>
          </p:cNvCxnSpPr>
          <p:nvPr/>
        </p:nvCxnSpPr>
        <p:spPr>
          <a:xfrm flipH="1" flipV="1">
            <a:off x="635120" y="1050267"/>
            <a:ext cx="12939" cy="3689947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Image 32" descr="Sigmoïde (mathématiques) — Wikipédia">
            <a:extLst>
              <a:ext uri="{FF2B5EF4-FFF2-40B4-BE49-F238E27FC236}">
                <a16:creationId xmlns:a16="http://schemas.microsoft.com/office/drawing/2014/main" id="{82E8D1C9-14E9-67D1-5E2A-60672CDFC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306" y="1613921"/>
            <a:ext cx="3746019" cy="2993960"/>
          </a:xfrm>
          <a:prstGeom prst="rect">
            <a:avLst/>
          </a:prstGeom>
        </p:spPr>
      </p:pic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A3AED6BC-C04A-BF1F-44E9-76B60369A791}"/>
              </a:ext>
            </a:extLst>
          </p:cNvPr>
          <p:cNvCxnSpPr/>
          <p:nvPr/>
        </p:nvCxnSpPr>
        <p:spPr>
          <a:xfrm flipV="1">
            <a:off x="545620" y="1573243"/>
            <a:ext cx="148807" cy="2156"/>
          </a:xfrm>
          <a:prstGeom prst="straightConnector1">
            <a:avLst/>
          </a:prstGeom>
          <a:ln>
            <a:solidFill>
              <a:schemeClr val="accent3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ZoneTexte 34">
            <a:extLst>
              <a:ext uri="{FF2B5EF4-FFF2-40B4-BE49-F238E27FC236}">
                <a16:creationId xmlns:a16="http://schemas.microsoft.com/office/drawing/2014/main" id="{A96768E2-4961-7D8F-0EAC-BF1605621AA0}"/>
              </a:ext>
            </a:extLst>
          </p:cNvPr>
          <p:cNvSpPr txBox="1"/>
          <p:nvPr/>
        </p:nvSpPr>
        <p:spPr>
          <a:xfrm>
            <a:off x="5324655" y="2569593"/>
            <a:ext cx="3433314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>
              <a:ea typeface="Roboto"/>
              <a:cs typeface="Roboto"/>
            </a:endParaRPr>
          </a:p>
          <a:p>
            <a:pPr marL="228600" indent="-228600">
              <a:buFont typeface=""/>
              <a:buChar char="•"/>
            </a:pPr>
            <a:r>
              <a:rPr lang="en-US"/>
              <a:t>σ(x)∈[0,1] → </a:t>
            </a:r>
            <a:r>
              <a:rPr lang="en-US" err="1"/>
              <a:t>probabilité</a:t>
            </a:r>
            <a:endParaRPr lang="en-US" err="1">
              <a:ea typeface="Roboto"/>
              <a:cs typeface="Roboto"/>
            </a:endParaRPr>
          </a:p>
          <a:p>
            <a:endParaRPr lang="en-US">
              <a:ea typeface="Roboto"/>
              <a:cs typeface="Roboto"/>
            </a:endParaRPr>
          </a:p>
          <a:p>
            <a:r>
              <a:rPr lang="en-US">
                <a:ea typeface="Roboto"/>
                <a:cs typeface="Roboto"/>
              </a:rPr>
              <a:t>    1,si σ(x)≥0.50</a:t>
            </a:r>
            <a:endParaRPr lang="en-US"/>
          </a:p>
          <a:p>
            <a:r>
              <a:rPr lang="en-US"/>
              <a:t>y=</a:t>
            </a:r>
            <a:endParaRPr lang="en-US">
              <a:ea typeface="Roboto"/>
              <a:cs typeface="Roboto"/>
            </a:endParaRPr>
          </a:p>
          <a:p>
            <a:r>
              <a:rPr lang="en-US">
                <a:ea typeface="Roboto"/>
                <a:cs typeface="Roboto"/>
              </a:rPr>
              <a:t>    0,si σ(x)&lt;0.50</a:t>
            </a:r>
            <a:endParaRPr lang="en-US"/>
          </a:p>
          <a:p>
            <a:endParaRPr lang="en-US"/>
          </a:p>
          <a:p>
            <a:pPr marL="228600" indent="-228600">
              <a:buFont typeface=""/>
              <a:buChar char="•"/>
            </a:pPr>
            <a:r>
              <a:rPr lang="en-US"/>
              <a:t>y∈{0,1} → </a:t>
            </a:r>
            <a:r>
              <a:rPr lang="fr-FR"/>
              <a:t>réponse </a:t>
            </a:r>
            <a:r>
              <a:rPr lang="en-US" err="1"/>
              <a:t>binaire</a:t>
            </a:r>
            <a:endParaRPr lang="en-US" err="1">
              <a:ea typeface="Roboto"/>
              <a:cs typeface="Roboto"/>
            </a:endParaRPr>
          </a:p>
        </p:txBody>
      </p:sp>
      <p:sp>
        <p:nvSpPr>
          <p:cNvPr id="2" name="Accolade ouvrante 1">
            <a:extLst>
              <a:ext uri="{FF2B5EF4-FFF2-40B4-BE49-F238E27FC236}">
                <a16:creationId xmlns:a16="http://schemas.microsoft.com/office/drawing/2014/main" id="{801BA252-ABF3-263C-6178-F7C323C557E0}"/>
              </a:ext>
            </a:extLst>
          </p:cNvPr>
          <p:cNvSpPr/>
          <p:nvPr/>
        </p:nvSpPr>
        <p:spPr>
          <a:xfrm>
            <a:off x="5709902" y="3528647"/>
            <a:ext cx="209509" cy="597760"/>
          </a:xfrm>
          <a:prstGeom prst="leftBrace">
            <a:avLst/>
          </a:prstGeom>
          <a:ln>
            <a:solidFill>
              <a:srgbClr val="5C5C5C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Encre 5">
                <a:extLst>
                  <a:ext uri="{FF2B5EF4-FFF2-40B4-BE49-F238E27FC236}">
                    <a16:creationId xmlns:a16="http://schemas.microsoft.com/office/drawing/2014/main" id="{428603EA-7E5B-3AA2-0789-803280083D6C}"/>
                  </a:ext>
                </a:extLst>
              </p14:cNvPr>
              <p14:cNvContentPartPr/>
              <p14:nvPr/>
            </p14:nvContentPartPr>
            <p14:xfrm>
              <a:off x="5535574" y="637953"/>
              <a:ext cx="16613" cy="16613"/>
            </p14:xfrm>
          </p:contentPart>
        </mc:Choice>
        <mc:Fallback>
          <p:pic>
            <p:nvPicPr>
              <p:cNvPr id="6" name="Encre 5">
                <a:extLst>
                  <a:ext uri="{FF2B5EF4-FFF2-40B4-BE49-F238E27FC236}">
                    <a16:creationId xmlns:a16="http://schemas.microsoft.com/office/drawing/2014/main" id="{428603EA-7E5B-3AA2-0789-803280083D6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04924" y="-192697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Encre 6">
                <a:extLst>
                  <a:ext uri="{FF2B5EF4-FFF2-40B4-BE49-F238E27FC236}">
                    <a16:creationId xmlns:a16="http://schemas.microsoft.com/office/drawing/2014/main" id="{1EE68588-7767-4731-EABE-98305B9F93E5}"/>
                  </a:ext>
                </a:extLst>
              </p14:cNvPr>
              <p14:cNvContentPartPr/>
              <p14:nvPr/>
            </p14:nvContentPartPr>
            <p14:xfrm>
              <a:off x="3767911" y="1608174"/>
              <a:ext cx="16613" cy="16613"/>
            </p14:xfrm>
          </p:contentPart>
        </mc:Choice>
        <mc:Fallback>
          <p:pic>
            <p:nvPicPr>
              <p:cNvPr id="7" name="Encre 6">
                <a:extLst>
                  <a:ext uri="{FF2B5EF4-FFF2-40B4-BE49-F238E27FC236}">
                    <a16:creationId xmlns:a16="http://schemas.microsoft.com/office/drawing/2014/main" id="{1EE68588-7767-4731-EABE-98305B9F93E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7261" y="777524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Encre 8">
                <a:extLst>
                  <a:ext uri="{FF2B5EF4-FFF2-40B4-BE49-F238E27FC236}">
                    <a16:creationId xmlns:a16="http://schemas.microsoft.com/office/drawing/2014/main" id="{48A3FE41-8FBF-D406-B1A7-7FEC5DE14C39}"/>
                  </a:ext>
                </a:extLst>
              </p14:cNvPr>
              <p14:cNvContentPartPr/>
              <p14:nvPr/>
            </p14:nvContentPartPr>
            <p14:xfrm>
              <a:off x="3953981" y="1621464"/>
              <a:ext cx="16613" cy="16613"/>
            </p14:xfrm>
          </p:contentPart>
        </mc:Choice>
        <mc:Fallback>
          <p:pic>
            <p:nvPicPr>
              <p:cNvPr id="9" name="Encre 8">
                <a:extLst>
                  <a:ext uri="{FF2B5EF4-FFF2-40B4-BE49-F238E27FC236}">
                    <a16:creationId xmlns:a16="http://schemas.microsoft.com/office/drawing/2014/main" id="{48A3FE41-8FBF-D406-B1A7-7FEC5DE14C3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23331" y="790814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Encre 9">
                <a:extLst>
                  <a:ext uri="{FF2B5EF4-FFF2-40B4-BE49-F238E27FC236}">
                    <a16:creationId xmlns:a16="http://schemas.microsoft.com/office/drawing/2014/main" id="{32C60E58-F1A2-9AC3-5FDA-C45912E48E06}"/>
                  </a:ext>
                </a:extLst>
              </p14:cNvPr>
              <p14:cNvContentPartPr/>
              <p14:nvPr/>
            </p14:nvContentPartPr>
            <p14:xfrm>
              <a:off x="4272958" y="1634755"/>
              <a:ext cx="16613" cy="16613"/>
            </p14:xfrm>
          </p:contentPart>
        </mc:Choice>
        <mc:Fallback>
          <p:pic>
            <p:nvPicPr>
              <p:cNvPr id="10" name="Encre 9">
                <a:extLst>
                  <a:ext uri="{FF2B5EF4-FFF2-40B4-BE49-F238E27FC236}">
                    <a16:creationId xmlns:a16="http://schemas.microsoft.com/office/drawing/2014/main" id="{32C60E58-F1A2-9AC3-5FDA-C45912E48E0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42308" y="804105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1" name="Encre 10">
                <a:extLst>
                  <a:ext uri="{FF2B5EF4-FFF2-40B4-BE49-F238E27FC236}">
                    <a16:creationId xmlns:a16="http://schemas.microsoft.com/office/drawing/2014/main" id="{1D163039-B133-BADB-424D-0E2251D0EDB1}"/>
                  </a:ext>
                </a:extLst>
              </p14:cNvPr>
              <p14:cNvContentPartPr/>
              <p14:nvPr/>
            </p14:nvContentPartPr>
            <p14:xfrm>
              <a:off x="4073598" y="1701208"/>
              <a:ext cx="16613" cy="16613"/>
            </p14:xfrm>
          </p:contentPart>
        </mc:Choice>
        <mc:Fallback>
          <p:pic>
            <p:nvPicPr>
              <p:cNvPr id="11" name="Encre 10">
                <a:extLst>
                  <a:ext uri="{FF2B5EF4-FFF2-40B4-BE49-F238E27FC236}">
                    <a16:creationId xmlns:a16="http://schemas.microsoft.com/office/drawing/2014/main" id="{1D163039-B133-BADB-424D-0E2251D0ED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42948" y="870558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7" name="Encre 16">
                <a:extLst>
                  <a:ext uri="{FF2B5EF4-FFF2-40B4-BE49-F238E27FC236}">
                    <a16:creationId xmlns:a16="http://schemas.microsoft.com/office/drawing/2014/main" id="{52B42154-DE2B-DE92-4CD7-FC4C7708AF4D}"/>
                  </a:ext>
                </a:extLst>
              </p14:cNvPr>
              <p14:cNvContentPartPr/>
              <p14:nvPr/>
            </p14:nvContentPartPr>
            <p14:xfrm>
              <a:off x="3608423" y="1714499"/>
              <a:ext cx="16613" cy="16613"/>
            </p14:xfrm>
          </p:contentPart>
        </mc:Choice>
        <mc:Fallback>
          <p:pic>
            <p:nvPicPr>
              <p:cNvPr id="17" name="Encre 16">
                <a:extLst>
                  <a:ext uri="{FF2B5EF4-FFF2-40B4-BE49-F238E27FC236}">
                    <a16:creationId xmlns:a16="http://schemas.microsoft.com/office/drawing/2014/main" id="{52B42154-DE2B-DE92-4CD7-FC4C7708AF4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77773" y="883849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9" name="Encre 18">
                <a:extLst>
                  <a:ext uri="{FF2B5EF4-FFF2-40B4-BE49-F238E27FC236}">
                    <a16:creationId xmlns:a16="http://schemas.microsoft.com/office/drawing/2014/main" id="{90615D0D-C102-9BDD-0C87-59C75DB8E47B}"/>
                  </a:ext>
                </a:extLst>
              </p14:cNvPr>
              <p14:cNvContentPartPr/>
              <p14:nvPr/>
            </p14:nvContentPartPr>
            <p14:xfrm>
              <a:off x="3129958" y="1701208"/>
              <a:ext cx="16613" cy="16613"/>
            </p14:xfrm>
          </p:contentPart>
        </mc:Choice>
        <mc:Fallback>
          <p:pic>
            <p:nvPicPr>
              <p:cNvPr id="19" name="Encre 18">
                <a:extLst>
                  <a:ext uri="{FF2B5EF4-FFF2-40B4-BE49-F238E27FC236}">
                    <a16:creationId xmlns:a16="http://schemas.microsoft.com/office/drawing/2014/main" id="{90615D0D-C102-9BDD-0C87-59C75DB8E47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99308" y="870558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0" name="Encre 19">
                <a:extLst>
                  <a:ext uri="{FF2B5EF4-FFF2-40B4-BE49-F238E27FC236}">
                    <a16:creationId xmlns:a16="http://schemas.microsoft.com/office/drawing/2014/main" id="{EEE8F1EC-859C-5ABB-3B83-E85BC713505D}"/>
                  </a:ext>
                </a:extLst>
              </p14:cNvPr>
              <p14:cNvContentPartPr/>
              <p14:nvPr/>
            </p14:nvContentPartPr>
            <p14:xfrm>
              <a:off x="2824273" y="1674627"/>
              <a:ext cx="16613" cy="16613"/>
            </p14:xfrm>
          </p:contentPart>
        </mc:Choice>
        <mc:Fallback>
          <p:pic>
            <p:nvPicPr>
              <p:cNvPr id="20" name="Encre 19">
                <a:extLst>
                  <a:ext uri="{FF2B5EF4-FFF2-40B4-BE49-F238E27FC236}">
                    <a16:creationId xmlns:a16="http://schemas.microsoft.com/office/drawing/2014/main" id="{EEE8F1EC-859C-5ABB-3B83-E85BC713505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93623" y="843977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4" name="Encre 23">
                <a:extLst>
                  <a:ext uri="{FF2B5EF4-FFF2-40B4-BE49-F238E27FC236}">
                    <a16:creationId xmlns:a16="http://schemas.microsoft.com/office/drawing/2014/main" id="{927BCCDA-6591-2498-51CD-C342E20E479C}"/>
                  </a:ext>
                </a:extLst>
              </p14:cNvPr>
              <p14:cNvContentPartPr/>
              <p14:nvPr/>
            </p14:nvContentPartPr>
            <p14:xfrm>
              <a:off x="3036923" y="1594883"/>
              <a:ext cx="16613" cy="16613"/>
            </p14:xfrm>
          </p:contentPart>
        </mc:Choice>
        <mc:Fallback>
          <p:pic>
            <p:nvPicPr>
              <p:cNvPr id="24" name="Encre 23">
                <a:extLst>
                  <a:ext uri="{FF2B5EF4-FFF2-40B4-BE49-F238E27FC236}">
                    <a16:creationId xmlns:a16="http://schemas.microsoft.com/office/drawing/2014/main" id="{927BCCDA-6591-2498-51CD-C342E20E47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06273" y="764233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5" name="Encre 24">
                <a:extLst>
                  <a:ext uri="{FF2B5EF4-FFF2-40B4-BE49-F238E27FC236}">
                    <a16:creationId xmlns:a16="http://schemas.microsoft.com/office/drawing/2014/main" id="{2F1729DA-260B-FD5F-0816-E6CC9C2090DD}"/>
                  </a:ext>
                </a:extLst>
              </p14:cNvPr>
              <p14:cNvContentPartPr/>
              <p14:nvPr/>
            </p14:nvContentPartPr>
            <p14:xfrm>
              <a:off x="3209702" y="1594883"/>
              <a:ext cx="16613" cy="16613"/>
            </p14:xfrm>
          </p:contentPart>
        </mc:Choice>
        <mc:Fallback>
          <p:pic>
            <p:nvPicPr>
              <p:cNvPr id="25" name="Encre 24">
                <a:extLst>
                  <a:ext uri="{FF2B5EF4-FFF2-40B4-BE49-F238E27FC236}">
                    <a16:creationId xmlns:a16="http://schemas.microsoft.com/office/drawing/2014/main" id="{2F1729DA-260B-FD5F-0816-E6CC9C2090D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79052" y="764233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6" name="Encre 25">
                <a:extLst>
                  <a:ext uri="{FF2B5EF4-FFF2-40B4-BE49-F238E27FC236}">
                    <a16:creationId xmlns:a16="http://schemas.microsoft.com/office/drawing/2014/main" id="{B31BFE3F-7C85-85A9-A50A-E06DEDD15792}"/>
                  </a:ext>
                </a:extLst>
              </p14:cNvPr>
              <p14:cNvContentPartPr/>
              <p14:nvPr/>
            </p14:nvContentPartPr>
            <p14:xfrm>
              <a:off x="3462226" y="1621464"/>
              <a:ext cx="16613" cy="16613"/>
            </p14:xfrm>
          </p:contentPart>
        </mc:Choice>
        <mc:Fallback>
          <p:pic>
            <p:nvPicPr>
              <p:cNvPr id="26" name="Encre 25">
                <a:extLst>
                  <a:ext uri="{FF2B5EF4-FFF2-40B4-BE49-F238E27FC236}">
                    <a16:creationId xmlns:a16="http://schemas.microsoft.com/office/drawing/2014/main" id="{B31BFE3F-7C85-85A9-A50A-E06DEDD1579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31576" y="790814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7" name="Encre 26">
                <a:extLst>
                  <a:ext uri="{FF2B5EF4-FFF2-40B4-BE49-F238E27FC236}">
                    <a16:creationId xmlns:a16="http://schemas.microsoft.com/office/drawing/2014/main" id="{4A99A37D-1327-436A-81B8-028A1512A68E}"/>
                  </a:ext>
                </a:extLst>
              </p14:cNvPr>
              <p14:cNvContentPartPr/>
              <p14:nvPr/>
            </p14:nvContentPartPr>
            <p14:xfrm>
              <a:off x="3395772" y="1741081"/>
              <a:ext cx="16613" cy="16613"/>
            </p14:xfrm>
          </p:contentPart>
        </mc:Choice>
        <mc:Fallback>
          <p:pic>
            <p:nvPicPr>
              <p:cNvPr id="27" name="Encre 26">
                <a:extLst>
                  <a:ext uri="{FF2B5EF4-FFF2-40B4-BE49-F238E27FC236}">
                    <a16:creationId xmlns:a16="http://schemas.microsoft.com/office/drawing/2014/main" id="{4A99A37D-1327-436A-81B8-028A1512A6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65122" y="910431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8" name="Encre 27">
                <a:extLst>
                  <a:ext uri="{FF2B5EF4-FFF2-40B4-BE49-F238E27FC236}">
                    <a16:creationId xmlns:a16="http://schemas.microsoft.com/office/drawing/2014/main" id="{64977CBB-9BAF-35A6-F1C0-200CAD824874}"/>
                  </a:ext>
                </a:extLst>
              </p14:cNvPr>
              <p14:cNvContentPartPr/>
              <p14:nvPr/>
            </p14:nvContentPartPr>
            <p14:xfrm>
              <a:off x="3860947" y="1687918"/>
              <a:ext cx="16613" cy="16613"/>
            </p14:xfrm>
          </p:contentPart>
        </mc:Choice>
        <mc:Fallback>
          <p:pic>
            <p:nvPicPr>
              <p:cNvPr id="28" name="Encre 27">
                <a:extLst>
                  <a:ext uri="{FF2B5EF4-FFF2-40B4-BE49-F238E27FC236}">
                    <a16:creationId xmlns:a16="http://schemas.microsoft.com/office/drawing/2014/main" id="{64977CBB-9BAF-35A6-F1C0-200CAD82487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30297" y="857268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9" name="Encre 28">
                <a:extLst>
                  <a:ext uri="{FF2B5EF4-FFF2-40B4-BE49-F238E27FC236}">
                    <a16:creationId xmlns:a16="http://schemas.microsoft.com/office/drawing/2014/main" id="{BBF115E3-4879-C665-A204-8101B6DB26DD}"/>
                  </a:ext>
                </a:extLst>
              </p14:cNvPr>
              <p14:cNvContentPartPr/>
              <p14:nvPr/>
            </p14:nvContentPartPr>
            <p14:xfrm>
              <a:off x="4233086" y="1608174"/>
              <a:ext cx="16613" cy="16613"/>
            </p14:xfrm>
          </p:contentPart>
        </mc:Choice>
        <mc:Fallback>
          <p:pic>
            <p:nvPicPr>
              <p:cNvPr id="29" name="Encre 28">
                <a:extLst>
                  <a:ext uri="{FF2B5EF4-FFF2-40B4-BE49-F238E27FC236}">
                    <a16:creationId xmlns:a16="http://schemas.microsoft.com/office/drawing/2014/main" id="{BBF115E3-4879-C665-A204-8101B6DB26D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02436" y="777524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0" name="Encre 29">
                <a:extLst>
                  <a:ext uri="{FF2B5EF4-FFF2-40B4-BE49-F238E27FC236}">
                    <a16:creationId xmlns:a16="http://schemas.microsoft.com/office/drawing/2014/main" id="{98838917-E484-655E-D2B9-55C23F0B02F6}"/>
                  </a:ext>
                </a:extLst>
              </p14:cNvPr>
              <p14:cNvContentPartPr/>
              <p14:nvPr/>
            </p14:nvContentPartPr>
            <p14:xfrm>
              <a:off x="4126761" y="1608174"/>
              <a:ext cx="16613" cy="16613"/>
            </p14:xfrm>
          </p:contentPart>
        </mc:Choice>
        <mc:Fallback>
          <p:pic>
            <p:nvPicPr>
              <p:cNvPr id="30" name="Encre 29">
                <a:extLst>
                  <a:ext uri="{FF2B5EF4-FFF2-40B4-BE49-F238E27FC236}">
                    <a16:creationId xmlns:a16="http://schemas.microsoft.com/office/drawing/2014/main" id="{98838917-E484-655E-D2B9-55C23F0B02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96111" y="777524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31" name="Encre 30">
                <a:extLst>
                  <a:ext uri="{FF2B5EF4-FFF2-40B4-BE49-F238E27FC236}">
                    <a16:creationId xmlns:a16="http://schemas.microsoft.com/office/drawing/2014/main" id="{9BAD2037-6F6E-9764-1CDB-AFDD4555977D}"/>
                  </a:ext>
                </a:extLst>
              </p14:cNvPr>
              <p14:cNvContentPartPr/>
              <p14:nvPr/>
            </p14:nvContentPartPr>
            <p14:xfrm>
              <a:off x="2531877" y="1555011"/>
              <a:ext cx="16613" cy="16613"/>
            </p14:xfrm>
          </p:contentPart>
        </mc:Choice>
        <mc:Fallback>
          <p:pic>
            <p:nvPicPr>
              <p:cNvPr id="31" name="Encre 30">
                <a:extLst>
                  <a:ext uri="{FF2B5EF4-FFF2-40B4-BE49-F238E27FC236}">
                    <a16:creationId xmlns:a16="http://schemas.microsoft.com/office/drawing/2014/main" id="{9BAD2037-6F6E-9764-1CDB-AFDD4555977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01227" y="724361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2" name="Encre 31">
                <a:extLst>
                  <a:ext uri="{FF2B5EF4-FFF2-40B4-BE49-F238E27FC236}">
                    <a16:creationId xmlns:a16="http://schemas.microsoft.com/office/drawing/2014/main" id="{B4777F65-B284-A305-6D09-670B0E04F0D2}"/>
                  </a:ext>
                </a:extLst>
              </p14:cNvPr>
              <p14:cNvContentPartPr/>
              <p14:nvPr/>
            </p14:nvContentPartPr>
            <p14:xfrm>
              <a:off x="2119865" y="4372639"/>
              <a:ext cx="16613" cy="16613"/>
            </p14:xfrm>
          </p:contentPart>
        </mc:Choice>
        <mc:Fallback>
          <p:pic>
            <p:nvPicPr>
              <p:cNvPr id="32" name="Encre 31">
                <a:extLst>
                  <a:ext uri="{FF2B5EF4-FFF2-40B4-BE49-F238E27FC236}">
                    <a16:creationId xmlns:a16="http://schemas.microsoft.com/office/drawing/2014/main" id="{B4777F65-B284-A305-6D09-670B0E04F0D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9215" y="3541989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36" name="Encre 35">
                <a:extLst>
                  <a:ext uri="{FF2B5EF4-FFF2-40B4-BE49-F238E27FC236}">
                    <a16:creationId xmlns:a16="http://schemas.microsoft.com/office/drawing/2014/main" id="{0AEE2DEE-BDFE-B106-F1E6-AEBD90DB3414}"/>
                  </a:ext>
                </a:extLst>
              </p14:cNvPr>
              <p14:cNvContentPartPr/>
              <p14:nvPr/>
            </p14:nvContentPartPr>
            <p14:xfrm>
              <a:off x="1960378" y="4492255"/>
              <a:ext cx="16613" cy="16613"/>
            </p14:xfrm>
          </p:contentPart>
        </mc:Choice>
        <mc:Fallback>
          <p:pic>
            <p:nvPicPr>
              <p:cNvPr id="36" name="Encre 35">
                <a:extLst>
                  <a:ext uri="{FF2B5EF4-FFF2-40B4-BE49-F238E27FC236}">
                    <a16:creationId xmlns:a16="http://schemas.microsoft.com/office/drawing/2014/main" id="{0AEE2DEE-BDFE-B106-F1E6-AEBD90DB341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9728" y="3661605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7" name="Encre 36">
                <a:extLst>
                  <a:ext uri="{FF2B5EF4-FFF2-40B4-BE49-F238E27FC236}">
                    <a16:creationId xmlns:a16="http://schemas.microsoft.com/office/drawing/2014/main" id="{E08CC980-6D07-87DD-7BB3-887001711044}"/>
                  </a:ext>
                </a:extLst>
              </p14:cNvPr>
              <p14:cNvContentPartPr/>
              <p14:nvPr/>
            </p14:nvContentPartPr>
            <p14:xfrm>
              <a:off x="1481912" y="4465674"/>
              <a:ext cx="16613" cy="16613"/>
            </p14:xfrm>
          </p:contentPart>
        </mc:Choice>
        <mc:Fallback>
          <p:pic>
            <p:nvPicPr>
              <p:cNvPr id="37" name="Encre 36">
                <a:extLst>
                  <a:ext uri="{FF2B5EF4-FFF2-40B4-BE49-F238E27FC236}">
                    <a16:creationId xmlns:a16="http://schemas.microsoft.com/office/drawing/2014/main" id="{E08CC980-6D07-87DD-7BB3-88700171104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1262" y="3635024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38" name="Encre 37">
                <a:extLst>
                  <a:ext uri="{FF2B5EF4-FFF2-40B4-BE49-F238E27FC236}">
                    <a16:creationId xmlns:a16="http://schemas.microsoft.com/office/drawing/2014/main" id="{45EC86DE-E423-05F7-483B-711A5B67AAA1}"/>
                  </a:ext>
                </a:extLst>
              </p14:cNvPr>
              <p14:cNvContentPartPr/>
              <p14:nvPr/>
            </p14:nvContentPartPr>
            <p14:xfrm>
              <a:off x="1229389" y="4558708"/>
              <a:ext cx="16613" cy="16613"/>
            </p14:xfrm>
          </p:contentPart>
        </mc:Choice>
        <mc:Fallback>
          <p:pic>
            <p:nvPicPr>
              <p:cNvPr id="38" name="Encre 37">
                <a:extLst>
                  <a:ext uri="{FF2B5EF4-FFF2-40B4-BE49-F238E27FC236}">
                    <a16:creationId xmlns:a16="http://schemas.microsoft.com/office/drawing/2014/main" id="{45EC86DE-E423-05F7-483B-711A5B67AAA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8739" y="3728058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9" name="Encre 38">
                <a:extLst>
                  <a:ext uri="{FF2B5EF4-FFF2-40B4-BE49-F238E27FC236}">
                    <a16:creationId xmlns:a16="http://schemas.microsoft.com/office/drawing/2014/main" id="{3BE826FF-1EF9-9536-C068-496879E36EDE}"/>
                  </a:ext>
                </a:extLst>
              </p14:cNvPr>
              <p14:cNvContentPartPr/>
              <p14:nvPr/>
            </p14:nvContentPartPr>
            <p14:xfrm>
              <a:off x="1056609" y="4571999"/>
              <a:ext cx="16613" cy="16613"/>
            </p14:xfrm>
          </p:contentPart>
        </mc:Choice>
        <mc:Fallback>
          <p:pic>
            <p:nvPicPr>
              <p:cNvPr id="39" name="Encre 38">
                <a:extLst>
                  <a:ext uri="{FF2B5EF4-FFF2-40B4-BE49-F238E27FC236}">
                    <a16:creationId xmlns:a16="http://schemas.microsoft.com/office/drawing/2014/main" id="{3BE826FF-1EF9-9536-C068-496879E36ED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5959" y="3741349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40" name="Encre 39">
                <a:extLst>
                  <a:ext uri="{FF2B5EF4-FFF2-40B4-BE49-F238E27FC236}">
                    <a16:creationId xmlns:a16="http://schemas.microsoft.com/office/drawing/2014/main" id="{780C12FF-AF58-12C9-2C91-CACD13F47DD9}"/>
                  </a:ext>
                </a:extLst>
              </p14:cNvPr>
              <p14:cNvContentPartPr/>
              <p14:nvPr/>
            </p14:nvContentPartPr>
            <p14:xfrm>
              <a:off x="1654691" y="4478965"/>
              <a:ext cx="16613" cy="16613"/>
            </p14:xfrm>
          </p:contentPart>
        </mc:Choice>
        <mc:Fallback>
          <p:pic>
            <p:nvPicPr>
              <p:cNvPr id="40" name="Encre 39">
                <a:extLst>
                  <a:ext uri="{FF2B5EF4-FFF2-40B4-BE49-F238E27FC236}">
                    <a16:creationId xmlns:a16="http://schemas.microsoft.com/office/drawing/2014/main" id="{780C12FF-AF58-12C9-2C91-CACD13F47D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4041" y="3648315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41" name="Encre 40">
                <a:extLst>
                  <a:ext uri="{FF2B5EF4-FFF2-40B4-BE49-F238E27FC236}">
                    <a16:creationId xmlns:a16="http://schemas.microsoft.com/office/drawing/2014/main" id="{9EEC5F1A-0A88-556D-7620-978712148EFD}"/>
                  </a:ext>
                </a:extLst>
              </p14:cNvPr>
              <p14:cNvContentPartPr/>
              <p14:nvPr/>
            </p14:nvContentPartPr>
            <p14:xfrm>
              <a:off x="936993" y="4532127"/>
              <a:ext cx="16613" cy="16613"/>
            </p14:xfrm>
          </p:contentPart>
        </mc:Choice>
        <mc:Fallback>
          <p:pic>
            <p:nvPicPr>
              <p:cNvPr id="41" name="Encre 40">
                <a:extLst>
                  <a:ext uri="{FF2B5EF4-FFF2-40B4-BE49-F238E27FC236}">
                    <a16:creationId xmlns:a16="http://schemas.microsoft.com/office/drawing/2014/main" id="{9EEC5F1A-0A88-556D-7620-978712148E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343" y="3701477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42" name="Encre 41">
                <a:extLst>
                  <a:ext uri="{FF2B5EF4-FFF2-40B4-BE49-F238E27FC236}">
                    <a16:creationId xmlns:a16="http://schemas.microsoft.com/office/drawing/2014/main" id="{7AD26F37-1E70-7E51-F5A0-E0263F1E6DD5}"/>
                  </a:ext>
                </a:extLst>
              </p14:cNvPr>
              <p14:cNvContentPartPr/>
              <p14:nvPr/>
            </p14:nvContentPartPr>
            <p14:xfrm>
              <a:off x="1442040" y="4518836"/>
              <a:ext cx="16613" cy="16613"/>
            </p14:xfrm>
          </p:contentPart>
        </mc:Choice>
        <mc:Fallback>
          <p:pic>
            <p:nvPicPr>
              <p:cNvPr id="42" name="Encre 41">
                <a:extLst>
                  <a:ext uri="{FF2B5EF4-FFF2-40B4-BE49-F238E27FC236}">
                    <a16:creationId xmlns:a16="http://schemas.microsoft.com/office/drawing/2014/main" id="{7AD26F37-1E70-7E51-F5A0-E0263F1E6DD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1390" y="3688186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43" name="Encre 42">
                <a:extLst>
                  <a:ext uri="{FF2B5EF4-FFF2-40B4-BE49-F238E27FC236}">
                    <a16:creationId xmlns:a16="http://schemas.microsoft.com/office/drawing/2014/main" id="{1758E103-7A71-1E9F-061E-B7EEA8DEA128}"/>
                  </a:ext>
                </a:extLst>
              </p14:cNvPr>
              <p14:cNvContentPartPr/>
              <p14:nvPr/>
            </p14:nvContentPartPr>
            <p14:xfrm>
              <a:off x="1747726" y="4545419"/>
              <a:ext cx="16613" cy="16613"/>
            </p14:xfrm>
          </p:contentPart>
        </mc:Choice>
        <mc:Fallback>
          <p:pic>
            <p:nvPicPr>
              <p:cNvPr id="43" name="Encre 42">
                <a:extLst>
                  <a:ext uri="{FF2B5EF4-FFF2-40B4-BE49-F238E27FC236}">
                    <a16:creationId xmlns:a16="http://schemas.microsoft.com/office/drawing/2014/main" id="{1758E103-7A71-1E9F-061E-B7EEA8DEA12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7076" y="3714769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44" name="Encre 43">
                <a:extLst>
                  <a:ext uri="{FF2B5EF4-FFF2-40B4-BE49-F238E27FC236}">
                    <a16:creationId xmlns:a16="http://schemas.microsoft.com/office/drawing/2014/main" id="{C416524A-52B4-C6F4-46D9-2765274AF8D7}"/>
                  </a:ext>
                </a:extLst>
              </p14:cNvPr>
              <p14:cNvContentPartPr/>
              <p14:nvPr/>
            </p14:nvContentPartPr>
            <p14:xfrm>
              <a:off x="2093285" y="4518836"/>
              <a:ext cx="16613" cy="16613"/>
            </p14:xfrm>
          </p:contentPart>
        </mc:Choice>
        <mc:Fallback>
          <p:pic>
            <p:nvPicPr>
              <p:cNvPr id="44" name="Encre 43">
                <a:extLst>
                  <a:ext uri="{FF2B5EF4-FFF2-40B4-BE49-F238E27FC236}">
                    <a16:creationId xmlns:a16="http://schemas.microsoft.com/office/drawing/2014/main" id="{C416524A-52B4-C6F4-46D9-2765274AF8D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2635" y="3688186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45" name="Encre 44">
                <a:extLst>
                  <a:ext uri="{FF2B5EF4-FFF2-40B4-BE49-F238E27FC236}">
                    <a16:creationId xmlns:a16="http://schemas.microsoft.com/office/drawing/2014/main" id="{157F9FA3-280B-2F80-7B35-487A258AF72B}"/>
                  </a:ext>
                </a:extLst>
              </p14:cNvPr>
              <p14:cNvContentPartPr/>
              <p14:nvPr/>
            </p14:nvContentPartPr>
            <p14:xfrm>
              <a:off x="1827471" y="4465674"/>
              <a:ext cx="16613" cy="16613"/>
            </p14:xfrm>
          </p:contentPart>
        </mc:Choice>
        <mc:Fallback>
          <p:pic>
            <p:nvPicPr>
              <p:cNvPr id="45" name="Encre 44">
                <a:extLst>
                  <a:ext uri="{FF2B5EF4-FFF2-40B4-BE49-F238E27FC236}">
                    <a16:creationId xmlns:a16="http://schemas.microsoft.com/office/drawing/2014/main" id="{157F9FA3-280B-2F80-7B35-487A258AF72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6821" y="3635024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46" name="Encre 45">
                <a:extLst>
                  <a:ext uri="{FF2B5EF4-FFF2-40B4-BE49-F238E27FC236}">
                    <a16:creationId xmlns:a16="http://schemas.microsoft.com/office/drawing/2014/main" id="{06F3C5D1-8AB0-FA87-1E20-EC435D9AB48D}"/>
                  </a:ext>
                </a:extLst>
              </p14:cNvPr>
              <p14:cNvContentPartPr/>
              <p14:nvPr/>
            </p14:nvContentPartPr>
            <p14:xfrm>
              <a:off x="1202807" y="4505546"/>
              <a:ext cx="16613" cy="16613"/>
            </p14:xfrm>
          </p:contentPart>
        </mc:Choice>
        <mc:Fallback>
          <p:pic>
            <p:nvPicPr>
              <p:cNvPr id="46" name="Encre 45">
                <a:extLst>
                  <a:ext uri="{FF2B5EF4-FFF2-40B4-BE49-F238E27FC236}">
                    <a16:creationId xmlns:a16="http://schemas.microsoft.com/office/drawing/2014/main" id="{06F3C5D1-8AB0-FA87-1E20-EC435D9AB48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2157" y="3674896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47" name="Encre 46">
                <a:extLst>
                  <a:ext uri="{FF2B5EF4-FFF2-40B4-BE49-F238E27FC236}">
                    <a16:creationId xmlns:a16="http://schemas.microsoft.com/office/drawing/2014/main" id="{EE3657CE-C5EE-5DAD-0F02-D1978BFD1810}"/>
                  </a:ext>
                </a:extLst>
              </p14:cNvPr>
              <p14:cNvContentPartPr/>
              <p14:nvPr/>
            </p14:nvContentPartPr>
            <p14:xfrm>
              <a:off x="1295843" y="4545419"/>
              <a:ext cx="16613" cy="16613"/>
            </p14:xfrm>
          </p:contentPart>
        </mc:Choice>
        <mc:Fallback>
          <p:pic>
            <p:nvPicPr>
              <p:cNvPr id="47" name="Encre 46">
                <a:extLst>
                  <a:ext uri="{FF2B5EF4-FFF2-40B4-BE49-F238E27FC236}">
                    <a16:creationId xmlns:a16="http://schemas.microsoft.com/office/drawing/2014/main" id="{EE3657CE-C5EE-5DAD-0F02-D1978BFD18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5193" y="3714769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48" name="Encre 47">
                <a:extLst>
                  <a:ext uri="{FF2B5EF4-FFF2-40B4-BE49-F238E27FC236}">
                    <a16:creationId xmlns:a16="http://schemas.microsoft.com/office/drawing/2014/main" id="{0D92CC4F-078A-F271-F435-1C8971B4A6D8}"/>
                  </a:ext>
                </a:extLst>
              </p14:cNvPr>
              <p14:cNvContentPartPr/>
              <p14:nvPr/>
            </p14:nvContentPartPr>
            <p14:xfrm>
              <a:off x="1388877" y="4545419"/>
              <a:ext cx="16613" cy="16613"/>
            </p14:xfrm>
          </p:contentPart>
        </mc:Choice>
        <mc:Fallback>
          <p:pic>
            <p:nvPicPr>
              <p:cNvPr id="48" name="Encre 47">
                <a:extLst>
                  <a:ext uri="{FF2B5EF4-FFF2-40B4-BE49-F238E27FC236}">
                    <a16:creationId xmlns:a16="http://schemas.microsoft.com/office/drawing/2014/main" id="{0D92CC4F-078A-F271-F435-1C8971B4A6D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8227" y="3714769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49" name="Encre 48">
                <a:extLst>
                  <a:ext uri="{FF2B5EF4-FFF2-40B4-BE49-F238E27FC236}">
                    <a16:creationId xmlns:a16="http://schemas.microsoft.com/office/drawing/2014/main" id="{3591498F-2F09-E4DF-8F40-BFA0B45A4C28}"/>
                  </a:ext>
                </a:extLst>
              </p14:cNvPr>
              <p14:cNvContentPartPr/>
              <p14:nvPr/>
            </p14:nvContentPartPr>
            <p14:xfrm>
              <a:off x="843958" y="4532127"/>
              <a:ext cx="16613" cy="16613"/>
            </p14:xfrm>
          </p:contentPart>
        </mc:Choice>
        <mc:Fallback>
          <p:pic>
            <p:nvPicPr>
              <p:cNvPr id="49" name="Encre 48">
                <a:extLst>
                  <a:ext uri="{FF2B5EF4-FFF2-40B4-BE49-F238E27FC236}">
                    <a16:creationId xmlns:a16="http://schemas.microsoft.com/office/drawing/2014/main" id="{3591498F-2F09-E4DF-8F40-BFA0B45A4C2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308" y="3701477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50" name="Encre 49">
                <a:extLst>
                  <a:ext uri="{FF2B5EF4-FFF2-40B4-BE49-F238E27FC236}">
                    <a16:creationId xmlns:a16="http://schemas.microsoft.com/office/drawing/2014/main" id="{FCBFBED5-1F80-9496-E146-38D3C88CD9D5}"/>
                  </a:ext>
                </a:extLst>
              </p14:cNvPr>
              <p14:cNvContentPartPr/>
              <p14:nvPr/>
            </p14:nvContentPartPr>
            <p14:xfrm>
              <a:off x="910412" y="4571999"/>
              <a:ext cx="16613" cy="16613"/>
            </p14:xfrm>
          </p:contentPart>
        </mc:Choice>
        <mc:Fallback>
          <p:pic>
            <p:nvPicPr>
              <p:cNvPr id="50" name="Encre 49">
                <a:extLst>
                  <a:ext uri="{FF2B5EF4-FFF2-40B4-BE49-F238E27FC236}">
                    <a16:creationId xmlns:a16="http://schemas.microsoft.com/office/drawing/2014/main" id="{FCBFBED5-1F80-9496-E146-38D3C88CD9D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762" y="3741349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51" name="Encre 50">
                <a:extLst>
                  <a:ext uri="{FF2B5EF4-FFF2-40B4-BE49-F238E27FC236}">
                    <a16:creationId xmlns:a16="http://schemas.microsoft.com/office/drawing/2014/main" id="{B6220E96-566B-0609-118A-6297AE8CC4F1}"/>
                  </a:ext>
                </a:extLst>
              </p14:cNvPr>
              <p14:cNvContentPartPr/>
              <p14:nvPr/>
            </p14:nvContentPartPr>
            <p14:xfrm>
              <a:off x="2372388" y="4465674"/>
              <a:ext cx="16613" cy="16613"/>
            </p14:xfrm>
          </p:contentPart>
        </mc:Choice>
        <mc:Fallback>
          <p:pic>
            <p:nvPicPr>
              <p:cNvPr id="51" name="Encre 50">
                <a:extLst>
                  <a:ext uri="{FF2B5EF4-FFF2-40B4-BE49-F238E27FC236}">
                    <a16:creationId xmlns:a16="http://schemas.microsoft.com/office/drawing/2014/main" id="{B6220E96-566B-0609-118A-6297AE8CC4F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41738" y="3635024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52" name="Encre 51">
                <a:extLst>
                  <a:ext uri="{FF2B5EF4-FFF2-40B4-BE49-F238E27FC236}">
                    <a16:creationId xmlns:a16="http://schemas.microsoft.com/office/drawing/2014/main" id="{A4563640-F8C3-0223-B8D3-633ABFF87A6A}"/>
                  </a:ext>
                </a:extLst>
              </p14:cNvPr>
              <p14:cNvContentPartPr/>
              <p14:nvPr/>
            </p14:nvContentPartPr>
            <p14:xfrm>
              <a:off x="2571748" y="4478965"/>
              <a:ext cx="16613" cy="16613"/>
            </p14:xfrm>
          </p:contentPart>
        </mc:Choice>
        <mc:Fallback>
          <p:pic>
            <p:nvPicPr>
              <p:cNvPr id="52" name="Encre 51">
                <a:extLst>
                  <a:ext uri="{FF2B5EF4-FFF2-40B4-BE49-F238E27FC236}">
                    <a16:creationId xmlns:a16="http://schemas.microsoft.com/office/drawing/2014/main" id="{A4563640-F8C3-0223-B8D3-633ABFF87A6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41098" y="3648315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53" name="Encre 52">
                <a:extLst>
                  <a:ext uri="{FF2B5EF4-FFF2-40B4-BE49-F238E27FC236}">
                    <a16:creationId xmlns:a16="http://schemas.microsoft.com/office/drawing/2014/main" id="{1BD54C98-6811-E21C-F77E-B7843DFEBA1D}"/>
                  </a:ext>
                </a:extLst>
              </p14:cNvPr>
              <p14:cNvContentPartPr/>
              <p14:nvPr/>
            </p14:nvContentPartPr>
            <p14:xfrm>
              <a:off x="2930598" y="4478965"/>
              <a:ext cx="16613" cy="16613"/>
            </p14:xfrm>
          </p:contentPart>
        </mc:Choice>
        <mc:Fallback>
          <p:pic>
            <p:nvPicPr>
              <p:cNvPr id="53" name="Encre 52">
                <a:extLst>
                  <a:ext uri="{FF2B5EF4-FFF2-40B4-BE49-F238E27FC236}">
                    <a16:creationId xmlns:a16="http://schemas.microsoft.com/office/drawing/2014/main" id="{1BD54C98-6811-E21C-F77E-B7843DFEBA1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99948" y="3648315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54" name="Encre 53">
                <a:extLst>
                  <a:ext uri="{FF2B5EF4-FFF2-40B4-BE49-F238E27FC236}">
                    <a16:creationId xmlns:a16="http://schemas.microsoft.com/office/drawing/2014/main" id="{F319EF31-7DFD-ECBC-7B11-7E4A60859A5E}"/>
                  </a:ext>
                </a:extLst>
              </p14:cNvPr>
              <p14:cNvContentPartPr/>
              <p14:nvPr/>
            </p14:nvContentPartPr>
            <p14:xfrm>
              <a:off x="2784400" y="4518836"/>
              <a:ext cx="16613" cy="16613"/>
            </p14:xfrm>
          </p:contentPart>
        </mc:Choice>
        <mc:Fallback>
          <p:pic>
            <p:nvPicPr>
              <p:cNvPr id="54" name="Encre 53">
                <a:extLst>
                  <a:ext uri="{FF2B5EF4-FFF2-40B4-BE49-F238E27FC236}">
                    <a16:creationId xmlns:a16="http://schemas.microsoft.com/office/drawing/2014/main" id="{F319EF31-7DFD-ECBC-7B11-7E4A60859A5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53750" y="3688186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55" name="Encre 54">
                <a:extLst>
                  <a:ext uri="{FF2B5EF4-FFF2-40B4-BE49-F238E27FC236}">
                    <a16:creationId xmlns:a16="http://schemas.microsoft.com/office/drawing/2014/main" id="{4A79F196-1F6D-A6FC-785F-5D135AF549F1}"/>
                  </a:ext>
                </a:extLst>
              </p14:cNvPr>
              <p14:cNvContentPartPr/>
              <p14:nvPr/>
            </p14:nvContentPartPr>
            <p14:xfrm>
              <a:off x="3050214" y="4492255"/>
              <a:ext cx="16613" cy="16613"/>
            </p14:xfrm>
          </p:contentPart>
        </mc:Choice>
        <mc:Fallback>
          <p:pic>
            <p:nvPicPr>
              <p:cNvPr id="55" name="Encre 54">
                <a:extLst>
                  <a:ext uri="{FF2B5EF4-FFF2-40B4-BE49-F238E27FC236}">
                    <a16:creationId xmlns:a16="http://schemas.microsoft.com/office/drawing/2014/main" id="{4A79F196-1F6D-A6FC-785F-5D135AF549F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19564" y="3661605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56" name="Encre 55">
                <a:extLst>
                  <a:ext uri="{FF2B5EF4-FFF2-40B4-BE49-F238E27FC236}">
                    <a16:creationId xmlns:a16="http://schemas.microsoft.com/office/drawing/2014/main" id="{A293421A-4D87-7115-CF4C-F9FE1704433A}"/>
                  </a:ext>
                </a:extLst>
              </p14:cNvPr>
              <p14:cNvContentPartPr/>
              <p14:nvPr/>
            </p14:nvContentPartPr>
            <p14:xfrm>
              <a:off x="3422353" y="4532127"/>
              <a:ext cx="16613" cy="16613"/>
            </p14:xfrm>
          </p:contentPart>
        </mc:Choice>
        <mc:Fallback>
          <p:pic>
            <p:nvPicPr>
              <p:cNvPr id="56" name="Encre 55">
                <a:extLst>
                  <a:ext uri="{FF2B5EF4-FFF2-40B4-BE49-F238E27FC236}">
                    <a16:creationId xmlns:a16="http://schemas.microsoft.com/office/drawing/2014/main" id="{A293421A-4D87-7115-CF4C-F9FE170443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91703" y="3701477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57" name="Encre 56">
                <a:extLst>
                  <a:ext uri="{FF2B5EF4-FFF2-40B4-BE49-F238E27FC236}">
                    <a16:creationId xmlns:a16="http://schemas.microsoft.com/office/drawing/2014/main" id="{5FDECCEE-7772-7BE8-EF06-4F321A978DC0}"/>
                  </a:ext>
                </a:extLst>
              </p14:cNvPr>
              <p14:cNvContentPartPr/>
              <p14:nvPr/>
            </p14:nvContentPartPr>
            <p14:xfrm>
              <a:off x="3050214" y="4292894"/>
              <a:ext cx="16613" cy="16613"/>
            </p14:xfrm>
          </p:contentPart>
        </mc:Choice>
        <mc:Fallback>
          <p:pic>
            <p:nvPicPr>
              <p:cNvPr id="57" name="Encre 56">
                <a:extLst>
                  <a:ext uri="{FF2B5EF4-FFF2-40B4-BE49-F238E27FC236}">
                    <a16:creationId xmlns:a16="http://schemas.microsoft.com/office/drawing/2014/main" id="{5FDECCEE-7772-7BE8-EF06-4F321A978DC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19564" y="3462244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58" name="Encre 57">
                <a:extLst>
                  <a:ext uri="{FF2B5EF4-FFF2-40B4-BE49-F238E27FC236}">
                    <a16:creationId xmlns:a16="http://schemas.microsoft.com/office/drawing/2014/main" id="{BC1DE7EF-F6E3-310E-B760-F77AE55C4E90}"/>
                  </a:ext>
                </a:extLst>
              </p14:cNvPr>
              <p14:cNvContentPartPr/>
              <p14:nvPr/>
            </p14:nvContentPartPr>
            <p14:xfrm>
              <a:off x="2000249" y="4425801"/>
              <a:ext cx="16613" cy="16613"/>
            </p14:xfrm>
          </p:contentPart>
        </mc:Choice>
        <mc:Fallback>
          <p:pic>
            <p:nvPicPr>
              <p:cNvPr id="58" name="Encre 57">
                <a:extLst>
                  <a:ext uri="{FF2B5EF4-FFF2-40B4-BE49-F238E27FC236}">
                    <a16:creationId xmlns:a16="http://schemas.microsoft.com/office/drawing/2014/main" id="{BC1DE7EF-F6E3-310E-B760-F77AE55C4E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69599" y="3595151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59" name="Encre 58">
                <a:extLst>
                  <a:ext uri="{FF2B5EF4-FFF2-40B4-BE49-F238E27FC236}">
                    <a16:creationId xmlns:a16="http://schemas.microsoft.com/office/drawing/2014/main" id="{6D44169C-CE5B-0B44-873A-3CDBEB1D712D}"/>
                  </a:ext>
                </a:extLst>
              </p14:cNvPr>
              <p14:cNvContentPartPr/>
              <p14:nvPr/>
            </p14:nvContentPartPr>
            <p14:xfrm>
              <a:off x="1561657" y="4571999"/>
              <a:ext cx="16613" cy="16613"/>
            </p14:xfrm>
          </p:contentPart>
        </mc:Choice>
        <mc:Fallback>
          <p:pic>
            <p:nvPicPr>
              <p:cNvPr id="59" name="Encre 58">
                <a:extLst>
                  <a:ext uri="{FF2B5EF4-FFF2-40B4-BE49-F238E27FC236}">
                    <a16:creationId xmlns:a16="http://schemas.microsoft.com/office/drawing/2014/main" id="{6D44169C-CE5B-0B44-873A-3CDBEB1D712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1007" y="3741349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60" name="Encre 59">
                <a:extLst>
                  <a:ext uri="{FF2B5EF4-FFF2-40B4-BE49-F238E27FC236}">
                    <a16:creationId xmlns:a16="http://schemas.microsoft.com/office/drawing/2014/main" id="{6BD59B14-6513-A7D0-CAEA-F5ADFAEF78C3}"/>
                  </a:ext>
                </a:extLst>
              </p14:cNvPr>
              <p14:cNvContentPartPr/>
              <p14:nvPr/>
            </p14:nvContentPartPr>
            <p14:xfrm>
              <a:off x="3621714" y="1621464"/>
              <a:ext cx="16613" cy="16613"/>
            </p14:xfrm>
          </p:contentPart>
        </mc:Choice>
        <mc:Fallback>
          <p:pic>
            <p:nvPicPr>
              <p:cNvPr id="60" name="Encre 59">
                <a:extLst>
                  <a:ext uri="{FF2B5EF4-FFF2-40B4-BE49-F238E27FC236}">
                    <a16:creationId xmlns:a16="http://schemas.microsoft.com/office/drawing/2014/main" id="{6BD59B14-6513-A7D0-CAEA-F5ADFAEF78C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91064" y="790814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61" name="Encre 60">
                <a:extLst>
                  <a:ext uri="{FF2B5EF4-FFF2-40B4-BE49-F238E27FC236}">
                    <a16:creationId xmlns:a16="http://schemas.microsoft.com/office/drawing/2014/main" id="{0429437D-865B-FA69-4147-5D124C1D5511}"/>
                  </a:ext>
                </a:extLst>
              </p14:cNvPr>
              <p14:cNvContentPartPr/>
              <p14:nvPr/>
            </p14:nvContentPartPr>
            <p14:xfrm>
              <a:off x="3502097" y="1661336"/>
              <a:ext cx="16613" cy="16613"/>
            </p14:xfrm>
          </p:contentPart>
        </mc:Choice>
        <mc:Fallback>
          <p:pic>
            <p:nvPicPr>
              <p:cNvPr id="61" name="Encre 60">
                <a:extLst>
                  <a:ext uri="{FF2B5EF4-FFF2-40B4-BE49-F238E27FC236}">
                    <a16:creationId xmlns:a16="http://schemas.microsoft.com/office/drawing/2014/main" id="{0429437D-865B-FA69-4147-5D124C1D551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71447" y="830686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62" name="Encre 61">
                <a:extLst>
                  <a:ext uri="{FF2B5EF4-FFF2-40B4-BE49-F238E27FC236}">
                    <a16:creationId xmlns:a16="http://schemas.microsoft.com/office/drawing/2014/main" id="{B1DF919D-44DF-13F3-C548-681462C956CE}"/>
                  </a:ext>
                </a:extLst>
              </p14:cNvPr>
              <p14:cNvContentPartPr/>
              <p14:nvPr/>
            </p14:nvContentPartPr>
            <p14:xfrm>
              <a:off x="4233086" y="1687918"/>
              <a:ext cx="16613" cy="16613"/>
            </p14:xfrm>
          </p:contentPart>
        </mc:Choice>
        <mc:Fallback>
          <p:pic>
            <p:nvPicPr>
              <p:cNvPr id="62" name="Encre 61">
                <a:extLst>
                  <a:ext uri="{FF2B5EF4-FFF2-40B4-BE49-F238E27FC236}">
                    <a16:creationId xmlns:a16="http://schemas.microsoft.com/office/drawing/2014/main" id="{B1DF919D-44DF-13F3-C548-681462C956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02436" y="857268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65" name="Encre 64">
                <a:extLst>
                  <a:ext uri="{FF2B5EF4-FFF2-40B4-BE49-F238E27FC236}">
                    <a16:creationId xmlns:a16="http://schemas.microsoft.com/office/drawing/2014/main" id="{8BB6A053-3E8C-8210-9B18-AA34654EAFD5}"/>
                  </a:ext>
                </a:extLst>
              </p14:cNvPr>
              <p14:cNvContentPartPr/>
              <p14:nvPr/>
            </p14:nvContentPartPr>
            <p14:xfrm>
              <a:off x="3908090" y="1748353"/>
              <a:ext cx="16613" cy="16613"/>
            </p14:xfrm>
          </p:contentPart>
        </mc:Choice>
        <mc:Fallback>
          <p:pic>
            <p:nvPicPr>
              <p:cNvPr id="65" name="Encre 64">
                <a:extLst>
                  <a:ext uri="{FF2B5EF4-FFF2-40B4-BE49-F238E27FC236}">
                    <a16:creationId xmlns:a16="http://schemas.microsoft.com/office/drawing/2014/main" id="{8BB6A053-3E8C-8210-9B18-AA34654EAFD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77440" y="917703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66" name="Encre 65">
                <a:extLst>
                  <a:ext uri="{FF2B5EF4-FFF2-40B4-BE49-F238E27FC236}">
                    <a16:creationId xmlns:a16="http://schemas.microsoft.com/office/drawing/2014/main" id="{3844599C-1E34-68B3-F741-C6B031587311}"/>
                  </a:ext>
                </a:extLst>
              </p14:cNvPr>
              <p14:cNvContentPartPr/>
              <p14:nvPr/>
            </p14:nvContentPartPr>
            <p14:xfrm>
              <a:off x="4094160" y="1761643"/>
              <a:ext cx="16613" cy="16613"/>
            </p14:xfrm>
          </p:contentPart>
        </mc:Choice>
        <mc:Fallback>
          <p:pic>
            <p:nvPicPr>
              <p:cNvPr id="66" name="Encre 65">
                <a:extLst>
                  <a:ext uri="{FF2B5EF4-FFF2-40B4-BE49-F238E27FC236}">
                    <a16:creationId xmlns:a16="http://schemas.microsoft.com/office/drawing/2014/main" id="{3844599C-1E34-68B3-F741-C6B03158731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63510" y="930993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67" name="Encre 66">
                <a:extLst>
                  <a:ext uri="{FF2B5EF4-FFF2-40B4-BE49-F238E27FC236}">
                    <a16:creationId xmlns:a16="http://schemas.microsoft.com/office/drawing/2014/main" id="{B5564B7D-E792-092A-0A06-78C92BBF7FEB}"/>
                  </a:ext>
                </a:extLst>
              </p14:cNvPr>
              <p14:cNvContentPartPr/>
              <p14:nvPr/>
            </p14:nvContentPartPr>
            <p14:xfrm>
              <a:off x="4413137" y="1774934"/>
              <a:ext cx="16613" cy="16613"/>
            </p14:xfrm>
          </p:contentPart>
        </mc:Choice>
        <mc:Fallback>
          <p:pic>
            <p:nvPicPr>
              <p:cNvPr id="67" name="Encre 66">
                <a:extLst>
                  <a:ext uri="{FF2B5EF4-FFF2-40B4-BE49-F238E27FC236}">
                    <a16:creationId xmlns:a16="http://schemas.microsoft.com/office/drawing/2014/main" id="{B5564B7D-E792-092A-0A06-78C92BBF7FE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82487" y="944284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68" name="Encre 67">
                <a:extLst>
                  <a:ext uri="{FF2B5EF4-FFF2-40B4-BE49-F238E27FC236}">
                    <a16:creationId xmlns:a16="http://schemas.microsoft.com/office/drawing/2014/main" id="{3ECDB470-A1B7-027D-6888-50A688EDCD38}"/>
                  </a:ext>
                </a:extLst>
              </p14:cNvPr>
              <p14:cNvContentPartPr/>
              <p14:nvPr/>
            </p14:nvContentPartPr>
            <p14:xfrm>
              <a:off x="4213777" y="1841387"/>
              <a:ext cx="16613" cy="16613"/>
            </p14:xfrm>
          </p:contentPart>
        </mc:Choice>
        <mc:Fallback>
          <p:pic>
            <p:nvPicPr>
              <p:cNvPr id="68" name="Encre 67">
                <a:extLst>
                  <a:ext uri="{FF2B5EF4-FFF2-40B4-BE49-F238E27FC236}">
                    <a16:creationId xmlns:a16="http://schemas.microsoft.com/office/drawing/2014/main" id="{3ECDB470-A1B7-027D-6888-50A688EDCD3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83127" y="1010737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69" name="Encre 68">
                <a:extLst>
                  <a:ext uri="{FF2B5EF4-FFF2-40B4-BE49-F238E27FC236}">
                    <a16:creationId xmlns:a16="http://schemas.microsoft.com/office/drawing/2014/main" id="{A97B24F1-F952-7A6D-C9CF-0B9A87555E78}"/>
                  </a:ext>
                </a:extLst>
              </p14:cNvPr>
              <p14:cNvContentPartPr/>
              <p14:nvPr/>
            </p14:nvContentPartPr>
            <p14:xfrm>
              <a:off x="3748602" y="1854678"/>
              <a:ext cx="16613" cy="16613"/>
            </p14:xfrm>
          </p:contentPart>
        </mc:Choice>
        <mc:Fallback>
          <p:pic>
            <p:nvPicPr>
              <p:cNvPr id="69" name="Encre 68">
                <a:extLst>
                  <a:ext uri="{FF2B5EF4-FFF2-40B4-BE49-F238E27FC236}">
                    <a16:creationId xmlns:a16="http://schemas.microsoft.com/office/drawing/2014/main" id="{A97B24F1-F952-7A6D-C9CF-0B9A87555E7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17952" y="1024028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70" name="Encre 69">
                <a:extLst>
                  <a:ext uri="{FF2B5EF4-FFF2-40B4-BE49-F238E27FC236}">
                    <a16:creationId xmlns:a16="http://schemas.microsoft.com/office/drawing/2014/main" id="{AC992D79-706B-B4EB-80B2-915B2994F0DD}"/>
                  </a:ext>
                </a:extLst>
              </p14:cNvPr>
              <p14:cNvContentPartPr/>
              <p14:nvPr/>
            </p14:nvContentPartPr>
            <p14:xfrm>
              <a:off x="3270137" y="1841387"/>
              <a:ext cx="16613" cy="16613"/>
            </p14:xfrm>
          </p:contentPart>
        </mc:Choice>
        <mc:Fallback>
          <p:pic>
            <p:nvPicPr>
              <p:cNvPr id="70" name="Encre 69">
                <a:extLst>
                  <a:ext uri="{FF2B5EF4-FFF2-40B4-BE49-F238E27FC236}">
                    <a16:creationId xmlns:a16="http://schemas.microsoft.com/office/drawing/2014/main" id="{AC992D79-706B-B4EB-80B2-915B2994F0D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39487" y="1010737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71" name="Encre 70">
                <a:extLst>
                  <a:ext uri="{FF2B5EF4-FFF2-40B4-BE49-F238E27FC236}">
                    <a16:creationId xmlns:a16="http://schemas.microsoft.com/office/drawing/2014/main" id="{DB847C04-B63B-773C-2299-B3AC57F85134}"/>
                  </a:ext>
                </a:extLst>
              </p14:cNvPr>
              <p14:cNvContentPartPr/>
              <p14:nvPr/>
            </p14:nvContentPartPr>
            <p14:xfrm>
              <a:off x="2964452" y="1814806"/>
              <a:ext cx="16613" cy="16613"/>
            </p14:xfrm>
          </p:contentPart>
        </mc:Choice>
        <mc:Fallback>
          <p:pic>
            <p:nvPicPr>
              <p:cNvPr id="71" name="Encre 70">
                <a:extLst>
                  <a:ext uri="{FF2B5EF4-FFF2-40B4-BE49-F238E27FC236}">
                    <a16:creationId xmlns:a16="http://schemas.microsoft.com/office/drawing/2014/main" id="{DB847C04-B63B-773C-2299-B3AC57F8513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33802" y="984156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72" name="Encre 71">
                <a:extLst>
                  <a:ext uri="{FF2B5EF4-FFF2-40B4-BE49-F238E27FC236}">
                    <a16:creationId xmlns:a16="http://schemas.microsoft.com/office/drawing/2014/main" id="{140B10D2-FEB3-CBC5-8E7B-D6D26DB4F866}"/>
                  </a:ext>
                </a:extLst>
              </p14:cNvPr>
              <p14:cNvContentPartPr/>
              <p14:nvPr/>
            </p14:nvContentPartPr>
            <p14:xfrm>
              <a:off x="3177102" y="1735062"/>
              <a:ext cx="16613" cy="16613"/>
            </p14:xfrm>
          </p:contentPart>
        </mc:Choice>
        <mc:Fallback>
          <p:pic>
            <p:nvPicPr>
              <p:cNvPr id="72" name="Encre 71">
                <a:extLst>
                  <a:ext uri="{FF2B5EF4-FFF2-40B4-BE49-F238E27FC236}">
                    <a16:creationId xmlns:a16="http://schemas.microsoft.com/office/drawing/2014/main" id="{140B10D2-FEB3-CBC5-8E7B-D6D26DB4F86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46452" y="904412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73" name="Encre 72">
                <a:extLst>
                  <a:ext uri="{FF2B5EF4-FFF2-40B4-BE49-F238E27FC236}">
                    <a16:creationId xmlns:a16="http://schemas.microsoft.com/office/drawing/2014/main" id="{836830AF-0A36-A52C-3493-11765F0347B0}"/>
                  </a:ext>
                </a:extLst>
              </p14:cNvPr>
              <p14:cNvContentPartPr/>
              <p14:nvPr/>
            </p14:nvContentPartPr>
            <p14:xfrm>
              <a:off x="3349881" y="1735062"/>
              <a:ext cx="16613" cy="16613"/>
            </p14:xfrm>
          </p:contentPart>
        </mc:Choice>
        <mc:Fallback>
          <p:pic>
            <p:nvPicPr>
              <p:cNvPr id="73" name="Encre 72">
                <a:extLst>
                  <a:ext uri="{FF2B5EF4-FFF2-40B4-BE49-F238E27FC236}">
                    <a16:creationId xmlns:a16="http://schemas.microsoft.com/office/drawing/2014/main" id="{836830AF-0A36-A52C-3493-11765F0347B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19231" y="904412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74" name="Encre 73">
                <a:extLst>
                  <a:ext uri="{FF2B5EF4-FFF2-40B4-BE49-F238E27FC236}">
                    <a16:creationId xmlns:a16="http://schemas.microsoft.com/office/drawing/2014/main" id="{FBFE85F0-3A40-CD1D-BDEE-0BF78CC8F2ED}"/>
                  </a:ext>
                </a:extLst>
              </p14:cNvPr>
              <p14:cNvContentPartPr/>
              <p14:nvPr/>
            </p14:nvContentPartPr>
            <p14:xfrm>
              <a:off x="3602405" y="1761643"/>
              <a:ext cx="16613" cy="16613"/>
            </p14:xfrm>
          </p:contentPart>
        </mc:Choice>
        <mc:Fallback>
          <p:pic>
            <p:nvPicPr>
              <p:cNvPr id="74" name="Encre 73">
                <a:extLst>
                  <a:ext uri="{FF2B5EF4-FFF2-40B4-BE49-F238E27FC236}">
                    <a16:creationId xmlns:a16="http://schemas.microsoft.com/office/drawing/2014/main" id="{FBFE85F0-3A40-CD1D-BDEE-0BF78CC8F2E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71755" y="930993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75" name="Encre 74">
                <a:extLst>
                  <a:ext uri="{FF2B5EF4-FFF2-40B4-BE49-F238E27FC236}">
                    <a16:creationId xmlns:a16="http://schemas.microsoft.com/office/drawing/2014/main" id="{8EF27A48-963B-1EEA-974A-58C8B9C3AC96}"/>
                  </a:ext>
                </a:extLst>
              </p14:cNvPr>
              <p14:cNvContentPartPr/>
              <p14:nvPr/>
            </p14:nvContentPartPr>
            <p14:xfrm>
              <a:off x="3535951" y="1881260"/>
              <a:ext cx="16613" cy="16613"/>
            </p14:xfrm>
          </p:contentPart>
        </mc:Choice>
        <mc:Fallback>
          <p:pic>
            <p:nvPicPr>
              <p:cNvPr id="75" name="Encre 74">
                <a:extLst>
                  <a:ext uri="{FF2B5EF4-FFF2-40B4-BE49-F238E27FC236}">
                    <a16:creationId xmlns:a16="http://schemas.microsoft.com/office/drawing/2014/main" id="{8EF27A48-963B-1EEA-974A-58C8B9C3AC9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05301" y="1050610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76" name="Encre 75">
                <a:extLst>
                  <a:ext uri="{FF2B5EF4-FFF2-40B4-BE49-F238E27FC236}">
                    <a16:creationId xmlns:a16="http://schemas.microsoft.com/office/drawing/2014/main" id="{7420523F-1A5A-336A-7EDB-88DB3109F3E4}"/>
                  </a:ext>
                </a:extLst>
              </p14:cNvPr>
              <p14:cNvContentPartPr/>
              <p14:nvPr/>
            </p14:nvContentPartPr>
            <p14:xfrm>
              <a:off x="4001126" y="1828097"/>
              <a:ext cx="16613" cy="16613"/>
            </p14:xfrm>
          </p:contentPart>
        </mc:Choice>
        <mc:Fallback>
          <p:pic>
            <p:nvPicPr>
              <p:cNvPr id="76" name="Encre 75">
                <a:extLst>
                  <a:ext uri="{FF2B5EF4-FFF2-40B4-BE49-F238E27FC236}">
                    <a16:creationId xmlns:a16="http://schemas.microsoft.com/office/drawing/2014/main" id="{7420523F-1A5A-336A-7EDB-88DB3109F3E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70476" y="997447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77" name="Encre 76">
                <a:extLst>
                  <a:ext uri="{FF2B5EF4-FFF2-40B4-BE49-F238E27FC236}">
                    <a16:creationId xmlns:a16="http://schemas.microsoft.com/office/drawing/2014/main" id="{7D8C35B4-431B-887C-F7CC-B51FC6053540}"/>
                  </a:ext>
                </a:extLst>
              </p14:cNvPr>
              <p14:cNvContentPartPr/>
              <p14:nvPr/>
            </p14:nvContentPartPr>
            <p14:xfrm>
              <a:off x="4373265" y="1748353"/>
              <a:ext cx="16613" cy="16613"/>
            </p14:xfrm>
          </p:contentPart>
        </mc:Choice>
        <mc:Fallback>
          <p:pic>
            <p:nvPicPr>
              <p:cNvPr id="77" name="Encre 76">
                <a:extLst>
                  <a:ext uri="{FF2B5EF4-FFF2-40B4-BE49-F238E27FC236}">
                    <a16:creationId xmlns:a16="http://schemas.microsoft.com/office/drawing/2014/main" id="{7D8C35B4-431B-887C-F7CC-B51FC60535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42615" y="917703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78" name="Encre 77">
                <a:extLst>
                  <a:ext uri="{FF2B5EF4-FFF2-40B4-BE49-F238E27FC236}">
                    <a16:creationId xmlns:a16="http://schemas.microsoft.com/office/drawing/2014/main" id="{BBAB4CAF-6175-D629-9C44-BE33DA3F6F39}"/>
                  </a:ext>
                </a:extLst>
              </p14:cNvPr>
              <p14:cNvContentPartPr/>
              <p14:nvPr/>
            </p14:nvContentPartPr>
            <p14:xfrm>
              <a:off x="4266940" y="1748353"/>
              <a:ext cx="16613" cy="16613"/>
            </p14:xfrm>
          </p:contentPart>
        </mc:Choice>
        <mc:Fallback>
          <p:pic>
            <p:nvPicPr>
              <p:cNvPr id="78" name="Encre 77">
                <a:extLst>
                  <a:ext uri="{FF2B5EF4-FFF2-40B4-BE49-F238E27FC236}">
                    <a16:creationId xmlns:a16="http://schemas.microsoft.com/office/drawing/2014/main" id="{BBAB4CAF-6175-D629-9C44-BE33DA3F6F3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36290" y="917703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79" name="Encre 78">
                <a:extLst>
                  <a:ext uri="{FF2B5EF4-FFF2-40B4-BE49-F238E27FC236}">
                    <a16:creationId xmlns:a16="http://schemas.microsoft.com/office/drawing/2014/main" id="{602541F8-E286-2E76-7451-0469249AA23D}"/>
                  </a:ext>
                </a:extLst>
              </p14:cNvPr>
              <p14:cNvContentPartPr/>
              <p14:nvPr/>
            </p14:nvContentPartPr>
            <p14:xfrm>
              <a:off x="2672056" y="1695190"/>
              <a:ext cx="16613" cy="16613"/>
            </p14:xfrm>
          </p:contentPart>
        </mc:Choice>
        <mc:Fallback>
          <p:pic>
            <p:nvPicPr>
              <p:cNvPr id="79" name="Encre 78">
                <a:extLst>
                  <a:ext uri="{FF2B5EF4-FFF2-40B4-BE49-F238E27FC236}">
                    <a16:creationId xmlns:a16="http://schemas.microsoft.com/office/drawing/2014/main" id="{602541F8-E286-2E76-7451-0469249AA23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41406" y="864540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80" name="Encre 79">
                <a:extLst>
                  <a:ext uri="{FF2B5EF4-FFF2-40B4-BE49-F238E27FC236}">
                    <a16:creationId xmlns:a16="http://schemas.microsoft.com/office/drawing/2014/main" id="{A4BB4A8E-7C32-1295-361A-2BC43479FC0C}"/>
                  </a:ext>
                </a:extLst>
              </p14:cNvPr>
              <p14:cNvContentPartPr/>
              <p14:nvPr/>
            </p14:nvContentPartPr>
            <p14:xfrm>
              <a:off x="2260044" y="4512818"/>
              <a:ext cx="16613" cy="16613"/>
            </p14:xfrm>
          </p:contentPart>
        </mc:Choice>
        <mc:Fallback>
          <p:pic>
            <p:nvPicPr>
              <p:cNvPr id="80" name="Encre 79">
                <a:extLst>
                  <a:ext uri="{FF2B5EF4-FFF2-40B4-BE49-F238E27FC236}">
                    <a16:creationId xmlns:a16="http://schemas.microsoft.com/office/drawing/2014/main" id="{A4BB4A8E-7C32-1295-361A-2BC43479FC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29394" y="3682168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81" name="Encre 80">
                <a:extLst>
                  <a:ext uri="{FF2B5EF4-FFF2-40B4-BE49-F238E27FC236}">
                    <a16:creationId xmlns:a16="http://schemas.microsoft.com/office/drawing/2014/main" id="{F4ED853C-F374-1624-DE09-8855337B14DA}"/>
                  </a:ext>
                </a:extLst>
              </p14:cNvPr>
              <p14:cNvContentPartPr/>
              <p14:nvPr/>
            </p14:nvContentPartPr>
            <p14:xfrm>
              <a:off x="2100557" y="4632434"/>
              <a:ext cx="16613" cy="16613"/>
            </p14:xfrm>
          </p:contentPart>
        </mc:Choice>
        <mc:Fallback>
          <p:pic>
            <p:nvPicPr>
              <p:cNvPr id="81" name="Encre 80">
                <a:extLst>
                  <a:ext uri="{FF2B5EF4-FFF2-40B4-BE49-F238E27FC236}">
                    <a16:creationId xmlns:a16="http://schemas.microsoft.com/office/drawing/2014/main" id="{F4ED853C-F374-1624-DE09-8855337B14D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9907" y="3801784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82" name="Encre 81">
                <a:extLst>
                  <a:ext uri="{FF2B5EF4-FFF2-40B4-BE49-F238E27FC236}">
                    <a16:creationId xmlns:a16="http://schemas.microsoft.com/office/drawing/2014/main" id="{FA9E7DCE-21DE-B0C3-757C-6163119C7264}"/>
                  </a:ext>
                </a:extLst>
              </p14:cNvPr>
              <p14:cNvContentPartPr/>
              <p14:nvPr/>
            </p14:nvContentPartPr>
            <p14:xfrm>
              <a:off x="1622091" y="4605853"/>
              <a:ext cx="16613" cy="16613"/>
            </p14:xfrm>
          </p:contentPart>
        </mc:Choice>
        <mc:Fallback>
          <p:pic>
            <p:nvPicPr>
              <p:cNvPr id="82" name="Encre 81">
                <a:extLst>
                  <a:ext uri="{FF2B5EF4-FFF2-40B4-BE49-F238E27FC236}">
                    <a16:creationId xmlns:a16="http://schemas.microsoft.com/office/drawing/2014/main" id="{FA9E7DCE-21DE-B0C3-757C-6163119C726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1441" y="3775203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83" name="Encre 82">
                <a:extLst>
                  <a:ext uri="{FF2B5EF4-FFF2-40B4-BE49-F238E27FC236}">
                    <a16:creationId xmlns:a16="http://schemas.microsoft.com/office/drawing/2014/main" id="{E8C09F5B-C89A-A3EF-FCFB-AA8D3C7E9422}"/>
                  </a:ext>
                </a:extLst>
              </p14:cNvPr>
              <p14:cNvContentPartPr/>
              <p14:nvPr/>
            </p14:nvContentPartPr>
            <p14:xfrm>
              <a:off x="1369568" y="4698887"/>
              <a:ext cx="16613" cy="16613"/>
            </p14:xfrm>
          </p:contentPart>
        </mc:Choice>
        <mc:Fallback>
          <p:pic>
            <p:nvPicPr>
              <p:cNvPr id="83" name="Encre 82">
                <a:extLst>
                  <a:ext uri="{FF2B5EF4-FFF2-40B4-BE49-F238E27FC236}">
                    <a16:creationId xmlns:a16="http://schemas.microsoft.com/office/drawing/2014/main" id="{E8C09F5B-C89A-A3EF-FCFB-AA8D3C7E942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8918" y="3868237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84" name="Encre 83">
                <a:extLst>
                  <a:ext uri="{FF2B5EF4-FFF2-40B4-BE49-F238E27FC236}">
                    <a16:creationId xmlns:a16="http://schemas.microsoft.com/office/drawing/2014/main" id="{E400691F-F1CA-88AB-4993-BD19BB88541A}"/>
                  </a:ext>
                </a:extLst>
              </p14:cNvPr>
              <p14:cNvContentPartPr/>
              <p14:nvPr/>
            </p14:nvContentPartPr>
            <p14:xfrm>
              <a:off x="1196788" y="4712178"/>
              <a:ext cx="16613" cy="16613"/>
            </p14:xfrm>
          </p:contentPart>
        </mc:Choice>
        <mc:Fallback>
          <p:pic>
            <p:nvPicPr>
              <p:cNvPr id="84" name="Encre 83">
                <a:extLst>
                  <a:ext uri="{FF2B5EF4-FFF2-40B4-BE49-F238E27FC236}">
                    <a16:creationId xmlns:a16="http://schemas.microsoft.com/office/drawing/2014/main" id="{E400691F-F1CA-88AB-4993-BD19BB88541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6138" y="3881528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85" name="Encre 84">
                <a:extLst>
                  <a:ext uri="{FF2B5EF4-FFF2-40B4-BE49-F238E27FC236}">
                    <a16:creationId xmlns:a16="http://schemas.microsoft.com/office/drawing/2014/main" id="{BC443538-79AA-F127-FCFC-B9902BB88478}"/>
                  </a:ext>
                </a:extLst>
              </p14:cNvPr>
              <p14:cNvContentPartPr/>
              <p14:nvPr/>
            </p14:nvContentPartPr>
            <p14:xfrm>
              <a:off x="1794870" y="4619144"/>
              <a:ext cx="16613" cy="16613"/>
            </p14:xfrm>
          </p:contentPart>
        </mc:Choice>
        <mc:Fallback>
          <p:pic>
            <p:nvPicPr>
              <p:cNvPr id="85" name="Encre 84">
                <a:extLst>
                  <a:ext uri="{FF2B5EF4-FFF2-40B4-BE49-F238E27FC236}">
                    <a16:creationId xmlns:a16="http://schemas.microsoft.com/office/drawing/2014/main" id="{BC443538-79AA-F127-FCFC-B9902BB8847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4220" y="3788494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86" name="Encre 85">
                <a:extLst>
                  <a:ext uri="{FF2B5EF4-FFF2-40B4-BE49-F238E27FC236}">
                    <a16:creationId xmlns:a16="http://schemas.microsoft.com/office/drawing/2014/main" id="{D7F31AAF-6BB8-0317-F7FD-F899D2A3D945}"/>
                  </a:ext>
                </a:extLst>
              </p14:cNvPr>
              <p14:cNvContentPartPr/>
              <p14:nvPr/>
            </p14:nvContentPartPr>
            <p14:xfrm>
              <a:off x="1077172" y="4672306"/>
              <a:ext cx="16613" cy="16613"/>
            </p14:xfrm>
          </p:contentPart>
        </mc:Choice>
        <mc:Fallback>
          <p:pic>
            <p:nvPicPr>
              <p:cNvPr id="86" name="Encre 85">
                <a:extLst>
                  <a:ext uri="{FF2B5EF4-FFF2-40B4-BE49-F238E27FC236}">
                    <a16:creationId xmlns:a16="http://schemas.microsoft.com/office/drawing/2014/main" id="{D7F31AAF-6BB8-0317-F7FD-F899D2A3D94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6522" y="3841656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87" name="Encre 86">
                <a:extLst>
                  <a:ext uri="{FF2B5EF4-FFF2-40B4-BE49-F238E27FC236}">
                    <a16:creationId xmlns:a16="http://schemas.microsoft.com/office/drawing/2014/main" id="{52B2B195-342C-BE8C-DA28-8503A93C7627}"/>
                  </a:ext>
                </a:extLst>
              </p14:cNvPr>
              <p14:cNvContentPartPr/>
              <p14:nvPr/>
            </p14:nvContentPartPr>
            <p14:xfrm>
              <a:off x="1582219" y="4659015"/>
              <a:ext cx="16613" cy="16613"/>
            </p14:xfrm>
          </p:contentPart>
        </mc:Choice>
        <mc:Fallback>
          <p:pic>
            <p:nvPicPr>
              <p:cNvPr id="87" name="Encre 86">
                <a:extLst>
                  <a:ext uri="{FF2B5EF4-FFF2-40B4-BE49-F238E27FC236}">
                    <a16:creationId xmlns:a16="http://schemas.microsoft.com/office/drawing/2014/main" id="{52B2B195-342C-BE8C-DA28-8503A93C762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1569" y="3828365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88" name="Encre 87">
                <a:extLst>
                  <a:ext uri="{FF2B5EF4-FFF2-40B4-BE49-F238E27FC236}">
                    <a16:creationId xmlns:a16="http://schemas.microsoft.com/office/drawing/2014/main" id="{C7FC563D-0EB6-E451-6E6E-C29B761D75A4}"/>
                  </a:ext>
                </a:extLst>
              </p14:cNvPr>
              <p14:cNvContentPartPr/>
              <p14:nvPr/>
            </p14:nvContentPartPr>
            <p14:xfrm>
              <a:off x="1887905" y="4685598"/>
              <a:ext cx="16613" cy="16613"/>
            </p14:xfrm>
          </p:contentPart>
        </mc:Choice>
        <mc:Fallback>
          <p:pic>
            <p:nvPicPr>
              <p:cNvPr id="88" name="Encre 87">
                <a:extLst>
                  <a:ext uri="{FF2B5EF4-FFF2-40B4-BE49-F238E27FC236}">
                    <a16:creationId xmlns:a16="http://schemas.microsoft.com/office/drawing/2014/main" id="{C7FC563D-0EB6-E451-6E6E-C29B761D75A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7255" y="3854948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89" name="Encre 88">
                <a:extLst>
                  <a:ext uri="{FF2B5EF4-FFF2-40B4-BE49-F238E27FC236}">
                    <a16:creationId xmlns:a16="http://schemas.microsoft.com/office/drawing/2014/main" id="{633F4965-5FE8-6AF7-F2CE-A9185947066F}"/>
                  </a:ext>
                </a:extLst>
              </p14:cNvPr>
              <p14:cNvContentPartPr/>
              <p14:nvPr/>
            </p14:nvContentPartPr>
            <p14:xfrm>
              <a:off x="2233464" y="4659015"/>
              <a:ext cx="16613" cy="16613"/>
            </p14:xfrm>
          </p:contentPart>
        </mc:Choice>
        <mc:Fallback>
          <p:pic>
            <p:nvPicPr>
              <p:cNvPr id="89" name="Encre 88">
                <a:extLst>
                  <a:ext uri="{FF2B5EF4-FFF2-40B4-BE49-F238E27FC236}">
                    <a16:creationId xmlns:a16="http://schemas.microsoft.com/office/drawing/2014/main" id="{633F4965-5FE8-6AF7-F2CE-A9185947066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02814" y="3828365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90" name="Encre 89">
                <a:extLst>
                  <a:ext uri="{FF2B5EF4-FFF2-40B4-BE49-F238E27FC236}">
                    <a16:creationId xmlns:a16="http://schemas.microsoft.com/office/drawing/2014/main" id="{6C7A6CF3-7C0A-7191-85E6-D7D300F2B833}"/>
                  </a:ext>
                </a:extLst>
              </p14:cNvPr>
              <p14:cNvContentPartPr/>
              <p14:nvPr/>
            </p14:nvContentPartPr>
            <p14:xfrm>
              <a:off x="1967650" y="4605853"/>
              <a:ext cx="16613" cy="16613"/>
            </p14:xfrm>
          </p:contentPart>
        </mc:Choice>
        <mc:Fallback>
          <p:pic>
            <p:nvPicPr>
              <p:cNvPr id="90" name="Encre 89">
                <a:extLst>
                  <a:ext uri="{FF2B5EF4-FFF2-40B4-BE49-F238E27FC236}">
                    <a16:creationId xmlns:a16="http://schemas.microsoft.com/office/drawing/2014/main" id="{6C7A6CF3-7C0A-7191-85E6-D7D300F2B83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37000" y="3775203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91" name="Encre 90">
                <a:extLst>
                  <a:ext uri="{FF2B5EF4-FFF2-40B4-BE49-F238E27FC236}">
                    <a16:creationId xmlns:a16="http://schemas.microsoft.com/office/drawing/2014/main" id="{B22CCB60-DAAB-B3BE-078F-3A95689C3D05}"/>
                  </a:ext>
                </a:extLst>
              </p14:cNvPr>
              <p14:cNvContentPartPr/>
              <p14:nvPr/>
            </p14:nvContentPartPr>
            <p14:xfrm>
              <a:off x="1342986" y="4645725"/>
              <a:ext cx="16613" cy="16613"/>
            </p14:xfrm>
          </p:contentPart>
        </mc:Choice>
        <mc:Fallback>
          <p:pic>
            <p:nvPicPr>
              <p:cNvPr id="91" name="Encre 90">
                <a:extLst>
                  <a:ext uri="{FF2B5EF4-FFF2-40B4-BE49-F238E27FC236}">
                    <a16:creationId xmlns:a16="http://schemas.microsoft.com/office/drawing/2014/main" id="{B22CCB60-DAAB-B3BE-078F-3A95689C3D0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2336" y="3815075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92" name="Encre 91">
                <a:extLst>
                  <a:ext uri="{FF2B5EF4-FFF2-40B4-BE49-F238E27FC236}">
                    <a16:creationId xmlns:a16="http://schemas.microsoft.com/office/drawing/2014/main" id="{0052CB4E-1AC2-511A-99B3-4A462542F69E}"/>
                  </a:ext>
                </a:extLst>
              </p14:cNvPr>
              <p14:cNvContentPartPr/>
              <p14:nvPr/>
            </p14:nvContentPartPr>
            <p14:xfrm>
              <a:off x="1436022" y="4685598"/>
              <a:ext cx="16613" cy="16613"/>
            </p14:xfrm>
          </p:contentPart>
        </mc:Choice>
        <mc:Fallback>
          <p:pic>
            <p:nvPicPr>
              <p:cNvPr id="92" name="Encre 91">
                <a:extLst>
                  <a:ext uri="{FF2B5EF4-FFF2-40B4-BE49-F238E27FC236}">
                    <a16:creationId xmlns:a16="http://schemas.microsoft.com/office/drawing/2014/main" id="{0052CB4E-1AC2-511A-99B3-4A462542F69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5372" y="3854948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93" name="Encre 92">
                <a:extLst>
                  <a:ext uri="{FF2B5EF4-FFF2-40B4-BE49-F238E27FC236}">
                    <a16:creationId xmlns:a16="http://schemas.microsoft.com/office/drawing/2014/main" id="{E8625EC8-A721-2E93-B2D4-36C4B48DB510}"/>
                  </a:ext>
                </a:extLst>
              </p14:cNvPr>
              <p14:cNvContentPartPr/>
              <p14:nvPr/>
            </p14:nvContentPartPr>
            <p14:xfrm>
              <a:off x="1529056" y="4685598"/>
              <a:ext cx="16613" cy="16613"/>
            </p14:xfrm>
          </p:contentPart>
        </mc:Choice>
        <mc:Fallback>
          <p:pic>
            <p:nvPicPr>
              <p:cNvPr id="93" name="Encre 92">
                <a:extLst>
                  <a:ext uri="{FF2B5EF4-FFF2-40B4-BE49-F238E27FC236}">
                    <a16:creationId xmlns:a16="http://schemas.microsoft.com/office/drawing/2014/main" id="{E8625EC8-A721-2E93-B2D4-36C4B48DB5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8406" y="3854948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94" name="Encre 93">
                <a:extLst>
                  <a:ext uri="{FF2B5EF4-FFF2-40B4-BE49-F238E27FC236}">
                    <a16:creationId xmlns:a16="http://schemas.microsoft.com/office/drawing/2014/main" id="{83E61BE4-28D1-7B74-7248-72BB96C2EEB8}"/>
                  </a:ext>
                </a:extLst>
              </p14:cNvPr>
              <p14:cNvContentPartPr/>
              <p14:nvPr/>
            </p14:nvContentPartPr>
            <p14:xfrm>
              <a:off x="984137" y="4672306"/>
              <a:ext cx="16613" cy="16613"/>
            </p14:xfrm>
          </p:contentPart>
        </mc:Choice>
        <mc:Fallback>
          <p:pic>
            <p:nvPicPr>
              <p:cNvPr id="94" name="Encre 93">
                <a:extLst>
                  <a:ext uri="{FF2B5EF4-FFF2-40B4-BE49-F238E27FC236}">
                    <a16:creationId xmlns:a16="http://schemas.microsoft.com/office/drawing/2014/main" id="{83E61BE4-28D1-7B74-7248-72BB96C2EEB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3487" y="3841656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95" name="Encre 94">
                <a:extLst>
                  <a:ext uri="{FF2B5EF4-FFF2-40B4-BE49-F238E27FC236}">
                    <a16:creationId xmlns:a16="http://schemas.microsoft.com/office/drawing/2014/main" id="{048DCBF7-2084-BCF2-9640-759473DC6FB4}"/>
                  </a:ext>
                </a:extLst>
              </p14:cNvPr>
              <p14:cNvContentPartPr/>
              <p14:nvPr/>
            </p14:nvContentPartPr>
            <p14:xfrm>
              <a:off x="1050591" y="4712178"/>
              <a:ext cx="16613" cy="16613"/>
            </p14:xfrm>
          </p:contentPart>
        </mc:Choice>
        <mc:Fallback>
          <p:pic>
            <p:nvPicPr>
              <p:cNvPr id="95" name="Encre 94">
                <a:extLst>
                  <a:ext uri="{FF2B5EF4-FFF2-40B4-BE49-F238E27FC236}">
                    <a16:creationId xmlns:a16="http://schemas.microsoft.com/office/drawing/2014/main" id="{048DCBF7-2084-BCF2-9640-759473DC6FB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9941" y="3881528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96" name="Encre 95">
                <a:extLst>
                  <a:ext uri="{FF2B5EF4-FFF2-40B4-BE49-F238E27FC236}">
                    <a16:creationId xmlns:a16="http://schemas.microsoft.com/office/drawing/2014/main" id="{9673CABA-E015-48DB-86D2-ED41572D5A59}"/>
                  </a:ext>
                </a:extLst>
              </p14:cNvPr>
              <p14:cNvContentPartPr/>
              <p14:nvPr/>
            </p14:nvContentPartPr>
            <p14:xfrm>
              <a:off x="2512567" y="4605853"/>
              <a:ext cx="16613" cy="16613"/>
            </p14:xfrm>
          </p:contentPart>
        </mc:Choice>
        <mc:Fallback>
          <p:pic>
            <p:nvPicPr>
              <p:cNvPr id="96" name="Encre 95">
                <a:extLst>
                  <a:ext uri="{FF2B5EF4-FFF2-40B4-BE49-F238E27FC236}">
                    <a16:creationId xmlns:a16="http://schemas.microsoft.com/office/drawing/2014/main" id="{9673CABA-E015-48DB-86D2-ED41572D5A5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81917" y="3775203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97" name="Encre 96">
                <a:extLst>
                  <a:ext uri="{FF2B5EF4-FFF2-40B4-BE49-F238E27FC236}">
                    <a16:creationId xmlns:a16="http://schemas.microsoft.com/office/drawing/2014/main" id="{463066BF-C763-0389-7372-248ECEC0DAB4}"/>
                  </a:ext>
                </a:extLst>
              </p14:cNvPr>
              <p14:cNvContentPartPr/>
              <p14:nvPr/>
            </p14:nvContentPartPr>
            <p14:xfrm>
              <a:off x="2711927" y="4619144"/>
              <a:ext cx="16613" cy="16613"/>
            </p14:xfrm>
          </p:contentPart>
        </mc:Choice>
        <mc:Fallback>
          <p:pic>
            <p:nvPicPr>
              <p:cNvPr id="97" name="Encre 96">
                <a:extLst>
                  <a:ext uri="{FF2B5EF4-FFF2-40B4-BE49-F238E27FC236}">
                    <a16:creationId xmlns:a16="http://schemas.microsoft.com/office/drawing/2014/main" id="{463066BF-C763-0389-7372-248ECEC0DAB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81277" y="3788494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98" name="Encre 97">
                <a:extLst>
                  <a:ext uri="{FF2B5EF4-FFF2-40B4-BE49-F238E27FC236}">
                    <a16:creationId xmlns:a16="http://schemas.microsoft.com/office/drawing/2014/main" id="{6601881D-2BB8-DD22-F37E-DC3C82C9D9BF}"/>
                  </a:ext>
                </a:extLst>
              </p14:cNvPr>
              <p14:cNvContentPartPr/>
              <p14:nvPr/>
            </p14:nvContentPartPr>
            <p14:xfrm>
              <a:off x="3070777" y="4619144"/>
              <a:ext cx="16613" cy="16613"/>
            </p14:xfrm>
          </p:contentPart>
        </mc:Choice>
        <mc:Fallback>
          <p:pic>
            <p:nvPicPr>
              <p:cNvPr id="98" name="Encre 97">
                <a:extLst>
                  <a:ext uri="{FF2B5EF4-FFF2-40B4-BE49-F238E27FC236}">
                    <a16:creationId xmlns:a16="http://schemas.microsoft.com/office/drawing/2014/main" id="{6601881D-2BB8-DD22-F37E-DC3C82C9D9B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40127" y="3788494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99" name="Encre 98">
                <a:extLst>
                  <a:ext uri="{FF2B5EF4-FFF2-40B4-BE49-F238E27FC236}">
                    <a16:creationId xmlns:a16="http://schemas.microsoft.com/office/drawing/2014/main" id="{FD25DF1A-DE1B-DC7B-36F0-C0D0017ECF02}"/>
                  </a:ext>
                </a:extLst>
              </p14:cNvPr>
              <p14:cNvContentPartPr/>
              <p14:nvPr/>
            </p14:nvContentPartPr>
            <p14:xfrm>
              <a:off x="2924579" y="4659015"/>
              <a:ext cx="16613" cy="16613"/>
            </p14:xfrm>
          </p:contentPart>
        </mc:Choice>
        <mc:Fallback>
          <p:pic>
            <p:nvPicPr>
              <p:cNvPr id="99" name="Encre 98">
                <a:extLst>
                  <a:ext uri="{FF2B5EF4-FFF2-40B4-BE49-F238E27FC236}">
                    <a16:creationId xmlns:a16="http://schemas.microsoft.com/office/drawing/2014/main" id="{FD25DF1A-DE1B-DC7B-36F0-C0D0017ECF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93929" y="3828365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100" name="Encre 99">
                <a:extLst>
                  <a:ext uri="{FF2B5EF4-FFF2-40B4-BE49-F238E27FC236}">
                    <a16:creationId xmlns:a16="http://schemas.microsoft.com/office/drawing/2014/main" id="{82DC1861-4634-9C97-BE89-FAE984029EC9}"/>
                  </a:ext>
                </a:extLst>
              </p14:cNvPr>
              <p14:cNvContentPartPr/>
              <p14:nvPr/>
            </p14:nvContentPartPr>
            <p14:xfrm>
              <a:off x="3190393" y="4632434"/>
              <a:ext cx="16613" cy="16613"/>
            </p14:xfrm>
          </p:contentPart>
        </mc:Choice>
        <mc:Fallback>
          <p:pic>
            <p:nvPicPr>
              <p:cNvPr id="100" name="Encre 99">
                <a:extLst>
                  <a:ext uri="{FF2B5EF4-FFF2-40B4-BE49-F238E27FC236}">
                    <a16:creationId xmlns:a16="http://schemas.microsoft.com/office/drawing/2014/main" id="{82DC1861-4634-9C97-BE89-FAE984029EC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59743" y="3801784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01" name="Encre 100">
                <a:extLst>
                  <a:ext uri="{FF2B5EF4-FFF2-40B4-BE49-F238E27FC236}">
                    <a16:creationId xmlns:a16="http://schemas.microsoft.com/office/drawing/2014/main" id="{A8D0866D-7992-C593-BF6A-31B9D4006A7D}"/>
                  </a:ext>
                </a:extLst>
              </p14:cNvPr>
              <p14:cNvContentPartPr/>
              <p14:nvPr/>
            </p14:nvContentPartPr>
            <p14:xfrm>
              <a:off x="3562532" y="4672306"/>
              <a:ext cx="16613" cy="16613"/>
            </p14:xfrm>
          </p:contentPart>
        </mc:Choice>
        <mc:Fallback>
          <p:pic>
            <p:nvPicPr>
              <p:cNvPr id="101" name="Encre 100">
                <a:extLst>
                  <a:ext uri="{FF2B5EF4-FFF2-40B4-BE49-F238E27FC236}">
                    <a16:creationId xmlns:a16="http://schemas.microsoft.com/office/drawing/2014/main" id="{A8D0866D-7992-C593-BF6A-31B9D4006A7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31882" y="3841656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102" name="Encre 101">
                <a:extLst>
                  <a:ext uri="{FF2B5EF4-FFF2-40B4-BE49-F238E27FC236}">
                    <a16:creationId xmlns:a16="http://schemas.microsoft.com/office/drawing/2014/main" id="{C9523899-4C2D-D034-49C6-05DB5348B462}"/>
                  </a:ext>
                </a:extLst>
              </p14:cNvPr>
              <p14:cNvContentPartPr/>
              <p14:nvPr/>
            </p14:nvContentPartPr>
            <p14:xfrm>
              <a:off x="3190393" y="4433073"/>
              <a:ext cx="16613" cy="16613"/>
            </p14:xfrm>
          </p:contentPart>
        </mc:Choice>
        <mc:Fallback>
          <p:pic>
            <p:nvPicPr>
              <p:cNvPr id="102" name="Encre 101">
                <a:extLst>
                  <a:ext uri="{FF2B5EF4-FFF2-40B4-BE49-F238E27FC236}">
                    <a16:creationId xmlns:a16="http://schemas.microsoft.com/office/drawing/2014/main" id="{C9523899-4C2D-D034-49C6-05DB5348B4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59743" y="3602423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03" name="Encre 102">
                <a:extLst>
                  <a:ext uri="{FF2B5EF4-FFF2-40B4-BE49-F238E27FC236}">
                    <a16:creationId xmlns:a16="http://schemas.microsoft.com/office/drawing/2014/main" id="{968CE0EA-39A0-1DBA-0179-F89E798A108A}"/>
                  </a:ext>
                </a:extLst>
              </p14:cNvPr>
              <p14:cNvContentPartPr/>
              <p14:nvPr/>
            </p14:nvContentPartPr>
            <p14:xfrm>
              <a:off x="2140428" y="4565980"/>
              <a:ext cx="16613" cy="16613"/>
            </p14:xfrm>
          </p:contentPart>
        </mc:Choice>
        <mc:Fallback>
          <p:pic>
            <p:nvPicPr>
              <p:cNvPr id="103" name="Encre 102">
                <a:extLst>
                  <a:ext uri="{FF2B5EF4-FFF2-40B4-BE49-F238E27FC236}">
                    <a16:creationId xmlns:a16="http://schemas.microsoft.com/office/drawing/2014/main" id="{968CE0EA-39A0-1DBA-0179-F89E798A108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09778" y="3735330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104" name="Encre 103">
                <a:extLst>
                  <a:ext uri="{FF2B5EF4-FFF2-40B4-BE49-F238E27FC236}">
                    <a16:creationId xmlns:a16="http://schemas.microsoft.com/office/drawing/2014/main" id="{EC2568F1-01DF-9A12-C6DA-53F8A40702C3}"/>
                  </a:ext>
                </a:extLst>
              </p14:cNvPr>
              <p14:cNvContentPartPr/>
              <p14:nvPr/>
            </p14:nvContentPartPr>
            <p14:xfrm>
              <a:off x="1701836" y="4712178"/>
              <a:ext cx="16613" cy="16613"/>
            </p14:xfrm>
          </p:contentPart>
        </mc:Choice>
        <mc:Fallback>
          <p:pic>
            <p:nvPicPr>
              <p:cNvPr id="104" name="Encre 103">
                <a:extLst>
                  <a:ext uri="{FF2B5EF4-FFF2-40B4-BE49-F238E27FC236}">
                    <a16:creationId xmlns:a16="http://schemas.microsoft.com/office/drawing/2014/main" id="{EC2568F1-01DF-9A12-C6DA-53F8A40702C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1186" y="3881528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105" name="Encre 104">
                <a:extLst>
                  <a:ext uri="{FF2B5EF4-FFF2-40B4-BE49-F238E27FC236}">
                    <a16:creationId xmlns:a16="http://schemas.microsoft.com/office/drawing/2014/main" id="{94955846-BE0A-4DA8-62D9-D0C51A2A61D7}"/>
                  </a:ext>
                </a:extLst>
              </p14:cNvPr>
              <p14:cNvContentPartPr/>
              <p14:nvPr/>
            </p14:nvContentPartPr>
            <p14:xfrm>
              <a:off x="3761893" y="1761643"/>
              <a:ext cx="16613" cy="16613"/>
            </p14:xfrm>
          </p:contentPart>
        </mc:Choice>
        <mc:Fallback>
          <p:pic>
            <p:nvPicPr>
              <p:cNvPr id="105" name="Encre 104">
                <a:extLst>
                  <a:ext uri="{FF2B5EF4-FFF2-40B4-BE49-F238E27FC236}">
                    <a16:creationId xmlns:a16="http://schemas.microsoft.com/office/drawing/2014/main" id="{94955846-BE0A-4DA8-62D9-D0C51A2A61D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1243" y="930993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106" name="Encre 105">
                <a:extLst>
                  <a:ext uri="{FF2B5EF4-FFF2-40B4-BE49-F238E27FC236}">
                    <a16:creationId xmlns:a16="http://schemas.microsoft.com/office/drawing/2014/main" id="{729D3843-BA87-C251-B68E-553DE930E555}"/>
                  </a:ext>
                </a:extLst>
              </p14:cNvPr>
              <p14:cNvContentPartPr/>
              <p14:nvPr/>
            </p14:nvContentPartPr>
            <p14:xfrm>
              <a:off x="3642276" y="1801515"/>
              <a:ext cx="16613" cy="16613"/>
            </p14:xfrm>
          </p:contentPart>
        </mc:Choice>
        <mc:Fallback>
          <p:pic>
            <p:nvPicPr>
              <p:cNvPr id="106" name="Encre 105">
                <a:extLst>
                  <a:ext uri="{FF2B5EF4-FFF2-40B4-BE49-F238E27FC236}">
                    <a16:creationId xmlns:a16="http://schemas.microsoft.com/office/drawing/2014/main" id="{729D3843-BA87-C251-B68E-553DE930E5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11626" y="970865"/>
                <a:ext cx="1661300" cy="166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107" name="Encre 106">
                <a:extLst>
                  <a:ext uri="{FF2B5EF4-FFF2-40B4-BE49-F238E27FC236}">
                    <a16:creationId xmlns:a16="http://schemas.microsoft.com/office/drawing/2014/main" id="{FCF9FE8C-0DFD-B861-C2DB-DBD9F14FDB35}"/>
                  </a:ext>
                </a:extLst>
              </p14:cNvPr>
              <p14:cNvContentPartPr/>
              <p14:nvPr/>
            </p14:nvContentPartPr>
            <p14:xfrm>
              <a:off x="4373265" y="1828097"/>
              <a:ext cx="16613" cy="16613"/>
            </p14:xfrm>
          </p:contentPart>
        </mc:Choice>
        <mc:Fallback>
          <p:pic>
            <p:nvPicPr>
              <p:cNvPr id="107" name="Encre 106">
                <a:extLst>
                  <a:ext uri="{FF2B5EF4-FFF2-40B4-BE49-F238E27FC236}">
                    <a16:creationId xmlns:a16="http://schemas.microsoft.com/office/drawing/2014/main" id="{FCF9FE8C-0DFD-B861-C2DB-DBD9F14FDB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42615" y="997447"/>
                <a:ext cx="1661300" cy="16613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05165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20000" decel="62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DF9BB-FF3B-27C6-1480-01D70EE50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03C5520-CE55-C31F-B7E2-734733CB2692}"/>
              </a:ext>
            </a:extLst>
          </p:cNvPr>
          <p:cNvSpPr/>
          <p:nvPr/>
        </p:nvSpPr>
        <p:spPr bwMode="auto">
          <a:xfrm>
            <a:off x="-3362" y="4688116"/>
            <a:ext cx="9147088" cy="458746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fr-FR" dirty="0">
                <a:ea typeface="Roboto"/>
                <a:cs typeface="Roboto"/>
              </a:rPr>
              <a:t>14</a:t>
            </a:r>
          </a:p>
        </p:txBody>
      </p:sp>
      <p:sp>
        <p:nvSpPr>
          <p:cNvPr id="13" name="Oval 186">
            <a:extLst>
              <a:ext uri="{FF2B5EF4-FFF2-40B4-BE49-F238E27FC236}">
                <a16:creationId xmlns:a16="http://schemas.microsoft.com/office/drawing/2014/main" id="{D2B04F34-5A2F-97EF-64DD-C50A998F133A}"/>
              </a:ext>
            </a:extLst>
          </p:cNvPr>
          <p:cNvSpPr/>
          <p:nvPr/>
        </p:nvSpPr>
        <p:spPr bwMode="auto">
          <a:xfrm>
            <a:off x="99128" y="120303"/>
            <a:ext cx="895521" cy="878712"/>
          </a:xfrm>
          <a:prstGeom prst="ellipse">
            <a:avLst/>
          </a:prstGeom>
          <a:noFill/>
          <a:ln w="28575">
            <a:solidFill>
              <a:schemeClr val="accent4"/>
            </a:solidFill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3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A936DE44-C836-7BEE-07E1-01741CF9C028}"/>
              </a:ext>
            </a:extLst>
          </p:cNvPr>
          <p:cNvSpPr txBox="1"/>
          <p:nvPr/>
        </p:nvSpPr>
        <p:spPr>
          <a:xfrm>
            <a:off x="22224" y="426540"/>
            <a:ext cx="104106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200" b="1">
                <a:solidFill>
                  <a:srgbClr val="D8707C"/>
                </a:solidFill>
                <a:ea typeface="Roboto"/>
                <a:cs typeface="Roboto"/>
              </a:rPr>
              <a:t>Perceptron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A4BAAD29-54DB-F670-754D-CA7D70959556}"/>
              </a:ext>
            </a:extLst>
          </p:cNvPr>
          <p:cNvCxnSpPr/>
          <p:nvPr/>
        </p:nvCxnSpPr>
        <p:spPr>
          <a:xfrm flipV="1">
            <a:off x="373092" y="2813290"/>
            <a:ext cx="6845060" cy="2372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58008405-A2DD-D0AB-161B-19E104CE98C8}"/>
              </a:ext>
            </a:extLst>
          </p:cNvPr>
          <p:cNvCxnSpPr>
            <a:cxnSpLocks/>
          </p:cNvCxnSpPr>
          <p:nvPr/>
        </p:nvCxnSpPr>
        <p:spPr>
          <a:xfrm flipV="1">
            <a:off x="3737852" y="753731"/>
            <a:ext cx="8627" cy="4283014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7236A18B-F10E-9490-4E09-738D5476E899}"/>
              </a:ext>
            </a:extLst>
          </p:cNvPr>
          <p:cNvCxnSpPr/>
          <p:nvPr/>
        </p:nvCxnSpPr>
        <p:spPr>
          <a:xfrm flipH="1">
            <a:off x="1484282" y="855634"/>
            <a:ext cx="3733081" cy="3815031"/>
          </a:xfrm>
          <a:prstGeom prst="straightConnector1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Signe de multiplication 10">
            <a:extLst>
              <a:ext uri="{FF2B5EF4-FFF2-40B4-BE49-F238E27FC236}">
                <a16:creationId xmlns:a16="http://schemas.microsoft.com/office/drawing/2014/main" id="{7C164796-B48E-DE47-5E5A-CD395AE73EFB}"/>
              </a:ext>
            </a:extLst>
          </p:cNvPr>
          <p:cNvSpPr/>
          <p:nvPr/>
        </p:nvSpPr>
        <p:spPr bwMode="auto">
          <a:xfrm>
            <a:off x="4077059" y="3758960"/>
            <a:ext cx="159589" cy="245853"/>
          </a:xfrm>
          <a:prstGeom prst="mathMultiply">
            <a:avLst/>
          </a:prstGeom>
          <a:solidFill>
            <a:srgbClr val="00B050"/>
          </a:solidFill>
          <a:ln w="9525">
            <a:solidFill>
              <a:srgbClr val="92D050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12" name="Signe de multiplication 11">
            <a:extLst>
              <a:ext uri="{FF2B5EF4-FFF2-40B4-BE49-F238E27FC236}">
                <a16:creationId xmlns:a16="http://schemas.microsoft.com/office/drawing/2014/main" id="{D657BD10-C94B-E2A1-DFE8-2560474D037C}"/>
              </a:ext>
            </a:extLst>
          </p:cNvPr>
          <p:cNvSpPr/>
          <p:nvPr/>
        </p:nvSpPr>
        <p:spPr bwMode="auto">
          <a:xfrm>
            <a:off x="4238805" y="3036499"/>
            <a:ext cx="159589" cy="245853"/>
          </a:xfrm>
          <a:prstGeom prst="mathMultiply">
            <a:avLst/>
          </a:prstGeom>
          <a:solidFill>
            <a:srgbClr val="00B050"/>
          </a:solidFill>
          <a:ln w="9525">
            <a:solidFill>
              <a:srgbClr val="92D050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14" name="Signe de multiplication 13">
            <a:extLst>
              <a:ext uri="{FF2B5EF4-FFF2-40B4-BE49-F238E27FC236}">
                <a16:creationId xmlns:a16="http://schemas.microsoft.com/office/drawing/2014/main" id="{550B3F05-E256-9E80-1D64-EFB828F6DA23}"/>
              </a:ext>
            </a:extLst>
          </p:cNvPr>
          <p:cNvSpPr/>
          <p:nvPr/>
        </p:nvSpPr>
        <p:spPr bwMode="auto">
          <a:xfrm>
            <a:off x="3527125" y="3381555"/>
            <a:ext cx="159589" cy="245853"/>
          </a:xfrm>
          <a:prstGeom prst="mathMultiply">
            <a:avLst/>
          </a:prstGeom>
          <a:solidFill>
            <a:srgbClr val="00B050"/>
          </a:solidFill>
          <a:ln w="9525">
            <a:solidFill>
              <a:srgbClr val="92D050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15" name="Signe de multiplication 14">
            <a:extLst>
              <a:ext uri="{FF2B5EF4-FFF2-40B4-BE49-F238E27FC236}">
                <a16:creationId xmlns:a16="http://schemas.microsoft.com/office/drawing/2014/main" id="{5D28E3D3-9DCD-D21B-6F94-75CA324BB672}"/>
              </a:ext>
            </a:extLst>
          </p:cNvPr>
          <p:cNvSpPr/>
          <p:nvPr/>
        </p:nvSpPr>
        <p:spPr bwMode="auto">
          <a:xfrm>
            <a:off x="4724040" y="2346385"/>
            <a:ext cx="159589" cy="245853"/>
          </a:xfrm>
          <a:prstGeom prst="mathMultiply">
            <a:avLst/>
          </a:prstGeom>
          <a:solidFill>
            <a:srgbClr val="00B050"/>
          </a:solidFill>
          <a:ln w="9525">
            <a:solidFill>
              <a:srgbClr val="92D050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16" name="Signe de multiplication 15">
            <a:extLst>
              <a:ext uri="{FF2B5EF4-FFF2-40B4-BE49-F238E27FC236}">
                <a16:creationId xmlns:a16="http://schemas.microsoft.com/office/drawing/2014/main" id="{32EE92AC-CC98-AD54-CDF9-CC3C453F9731}"/>
              </a:ext>
            </a:extLst>
          </p:cNvPr>
          <p:cNvSpPr/>
          <p:nvPr/>
        </p:nvSpPr>
        <p:spPr bwMode="auto">
          <a:xfrm>
            <a:off x="4077058" y="2227771"/>
            <a:ext cx="159589" cy="245853"/>
          </a:xfrm>
          <a:prstGeom prst="mathMultiply">
            <a:avLst/>
          </a:prstGeom>
          <a:solidFill>
            <a:srgbClr val="00B050"/>
          </a:solidFill>
          <a:ln w="9525">
            <a:solidFill>
              <a:srgbClr val="92D050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17" name="Signe de multiplication 16">
            <a:extLst>
              <a:ext uri="{FF2B5EF4-FFF2-40B4-BE49-F238E27FC236}">
                <a16:creationId xmlns:a16="http://schemas.microsoft.com/office/drawing/2014/main" id="{928A4D7D-4595-F7A6-4E5A-6A6AE7C62AAD}"/>
              </a:ext>
            </a:extLst>
          </p:cNvPr>
          <p:cNvSpPr/>
          <p:nvPr/>
        </p:nvSpPr>
        <p:spPr bwMode="auto">
          <a:xfrm>
            <a:off x="4055492" y="2605176"/>
            <a:ext cx="159589" cy="245853"/>
          </a:xfrm>
          <a:prstGeom prst="mathMultiply">
            <a:avLst/>
          </a:prstGeom>
          <a:solidFill>
            <a:srgbClr val="00B050"/>
          </a:solidFill>
          <a:ln w="9525">
            <a:solidFill>
              <a:srgbClr val="92D050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19" name="Signe de multiplication 18">
            <a:extLst>
              <a:ext uri="{FF2B5EF4-FFF2-40B4-BE49-F238E27FC236}">
                <a16:creationId xmlns:a16="http://schemas.microsoft.com/office/drawing/2014/main" id="{AE68CF98-3D23-CD2C-C5C4-DD87505FDFA7}"/>
              </a:ext>
            </a:extLst>
          </p:cNvPr>
          <p:cNvSpPr/>
          <p:nvPr/>
        </p:nvSpPr>
        <p:spPr bwMode="auto">
          <a:xfrm>
            <a:off x="3796699" y="2842402"/>
            <a:ext cx="159589" cy="245853"/>
          </a:xfrm>
          <a:prstGeom prst="mathMultiply">
            <a:avLst/>
          </a:prstGeom>
          <a:solidFill>
            <a:srgbClr val="00B050"/>
          </a:solidFill>
          <a:ln w="9525">
            <a:solidFill>
              <a:srgbClr val="92D050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20" name="Signe de multiplication 19">
            <a:extLst>
              <a:ext uri="{FF2B5EF4-FFF2-40B4-BE49-F238E27FC236}">
                <a16:creationId xmlns:a16="http://schemas.microsoft.com/office/drawing/2014/main" id="{8823EA97-F675-7906-F5F4-5FEE0B4B23E7}"/>
              </a:ext>
            </a:extLst>
          </p:cNvPr>
          <p:cNvSpPr/>
          <p:nvPr/>
        </p:nvSpPr>
        <p:spPr bwMode="auto">
          <a:xfrm>
            <a:off x="2772312" y="3500167"/>
            <a:ext cx="159589" cy="245853"/>
          </a:xfrm>
          <a:prstGeom prst="mathMultiply">
            <a:avLst/>
          </a:prstGeom>
          <a:solidFill>
            <a:srgbClr val="00B050"/>
          </a:solidFill>
          <a:ln w="9525">
            <a:solidFill>
              <a:srgbClr val="92D050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21" name="Signe de multiplication 20">
            <a:extLst>
              <a:ext uri="{FF2B5EF4-FFF2-40B4-BE49-F238E27FC236}">
                <a16:creationId xmlns:a16="http://schemas.microsoft.com/office/drawing/2014/main" id="{4540F67F-A056-38B7-530C-2FBFA3A1C886}"/>
              </a:ext>
            </a:extLst>
          </p:cNvPr>
          <p:cNvSpPr/>
          <p:nvPr/>
        </p:nvSpPr>
        <p:spPr bwMode="auto">
          <a:xfrm>
            <a:off x="2610567" y="3996185"/>
            <a:ext cx="159589" cy="245853"/>
          </a:xfrm>
          <a:prstGeom prst="mathMultiply">
            <a:avLst/>
          </a:prstGeom>
          <a:solidFill>
            <a:srgbClr val="00B050"/>
          </a:solidFill>
          <a:ln w="9525">
            <a:solidFill>
              <a:srgbClr val="92D050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23" name="Signe de multiplication 22">
            <a:extLst>
              <a:ext uri="{FF2B5EF4-FFF2-40B4-BE49-F238E27FC236}">
                <a16:creationId xmlns:a16="http://schemas.microsoft.com/office/drawing/2014/main" id="{5840BE95-CAB8-5DEA-E2D5-076D971D83BF}"/>
              </a:ext>
            </a:extLst>
          </p:cNvPr>
          <p:cNvSpPr/>
          <p:nvPr/>
        </p:nvSpPr>
        <p:spPr bwMode="auto">
          <a:xfrm>
            <a:off x="3192850" y="3262940"/>
            <a:ext cx="159589" cy="245853"/>
          </a:xfrm>
          <a:prstGeom prst="mathMultiply">
            <a:avLst/>
          </a:prstGeom>
          <a:solidFill>
            <a:srgbClr val="00B050"/>
          </a:solidFill>
          <a:ln w="9525">
            <a:solidFill>
              <a:srgbClr val="92D050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25" name="Signe de multiplication 24">
            <a:extLst>
              <a:ext uri="{FF2B5EF4-FFF2-40B4-BE49-F238E27FC236}">
                <a16:creationId xmlns:a16="http://schemas.microsoft.com/office/drawing/2014/main" id="{37E0EF57-9245-21B3-C1C9-4134168AE3F1}"/>
              </a:ext>
            </a:extLst>
          </p:cNvPr>
          <p:cNvSpPr/>
          <p:nvPr/>
        </p:nvSpPr>
        <p:spPr bwMode="auto">
          <a:xfrm>
            <a:off x="3192849" y="3758959"/>
            <a:ext cx="159589" cy="245853"/>
          </a:xfrm>
          <a:prstGeom prst="mathMultiply">
            <a:avLst/>
          </a:prstGeom>
          <a:solidFill>
            <a:srgbClr val="00B050"/>
          </a:solidFill>
          <a:ln w="9525">
            <a:solidFill>
              <a:srgbClr val="92D050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26" name="Signe de multiplication 25">
            <a:extLst>
              <a:ext uri="{FF2B5EF4-FFF2-40B4-BE49-F238E27FC236}">
                <a16:creationId xmlns:a16="http://schemas.microsoft.com/office/drawing/2014/main" id="{372BC2D8-6A93-AE40-61C6-D450423EE011}"/>
              </a:ext>
            </a:extLst>
          </p:cNvPr>
          <p:cNvSpPr/>
          <p:nvPr/>
        </p:nvSpPr>
        <p:spPr bwMode="auto">
          <a:xfrm>
            <a:off x="2772313" y="2227771"/>
            <a:ext cx="159589" cy="245853"/>
          </a:xfrm>
          <a:prstGeom prst="mathMultiply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27" name="Signe de multiplication 26">
            <a:extLst>
              <a:ext uri="{FF2B5EF4-FFF2-40B4-BE49-F238E27FC236}">
                <a16:creationId xmlns:a16="http://schemas.microsoft.com/office/drawing/2014/main" id="{EFB5A2CE-3221-1F6A-AD98-3B9ECB8F48AD}"/>
              </a:ext>
            </a:extLst>
          </p:cNvPr>
          <p:cNvSpPr/>
          <p:nvPr/>
        </p:nvSpPr>
        <p:spPr bwMode="auto">
          <a:xfrm>
            <a:off x="2934058" y="2637526"/>
            <a:ext cx="159589" cy="245853"/>
          </a:xfrm>
          <a:prstGeom prst="mathMultiply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28" name="Signe de multiplication 27">
            <a:extLst>
              <a:ext uri="{FF2B5EF4-FFF2-40B4-BE49-F238E27FC236}">
                <a16:creationId xmlns:a16="http://schemas.microsoft.com/office/drawing/2014/main" id="{5A9741E8-F5DE-4966-9628-25CDA543EF66}"/>
              </a:ext>
            </a:extLst>
          </p:cNvPr>
          <p:cNvSpPr/>
          <p:nvPr/>
        </p:nvSpPr>
        <p:spPr bwMode="auto">
          <a:xfrm>
            <a:off x="2448822" y="3144328"/>
            <a:ext cx="159589" cy="245853"/>
          </a:xfrm>
          <a:prstGeom prst="mathMultiply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29" name="Signe de multiplication 28">
            <a:extLst>
              <a:ext uri="{FF2B5EF4-FFF2-40B4-BE49-F238E27FC236}">
                <a16:creationId xmlns:a16="http://schemas.microsoft.com/office/drawing/2014/main" id="{6D307C7B-8CA6-5D93-8E36-B948B89906A2}"/>
              </a:ext>
            </a:extLst>
          </p:cNvPr>
          <p:cNvSpPr/>
          <p:nvPr/>
        </p:nvSpPr>
        <p:spPr bwMode="auto">
          <a:xfrm>
            <a:off x="2082199" y="2227771"/>
            <a:ext cx="159589" cy="245853"/>
          </a:xfrm>
          <a:prstGeom prst="mathMultiply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30" name="Signe de multiplication 29">
            <a:extLst>
              <a:ext uri="{FF2B5EF4-FFF2-40B4-BE49-F238E27FC236}">
                <a16:creationId xmlns:a16="http://schemas.microsoft.com/office/drawing/2014/main" id="{F9161D67-5B66-24A4-745D-104503723233}"/>
              </a:ext>
            </a:extLst>
          </p:cNvPr>
          <p:cNvSpPr/>
          <p:nvPr/>
        </p:nvSpPr>
        <p:spPr bwMode="auto">
          <a:xfrm>
            <a:off x="3192850" y="1861148"/>
            <a:ext cx="159589" cy="245853"/>
          </a:xfrm>
          <a:prstGeom prst="mathMultiply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32" name="Signe de multiplication 31">
            <a:extLst>
              <a:ext uri="{FF2B5EF4-FFF2-40B4-BE49-F238E27FC236}">
                <a16:creationId xmlns:a16="http://schemas.microsoft.com/office/drawing/2014/main" id="{A2D2BA4E-3A9E-0074-7DD8-82156965C66F}"/>
              </a:ext>
            </a:extLst>
          </p:cNvPr>
          <p:cNvSpPr/>
          <p:nvPr/>
        </p:nvSpPr>
        <p:spPr bwMode="auto">
          <a:xfrm>
            <a:off x="2082199" y="3381554"/>
            <a:ext cx="159589" cy="245853"/>
          </a:xfrm>
          <a:prstGeom prst="mathMultiply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33" name="Signe de multiplication 32">
            <a:extLst>
              <a:ext uri="{FF2B5EF4-FFF2-40B4-BE49-F238E27FC236}">
                <a16:creationId xmlns:a16="http://schemas.microsoft.com/office/drawing/2014/main" id="{1C18E49D-ADFB-11A8-DEF2-CBF39DAF513A}"/>
              </a:ext>
            </a:extLst>
          </p:cNvPr>
          <p:cNvSpPr/>
          <p:nvPr/>
        </p:nvSpPr>
        <p:spPr bwMode="auto">
          <a:xfrm>
            <a:off x="1640095" y="3025715"/>
            <a:ext cx="159589" cy="245853"/>
          </a:xfrm>
          <a:prstGeom prst="mathMultiply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34" name="Signe de multiplication 33">
            <a:extLst>
              <a:ext uri="{FF2B5EF4-FFF2-40B4-BE49-F238E27FC236}">
                <a16:creationId xmlns:a16="http://schemas.microsoft.com/office/drawing/2014/main" id="{B1C77B7D-A99B-3C55-9D7B-B13ED67E5EBD}"/>
              </a:ext>
            </a:extLst>
          </p:cNvPr>
          <p:cNvSpPr/>
          <p:nvPr/>
        </p:nvSpPr>
        <p:spPr bwMode="auto">
          <a:xfrm>
            <a:off x="2535086" y="1764102"/>
            <a:ext cx="159589" cy="245853"/>
          </a:xfrm>
          <a:prstGeom prst="mathMultiply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35" name="Signe de multiplication 34">
            <a:extLst>
              <a:ext uri="{FF2B5EF4-FFF2-40B4-BE49-F238E27FC236}">
                <a16:creationId xmlns:a16="http://schemas.microsoft.com/office/drawing/2014/main" id="{67B942CB-5D12-7431-944F-A692714DDD7B}"/>
              </a:ext>
            </a:extLst>
          </p:cNvPr>
          <p:cNvSpPr/>
          <p:nvPr/>
        </p:nvSpPr>
        <p:spPr bwMode="auto">
          <a:xfrm>
            <a:off x="2243944" y="2583611"/>
            <a:ext cx="159589" cy="245853"/>
          </a:xfrm>
          <a:prstGeom prst="mathMultiply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36" name="Signe de multiplication 35">
            <a:extLst>
              <a:ext uri="{FF2B5EF4-FFF2-40B4-BE49-F238E27FC236}">
                <a16:creationId xmlns:a16="http://schemas.microsoft.com/office/drawing/2014/main" id="{123B5D2A-D02F-E7DF-74FD-6C6216155CA5}"/>
              </a:ext>
            </a:extLst>
          </p:cNvPr>
          <p:cNvSpPr/>
          <p:nvPr/>
        </p:nvSpPr>
        <p:spPr bwMode="auto">
          <a:xfrm>
            <a:off x="1402868" y="2346384"/>
            <a:ext cx="159589" cy="245853"/>
          </a:xfrm>
          <a:prstGeom prst="mathMultiply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37" name="Signe de multiplication 36">
            <a:extLst>
              <a:ext uri="{FF2B5EF4-FFF2-40B4-BE49-F238E27FC236}">
                <a16:creationId xmlns:a16="http://schemas.microsoft.com/office/drawing/2014/main" id="{BAA3AEFC-1927-DC75-5AB6-05E3F32ACE67}"/>
              </a:ext>
            </a:extLst>
          </p:cNvPr>
          <p:cNvSpPr/>
          <p:nvPr/>
        </p:nvSpPr>
        <p:spPr bwMode="auto">
          <a:xfrm>
            <a:off x="1564613" y="3640346"/>
            <a:ext cx="159589" cy="245853"/>
          </a:xfrm>
          <a:prstGeom prst="mathMultiply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38" name="Signe de multiplication 37">
            <a:extLst>
              <a:ext uri="{FF2B5EF4-FFF2-40B4-BE49-F238E27FC236}">
                <a16:creationId xmlns:a16="http://schemas.microsoft.com/office/drawing/2014/main" id="{26CEDD46-0C70-F97C-DE9F-C5F74961F5A2}"/>
              </a:ext>
            </a:extLst>
          </p:cNvPr>
          <p:cNvSpPr/>
          <p:nvPr/>
        </p:nvSpPr>
        <p:spPr bwMode="auto">
          <a:xfrm>
            <a:off x="2858576" y="1526875"/>
            <a:ext cx="159589" cy="245853"/>
          </a:xfrm>
          <a:prstGeom prst="mathMultiply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39" name="Signe de multiplication 38">
            <a:extLst>
              <a:ext uri="{FF2B5EF4-FFF2-40B4-BE49-F238E27FC236}">
                <a16:creationId xmlns:a16="http://schemas.microsoft.com/office/drawing/2014/main" id="{AF86C06A-54A2-A3D6-EF6D-0CAFE939CECB}"/>
              </a:ext>
            </a:extLst>
          </p:cNvPr>
          <p:cNvSpPr/>
          <p:nvPr/>
        </p:nvSpPr>
        <p:spPr bwMode="auto">
          <a:xfrm>
            <a:off x="3333029" y="2001327"/>
            <a:ext cx="159589" cy="245853"/>
          </a:xfrm>
          <a:prstGeom prst="mathMultiply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40" name="Signe de multiplication 39">
            <a:extLst>
              <a:ext uri="{FF2B5EF4-FFF2-40B4-BE49-F238E27FC236}">
                <a16:creationId xmlns:a16="http://schemas.microsoft.com/office/drawing/2014/main" id="{9581F533-7195-1A76-23EA-730D70B35810}"/>
              </a:ext>
            </a:extLst>
          </p:cNvPr>
          <p:cNvSpPr/>
          <p:nvPr/>
        </p:nvSpPr>
        <p:spPr bwMode="auto">
          <a:xfrm>
            <a:off x="3279114" y="2346383"/>
            <a:ext cx="159589" cy="245853"/>
          </a:xfrm>
          <a:prstGeom prst="mathMultiply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71C68DF0-30B5-FBC0-A089-DE5D607F50D3}"/>
              </a:ext>
            </a:extLst>
          </p:cNvPr>
          <p:cNvSpPr txBox="1"/>
          <p:nvPr/>
        </p:nvSpPr>
        <p:spPr>
          <a:xfrm>
            <a:off x="6734782" y="3990920"/>
            <a:ext cx="27432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>
                <a:ea typeface="Roboto"/>
                <a:cs typeface="Roboto"/>
              </a:rPr>
              <a:t>Frontière de décision (z=0)</a:t>
            </a:r>
          </a:p>
          <a:p>
            <a:r>
              <a:rPr lang="fr-FR" sz="1400">
                <a:ea typeface="Roboto"/>
                <a:cs typeface="Roboto"/>
              </a:rPr>
              <a:t>Classe 1 Plagiat (z=1)</a:t>
            </a:r>
          </a:p>
          <a:p>
            <a:r>
              <a:rPr lang="fr-FR" sz="1400">
                <a:ea typeface="Roboto"/>
                <a:cs typeface="Roboto"/>
              </a:rPr>
              <a:t>Classe 0 Non Plagiat (z=-1)</a:t>
            </a:r>
          </a:p>
        </p:txBody>
      </p:sp>
      <p:sp>
        <p:nvSpPr>
          <p:cNvPr id="42" name="Signe de multiplication 41">
            <a:extLst>
              <a:ext uri="{FF2B5EF4-FFF2-40B4-BE49-F238E27FC236}">
                <a16:creationId xmlns:a16="http://schemas.microsoft.com/office/drawing/2014/main" id="{9163B867-20CE-D8A1-FE37-A06E5CA45686}"/>
              </a:ext>
            </a:extLst>
          </p:cNvPr>
          <p:cNvSpPr/>
          <p:nvPr/>
        </p:nvSpPr>
        <p:spPr bwMode="auto">
          <a:xfrm flipV="1">
            <a:off x="6567936" y="4479267"/>
            <a:ext cx="159589" cy="271731"/>
          </a:xfrm>
          <a:prstGeom prst="mathMultiply">
            <a:avLst/>
          </a:prstGeom>
          <a:solidFill>
            <a:srgbClr val="00B050"/>
          </a:solidFill>
          <a:ln w="9525">
            <a:solidFill>
              <a:srgbClr val="92D050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43" name="Signe de multiplication 42">
            <a:extLst>
              <a:ext uri="{FF2B5EF4-FFF2-40B4-BE49-F238E27FC236}">
                <a16:creationId xmlns:a16="http://schemas.microsoft.com/office/drawing/2014/main" id="{A3A0BBAE-4259-FDA6-3535-26FA3BE5769A}"/>
              </a:ext>
            </a:extLst>
          </p:cNvPr>
          <p:cNvSpPr/>
          <p:nvPr/>
        </p:nvSpPr>
        <p:spPr bwMode="auto">
          <a:xfrm>
            <a:off x="6567934" y="4244194"/>
            <a:ext cx="159589" cy="245853"/>
          </a:xfrm>
          <a:prstGeom prst="mathMultiply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cxnSp>
        <p:nvCxnSpPr>
          <p:cNvPr id="44" name="Connecteur droit avec flèche 43">
            <a:extLst>
              <a:ext uri="{FF2B5EF4-FFF2-40B4-BE49-F238E27FC236}">
                <a16:creationId xmlns:a16="http://schemas.microsoft.com/office/drawing/2014/main" id="{BC2F3D99-8174-341F-1B3F-E58FE762F164}"/>
              </a:ext>
            </a:extLst>
          </p:cNvPr>
          <p:cNvCxnSpPr/>
          <p:nvPr/>
        </p:nvCxnSpPr>
        <p:spPr>
          <a:xfrm flipV="1">
            <a:off x="6554458" y="4142296"/>
            <a:ext cx="159589" cy="2156"/>
          </a:xfrm>
          <a:prstGeom prst="straightConnector1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78D72A5F-E636-1EC7-3FAD-707353CC646B}"/>
              </a:ext>
            </a:extLst>
          </p:cNvPr>
          <p:cNvSpPr/>
          <p:nvPr/>
        </p:nvSpPr>
        <p:spPr bwMode="auto">
          <a:xfrm>
            <a:off x="7112479" y="195172"/>
            <a:ext cx="1841739" cy="914400"/>
          </a:xfrm>
          <a:prstGeom prst="roundRect">
            <a:avLst/>
          </a:prstGeom>
          <a:solidFill>
            <a:srgbClr val="D8707C">
              <a:alpha val="40000"/>
            </a:srgbClr>
          </a:solidFill>
          <a:ln>
            <a:solidFill>
              <a:srgbClr val="D8707C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46" name="ZoneTexte 3">
            <a:extLst>
              <a:ext uri="{FF2B5EF4-FFF2-40B4-BE49-F238E27FC236}">
                <a16:creationId xmlns:a16="http://schemas.microsoft.com/office/drawing/2014/main" id="{ACE39752-69B8-875A-182A-C6BD840DD361}"/>
              </a:ext>
            </a:extLst>
          </p:cNvPr>
          <p:cNvSpPr txBox="1"/>
          <p:nvPr/>
        </p:nvSpPr>
        <p:spPr>
          <a:xfrm>
            <a:off x="7353755" y="516488"/>
            <a:ext cx="1432112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>
                <a:ea typeface="Roboto"/>
                <a:cs typeface="Roboto"/>
              </a:rPr>
              <a:t>y = signe(</a:t>
            </a:r>
            <a:r>
              <a:rPr lang="fr-FR" sz="1200" err="1">
                <a:ea typeface="Roboto"/>
                <a:cs typeface="Roboto"/>
              </a:rPr>
              <a:t>wx</a:t>
            </a:r>
            <a:r>
              <a:rPr lang="fr-FR" sz="1200">
                <a:ea typeface="Roboto"/>
                <a:cs typeface="Roboto"/>
              </a:rPr>
              <a:t> + b)</a:t>
            </a:r>
          </a:p>
        </p:txBody>
      </p:sp>
    </p:spTree>
    <p:extLst>
      <p:ext uri="{BB962C8B-B14F-4D97-AF65-F5344CB8AC3E}">
        <p14:creationId xmlns:p14="http://schemas.microsoft.com/office/powerpoint/2010/main" val="2006051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20000" decel="62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E97E0-FDBB-8142-8B5A-411AB5EB9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8799A10-5B5B-3706-A5F1-DD58219F5E51}"/>
              </a:ext>
            </a:extLst>
          </p:cNvPr>
          <p:cNvSpPr/>
          <p:nvPr/>
        </p:nvSpPr>
        <p:spPr bwMode="auto">
          <a:xfrm>
            <a:off x="-3362" y="4688116"/>
            <a:ext cx="9147088" cy="458746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fr-FR" dirty="0">
                <a:ea typeface="Roboto"/>
                <a:cs typeface="Roboto"/>
              </a:rPr>
              <a:t>15</a:t>
            </a:r>
          </a:p>
        </p:txBody>
      </p:sp>
      <p:pic>
        <p:nvPicPr>
          <p:cNvPr id="2" name="Image 1" descr="Four Years Remaining » Blog Archive » The Mystery of Early Stopping">
            <a:extLst>
              <a:ext uri="{FF2B5EF4-FFF2-40B4-BE49-F238E27FC236}">
                <a16:creationId xmlns:a16="http://schemas.microsoft.com/office/drawing/2014/main" id="{EEBBD826-F05A-BC0C-F25B-DEDF263AD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4790" y="1073116"/>
            <a:ext cx="4197162" cy="2627474"/>
          </a:xfrm>
          <a:prstGeom prst="rect">
            <a:avLst/>
          </a:prstGeom>
          <a:ln>
            <a:noFill/>
          </a:ln>
        </p:spPr>
      </p:pic>
      <p:pic>
        <p:nvPicPr>
          <p:cNvPr id="3" name="Image 2" descr="Understanding of Gradient Descent: Intuition and Implementation | by Rishi  Zirpe | GoPenAI">
            <a:extLst>
              <a:ext uri="{FF2B5EF4-FFF2-40B4-BE49-F238E27FC236}">
                <a16:creationId xmlns:a16="http://schemas.microsoft.com/office/drawing/2014/main" id="{5A6165A2-DCAC-5735-9684-4FD31AE33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047" y="1220926"/>
            <a:ext cx="4331633" cy="2701648"/>
          </a:xfrm>
          <a:prstGeom prst="rect">
            <a:avLst/>
          </a:prstGeom>
          <a:ln>
            <a:noFill/>
          </a:ln>
        </p:spPr>
      </p:pic>
      <p:sp>
        <p:nvSpPr>
          <p:cNvPr id="5" name="Title 2">
            <a:extLst>
              <a:ext uri="{FF2B5EF4-FFF2-40B4-BE49-F238E27FC236}">
                <a16:creationId xmlns:a16="http://schemas.microsoft.com/office/drawing/2014/main" id="{98C5EDC9-D857-AC05-CFD3-8FB650E6E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82611"/>
            <a:ext cx="8368363" cy="40945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>
                <a:ea typeface="+mj-lt"/>
                <a:cs typeface="+mj-lt"/>
              </a:rPr>
              <a:t>Descente de Gradient et </a:t>
            </a:r>
            <a:r>
              <a:rPr lang="en-US" err="1">
                <a:ea typeface="+mj-lt"/>
                <a:cs typeface="+mj-lt"/>
              </a:rPr>
              <a:t>Arrêt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Précoce</a:t>
            </a:r>
            <a:endParaRPr lang="fr-FR" err="1"/>
          </a:p>
        </p:txBody>
      </p:sp>
    </p:spTree>
    <p:extLst>
      <p:ext uri="{BB962C8B-B14F-4D97-AF65-F5344CB8AC3E}">
        <p14:creationId xmlns:p14="http://schemas.microsoft.com/office/powerpoint/2010/main" val="35290171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77F31-EED5-FE49-34A1-A5144FBA1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9DFFB95-0429-F335-5EB4-7A5F3FD0AD68}"/>
              </a:ext>
            </a:extLst>
          </p:cNvPr>
          <p:cNvSpPr/>
          <p:nvPr/>
        </p:nvSpPr>
        <p:spPr bwMode="auto">
          <a:xfrm>
            <a:off x="-3362" y="4688116"/>
            <a:ext cx="9147088" cy="458746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fr-FR" dirty="0">
                <a:ea typeface="Roboto"/>
                <a:cs typeface="Roboto"/>
              </a:rPr>
              <a:t>16</a:t>
            </a:r>
          </a:p>
        </p:txBody>
      </p:sp>
      <p:sp>
        <p:nvSpPr>
          <p:cNvPr id="13" name="Oval 186">
            <a:extLst>
              <a:ext uri="{FF2B5EF4-FFF2-40B4-BE49-F238E27FC236}">
                <a16:creationId xmlns:a16="http://schemas.microsoft.com/office/drawing/2014/main" id="{B3CC34C0-C35C-B0A5-C949-33822DFBBB73}"/>
              </a:ext>
            </a:extLst>
          </p:cNvPr>
          <p:cNvSpPr/>
          <p:nvPr/>
        </p:nvSpPr>
        <p:spPr bwMode="auto">
          <a:xfrm>
            <a:off x="99128" y="120303"/>
            <a:ext cx="895521" cy="878712"/>
          </a:xfrm>
          <a:prstGeom prst="ellipse">
            <a:avLst/>
          </a:prstGeom>
          <a:noFill/>
          <a:ln w="28575">
            <a:solidFill>
              <a:schemeClr val="accent6"/>
            </a:solidFill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3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BD73EF9D-83EE-BC45-624D-496CBA612855}"/>
              </a:ext>
            </a:extLst>
          </p:cNvPr>
          <p:cNvSpPr txBox="1"/>
          <p:nvPr/>
        </p:nvSpPr>
        <p:spPr>
          <a:xfrm>
            <a:off x="22224" y="340276"/>
            <a:ext cx="104106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200" b="1" err="1">
                <a:solidFill>
                  <a:schemeClr val="accent6"/>
                </a:solidFill>
                <a:ea typeface="Roboto"/>
                <a:cs typeface="Roboto"/>
              </a:rPr>
              <a:t>Decision</a:t>
            </a:r>
            <a:r>
              <a:rPr lang="fr-FR" sz="1200" b="1">
                <a:solidFill>
                  <a:schemeClr val="accent6"/>
                </a:solidFill>
                <a:ea typeface="Roboto"/>
                <a:cs typeface="Roboto"/>
              </a:rPr>
              <a:t> </a:t>
            </a:r>
            <a:r>
              <a:rPr lang="fr-FR" sz="1200" b="1" err="1">
                <a:solidFill>
                  <a:schemeClr val="accent6"/>
                </a:solidFill>
                <a:ea typeface="Roboto"/>
                <a:cs typeface="Roboto"/>
              </a:rPr>
              <a:t>Tree</a:t>
            </a:r>
            <a:endParaRPr lang="fr-FR" sz="1200" b="1">
              <a:solidFill>
                <a:schemeClr val="accent6"/>
              </a:solidFill>
              <a:ea typeface="Roboto"/>
              <a:cs typeface="Roboto"/>
            </a:endParaRPr>
          </a:p>
        </p:txBody>
      </p:sp>
      <p:pic>
        <p:nvPicPr>
          <p:cNvPr id="2" name="Image 1" descr="Decision Tree Algorithm | Advantages &amp; Disadvantages">
            <a:extLst>
              <a:ext uri="{FF2B5EF4-FFF2-40B4-BE49-F238E27FC236}">
                <a16:creationId xmlns:a16="http://schemas.microsoft.com/office/drawing/2014/main" id="{1CF083C4-6A3C-0740-E5B5-B5D193328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372" y="403172"/>
            <a:ext cx="6528039" cy="432637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5816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20000" decel="62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01342-1726-B7F1-F26A-61C370CD9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944FE3F-74A0-EEF5-9243-4386ECEA2DC7}"/>
              </a:ext>
            </a:extLst>
          </p:cNvPr>
          <p:cNvSpPr/>
          <p:nvPr/>
        </p:nvSpPr>
        <p:spPr bwMode="auto">
          <a:xfrm>
            <a:off x="-3362" y="4688116"/>
            <a:ext cx="9147088" cy="458746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fr-FR" dirty="0">
                <a:ea typeface="Roboto"/>
                <a:cs typeface="Roboto"/>
              </a:rPr>
              <a:t>17</a:t>
            </a:r>
          </a:p>
        </p:txBody>
      </p:sp>
      <p:sp>
        <p:nvSpPr>
          <p:cNvPr id="13" name="Oval 186">
            <a:extLst>
              <a:ext uri="{FF2B5EF4-FFF2-40B4-BE49-F238E27FC236}">
                <a16:creationId xmlns:a16="http://schemas.microsoft.com/office/drawing/2014/main" id="{8D7E3D74-4CAE-3321-B696-A37B004F9530}"/>
              </a:ext>
            </a:extLst>
          </p:cNvPr>
          <p:cNvSpPr/>
          <p:nvPr/>
        </p:nvSpPr>
        <p:spPr bwMode="auto">
          <a:xfrm>
            <a:off x="99128" y="120303"/>
            <a:ext cx="895521" cy="878712"/>
          </a:xfrm>
          <a:prstGeom prst="ellipse">
            <a:avLst/>
          </a:prstGeom>
          <a:noFill/>
          <a:ln w="28575">
            <a:solidFill>
              <a:schemeClr val="accent6"/>
            </a:solidFill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3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B4D3A919-5262-1C04-F37C-75C7A47DE63E}"/>
              </a:ext>
            </a:extLst>
          </p:cNvPr>
          <p:cNvSpPr txBox="1"/>
          <p:nvPr/>
        </p:nvSpPr>
        <p:spPr>
          <a:xfrm>
            <a:off x="22224" y="340276"/>
            <a:ext cx="104106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200" b="1" err="1">
                <a:solidFill>
                  <a:schemeClr val="accent6"/>
                </a:solidFill>
                <a:ea typeface="Roboto"/>
                <a:cs typeface="Roboto"/>
              </a:rPr>
              <a:t>Decision</a:t>
            </a:r>
            <a:r>
              <a:rPr lang="fr-FR" sz="1200" b="1">
                <a:solidFill>
                  <a:schemeClr val="accent6"/>
                </a:solidFill>
                <a:ea typeface="Roboto"/>
                <a:cs typeface="Roboto"/>
              </a:rPr>
              <a:t> </a:t>
            </a:r>
            <a:r>
              <a:rPr lang="fr-FR" sz="1200" b="1" err="1">
                <a:solidFill>
                  <a:schemeClr val="accent6"/>
                </a:solidFill>
                <a:ea typeface="Roboto"/>
                <a:cs typeface="Roboto"/>
              </a:rPr>
              <a:t>Tree</a:t>
            </a:r>
            <a:endParaRPr lang="fr-FR" sz="1200" b="1">
              <a:solidFill>
                <a:schemeClr val="accent6"/>
              </a:solidFill>
              <a:ea typeface="Roboto"/>
              <a:cs typeface="Roboto"/>
            </a:endParaRPr>
          </a:p>
        </p:txBody>
      </p:sp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14FA66CA-FCC3-D38C-6C17-EF6887F07AB4}"/>
              </a:ext>
            </a:extLst>
          </p:cNvPr>
          <p:cNvSpPr/>
          <p:nvPr/>
        </p:nvSpPr>
        <p:spPr bwMode="auto">
          <a:xfrm>
            <a:off x="7112479" y="195172"/>
            <a:ext cx="1841739" cy="9144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46" name="ZoneTexte 3">
            <a:extLst>
              <a:ext uri="{FF2B5EF4-FFF2-40B4-BE49-F238E27FC236}">
                <a16:creationId xmlns:a16="http://schemas.microsoft.com/office/drawing/2014/main" id="{792769B4-4B29-0793-D567-790348EAFADF}"/>
              </a:ext>
            </a:extLst>
          </p:cNvPr>
          <p:cNvSpPr txBox="1"/>
          <p:nvPr/>
        </p:nvSpPr>
        <p:spPr>
          <a:xfrm>
            <a:off x="7116529" y="570403"/>
            <a:ext cx="795914" cy="2616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100" err="1">
                <a:ea typeface="Roboto"/>
                <a:cs typeface="Roboto"/>
              </a:rPr>
              <a:t>Entropy</a:t>
            </a:r>
            <a:r>
              <a:rPr lang="fr-FR" sz="1100">
                <a:ea typeface="Roboto"/>
                <a:cs typeface="Roboto"/>
              </a:rPr>
              <a:t>= 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722A482-9ABD-32D2-9AB3-35AA5F968835}"/>
              </a:ext>
            </a:extLst>
          </p:cNvPr>
          <p:cNvSpPr txBox="1"/>
          <p:nvPr/>
        </p:nvSpPr>
        <p:spPr>
          <a:xfrm>
            <a:off x="990520" y="332574"/>
            <a:ext cx="167583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b="1">
                <a:ea typeface="Roboto"/>
                <a:cs typeface="Roboto"/>
              </a:rPr>
              <a:t>#Entropy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25DA3693-432A-B41A-F1FD-1E762F53610E}"/>
              </a:ext>
            </a:extLst>
          </p:cNvPr>
          <p:cNvCxnSpPr/>
          <p:nvPr/>
        </p:nvCxnSpPr>
        <p:spPr>
          <a:xfrm flipV="1">
            <a:off x="594144" y="4771625"/>
            <a:ext cx="2881430" cy="215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Connecteur droit avec flèche 43">
            <a:extLst>
              <a:ext uri="{FF2B5EF4-FFF2-40B4-BE49-F238E27FC236}">
                <a16:creationId xmlns:a16="http://schemas.microsoft.com/office/drawing/2014/main" id="{7C86ECF6-8505-F929-536D-C9A97E902A39}"/>
              </a:ext>
            </a:extLst>
          </p:cNvPr>
          <p:cNvCxnSpPr>
            <a:cxnSpLocks/>
          </p:cNvCxnSpPr>
          <p:nvPr/>
        </p:nvCxnSpPr>
        <p:spPr>
          <a:xfrm flipH="1" flipV="1">
            <a:off x="635120" y="1050267"/>
            <a:ext cx="12939" cy="3689947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Connecteur droit avec flèche 93">
            <a:extLst>
              <a:ext uri="{FF2B5EF4-FFF2-40B4-BE49-F238E27FC236}">
                <a16:creationId xmlns:a16="http://schemas.microsoft.com/office/drawing/2014/main" id="{C3B5DA0F-4E0F-2703-CAD9-81D3E881B07D}"/>
              </a:ext>
            </a:extLst>
          </p:cNvPr>
          <p:cNvCxnSpPr/>
          <p:nvPr/>
        </p:nvCxnSpPr>
        <p:spPr>
          <a:xfrm flipH="1">
            <a:off x="3275396" y="4737085"/>
            <a:ext cx="7894" cy="136110"/>
          </a:xfrm>
          <a:prstGeom prst="straightConnector1">
            <a:avLst/>
          </a:prstGeom>
          <a:ln>
            <a:solidFill>
              <a:schemeClr val="accent6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3" name="Arc 252">
            <a:extLst>
              <a:ext uri="{FF2B5EF4-FFF2-40B4-BE49-F238E27FC236}">
                <a16:creationId xmlns:a16="http://schemas.microsoft.com/office/drawing/2014/main" id="{C06C25C0-C3AE-05C1-8ADE-EFF51A0C7446}"/>
              </a:ext>
            </a:extLst>
          </p:cNvPr>
          <p:cNvSpPr/>
          <p:nvPr/>
        </p:nvSpPr>
        <p:spPr>
          <a:xfrm rot="10320000">
            <a:off x="780173" y="-1974773"/>
            <a:ext cx="3771900" cy="6657052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5" name="ZoneTexte 254">
            <a:extLst>
              <a:ext uri="{FF2B5EF4-FFF2-40B4-BE49-F238E27FC236}">
                <a16:creationId xmlns:a16="http://schemas.microsoft.com/office/drawing/2014/main" id="{2F1F4BDF-992B-BA9C-F3E5-BB3969A190D5}"/>
              </a:ext>
            </a:extLst>
          </p:cNvPr>
          <p:cNvSpPr txBox="1"/>
          <p:nvPr/>
        </p:nvSpPr>
        <p:spPr>
          <a:xfrm>
            <a:off x="1395567" y="4874131"/>
            <a:ext cx="86278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1100">
                <a:ea typeface="Roboto"/>
                <a:cs typeface="Roboto"/>
              </a:rPr>
              <a:t>Probabilité</a:t>
            </a:r>
          </a:p>
        </p:txBody>
      </p:sp>
      <p:sp>
        <p:nvSpPr>
          <p:cNvPr id="257" name="ZoneTexte 256">
            <a:extLst>
              <a:ext uri="{FF2B5EF4-FFF2-40B4-BE49-F238E27FC236}">
                <a16:creationId xmlns:a16="http://schemas.microsoft.com/office/drawing/2014/main" id="{66EC6849-3900-9E8C-7A98-05A5EC379EDF}"/>
              </a:ext>
            </a:extLst>
          </p:cNvPr>
          <p:cNvSpPr txBox="1"/>
          <p:nvPr/>
        </p:nvSpPr>
        <p:spPr>
          <a:xfrm>
            <a:off x="3155283" y="4810789"/>
            <a:ext cx="25441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1100">
                <a:ea typeface="Roboto"/>
                <a:cs typeface="Roboto"/>
              </a:rPr>
              <a:t>1</a:t>
            </a:r>
            <a:endParaRPr lang="fr-FR"/>
          </a:p>
        </p:txBody>
      </p:sp>
      <p:sp>
        <p:nvSpPr>
          <p:cNvPr id="258" name="ZoneTexte 257">
            <a:extLst>
              <a:ext uri="{FF2B5EF4-FFF2-40B4-BE49-F238E27FC236}">
                <a16:creationId xmlns:a16="http://schemas.microsoft.com/office/drawing/2014/main" id="{CF1A9347-C47E-2FEC-E257-E99A91A4E6C7}"/>
              </a:ext>
            </a:extLst>
          </p:cNvPr>
          <p:cNvSpPr txBox="1"/>
          <p:nvPr/>
        </p:nvSpPr>
        <p:spPr>
          <a:xfrm>
            <a:off x="565097" y="4783135"/>
            <a:ext cx="25441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1100">
                <a:ea typeface="Roboto"/>
                <a:cs typeface="Roboto"/>
              </a:rPr>
              <a:t>0</a:t>
            </a:r>
          </a:p>
        </p:txBody>
      </p:sp>
      <p:sp>
        <p:nvSpPr>
          <p:cNvPr id="259" name="ZoneTexte 258">
            <a:extLst>
              <a:ext uri="{FF2B5EF4-FFF2-40B4-BE49-F238E27FC236}">
                <a16:creationId xmlns:a16="http://schemas.microsoft.com/office/drawing/2014/main" id="{45A09197-9163-3214-E00D-0A9E76FFCA30}"/>
              </a:ext>
            </a:extLst>
          </p:cNvPr>
          <p:cNvSpPr txBox="1"/>
          <p:nvPr/>
        </p:nvSpPr>
        <p:spPr>
          <a:xfrm rot="-5400000">
            <a:off x="-66938" y="2769793"/>
            <a:ext cx="944033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1100">
                <a:ea typeface="Roboto"/>
                <a:cs typeface="Roboto"/>
              </a:rPr>
              <a:t>Incertitude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EA77B4E-6ED7-9673-F87B-7AC18EC2DA1E}"/>
              </a:ext>
            </a:extLst>
          </p:cNvPr>
          <p:cNvSpPr txBox="1"/>
          <p:nvPr/>
        </p:nvSpPr>
        <p:spPr>
          <a:xfrm>
            <a:off x="1295624" y="1867123"/>
            <a:ext cx="1406106" cy="8771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>
                <a:ea typeface="Roboto"/>
                <a:cs typeface="Roboto"/>
              </a:rPr>
              <a:t>1</a:t>
            </a:r>
          </a:p>
          <a:p>
            <a:pPr algn="ctr">
              <a:lnSpc>
                <a:spcPct val="150000"/>
              </a:lnSpc>
            </a:pPr>
            <a:r>
              <a:rPr lang="fr-FR">
                <a:ea typeface="Roboto"/>
                <a:cs typeface="Roboto"/>
              </a:rPr>
              <a:t>Probabilité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3FB790B4-86F1-5499-97B4-00298B096A97}"/>
              </a:ext>
            </a:extLst>
          </p:cNvPr>
          <p:cNvCxnSpPr/>
          <p:nvPr/>
        </p:nvCxnSpPr>
        <p:spPr>
          <a:xfrm flipV="1">
            <a:off x="1455237" y="2319955"/>
            <a:ext cx="1097711" cy="2156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71D40139-C2E1-4ECC-F25A-112E2A25DDB1}"/>
              </a:ext>
            </a:extLst>
          </p:cNvPr>
          <p:cNvGrpSpPr/>
          <p:nvPr/>
        </p:nvGrpSpPr>
        <p:grpSpPr>
          <a:xfrm>
            <a:off x="7678579" y="300469"/>
            <a:ext cx="2743199" cy="702756"/>
            <a:chOff x="6007211" y="2349243"/>
            <a:chExt cx="2743199" cy="702756"/>
          </a:xfrm>
        </p:grpSpPr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237319C9-9CB2-962B-11B9-39A43D445BC6}"/>
                </a:ext>
              </a:extLst>
            </p:cNvPr>
            <p:cNvSpPr txBox="1"/>
            <p:nvPr/>
          </p:nvSpPr>
          <p:spPr>
            <a:xfrm>
              <a:off x="6007211" y="2593858"/>
              <a:ext cx="2743199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fr-FR" sz="1400" err="1">
                  <a:ea typeface="+mn-lt"/>
                  <a:cs typeface="+mn-lt"/>
                </a:rPr>
                <a:t>Σlog</a:t>
              </a:r>
              <a:r>
                <a:rPr lang="fr-FR" sz="1400">
                  <a:ea typeface="+mn-lt"/>
                  <a:cs typeface="+mn-lt"/>
                </a:rPr>
                <a:t>(      )</a:t>
              </a:r>
              <a:r>
                <a:rPr lang="fr-FR" sz="1400" i="1">
                  <a:ea typeface="+mn-lt"/>
                  <a:cs typeface="+mn-lt"/>
                </a:rPr>
                <a:t>p(x)</a:t>
              </a:r>
              <a:endParaRPr lang="fr-FR" sz="1400" i="1">
                <a:ea typeface="Roboto"/>
                <a:cs typeface="Roboto"/>
              </a:endParaRP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F10822E3-8D4F-C72E-9F80-DC8D830A6CDD}"/>
                </a:ext>
              </a:extLst>
            </p:cNvPr>
            <p:cNvSpPr txBox="1"/>
            <p:nvPr/>
          </p:nvSpPr>
          <p:spPr>
            <a:xfrm>
              <a:off x="6348394" y="2349243"/>
              <a:ext cx="737559" cy="70275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fr-FR" sz="1400">
                  <a:ea typeface="Roboto"/>
                  <a:cs typeface="Roboto"/>
                </a:rPr>
                <a:t>1</a:t>
              </a:r>
            </a:p>
            <a:p>
              <a:pPr algn="ctr">
                <a:lnSpc>
                  <a:spcPct val="150000"/>
                </a:lnSpc>
              </a:pPr>
              <a:r>
                <a:rPr lang="fr-FR" sz="1400" i="1">
                  <a:ea typeface="Roboto"/>
                  <a:cs typeface="Roboto"/>
                </a:rPr>
                <a:t>p(x)</a:t>
              </a:r>
            </a:p>
          </p:txBody>
        </p:sp>
        <p:cxnSp>
          <p:nvCxnSpPr>
            <p:cNvPr id="10" name="Connecteur droit avec flèche 9">
              <a:extLst>
                <a:ext uri="{FF2B5EF4-FFF2-40B4-BE49-F238E27FC236}">
                  <a16:creationId xmlns:a16="http://schemas.microsoft.com/office/drawing/2014/main" id="{35ABC0F8-6522-8B28-9F69-9FBB70149D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4112" y="2748591"/>
              <a:ext cx="267420" cy="2156"/>
            </a:xfrm>
            <a:prstGeom prst="straightConnector1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ZoneTexte 18">
            <a:extLst>
              <a:ext uri="{FF2B5EF4-FFF2-40B4-BE49-F238E27FC236}">
                <a16:creationId xmlns:a16="http://schemas.microsoft.com/office/drawing/2014/main" id="{65C37761-3B29-0662-6232-502356B0B977}"/>
              </a:ext>
            </a:extLst>
          </p:cNvPr>
          <p:cNvSpPr txBox="1"/>
          <p:nvPr/>
        </p:nvSpPr>
        <p:spPr>
          <a:xfrm>
            <a:off x="4997724" y="2025482"/>
            <a:ext cx="3142171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C00000"/>
                </a:solidFill>
                <a:ea typeface="Roboto"/>
                <a:cs typeface="Roboto"/>
              </a:rPr>
              <a:t>→ </a:t>
            </a:r>
            <a:r>
              <a:rPr lang="fr-FR" err="1">
                <a:ea typeface="Roboto"/>
                <a:cs typeface="Roboto"/>
              </a:rPr>
              <a:t>Σp</a:t>
            </a:r>
            <a:r>
              <a:rPr lang="fr-FR">
                <a:ea typeface="Roboto"/>
                <a:cs typeface="Roboto"/>
              </a:rPr>
              <a:t>(x)[ log(1) - log(p(x)) ] </a:t>
            </a:r>
            <a:endParaRPr lang="fr-FR">
              <a:solidFill>
                <a:srgbClr val="000000"/>
              </a:solidFill>
              <a:ea typeface="Roboto"/>
              <a:cs typeface="Roboto"/>
            </a:endParaRPr>
          </a:p>
          <a:p>
            <a:r>
              <a:rPr lang="en-US" sz="2400" b="1">
                <a:solidFill>
                  <a:srgbClr val="C00000"/>
                </a:solidFill>
                <a:ea typeface="Roboto"/>
                <a:cs typeface="Roboto"/>
              </a:rPr>
              <a:t>→</a:t>
            </a:r>
            <a:r>
              <a:rPr lang="fr-FR">
                <a:ea typeface="Roboto"/>
                <a:cs typeface="Roboto"/>
              </a:rPr>
              <a:t> </a:t>
            </a:r>
            <a:r>
              <a:rPr lang="fr-FR" err="1">
                <a:ea typeface="Roboto"/>
                <a:cs typeface="Roboto"/>
              </a:rPr>
              <a:t>Σp</a:t>
            </a:r>
            <a:r>
              <a:rPr lang="fr-FR">
                <a:ea typeface="Roboto"/>
                <a:cs typeface="Roboto"/>
              </a:rPr>
              <a:t>(x)[ 0 - log(p(x)) ] </a:t>
            </a:r>
            <a:endParaRPr lang="fr-FR">
              <a:solidFill>
                <a:srgbClr val="000000"/>
              </a:solidFill>
              <a:ea typeface="Roboto"/>
              <a:cs typeface="Roboto"/>
            </a:endParaRPr>
          </a:p>
          <a:p>
            <a:r>
              <a:rPr lang="en-US" sz="2400" b="1">
                <a:solidFill>
                  <a:srgbClr val="C00000"/>
                </a:solidFill>
                <a:ea typeface="Roboto"/>
                <a:cs typeface="Roboto"/>
              </a:rPr>
              <a:t>→</a:t>
            </a:r>
            <a:r>
              <a:rPr lang="en-US">
                <a:ea typeface="Roboto"/>
                <a:cs typeface="Roboto"/>
              </a:rPr>
              <a:t> </a:t>
            </a:r>
            <a:r>
              <a:rPr lang="fr-FR">
                <a:ea typeface="Roboto"/>
                <a:cs typeface="Roboto"/>
              </a:rPr>
              <a:t>-</a:t>
            </a:r>
            <a:r>
              <a:rPr lang="fr-FR" err="1">
                <a:ea typeface="Roboto"/>
                <a:cs typeface="Roboto"/>
              </a:rPr>
              <a:t>Σp</a:t>
            </a:r>
            <a:r>
              <a:rPr lang="fr-FR">
                <a:ea typeface="Roboto"/>
                <a:cs typeface="Roboto"/>
              </a:rPr>
              <a:t>(x)log(p(x))</a:t>
            </a:r>
            <a:endParaRPr lang="fr-FR">
              <a:solidFill>
                <a:srgbClr val="000000"/>
              </a:solidFill>
              <a:ea typeface="Roboto"/>
              <a:cs typeface="Roboto"/>
            </a:endParaRPr>
          </a:p>
          <a:p>
            <a:endParaRPr lang="fr-FR">
              <a:solidFill>
                <a:srgbClr val="262626"/>
              </a:solidFill>
              <a:ea typeface="Roboto"/>
              <a:cs typeface="Roboto"/>
            </a:endParaRPr>
          </a:p>
          <a:p>
            <a:endParaRPr lang="fr-FR"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273521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20000" decel="62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184A1-6E24-52EE-6E5D-D3460EC72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AA137B4-B521-010F-415D-82B00C68BF3B}"/>
              </a:ext>
            </a:extLst>
          </p:cNvPr>
          <p:cNvSpPr/>
          <p:nvPr/>
        </p:nvSpPr>
        <p:spPr bwMode="auto">
          <a:xfrm>
            <a:off x="-3362" y="4688116"/>
            <a:ext cx="9147088" cy="458746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fr-FR" dirty="0">
                <a:ea typeface="Roboto"/>
                <a:cs typeface="Roboto"/>
              </a:rPr>
              <a:t>18</a:t>
            </a:r>
          </a:p>
        </p:txBody>
      </p:sp>
      <p:sp>
        <p:nvSpPr>
          <p:cNvPr id="13" name="Oval 186">
            <a:extLst>
              <a:ext uri="{FF2B5EF4-FFF2-40B4-BE49-F238E27FC236}">
                <a16:creationId xmlns:a16="http://schemas.microsoft.com/office/drawing/2014/main" id="{420E7531-AEF9-95AE-4571-DE8E6A5B971C}"/>
              </a:ext>
            </a:extLst>
          </p:cNvPr>
          <p:cNvSpPr/>
          <p:nvPr/>
        </p:nvSpPr>
        <p:spPr bwMode="auto">
          <a:xfrm>
            <a:off x="99128" y="120303"/>
            <a:ext cx="895521" cy="878712"/>
          </a:xfrm>
          <a:prstGeom prst="ellipse">
            <a:avLst/>
          </a:prstGeom>
          <a:noFill/>
          <a:ln w="28575">
            <a:solidFill>
              <a:schemeClr val="accent6"/>
            </a:solidFill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3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D1A8A8E8-0D05-F7B9-1FBA-1425399FF55E}"/>
              </a:ext>
            </a:extLst>
          </p:cNvPr>
          <p:cNvSpPr txBox="1"/>
          <p:nvPr/>
        </p:nvSpPr>
        <p:spPr>
          <a:xfrm>
            <a:off x="22224" y="340276"/>
            <a:ext cx="104106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200" b="1" err="1">
                <a:solidFill>
                  <a:schemeClr val="accent6"/>
                </a:solidFill>
                <a:ea typeface="Roboto"/>
                <a:cs typeface="Roboto"/>
              </a:rPr>
              <a:t>Decision</a:t>
            </a:r>
            <a:r>
              <a:rPr lang="fr-FR" sz="1200" b="1">
                <a:solidFill>
                  <a:schemeClr val="accent6"/>
                </a:solidFill>
                <a:ea typeface="Roboto"/>
                <a:cs typeface="Roboto"/>
              </a:rPr>
              <a:t> </a:t>
            </a:r>
            <a:r>
              <a:rPr lang="fr-FR" sz="1200" b="1" err="1">
                <a:solidFill>
                  <a:schemeClr val="accent6"/>
                </a:solidFill>
                <a:ea typeface="Roboto"/>
                <a:cs typeface="Roboto"/>
              </a:rPr>
              <a:t>Tree</a:t>
            </a:r>
            <a:endParaRPr lang="fr-FR" sz="1200" b="1">
              <a:solidFill>
                <a:schemeClr val="accent6"/>
              </a:solidFill>
              <a:ea typeface="Roboto"/>
              <a:cs typeface="Roboto"/>
            </a:endParaRPr>
          </a:p>
        </p:txBody>
      </p:sp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F9EF0922-57C0-86DD-54F7-2D7ACE8A27CC}"/>
              </a:ext>
            </a:extLst>
          </p:cNvPr>
          <p:cNvSpPr/>
          <p:nvPr/>
        </p:nvSpPr>
        <p:spPr bwMode="auto">
          <a:xfrm>
            <a:off x="7112479" y="195172"/>
            <a:ext cx="1841739" cy="9144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46" name="ZoneTexte 3">
            <a:extLst>
              <a:ext uri="{FF2B5EF4-FFF2-40B4-BE49-F238E27FC236}">
                <a16:creationId xmlns:a16="http://schemas.microsoft.com/office/drawing/2014/main" id="{6BDFDD8F-6DF0-D1D5-EA72-87B9C56344FC}"/>
              </a:ext>
            </a:extLst>
          </p:cNvPr>
          <p:cNvSpPr txBox="1"/>
          <p:nvPr/>
        </p:nvSpPr>
        <p:spPr>
          <a:xfrm>
            <a:off x="7353755" y="516488"/>
            <a:ext cx="1432112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>
                <a:ea typeface="Roboto"/>
                <a:cs typeface="Roboto"/>
              </a:rPr>
              <a:t>Gini = 1 - </a:t>
            </a:r>
            <a:r>
              <a:rPr lang="fr-FR">
                <a:ea typeface="Roboto"/>
                <a:cs typeface="Roboto"/>
              </a:rPr>
              <a:t>ΣPi^2</a:t>
            </a:r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DF6502F-0F3C-4526-0CF2-25E6AF1A8792}"/>
              </a:ext>
            </a:extLst>
          </p:cNvPr>
          <p:cNvSpPr txBox="1"/>
          <p:nvPr/>
        </p:nvSpPr>
        <p:spPr>
          <a:xfrm>
            <a:off x="990520" y="332574"/>
            <a:ext cx="167583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b="1">
                <a:ea typeface="Roboto"/>
                <a:cs typeface="Roboto"/>
              </a:rPr>
              <a:t>#Gini </a:t>
            </a:r>
            <a:r>
              <a:rPr lang="fr-FR" b="1" err="1">
                <a:ea typeface="Roboto"/>
                <a:cs typeface="Roboto"/>
              </a:rPr>
              <a:t>Impurity</a:t>
            </a:r>
            <a:endParaRPr lang="fr-FR" b="1">
              <a:ea typeface="Roboto"/>
              <a:cs typeface="Roboto"/>
            </a:endParaRP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068BB0DB-8324-D1FD-2295-61A1C2745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698703"/>
              </p:ext>
            </p:extLst>
          </p:nvPr>
        </p:nvGraphicFramePr>
        <p:xfrm>
          <a:off x="687916" y="1820333"/>
          <a:ext cx="3204210" cy="24977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842">
                  <a:extLst>
                    <a:ext uri="{9D8B030D-6E8A-4147-A177-3AD203B41FA5}">
                      <a16:colId xmlns:a16="http://schemas.microsoft.com/office/drawing/2014/main" val="3794876234"/>
                    </a:ext>
                  </a:extLst>
                </a:gridCol>
                <a:gridCol w="640842">
                  <a:extLst>
                    <a:ext uri="{9D8B030D-6E8A-4147-A177-3AD203B41FA5}">
                      <a16:colId xmlns:a16="http://schemas.microsoft.com/office/drawing/2014/main" val="3975095351"/>
                    </a:ext>
                  </a:extLst>
                </a:gridCol>
                <a:gridCol w="640842">
                  <a:extLst>
                    <a:ext uri="{9D8B030D-6E8A-4147-A177-3AD203B41FA5}">
                      <a16:colId xmlns:a16="http://schemas.microsoft.com/office/drawing/2014/main" val="3205388389"/>
                    </a:ext>
                  </a:extLst>
                </a:gridCol>
                <a:gridCol w="640842">
                  <a:extLst>
                    <a:ext uri="{9D8B030D-6E8A-4147-A177-3AD203B41FA5}">
                      <a16:colId xmlns:a16="http://schemas.microsoft.com/office/drawing/2014/main" val="3672656963"/>
                    </a:ext>
                  </a:extLst>
                </a:gridCol>
                <a:gridCol w="640842">
                  <a:extLst>
                    <a:ext uri="{9D8B030D-6E8A-4147-A177-3AD203B41FA5}">
                      <a16:colId xmlns:a16="http://schemas.microsoft.com/office/drawing/2014/main" val="1085150215"/>
                    </a:ext>
                  </a:extLst>
                </a:gridCol>
              </a:tblGrid>
              <a:tr h="51372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268539">
                        <a:alpha val="3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268539">
                        <a:alpha val="3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268539">
                        <a:alpha val="3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0000">
                        <a:alpha val="3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0000">
                        <a:alpha val="33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321764"/>
                  </a:ext>
                </a:extLst>
              </a:tr>
              <a:tr h="496015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268539">
                        <a:alpha val="3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268539">
                        <a:alpha val="3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268539">
                        <a:alpha val="3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0000">
                        <a:alpha val="3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0000">
                        <a:alpha val="33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895414"/>
                  </a:ext>
                </a:extLst>
              </a:tr>
              <a:tr h="496015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268539">
                        <a:alpha val="3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268539">
                        <a:alpha val="3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268539">
                        <a:alpha val="3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0000">
                        <a:alpha val="3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0000">
                        <a:alpha val="33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521062"/>
                  </a:ext>
                </a:extLst>
              </a:tr>
              <a:tr h="496015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0000">
                        <a:alpha val="3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0000">
                        <a:alpha val="3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0000">
                        <a:alpha val="3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C00000">
                        <a:alpha val="3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C00000">
                        <a:alpha val="3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033007"/>
                  </a:ext>
                </a:extLst>
              </a:tr>
              <a:tr h="496015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0000">
                        <a:alpha val="3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0000">
                        <a:alpha val="3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0000">
                        <a:alpha val="3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C00000">
                        <a:alpha val="3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C00000">
                        <a:alpha val="3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4355754"/>
                  </a:ext>
                </a:extLst>
              </a:tr>
            </a:tbl>
          </a:graphicData>
        </a:graphic>
      </p:graphicFrame>
      <p:pic>
        <p:nvPicPr>
          <p:cNvPr id="6" name="Graphique 5" descr="Document contour">
            <a:extLst>
              <a:ext uri="{FF2B5EF4-FFF2-40B4-BE49-F238E27FC236}">
                <a16:creationId xmlns:a16="http://schemas.microsoft.com/office/drawing/2014/main" id="{FD6EA088-93FE-C98C-7DF5-A873FA4C4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76808" y="1284256"/>
            <a:ext cx="439948" cy="450731"/>
          </a:xfrm>
          <a:prstGeom prst="rect">
            <a:avLst/>
          </a:prstGeom>
        </p:spPr>
      </p:pic>
      <p:pic>
        <p:nvPicPr>
          <p:cNvPr id="8" name="Graphique 7" descr="Document contour">
            <a:extLst>
              <a:ext uri="{FF2B5EF4-FFF2-40B4-BE49-F238E27FC236}">
                <a16:creationId xmlns:a16="http://schemas.microsoft.com/office/drawing/2014/main" id="{4DA58FF5-864A-1554-D77A-4CBE771AF0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063" y="1284255"/>
            <a:ext cx="439948" cy="450731"/>
          </a:xfrm>
          <a:prstGeom prst="rect">
            <a:avLst/>
          </a:prstGeom>
        </p:spPr>
      </p:pic>
      <p:pic>
        <p:nvPicPr>
          <p:cNvPr id="9" name="Graphique 8" descr="Document contour">
            <a:extLst>
              <a:ext uri="{FF2B5EF4-FFF2-40B4-BE49-F238E27FC236}">
                <a16:creationId xmlns:a16="http://schemas.microsoft.com/office/drawing/2014/main" id="{A674468E-0F35-D2C9-656F-24E1EABD54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4478" y="1823406"/>
            <a:ext cx="439948" cy="450731"/>
          </a:xfrm>
          <a:prstGeom prst="rect">
            <a:avLst/>
          </a:prstGeom>
        </p:spPr>
      </p:pic>
      <p:pic>
        <p:nvPicPr>
          <p:cNvPr id="10" name="Graphique 9" descr="Document contour">
            <a:extLst>
              <a:ext uri="{FF2B5EF4-FFF2-40B4-BE49-F238E27FC236}">
                <a16:creationId xmlns:a16="http://schemas.microsoft.com/office/drawing/2014/main" id="{463D97C6-BADD-058A-39E2-8FD628E24C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4478" y="2340991"/>
            <a:ext cx="439948" cy="450731"/>
          </a:xfrm>
          <a:prstGeom prst="rect">
            <a:avLst/>
          </a:prstGeom>
        </p:spPr>
      </p:pic>
      <p:pic>
        <p:nvPicPr>
          <p:cNvPr id="11" name="Graphique 10" descr="Document contour">
            <a:extLst>
              <a:ext uri="{FF2B5EF4-FFF2-40B4-BE49-F238E27FC236}">
                <a16:creationId xmlns:a16="http://schemas.microsoft.com/office/drawing/2014/main" id="{ADC3A7D8-BF26-D896-4DDB-C719F0AF5C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4477" y="2847793"/>
            <a:ext cx="439948" cy="450731"/>
          </a:xfrm>
          <a:prstGeom prst="rect">
            <a:avLst/>
          </a:prstGeom>
        </p:spPr>
      </p:pic>
      <p:pic>
        <p:nvPicPr>
          <p:cNvPr id="12" name="Graphique 11" descr="Document contour">
            <a:extLst>
              <a:ext uri="{FF2B5EF4-FFF2-40B4-BE49-F238E27FC236}">
                <a16:creationId xmlns:a16="http://schemas.microsoft.com/office/drawing/2014/main" id="{0D5AD253-1F18-0980-5302-67E7B8E22A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7478" y="1284255"/>
            <a:ext cx="439948" cy="450731"/>
          </a:xfrm>
          <a:prstGeom prst="rect">
            <a:avLst/>
          </a:prstGeom>
        </p:spPr>
      </p:pic>
      <p:pic>
        <p:nvPicPr>
          <p:cNvPr id="14" name="Graphique 13" descr="Document contour">
            <a:extLst>
              <a:ext uri="{FF2B5EF4-FFF2-40B4-BE49-F238E27FC236}">
                <a16:creationId xmlns:a16="http://schemas.microsoft.com/office/drawing/2014/main" id="{90A276B4-F49B-322F-C570-3BDC1E24A5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77972" y="3466418"/>
            <a:ext cx="206252" cy="231304"/>
          </a:xfrm>
          <a:prstGeom prst="rect">
            <a:avLst/>
          </a:prstGeom>
        </p:spPr>
      </p:pic>
      <p:pic>
        <p:nvPicPr>
          <p:cNvPr id="15" name="Graphique 14" descr="Document contour">
            <a:extLst>
              <a:ext uri="{FF2B5EF4-FFF2-40B4-BE49-F238E27FC236}">
                <a16:creationId xmlns:a16="http://schemas.microsoft.com/office/drawing/2014/main" id="{A450D852-2584-1EEF-0C01-C1A08E2CE0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535" y="1934481"/>
            <a:ext cx="206252" cy="231304"/>
          </a:xfrm>
          <a:prstGeom prst="rect">
            <a:avLst/>
          </a:prstGeom>
        </p:spPr>
      </p:pic>
      <p:pic>
        <p:nvPicPr>
          <p:cNvPr id="16" name="Graphique 15" descr="Document contour">
            <a:extLst>
              <a:ext uri="{FF2B5EF4-FFF2-40B4-BE49-F238E27FC236}">
                <a16:creationId xmlns:a16="http://schemas.microsoft.com/office/drawing/2014/main" id="{D99B28E9-C04F-E5D1-DC0F-4C16A5E448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8847" y="3950605"/>
            <a:ext cx="206252" cy="231304"/>
          </a:xfrm>
          <a:prstGeom prst="rect">
            <a:avLst/>
          </a:prstGeom>
        </p:spPr>
      </p:pic>
      <p:pic>
        <p:nvPicPr>
          <p:cNvPr id="17" name="Graphique 16" descr="Document contour">
            <a:extLst>
              <a:ext uri="{FF2B5EF4-FFF2-40B4-BE49-F238E27FC236}">
                <a16:creationId xmlns:a16="http://schemas.microsoft.com/office/drawing/2014/main" id="{3FE593FB-8D68-31F7-B699-457D51B993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534" y="2950480"/>
            <a:ext cx="206252" cy="231304"/>
          </a:xfrm>
          <a:prstGeom prst="rect">
            <a:avLst/>
          </a:prstGeom>
        </p:spPr>
      </p:pic>
      <p:pic>
        <p:nvPicPr>
          <p:cNvPr id="19" name="Graphique 18" descr="Document contour">
            <a:extLst>
              <a:ext uri="{FF2B5EF4-FFF2-40B4-BE49-F238E27FC236}">
                <a16:creationId xmlns:a16="http://schemas.microsoft.com/office/drawing/2014/main" id="{0269E6B6-7628-72E3-7FF0-09E0359C32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6785" y="3466418"/>
            <a:ext cx="206252" cy="231304"/>
          </a:xfrm>
          <a:prstGeom prst="rect">
            <a:avLst/>
          </a:prstGeom>
        </p:spPr>
      </p:pic>
      <p:pic>
        <p:nvPicPr>
          <p:cNvPr id="20" name="Graphique 19" descr="Document contour">
            <a:extLst>
              <a:ext uri="{FF2B5EF4-FFF2-40B4-BE49-F238E27FC236}">
                <a16:creationId xmlns:a16="http://schemas.microsoft.com/office/drawing/2014/main" id="{6722FCC3-19AB-DA09-F00D-685A5FC582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534" y="2450418"/>
            <a:ext cx="206252" cy="231304"/>
          </a:xfrm>
          <a:prstGeom prst="rect">
            <a:avLst/>
          </a:prstGeom>
        </p:spPr>
      </p:pic>
      <p:pic>
        <p:nvPicPr>
          <p:cNvPr id="21" name="Graphique 20" descr="Document contour">
            <a:extLst>
              <a:ext uri="{FF2B5EF4-FFF2-40B4-BE49-F238E27FC236}">
                <a16:creationId xmlns:a16="http://schemas.microsoft.com/office/drawing/2014/main" id="{2052EE20-10A3-69D2-560A-63851DF67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15909" y="1934481"/>
            <a:ext cx="206252" cy="231304"/>
          </a:xfrm>
          <a:prstGeom prst="rect">
            <a:avLst/>
          </a:prstGeom>
        </p:spPr>
      </p:pic>
      <p:pic>
        <p:nvPicPr>
          <p:cNvPr id="22" name="Graphique 21" descr="Document contour">
            <a:extLst>
              <a:ext uri="{FF2B5EF4-FFF2-40B4-BE49-F238E27FC236}">
                <a16:creationId xmlns:a16="http://schemas.microsoft.com/office/drawing/2014/main" id="{9F1DD762-EB3B-E8A1-5392-778E3F73BA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0909" y="1934481"/>
            <a:ext cx="206252" cy="231304"/>
          </a:xfrm>
          <a:prstGeom prst="rect">
            <a:avLst/>
          </a:prstGeom>
        </p:spPr>
      </p:pic>
      <p:pic>
        <p:nvPicPr>
          <p:cNvPr id="23" name="Graphique 22" descr="Document contour">
            <a:extLst>
              <a:ext uri="{FF2B5EF4-FFF2-40B4-BE49-F238E27FC236}">
                <a16:creationId xmlns:a16="http://schemas.microsoft.com/office/drawing/2014/main" id="{EDC0C517-0A03-6770-5748-EBBD3977A1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3847" y="3950606"/>
            <a:ext cx="206252" cy="231304"/>
          </a:xfrm>
          <a:prstGeom prst="rect">
            <a:avLst/>
          </a:prstGeom>
        </p:spPr>
      </p:pic>
      <p:pic>
        <p:nvPicPr>
          <p:cNvPr id="25" name="Graphique 24" descr="Document contour">
            <a:extLst>
              <a:ext uri="{FF2B5EF4-FFF2-40B4-BE49-F238E27FC236}">
                <a16:creationId xmlns:a16="http://schemas.microsoft.com/office/drawing/2014/main" id="{D6257D93-56EE-496E-14DE-5DE2E1398A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3847" y="3466418"/>
            <a:ext cx="206252" cy="231304"/>
          </a:xfrm>
          <a:prstGeom prst="rect">
            <a:avLst/>
          </a:prstGeom>
        </p:spPr>
      </p:pic>
      <p:pic>
        <p:nvPicPr>
          <p:cNvPr id="26" name="Graphique 25" descr="Document contour">
            <a:extLst>
              <a:ext uri="{FF2B5EF4-FFF2-40B4-BE49-F238E27FC236}">
                <a16:creationId xmlns:a16="http://schemas.microsoft.com/office/drawing/2014/main" id="{C03BBBAB-7BFC-0D0B-80CB-67D9F49A57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9534" y="2950481"/>
            <a:ext cx="206252" cy="231304"/>
          </a:xfrm>
          <a:prstGeom prst="rect">
            <a:avLst/>
          </a:prstGeom>
        </p:spPr>
      </p:pic>
      <p:pic>
        <p:nvPicPr>
          <p:cNvPr id="27" name="Graphique 26" descr="Document contour">
            <a:extLst>
              <a:ext uri="{FF2B5EF4-FFF2-40B4-BE49-F238E27FC236}">
                <a16:creationId xmlns:a16="http://schemas.microsoft.com/office/drawing/2014/main" id="{6D2D0D02-3971-F7C6-6456-72BC99F72D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3659" y="2458356"/>
            <a:ext cx="206252" cy="231304"/>
          </a:xfrm>
          <a:prstGeom prst="rect">
            <a:avLst/>
          </a:prstGeom>
        </p:spPr>
      </p:pic>
      <p:pic>
        <p:nvPicPr>
          <p:cNvPr id="28" name="Graphique 27" descr="Document contour">
            <a:extLst>
              <a:ext uri="{FF2B5EF4-FFF2-40B4-BE49-F238E27FC236}">
                <a16:creationId xmlns:a16="http://schemas.microsoft.com/office/drawing/2014/main" id="{0D756591-8D1A-22C3-C5D9-732F2C3A49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3659" y="1934481"/>
            <a:ext cx="206252" cy="231304"/>
          </a:xfrm>
          <a:prstGeom prst="rect">
            <a:avLst/>
          </a:prstGeom>
        </p:spPr>
      </p:pic>
      <p:pic>
        <p:nvPicPr>
          <p:cNvPr id="29" name="Graphique 28" descr="Document contour">
            <a:extLst>
              <a:ext uri="{FF2B5EF4-FFF2-40B4-BE49-F238E27FC236}">
                <a16:creationId xmlns:a16="http://schemas.microsoft.com/office/drawing/2014/main" id="{723108D9-7FC5-A51C-76F0-235C274AC3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63660" y="2950481"/>
            <a:ext cx="206252" cy="231304"/>
          </a:xfrm>
          <a:prstGeom prst="rect">
            <a:avLst/>
          </a:prstGeom>
        </p:spPr>
      </p:pic>
      <p:pic>
        <p:nvPicPr>
          <p:cNvPr id="30" name="Graphique 29" descr="Document contour">
            <a:extLst>
              <a:ext uri="{FF2B5EF4-FFF2-40B4-BE49-F238E27FC236}">
                <a16:creationId xmlns:a16="http://schemas.microsoft.com/office/drawing/2014/main" id="{EAFDA0A5-EA30-0BE3-6705-66E7E62226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2660" y="3950606"/>
            <a:ext cx="206252" cy="231304"/>
          </a:xfrm>
          <a:prstGeom prst="rect">
            <a:avLst/>
          </a:prstGeom>
        </p:spPr>
      </p:pic>
      <p:pic>
        <p:nvPicPr>
          <p:cNvPr id="31" name="Graphique 30" descr="Document contour">
            <a:extLst>
              <a:ext uri="{FF2B5EF4-FFF2-40B4-BE49-F238E27FC236}">
                <a16:creationId xmlns:a16="http://schemas.microsoft.com/office/drawing/2014/main" id="{DD9F260F-131F-67F1-0F6B-92C37AEE40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2660" y="3466418"/>
            <a:ext cx="206252" cy="231304"/>
          </a:xfrm>
          <a:prstGeom prst="rect">
            <a:avLst/>
          </a:prstGeom>
        </p:spPr>
      </p:pic>
      <p:pic>
        <p:nvPicPr>
          <p:cNvPr id="32" name="Graphique 31" descr="Document contour">
            <a:extLst>
              <a:ext uri="{FF2B5EF4-FFF2-40B4-BE49-F238E27FC236}">
                <a16:creationId xmlns:a16="http://schemas.microsoft.com/office/drawing/2014/main" id="{41E61F3C-3F39-A50E-FC75-2DEF0E91E7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76285" y="2950481"/>
            <a:ext cx="206252" cy="231304"/>
          </a:xfrm>
          <a:prstGeom prst="rect">
            <a:avLst/>
          </a:prstGeom>
        </p:spPr>
      </p:pic>
      <p:pic>
        <p:nvPicPr>
          <p:cNvPr id="33" name="Graphique 32" descr="Document contour">
            <a:extLst>
              <a:ext uri="{FF2B5EF4-FFF2-40B4-BE49-F238E27FC236}">
                <a16:creationId xmlns:a16="http://schemas.microsoft.com/office/drawing/2014/main" id="{BDDA122F-7A78-E117-9251-A44289EACC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76285" y="2458356"/>
            <a:ext cx="206252" cy="231304"/>
          </a:xfrm>
          <a:prstGeom prst="rect">
            <a:avLst/>
          </a:prstGeom>
        </p:spPr>
      </p:pic>
      <p:pic>
        <p:nvPicPr>
          <p:cNvPr id="34" name="Graphique 33" descr="Document contour">
            <a:extLst>
              <a:ext uri="{FF2B5EF4-FFF2-40B4-BE49-F238E27FC236}">
                <a16:creationId xmlns:a16="http://schemas.microsoft.com/office/drawing/2014/main" id="{7AD6E0CD-E417-5180-67AD-C08861B0F2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76285" y="1934481"/>
            <a:ext cx="206252" cy="231304"/>
          </a:xfrm>
          <a:prstGeom prst="rect">
            <a:avLst/>
          </a:prstGeom>
        </p:spPr>
      </p:pic>
      <p:pic>
        <p:nvPicPr>
          <p:cNvPr id="35" name="Graphique 34" descr="Document contour">
            <a:extLst>
              <a:ext uri="{FF2B5EF4-FFF2-40B4-BE49-F238E27FC236}">
                <a16:creationId xmlns:a16="http://schemas.microsoft.com/office/drawing/2014/main" id="{36CDE34B-1ACA-C9EF-EE6A-6492194723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63660" y="1934481"/>
            <a:ext cx="206252" cy="231304"/>
          </a:xfrm>
          <a:prstGeom prst="rect">
            <a:avLst/>
          </a:prstGeom>
        </p:spPr>
      </p:pic>
      <p:pic>
        <p:nvPicPr>
          <p:cNvPr id="36" name="Graphique 35" descr="Document contour">
            <a:extLst>
              <a:ext uri="{FF2B5EF4-FFF2-40B4-BE49-F238E27FC236}">
                <a16:creationId xmlns:a16="http://schemas.microsoft.com/office/drawing/2014/main" id="{182114F2-D32D-0F2F-A83E-AD73427FC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63660" y="2458356"/>
            <a:ext cx="206252" cy="231304"/>
          </a:xfrm>
          <a:prstGeom prst="rect">
            <a:avLst/>
          </a:prstGeom>
        </p:spPr>
      </p:pic>
      <p:pic>
        <p:nvPicPr>
          <p:cNvPr id="37" name="Graphique 36" descr="Document contour">
            <a:extLst>
              <a:ext uri="{FF2B5EF4-FFF2-40B4-BE49-F238E27FC236}">
                <a16:creationId xmlns:a16="http://schemas.microsoft.com/office/drawing/2014/main" id="{3190E998-8003-EDAF-E9EA-C468AD3F81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2660" y="2950481"/>
            <a:ext cx="206252" cy="231304"/>
          </a:xfrm>
          <a:prstGeom prst="rect">
            <a:avLst/>
          </a:prstGeom>
        </p:spPr>
      </p:pic>
      <p:pic>
        <p:nvPicPr>
          <p:cNvPr id="38" name="Graphique 37" descr="Document contour">
            <a:extLst>
              <a:ext uri="{FF2B5EF4-FFF2-40B4-BE49-F238E27FC236}">
                <a16:creationId xmlns:a16="http://schemas.microsoft.com/office/drawing/2014/main" id="{0430499F-CD52-8D68-CD02-5CBD873AF5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15910" y="2958418"/>
            <a:ext cx="206252" cy="231304"/>
          </a:xfrm>
          <a:prstGeom prst="rect">
            <a:avLst/>
          </a:prstGeom>
        </p:spPr>
      </p:pic>
      <p:pic>
        <p:nvPicPr>
          <p:cNvPr id="39" name="Graphique 38" descr="Document contour">
            <a:extLst>
              <a:ext uri="{FF2B5EF4-FFF2-40B4-BE49-F238E27FC236}">
                <a16:creationId xmlns:a16="http://schemas.microsoft.com/office/drawing/2014/main" id="{0E1EA9F1-5159-DCE6-345E-E3538A211F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0910" y="2950481"/>
            <a:ext cx="206252" cy="231304"/>
          </a:xfrm>
          <a:prstGeom prst="rect">
            <a:avLst/>
          </a:prstGeom>
        </p:spPr>
      </p:pic>
      <p:pic>
        <p:nvPicPr>
          <p:cNvPr id="40" name="Graphique 39" descr="Document contour">
            <a:extLst>
              <a:ext uri="{FF2B5EF4-FFF2-40B4-BE49-F238E27FC236}">
                <a16:creationId xmlns:a16="http://schemas.microsoft.com/office/drawing/2014/main" id="{A7FF9B82-67CE-9128-1FB7-01ECF60473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6785" y="2458356"/>
            <a:ext cx="206252" cy="231304"/>
          </a:xfrm>
          <a:prstGeom prst="rect">
            <a:avLst/>
          </a:prstGeom>
        </p:spPr>
      </p:pic>
      <p:pic>
        <p:nvPicPr>
          <p:cNvPr id="41" name="Graphique 40" descr="Document contour">
            <a:extLst>
              <a:ext uri="{FF2B5EF4-FFF2-40B4-BE49-F238E27FC236}">
                <a16:creationId xmlns:a16="http://schemas.microsoft.com/office/drawing/2014/main" id="{C0A278EF-DBEE-FA60-E190-1296EB8426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2660" y="2458356"/>
            <a:ext cx="206252" cy="231304"/>
          </a:xfrm>
          <a:prstGeom prst="rect">
            <a:avLst/>
          </a:prstGeom>
        </p:spPr>
      </p:pic>
      <p:pic>
        <p:nvPicPr>
          <p:cNvPr id="42" name="Graphique 41" descr="Document contour">
            <a:extLst>
              <a:ext uri="{FF2B5EF4-FFF2-40B4-BE49-F238E27FC236}">
                <a16:creationId xmlns:a16="http://schemas.microsoft.com/office/drawing/2014/main" id="{22099DD4-9286-6CC2-5209-B7D0B661A4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2660" y="1934481"/>
            <a:ext cx="206252" cy="231304"/>
          </a:xfrm>
          <a:prstGeom prst="rect">
            <a:avLst/>
          </a:prstGeom>
        </p:spPr>
      </p:pic>
      <p:pic>
        <p:nvPicPr>
          <p:cNvPr id="43" name="Graphique 42" descr="Document contour">
            <a:extLst>
              <a:ext uri="{FF2B5EF4-FFF2-40B4-BE49-F238E27FC236}">
                <a16:creationId xmlns:a16="http://schemas.microsoft.com/office/drawing/2014/main" id="{D4BAA2DF-DB75-22EB-8850-7FF6267690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3847" y="2450418"/>
            <a:ext cx="206252" cy="231304"/>
          </a:xfrm>
          <a:prstGeom prst="rect">
            <a:avLst/>
          </a:prstGeom>
        </p:spPr>
      </p:pic>
      <p:pic>
        <p:nvPicPr>
          <p:cNvPr id="47" name="Graphique 46" descr="Document contour">
            <a:extLst>
              <a:ext uri="{FF2B5EF4-FFF2-40B4-BE49-F238E27FC236}">
                <a16:creationId xmlns:a16="http://schemas.microsoft.com/office/drawing/2014/main" id="{10D04705-6859-A119-3B34-B6C1F905B0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98660" y="1934481"/>
            <a:ext cx="206252" cy="231304"/>
          </a:xfrm>
          <a:prstGeom prst="rect">
            <a:avLst/>
          </a:prstGeom>
        </p:spPr>
      </p:pic>
      <p:pic>
        <p:nvPicPr>
          <p:cNvPr id="48" name="Graphique 47" descr="Document contour">
            <a:extLst>
              <a:ext uri="{FF2B5EF4-FFF2-40B4-BE49-F238E27FC236}">
                <a16:creationId xmlns:a16="http://schemas.microsoft.com/office/drawing/2014/main" id="{A0748572-BFD7-DE6A-5974-5CE76D4070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98660" y="2958418"/>
            <a:ext cx="206252" cy="231304"/>
          </a:xfrm>
          <a:prstGeom prst="rect">
            <a:avLst/>
          </a:prstGeom>
        </p:spPr>
      </p:pic>
      <p:pic>
        <p:nvPicPr>
          <p:cNvPr id="49" name="Graphique 48" descr="Document contour">
            <a:extLst>
              <a:ext uri="{FF2B5EF4-FFF2-40B4-BE49-F238E27FC236}">
                <a16:creationId xmlns:a16="http://schemas.microsoft.com/office/drawing/2014/main" id="{95DA0336-0AFA-C046-677B-DD05E4111F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98660" y="2458356"/>
            <a:ext cx="206252" cy="231304"/>
          </a:xfrm>
          <a:prstGeom prst="rect">
            <a:avLst/>
          </a:prstGeom>
        </p:spPr>
      </p:pic>
      <p:pic>
        <p:nvPicPr>
          <p:cNvPr id="50" name="Graphique 49" descr="Document contour">
            <a:extLst>
              <a:ext uri="{FF2B5EF4-FFF2-40B4-BE49-F238E27FC236}">
                <a16:creationId xmlns:a16="http://schemas.microsoft.com/office/drawing/2014/main" id="{149CB8A5-5D65-3B5D-8D5F-8E01EE6EEE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70035" y="2458356"/>
            <a:ext cx="206252" cy="231304"/>
          </a:xfrm>
          <a:prstGeom prst="rect">
            <a:avLst/>
          </a:prstGeom>
        </p:spPr>
      </p:pic>
      <p:pic>
        <p:nvPicPr>
          <p:cNvPr id="51" name="Graphique 50" descr="Document contour">
            <a:extLst>
              <a:ext uri="{FF2B5EF4-FFF2-40B4-BE49-F238E27FC236}">
                <a16:creationId xmlns:a16="http://schemas.microsoft.com/office/drawing/2014/main" id="{A5672725-D5B3-E59D-CD74-61243E5329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70035" y="1934481"/>
            <a:ext cx="206252" cy="231304"/>
          </a:xfrm>
          <a:prstGeom prst="rect">
            <a:avLst/>
          </a:prstGeom>
        </p:spPr>
      </p:pic>
      <p:pic>
        <p:nvPicPr>
          <p:cNvPr id="52" name="Graphique 51" descr="Document contour">
            <a:extLst>
              <a:ext uri="{FF2B5EF4-FFF2-40B4-BE49-F238E27FC236}">
                <a16:creationId xmlns:a16="http://schemas.microsoft.com/office/drawing/2014/main" id="{08369369-6DF2-83FB-341D-8089C42AC9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535" y="3466418"/>
            <a:ext cx="206252" cy="231304"/>
          </a:xfrm>
          <a:prstGeom prst="rect">
            <a:avLst/>
          </a:prstGeom>
        </p:spPr>
      </p:pic>
      <p:pic>
        <p:nvPicPr>
          <p:cNvPr id="53" name="Graphique 52" descr="Document contour">
            <a:extLst>
              <a:ext uri="{FF2B5EF4-FFF2-40B4-BE49-F238E27FC236}">
                <a16:creationId xmlns:a16="http://schemas.microsoft.com/office/drawing/2014/main" id="{C3EB4FA8-631E-2F20-E11A-CD7916444D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70035" y="2950481"/>
            <a:ext cx="206252" cy="231304"/>
          </a:xfrm>
          <a:prstGeom prst="rect">
            <a:avLst/>
          </a:prstGeom>
        </p:spPr>
      </p:pic>
      <p:pic>
        <p:nvPicPr>
          <p:cNvPr id="54" name="Graphique 53" descr="Document contour">
            <a:extLst>
              <a:ext uri="{FF2B5EF4-FFF2-40B4-BE49-F238E27FC236}">
                <a16:creationId xmlns:a16="http://schemas.microsoft.com/office/drawing/2014/main" id="{63E08B34-B45E-A094-8B6A-4A4A86D67A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93660" y="3466418"/>
            <a:ext cx="206252" cy="231304"/>
          </a:xfrm>
          <a:prstGeom prst="rect">
            <a:avLst/>
          </a:prstGeom>
        </p:spPr>
      </p:pic>
      <p:pic>
        <p:nvPicPr>
          <p:cNvPr id="55" name="Graphique 54" descr="Document contour">
            <a:extLst>
              <a:ext uri="{FF2B5EF4-FFF2-40B4-BE49-F238E27FC236}">
                <a16:creationId xmlns:a16="http://schemas.microsoft.com/office/drawing/2014/main" id="{91774F5F-B642-4F9C-AD06-056B0C6FB7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0410" y="3942668"/>
            <a:ext cx="206252" cy="231304"/>
          </a:xfrm>
          <a:prstGeom prst="rect">
            <a:avLst/>
          </a:prstGeom>
        </p:spPr>
      </p:pic>
      <p:pic>
        <p:nvPicPr>
          <p:cNvPr id="56" name="Graphique 55" descr="Document contour">
            <a:extLst>
              <a:ext uri="{FF2B5EF4-FFF2-40B4-BE49-F238E27FC236}">
                <a16:creationId xmlns:a16="http://schemas.microsoft.com/office/drawing/2014/main" id="{80C054A0-7E44-872A-FFF0-747418597B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76285" y="3466418"/>
            <a:ext cx="206252" cy="231304"/>
          </a:xfrm>
          <a:prstGeom prst="rect">
            <a:avLst/>
          </a:prstGeom>
        </p:spPr>
      </p:pic>
      <p:pic>
        <p:nvPicPr>
          <p:cNvPr id="57" name="Graphique 56" descr="Document contour">
            <a:extLst>
              <a:ext uri="{FF2B5EF4-FFF2-40B4-BE49-F238E27FC236}">
                <a16:creationId xmlns:a16="http://schemas.microsoft.com/office/drawing/2014/main" id="{20201E45-73AA-1423-AF0C-4377E39DD6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17472" y="3950606"/>
            <a:ext cx="206252" cy="231304"/>
          </a:xfrm>
          <a:prstGeom prst="rect">
            <a:avLst/>
          </a:prstGeom>
        </p:spPr>
      </p:pic>
      <p:pic>
        <p:nvPicPr>
          <p:cNvPr id="58" name="Graphique 57" descr="Document contour">
            <a:extLst>
              <a:ext uri="{FF2B5EF4-FFF2-40B4-BE49-F238E27FC236}">
                <a16:creationId xmlns:a16="http://schemas.microsoft.com/office/drawing/2014/main" id="{14094BB3-E4A8-36C7-393B-84ED5EB4BD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76285" y="3950606"/>
            <a:ext cx="206252" cy="231304"/>
          </a:xfrm>
          <a:prstGeom prst="rect">
            <a:avLst/>
          </a:prstGeom>
        </p:spPr>
      </p:pic>
      <p:pic>
        <p:nvPicPr>
          <p:cNvPr id="59" name="Graphique 58" descr="Document contour">
            <a:extLst>
              <a:ext uri="{FF2B5EF4-FFF2-40B4-BE49-F238E27FC236}">
                <a16:creationId xmlns:a16="http://schemas.microsoft.com/office/drawing/2014/main" id="{F027C975-D0A8-86FE-A141-7955700150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1182" y="3355943"/>
            <a:ext cx="439948" cy="450731"/>
          </a:xfrm>
          <a:prstGeom prst="rect">
            <a:avLst/>
          </a:prstGeom>
        </p:spPr>
      </p:pic>
      <p:pic>
        <p:nvPicPr>
          <p:cNvPr id="60" name="Graphique 59" descr="Document contour">
            <a:extLst>
              <a:ext uri="{FF2B5EF4-FFF2-40B4-BE49-F238E27FC236}">
                <a16:creationId xmlns:a16="http://schemas.microsoft.com/office/drawing/2014/main" id="{92DA2BA3-4676-6ECC-5F08-54ADD13FFE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83307" y="1284255"/>
            <a:ext cx="439948" cy="450731"/>
          </a:xfrm>
          <a:prstGeom prst="rect">
            <a:avLst/>
          </a:prstGeom>
        </p:spPr>
      </p:pic>
      <p:pic>
        <p:nvPicPr>
          <p:cNvPr id="61" name="Graphique 60" descr="Document contour">
            <a:extLst>
              <a:ext uri="{FF2B5EF4-FFF2-40B4-BE49-F238E27FC236}">
                <a16:creationId xmlns:a16="http://schemas.microsoft.com/office/drawing/2014/main" id="{3E4C227F-B2B5-C9F6-E9AF-649A434B12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1182" y="3808380"/>
            <a:ext cx="439948" cy="450731"/>
          </a:xfrm>
          <a:prstGeom prst="rect">
            <a:avLst/>
          </a:prstGeom>
        </p:spPr>
      </p:pic>
      <p:pic>
        <p:nvPicPr>
          <p:cNvPr id="62" name="Graphique 61" descr="Document contour">
            <a:extLst>
              <a:ext uri="{FF2B5EF4-FFF2-40B4-BE49-F238E27FC236}">
                <a16:creationId xmlns:a16="http://schemas.microsoft.com/office/drawing/2014/main" id="{06CC404D-AC8F-52B2-E8BB-41158DD19C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48307" y="1284255"/>
            <a:ext cx="439948" cy="450731"/>
          </a:xfrm>
          <a:prstGeom prst="rect">
            <a:avLst/>
          </a:prstGeom>
        </p:spPr>
      </p:pic>
      <p:pic>
        <p:nvPicPr>
          <p:cNvPr id="63" name="Graphique 62" descr="Document contour">
            <a:extLst>
              <a:ext uri="{FF2B5EF4-FFF2-40B4-BE49-F238E27FC236}">
                <a16:creationId xmlns:a16="http://schemas.microsoft.com/office/drawing/2014/main" id="{41CCE0D4-1466-2883-2F18-5E840F495E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63659" y="3466418"/>
            <a:ext cx="206252" cy="231304"/>
          </a:xfrm>
          <a:prstGeom prst="rect">
            <a:avLst/>
          </a:prstGeom>
        </p:spPr>
      </p:pic>
      <p:pic>
        <p:nvPicPr>
          <p:cNvPr id="64" name="Graphique 63" descr="Document contour">
            <a:extLst>
              <a:ext uri="{FF2B5EF4-FFF2-40B4-BE49-F238E27FC236}">
                <a16:creationId xmlns:a16="http://schemas.microsoft.com/office/drawing/2014/main" id="{AE00C675-BCB8-F22C-3819-230B2D51B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12972" y="2458356"/>
            <a:ext cx="206252" cy="231304"/>
          </a:xfrm>
          <a:prstGeom prst="rect">
            <a:avLst/>
          </a:prstGeom>
        </p:spPr>
      </p:pic>
      <p:pic>
        <p:nvPicPr>
          <p:cNvPr id="65" name="Graphique 64" descr="Document contour">
            <a:extLst>
              <a:ext uri="{FF2B5EF4-FFF2-40B4-BE49-F238E27FC236}">
                <a16:creationId xmlns:a16="http://schemas.microsoft.com/office/drawing/2014/main" id="{2B43E8A8-9CA6-FAEE-47A2-D4E57295DC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12972" y="1934481"/>
            <a:ext cx="206252" cy="231304"/>
          </a:xfrm>
          <a:prstGeom prst="rect">
            <a:avLst/>
          </a:prstGeom>
        </p:spPr>
      </p:pic>
      <p:pic>
        <p:nvPicPr>
          <p:cNvPr id="66" name="Graphique 65" descr="Document contour">
            <a:extLst>
              <a:ext uri="{FF2B5EF4-FFF2-40B4-BE49-F238E27FC236}">
                <a16:creationId xmlns:a16="http://schemas.microsoft.com/office/drawing/2014/main" id="{41E1CC93-C680-5F05-04E1-4B08E5A41F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63659" y="3950606"/>
            <a:ext cx="206252" cy="231304"/>
          </a:xfrm>
          <a:prstGeom prst="rect">
            <a:avLst/>
          </a:prstGeom>
        </p:spPr>
      </p:pic>
      <p:pic>
        <p:nvPicPr>
          <p:cNvPr id="67" name="Graphique 66" descr="Document contour">
            <a:extLst>
              <a:ext uri="{FF2B5EF4-FFF2-40B4-BE49-F238E27FC236}">
                <a16:creationId xmlns:a16="http://schemas.microsoft.com/office/drawing/2014/main" id="{E28F8EEF-3D22-AD83-1EC3-28EA8D609B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12972" y="2950481"/>
            <a:ext cx="206252" cy="231304"/>
          </a:xfrm>
          <a:prstGeom prst="rect">
            <a:avLst/>
          </a:prstGeom>
        </p:spPr>
      </p:pic>
      <p:pic>
        <p:nvPicPr>
          <p:cNvPr id="68" name="Graphique 67" descr="Document contour">
            <a:extLst>
              <a:ext uri="{FF2B5EF4-FFF2-40B4-BE49-F238E27FC236}">
                <a16:creationId xmlns:a16="http://schemas.microsoft.com/office/drawing/2014/main" id="{F9BD1558-A7E0-9752-52EC-9554669F37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06597" y="3466418"/>
            <a:ext cx="206252" cy="231304"/>
          </a:xfrm>
          <a:prstGeom prst="rect">
            <a:avLst/>
          </a:prstGeom>
        </p:spPr>
      </p:pic>
      <p:pic>
        <p:nvPicPr>
          <p:cNvPr id="69" name="Graphique 68" descr="Document contour">
            <a:extLst>
              <a:ext uri="{FF2B5EF4-FFF2-40B4-BE49-F238E27FC236}">
                <a16:creationId xmlns:a16="http://schemas.microsoft.com/office/drawing/2014/main" id="{4C5BD7AE-4E2E-C56D-D8D8-44CC4567D9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70034" y="3950606"/>
            <a:ext cx="206252" cy="231304"/>
          </a:xfrm>
          <a:prstGeom prst="rect">
            <a:avLst/>
          </a:prstGeom>
        </p:spPr>
      </p:pic>
      <p:pic>
        <p:nvPicPr>
          <p:cNvPr id="70" name="Graphique 69" descr="Document contour">
            <a:extLst>
              <a:ext uri="{FF2B5EF4-FFF2-40B4-BE49-F238E27FC236}">
                <a16:creationId xmlns:a16="http://schemas.microsoft.com/office/drawing/2014/main" id="{C73644CF-889F-D178-2C30-75230DA760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12972" y="3466418"/>
            <a:ext cx="206252" cy="231304"/>
          </a:xfrm>
          <a:prstGeom prst="rect">
            <a:avLst/>
          </a:prstGeom>
        </p:spPr>
      </p:pic>
      <p:pic>
        <p:nvPicPr>
          <p:cNvPr id="71" name="Graphique 70" descr="Document contour">
            <a:extLst>
              <a:ext uri="{FF2B5EF4-FFF2-40B4-BE49-F238E27FC236}">
                <a16:creationId xmlns:a16="http://schemas.microsoft.com/office/drawing/2014/main" id="{EDE5006B-795A-8B23-CABD-599A862681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12972" y="3950606"/>
            <a:ext cx="206252" cy="231304"/>
          </a:xfrm>
          <a:prstGeom prst="rect">
            <a:avLst/>
          </a:prstGeom>
        </p:spPr>
      </p:pic>
      <p:pic>
        <p:nvPicPr>
          <p:cNvPr id="72" name="Graphique 71" descr="Document contour">
            <a:extLst>
              <a:ext uri="{FF2B5EF4-FFF2-40B4-BE49-F238E27FC236}">
                <a16:creationId xmlns:a16="http://schemas.microsoft.com/office/drawing/2014/main" id="{EAF962AA-C737-0CFE-49F9-C93F80A605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06597" y="3950606"/>
            <a:ext cx="206252" cy="231304"/>
          </a:xfrm>
          <a:prstGeom prst="rect">
            <a:avLst/>
          </a:prstGeom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14779AD0-F4BB-E7DB-5CEF-D76312B24C90}"/>
              </a:ext>
            </a:extLst>
          </p:cNvPr>
          <p:cNvSpPr/>
          <p:nvPr/>
        </p:nvSpPr>
        <p:spPr bwMode="auto">
          <a:xfrm>
            <a:off x="4937005" y="1664358"/>
            <a:ext cx="526211" cy="644824"/>
          </a:xfrm>
          <a:prstGeom prst="rect">
            <a:avLst/>
          </a:prstGeom>
          <a:solidFill>
            <a:schemeClr val="tx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57B34B9-4273-865F-BB5B-F8C8A2821974}"/>
              </a:ext>
            </a:extLst>
          </p:cNvPr>
          <p:cNvSpPr/>
          <p:nvPr/>
        </p:nvSpPr>
        <p:spPr bwMode="auto">
          <a:xfrm rot="16200000">
            <a:off x="4354722" y="2246641"/>
            <a:ext cx="526211" cy="644824"/>
          </a:xfrm>
          <a:prstGeom prst="rect">
            <a:avLst/>
          </a:prstGeom>
          <a:solidFill>
            <a:schemeClr val="tx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1763545-E442-FEFE-B4B0-5BFEB6466757}"/>
              </a:ext>
            </a:extLst>
          </p:cNvPr>
          <p:cNvSpPr/>
          <p:nvPr/>
        </p:nvSpPr>
        <p:spPr bwMode="auto">
          <a:xfrm>
            <a:off x="8049333" y="2326087"/>
            <a:ext cx="526212" cy="536995"/>
          </a:xfrm>
          <a:prstGeom prst="rect">
            <a:avLst/>
          </a:prstGeom>
          <a:solidFill>
            <a:srgbClr val="C00000"/>
          </a:solidFill>
          <a:ln w="9525">
            <a:solidFill>
              <a:srgbClr val="C00000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0C9900D-7BC6-0877-0E12-E563E67BE067}"/>
              </a:ext>
            </a:extLst>
          </p:cNvPr>
          <p:cNvSpPr/>
          <p:nvPr/>
        </p:nvSpPr>
        <p:spPr bwMode="auto">
          <a:xfrm>
            <a:off x="7410597" y="1662139"/>
            <a:ext cx="635469" cy="654656"/>
          </a:xfrm>
          <a:prstGeom prst="rect">
            <a:avLst/>
          </a:prstGeom>
          <a:solidFill>
            <a:srgbClr val="268539"/>
          </a:solidFill>
          <a:ln w="9525">
            <a:solidFill>
              <a:srgbClr val="268539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E9480B6-2607-7AAE-FF49-4C371EF1C264}"/>
              </a:ext>
            </a:extLst>
          </p:cNvPr>
          <p:cNvSpPr/>
          <p:nvPr/>
        </p:nvSpPr>
        <p:spPr bwMode="auto">
          <a:xfrm>
            <a:off x="5920321" y="1672761"/>
            <a:ext cx="1164946" cy="1165897"/>
          </a:xfrm>
          <a:prstGeom prst="rect">
            <a:avLst/>
          </a:prstGeom>
          <a:solidFill>
            <a:schemeClr val="tx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78" name="Est égal à 77">
            <a:extLst>
              <a:ext uri="{FF2B5EF4-FFF2-40B4-BE49-F238E27FC236}">
                <a16:creationId xmlns:a16="http://schemas.microsoft.com/office/drawing/2014/main" id="{23F7A49A-B844-9C90-D288-FEA15AF76DBB}"/>
              </a:ext>
            </a:extLst>
          </p:cNvPr>
          <p:cNvSpPr/>
          <p:nvPr/>
        </p:nvSpPr>
        <p:spPr bwMode="auto">
          <a:xfrm>
            <a:off x="5597623" y="2250606"/>
            <a:ext cx="174813" cy="115981"/>
          </a:xfrm>
          <a:prstGeom prst="mathEqual">
            <a:avLst/>
          </a:prstGeom>
          <a:solidFill>
            <a:schemeClr val="tx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80" name="Signe Moins 79">
            <a:extLst>
              <a:ext uri="{FF2B5EF4-FFF2-40B4-BE49-F238E27FC236}">
                <a16:creationId xmlns:a16="http://schemas.microsoft.com/office/drawing/2014/main" id="{5744F6D5-E011-C994-28E1-FB746CD41D41}"/>
              </a:ext>
            </a:extLst>
          </p:cNvPr>
          <p:cNvSpPr/>
          <p:nvPr/>
        </p:nvSpPr>
        <p:spPr bwMode="auto">
          <a:xfrm>
            <a:off x="7194462" y="2242202"/>
            <a:ext cx="141195" cy="149599"/>
          </a:xfrm>
          <a:prstGeom prst="mathMinus">
            <a:avLst/>
          </a:prstGeom>
          <a:solidFill>
            <a:schemeClr val="tx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D7D68D3A-70C3-73AC-EBE7-F6FB3A2A9C34}"/>
              </a:ext>
            </a:extLst>
          </p:cNvPr>
          <p:cNvSpPr txBox="1"/>
          <p:nvPr/>
        </p:nvSpPr>
        <p:spPr>
          <a:xfrm>
            <a:off x="4298390" y="3063767"/>
            <a:ext cx="75135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1400">
                <a:ea typeface="Roboto"/>
                <a:cs typeface="Roboto"/>
              </a:rPr>
              <a:t>P(diff)</a:t>
            </a:r>
            <a:endParaRPr lang="fr-FR"/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E645B492-F8C8-BDB2-9831-BE8CE1DDE57E}"/>
              </a:ext>
            </a:extLst>
          </p:cNvPr>
          <p:cNvSpPr txBox="1"/>
          <p:nvPr/>
        </p:nvSpPr>
        <p:spPr>
          <a:xfrm>
            <a:off x="6130551" y="3063767"/>
            <a:ext cx="75135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1400">
                <a:ea typeface="Roboto"/>
                <a:cs typeface="Roboto"/>
              </a:rPr>
              <a:t>P(All)</a:t>
            </a:r>
            <a:endParaRPr lang="fr-FR"/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323B47E2-C559-5FA6-01EC-41E15DE7E154}"/>
              </a:ext>
            </a:extLst>
          </p:cNvPr>
          <p:cNvSpPr txBox="1"/>
          <p:nvPr/>
        </p:nvSpPr>
        <p:spPr>
          <a:xfrm>
            <a:off x="7626536" y="3080576"/>
            <a:ext cx="85220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1400">
                <a:ea typeface="Roboto"/>
                <a:cs typeface="Roboto"/>
              </a:rPr>
              <a:t>P(égal)</a:t>
            </a:r>
            <a:endParaRPr lang="fr-FR"/>
          </a:p>
        </p:txBody>
      </p:sp>
      <p:sp>
        <p:nvSpPr>
          <p:cNvPr id="84" name="Est égal à 83">
            <a:extLst>
              <a:ext uri="{FF2B5EF4-FFF2-40B4-BE49-F238E27FC236}">
                <a16:creationId xmlns:a16="http://schemas.microsoft.com/office/drawing/2014/main" id="{D3B661F5-866D-C152-C6FA-0134354448F5}"/>
              </a:ext>
            </a:extLst>
          </p:cNvPr>
          <p:cNvSpPr/>
          <p:nvPr/>
        </p:nvSpPr>
        <p:spPr bwMode="auto">
          <a:xfrm>
            <a:off x="5597623" y="3166686"/>
            <a:ext cx="174813" cy="115981"/>
          </a:xfrm>
          <a:prstGeom prst="mathEqual">
            <a:avLst/>
          </a:prstGeom>
          <a:solidFill>
            <a:schemeClr val="tx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85" name="Signe Moins 84">
            <a:extLst>
              <a:ext uri="{FF2B5EF4-FFF2-40B4-BE49-F238E27FC236}">
                <a16:creationId xmlns:a16="http://schemas.microsoft.com/office/drawing/2014/main" id="{E27CFC42-F6F5-27C5-A040-B91BF7E8DA88}"/>
              </a:ext>
            </a:extLst>
          </p:cNvPr>
          <p:cNvSpPr/>
          <p:nvPr/>
        </p:nvSpPr>
        <p:spPr bwMode="auto">
          <a:xfrm>
            <a:off x="7194462" y="3175091"/>
            <a:ext cx="141195" cy="149599"/>
          </a:xfrm>
          <a:prstGeom prst="mathMinus">
            <a:avLst/>
          </a:prstGeom>
          <a:solidFill>
            <a:schemeClr val="tx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86" name="Est égal à 85">
            <a:extLst>
              <a:ext uri="{FF2B5EF4-FFF2-40B4-BE49-F238E27FC236}">
                <a16:creationId xmlns:a16="http://schemas.microsoft.com/office/drawing/2014/main" id="{7C766038-0A36-149E-9F11-701F10BC135D}"/>
              </a:ext>
            </a:extLst>
          </p:cNvPr>
          <p:cNvSpPr/>
          <p:nvPr/>
        </p:nvSpPr>
        <p:spPr bwMode="auto">
          <a:xfrm>
            <a:off x="5597623" y="3746591"/>
            <a:ext cx="174813" cy="115981"/>
          </a:xfrm>
          <a:prstGeom prst="mathEqual">
            <a:avLst/>
          </a:prstGeom>
          <a:solidFill>
            <a:schemeClr val="tx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1192FE6F-A2D5-7FD9-CF3F-008ECC1858A5}"/>
              </a:ext>
            </a:extLst>
          </p:cNvPr>
          <p:cNvSpPr txBox="1"/>
          <p:nvPr/>
        </p:nvSpPr>
        <p:spPr>
          <a:xfrm>
            <a:off x="6007885" y="3664345"/>
            <a:ext cx="24709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1200">
                <a:ea typeface="Roboto"/>
                <a:cs typeface="Roboto"/>
              </a:rPr>
              <a:t>1</a:t>
            </a:r>
          </a:p>
        </p:txBody>
      </p:sp>
      <p:sp>
        <p:nvSpPr>
          <p:cNvPr id="89" name="ZoneTexte 88">
            <a:extLst>
              <a:ext uri="{FF2B5EF4-FFF2-40B4-BE49-F238E27FC236}">
                <a16:creationId xmlns:a16="http://schemas.microsoft.com/office/drawing/2014/main" id="{5BC71139-B2A2-BCC8-99F6-7D3EF6B962FB}"/>
              </a:ext>
            </a:extLst>
          </p:cNvPr>
          <p:cNvSpPr txBox="1"/>
          <p:nvPr/>
        </p:nvSpPr>
        <p:spPr>
          <a:xfrm>
            <a:off x="6896349" y="3506815"/>
            <a:ext cx="726142" cy="600164"/>
          </a:xfrm>
          <a:prstGeom prst="rect">
            <a:avLst/>
          </a:prstGeom>
          <a:solidFill>
            <a:srgbClr val="268539"/>
          </a:solidFill>
          <a:ln>
            <a:solidFill>
              <a:srgbClr val="268539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100">
                <a:solidFill>
                  <a:schemeClr val="bg1"/>
                </a:solidFill>
                <a:ea typeface="Roboto"/>
                <a:cs typeface="Roboto"/>
              </a:rPr>
              <a:t>P(</a:t>
            </a:r>
            <a:r>
              <a:rPr lang="fr-FR" sz="1100" err="1">
                <a:solidFill>
                  <a:schemeClr val="bg1"/>
                </a:solidFill>
                <a:ea typeface="Roboto"/>
                <a:cs typeface="Roboto"/>
              </a:rPr>
              <a:t>both</a:t>
            </a:r>
            <a:r>
              <a:rPr lang="fr-FR" sz="1100">
                <a:solidFill>
                  <a:schemeClr val="bg1"/>
                </a:solidFill>
                <a:ea typeface="Roboto"/>
                <a:cs typeface="Roboto"/>
              </a:rPr>
              <a:t> non plagiat)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31FAB89A-22F8-3046-3A91-9F4F1D69507B}"/>
              </a:ext>
            </a:extLst>
          </p:cNvPr>
          <p:cNvSpPr txBox="1"/>
          <p:nvPr/>
        </p:nvSpPr>
        <p:spPr>
          <a:xfrm>
            <a:off x="8047751" y="3590860"/>
            <a:ext cx="717739" cy="430887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100">
                <a:solidFill>
                  <a:schemeClr val="bg1"/>
                </a:solidFill>
                <a:ea typeface="Roboto"/>
                <a:cs typeface="Roboto"/>
              </a:rPr>
              <a:t>P(</a:t>
            </a:r>
            <a:r>
              <a:rPr lang="fr-FR" sz="1100" err="1">
                <a:solidFill>
                  <a:schemeClr val="bg1"/>
                </a:solidFill>
                <a:ea typeface="Roboto"/>
                <a:cs typeface="Roboto"/>
              </a:rPr>
              <a:t>both</a:t>
            </a:r>
            <a:r>
              <a:rPr lang="fr-FR" sz="1100">
                <a:solidFill>
                  <a:schemeClr val="bg1"/>
                </a:solidFill>
                <a:ea typeface="Roboto"/>
                <a:cs typeface="Roboto"/>
              </a:rPr>
              <a:t> plagiat)</a:t>
            </a:r>
          </a:p>
        </p:txBody>
      </p:sp>
      <p:sp>
        <p:nvSpPr>
          <p:cNvPr id="91" name="Signe Moins 90">
            <a:extLst>
              <a:ext uri="{FF2B5EF4-FFF2-40B4-BE49-F238E27FC236}">
                <a16:creationId xmlns:a16="http://schemas.microsoft.com/office/drawing/2014/main" id="{9F96FB0E-DA98-A382-ECEE-0D61B1FAB293}"/>
              </a:ext>
            </a:extLst>
          </p:cNvPr>
          <p:cNvSpPr/>
          <p:nvPr/>
        </p:nvSpPr>
        <p:spPr bwMode="auto">
          <a:xfrm>
            <a:off x="7732344" y="3746591"/>
            <a:ext cx="141195" cy="149599"/>
          </a:xfrm>
          <a:prstGeom prst="mathMinus">
            <a:avLst/>
          </a:prstGeom>
          <a:solidFill>
            <a:schemeClr val="tx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  <p:sp>
        <p:nvSpPr>
          <p:cNvPr id="92" name="Signe Moins 91">
            <a:extLst>
              <a:ext uri="{FF2B5EF4-FFF2-40B4-BE49-F238E27FC236}">
                <a16:creationId xmlns:a16="http://schemas.microsoft.com/office/drawing/2014/main" id="{D8C07917-28CA-83B8-C2CD-B951E64AF8B2}"/>
              </a:ext>
            </a:extLst>
          </p:cNvPr>
          <p:cNvSpPr/>
          <p:nvPr/>
        </p:nvSpPr>
        <p:spPr bwMode="auto">
          <a:xfrm>
            <a:off x="6505300" y="3746591"/>
            <a:ext cx="141195" cy="149599"/>
          </a:xfrm>
          <a:prstGeom prst="mathMinus">
            <a:avLst/>
          </a:prstGeom>
          <a:solidFill>
            <a:schemeClr val="tx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9533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20000" decel="62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687C0-1292-1190-274A-C2791DD39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830D8E5-41C3-F349-6A91-CB0D5E3343FA}"/>
              </a:ext>
            </a:extLst>
          </p:cNvPr>
          <p:cNvSpPr/>
          <p:nvPr/>
        </p:nvSpPr>
        <p:spPr bwMode="auto">
          <a:xfrm>
            <a:off x="-3362" y="4688116"/>
            <a:ext cx="9147088" cy="458746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fr-FR" dirty="0">
                <a:ea typeface="Roboto"/>
                <a:cs typeface="Roboto"/>
              </a:rPr>
              <a:t>19</a:t>
            </a:r>
          </a:p>
        </p:txBody>
      </p:sp>
      <p:sp>
        <p:nvSpPr>
          <p:cNvPr id="13" name="Oval 186">
            <a:extLst>
              <a:ext uri="{FF2B5EF4-FFF2-40B4-BE49-F238E27FC236}">
                <a16:creationId xmlns:a16="http://schemas.microsoft.com/office/drawing/2014/main" id="{5A301444-22CF-B477-654B-3FE1C344C0D9}"/>
              </a:ext>
            </a:extLst>
          </p:cNvPr>
          <p:cNvSpPr/>
          <p:nvPr/>
        </p:nvSpPr>
        <p:spPr bwMode="auto">
          <a:xfrm>
            <a:off x="99128" y="120303"/>
            <a:ext cx="895521" cy="878712"/>
          </a:xfrm>
          <a:prstGeom prst="ellipse">
            <a:avLst/>
          </a:prstGeom>
          <a:noFill/>
          <a:ln w="28575">
            <a:solidFill>
              <a:schemeClr val="accent5">
                <a:lumMod val="75000"/>
              </a:schemeClr>
            </a:solidFill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3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7D5ABEEE-E1B0-32FF-7488-E712B8031948}"/>
              </a:ext>
            </a:extLst>
          </p:cNvPr>
          <p:cNvSpPr txBox="1"/>
          <p:nvPr/>
        </p:nvSpPr>
        <p:spPr>
          <a:xfrm>
            <a:off x="22224" y="243229"/>
            <a:ext cx="1041069" cy="646331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200" b="1">
                <a:solidFill>
                  <a:schemeClr val="accent5">
                    <a:lumMod val="76000"/>
                  </a:schemeClr>
                </a:solidFill>
                <a:ea typeface="Roboto"/>
                <a:cs typeface="Roboto"/>
              </a:rPr>
              <a:t>Bagging</a:t>
            </a:r>
          </a:p>
          <a:p>
            <a:pPr algn="ctr"/>
            <a:r>
              <a:rPr lang="fr-FR" sz="1200" b="1">
                <a:solidFill>
                  <a:schemeClr val="accent5">
                    <a:lumMod val="76000"/>
                  </a:schemeClr>
                </a:solidFill>
                <a:ea typeface="Roboto"/>
                <a:cs typeface="Roboto"/>
              </a:rPr>
              <a:t>(</a:t>
            </a:r>
            <a:r>
              <a:rPr lang="fr-FR" sz="1200" b="1" err="1">
                <a:solidFill>
                  <a:schemeClr val="accent5">
                    <a:lumMod val="76000"/>
                  </a:schemeClr>
                </a:solidFill>
                <a:ea typeface="Roboto"/>
                <a:cs typeface="Roboto"/>
              </a:rPr>
              <a:t>Random</a:t>
            </a:r>
            <a:r>
              <a:rPr lang="fr-FR" sz="1200" b="1">
                <a:solidFill>
                  <a:schemeClr val="accent5">
                    <a:lumMod val="76000"/>
                  </a:schemeClr>
                </a:solidFill>
                <a:ea typeface="Roboto"/>
                <a:cs typeface="Roboto"/>
              </a:rPr>
              <a:t> Forest)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F74E78-24AE-B029-637D-4844D0326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638" y="1006883"/>
            <a:ext cx="6229624" cy="360713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772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20000" decel="62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4B2F3-180A-17E1-9275-FE9075F80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F6D0B94-EA2D-E2BE-9DE4-7F4D103C5192}"/>
              </a:ext>
            </a:extLst>
          </p:cNvPr>
          <p:cNvSpPr/>
          <p:nvPr/>
        </p:nvSpPr>
        <p:spPr bwMode="auto">
          <a:xfrm>
            <a:off x="-3362" y="4688116"/>
            <a:ext cx="9147088" cy="458746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fr-FR" dirty="0">
                <a:ea typeface="Roboto"/>
                <a:cs typeface="Roboto"/>
              </a:rPr>
              <a:t>20</a:t>
            </a:r>
          </a:p>
        </p:txBody>
      </p:sp>
      <p:sp>
        <p:nvSpPr>
          <p:cNvPr id="13" name="Oval 186">
            <a:extLst>
              <a:ext uri="{FF2B5EF4-FFF2-40B4-BE49-F238E27FC236}">
                <a16:creationId xmlns:a16="http://schemas.microsoft.com/office/drawing/2014/main" id="{8047956B-30F8-42DB-2791-6B659DCFBEB3}"/>
              </a:ext>
            </a:extLst>
          </p:cNvPr>
          <p:cNvSpPr/>
          <p:nvPr/>
        </p:nvSpPr>
        <p:spPr bwMode="auto">
          <a:xfrm>
            <a:off x="99128" y="120303"/>
            <a:ext cx="895521" cy="878712"/>
          </a:xfrm>
          <a:prstGeom prst="ellips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3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10D4456D-8761-5DD3-BE71-32FAD3AAA086}"/>
              </a:ext>
            </a:extLst>
          </p:cNvPr>
          <p:cNvSpPr txBox="1"/>
          <p:nvPr/>
        </p:nvSpPr>
        <p:spPr>
          <a:xfrm>
            <a:off x="22224" y="426540"/>
            <a:ext cx="104106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200" b="1">
                <a:solidFill>
                  <a:schemeClr val="accent2"/>
                </a:solidFill>
                <a:ea typeface="Roboto"/>
                <a:cs typeface="Roboto"/>
              </a:rPr>
              <a:t>Ada Boost</a:t>
            </a:r>
            <a:endParaRPr lang="en-US">
              <a:solidFill>
                <a:schemeClr val="accent2"/>
              </a:solidFill>
              <a:ea typeface="Roboto"/>
              <a:cs typeface="Robo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8B68FE-6FAA-FFA5-83BB-1289922FA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239" y="1008880"/>
            <a:ext cx="7124700" cy="36957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02879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20000" decel="62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7819" y="282611"/>
            <a:ext cx="8368363" cy="40945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/>
              <a:t>EXPÉRIMENTATIONS 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D0128CE-7CA5-4B5B-A735-2F2BC8A54510}"/>
              </a:ext>
            </a:extLst>
          </p:cNvPr>
          <p:cNvGrpSpPr/>
          <p:nvPr/>
        </p:nvGrpSpPr>
        <p:grpSpPr>
          <a:xfrm>
            <a:off x="5415318" y="1169571"/>
            <a:ext cx="3271482" cy="3271478"/>
            <a:chOff x="-1687513" y="3627438"/>
            <a:chExt cx="1303338" cy="1303337"/>
          </a:xfrm>
          <a:solidFill>
            <a:schemeClr val="bg1">
              <a:lumMod val="95000"/>
              <a:alpha val="50000"/>
            </a:schemeClr>
          </a:solidFill>
        </p:grpSpPr>
        <p:sp>
          <p:nvSpPr>
            <p:cNvPr id="62" name="Freeform 47">
              <a:extLst>
                <a:ext uri="{FF2B5EF4-FFF2-40B4-BE49-F238E27FC236}">
                  <a16:creationId xmlns:a16="http://schemas.microsoft.com/office/drawing/2014/main" id="{86D1D9EF-2734-4F65-BD82-668E4AE8DA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687513" y="3627438"/>
              <a:ext cx="1303338" cy="1303337"/>
            </a:xfrm>
            <a:custGeom>
              <a:avLst/>
              <a:gdLst>
                <a:gd name="T0" fmla="*/ 1696 w 1920"/>
                <a:gd name="T1" fmla="*/ 647 h 1920"/>
                <a:gd name="T2" fmla="*/ 1729 w 1920"/>
                <a:gd name="T3" fmla="*/ 372 h 1920"/>
                <a:gd name="T4" fmla="*/ 1385 w 1920"/>
                <a:gd name="T5" fmla="*/ 282 h 1920"/>
                <a:gd name="T6" fmla="*/ 1088 w 1920"/>
                <a:gd name="T7" fmla="*/ 0 h 1920"/>
                <a:gd name="T8" fmla="*/ 781 w 1920"/>
                <a:gd name="T9" fmla="*/ 180 h 1920"/>
                <a:gd name="T10" fmla="*/ 372 w 1920"/>
                <a:gd name="T11" fmla="*/ 191 h 1920"/>
                <a:gd name="T12" fmla="*/ 282 w 1920"/>
                <a:gd name="T13" fmla="*/ 535 h 1920"/>
                <a:gd name="T14" fmla="*/ 0 w 1920"/>
                <a:gd name="T15" fmla="*/ 832 h 1920"/>
                <a:gd name="T16" fmla="*/ 180 w 1920"/>
                <a:gd name="T17" fmla="*/ 1139 h 1920"/>
                <a:gd name="T18" fmla="*/ 191 w 1920"/>
                <a:gd name="T19" fmla="*/ 1548 h 1920"/>
                <a:gd name="T20" fmla="*/ 535 w 1920"/>
                <a:gd name="T21" fmla="*/ 1638 h 1920"/>
                <a:gd name="T22" fmla="*/ 832 w 1920"/>
                <a:gd name="T23" fmla="*/ 1920 h 1920"/>
                <a:gd name="T24" fmla="*/ 1139 w 1920"/>
                <a:gd name="T25" fmla="*/ 1740 h 1920"/>
                <a:gd name="T26" fmla="*/ 1376 w 1920"/>
                <a:gd name="T27" fmla="*/ 1920 h 1920"/>
                <a:gd name="T28" fmla="*/ 1506 w 1920"/>
                <a:gd name="T29" fmla="*/ 1732 h 1920"/>
                <a:gd name="T30" fmla="*/ 1732 w 1920"/>
                <a:gd name="T31" fmla="*/ 1506 h 1920"/>
                <a:gd name="T32" fmla="*/ 1789 w 1920"/>
                <a:gd name="T33" fmla="*/ 1132 h 1920"/>
                <a:gd name="T34" fmla="*/ 1920 w 1920"/>
                <a:gd name="T35" fmla="*/ 832 h 1920"/>
                <a:gd name="T36" fmla="*/ 1078 w 1920"/>
                <a:gd name="T37" fmla="*/ 1709 h 1920"/>
                <a:gd name="T38" fmla="*/ 842 w 1920"/>
                <a:gd name="T39" fmla="*/ 1709 h 1920"/>
                <a:gd name="T40" fmla="*/ 514 w 1920"/>
                <a:gd name="T41" fmla="*/ 1573 h 1920"/>
                <a:gd name="T42" fmla="*/ 347 w 1920"/>
                <a:gd name="T43" fmla="*/ 1406 h 1920"/>
                <a:gd name="T44" fmla="*/ 211 w 1920"/>
                <a:gd name="T45" fmla="*/ 1078 h 1920"/>
                <a:gd name="T46" fmla="*/ 211 w 1920"/>
                <a:gd name="T47" fmla="*/ 842 h 1920"/>
                <a:gd name="T48" fmla="*/ 347 w 1920"/>
                <a:gd name="T49" fmla="*/ 514 h 1920"/>
                <a:gd name="T50" fmla="*/ 514 w 1920"/>
                <a:gd name="T51" fmla="*/ 347 h 1920"/>
                <a:gd name="T52" fmla="*/ 842 w 1920"/>
                <a:gd name="T53" fmla="*/ 211 h 1920"/>
                <a:gd name="T54" fmla="*/ 1078 w 1920"/>
                <a:gd name="T55" fmla="*/ 211 h 1920"/>
                <a:gd name="T56" fmla="*/ 1406 w 1920"/>
                <a:gd name="T57" fmla="*/ 347 h 1920"/>
                <a:gd name="T58" fmla="*/ 1573 w 1920"/>
                <a:gd name="T59" fmla="*/ 514 h 1920"/>
                <a:gd name="T60" fmla="*/ 1241 w 1920"/>
                <a:gd name="T61" fmla="*/ 533 h 1920"/>
                <a:gd name="T62" fmla="*/ 960 w 1920"/>
                <a:gd name="T63" fmla="*/ 1472 h 1920"/>
                <a:gd name="T64" fmla="*/ 1280 w 1920"/>
                <a:gd name="T65" fmla="*/ 1440 h 1920"/>
                <a:gd name="T66" fmla="*/ 1103 w 1920"/>
                <a:gd name="T67" fmla="*/ 1682 h 1920"/>
                <a:gd name="T68" fmla="*/ 699 w 1920"/>
                <a:gd name="T69" fmla="*/ 1146 h 1920"/>
                <a:gd name="T70" fmla="*/ 612 w 1920"/>
                <a:gd name="T71" fmla="*/ 1243 h 1920"/>
                <a:gd name="T72" fmla="*/ 1050 w 1920"/>
                <a:gd name="T73" fmla="*/ 653 h 1920"/>
                <a:gd name="T74" fmla="*/ 746 w 1920"/>
                <a:gd name="T75" fmla="*/ 1101 h 1920"/>
                <a:gd name="T76" fmla="*/ 1344 w 1920"/>
                <a:gd name="T77" fmla="*/ 1406 h 1920"/>
                <a:gd name="T78" fmla="*/ 1408 w 1920"/>
                <a:gd name="T79" fmla="*/ 1440 h 1920"/>
                <a:gd name="T80" fmla="*/ 1440 w 1920"/>
                <a:gd name="T81" fmla="*/ 1792 h 1920"/>
                <a:gd name="T82" fmla="*/ 1312 w 1920"/>
                <a:gd name="T83" fmla="*/ 1504 h 1920"/>
                <a:gd name="T84" fmla="*/ 1664 w 1920"/>
                <a:gd name="T85" fmla="*/ 1523 h 1920"/>
                <a:gd name="T86" fmla="*/ 1504 w 1920"/>
                <a:gd name="T87" fmla="*/ 1472 h 1920"/>
                <a:gd name="T88" fmla="*/ 1578 w 1920"/>
                <a:gd name="T89" fmla="*/ 1359 h 1920"/>
                <a:gd name="T90" fmla="*/ 1664 w 1920"/>
                <a:gd name="T91" fmla="*/ 1523 h 1920"/>
                <a:gd name="T92" fmla="*/ 1376 w 1920"/>
                <a:gd name="T93" fmla="*/ 576 h 1920"/>
                <a:gd name="T94" fmla="*/ 1856 w 1920"/>
                <a:gd name="T95" fmla="*/ 1060 h 1920"/>
                <a:gd name="T96" fmla="*/ 1856 w 1920"/>
                <a:gd name="T97" fmla="*/ 860 h 1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0" h="1920">
                  <a:moveTo>
                    <a:pt x="1892" y="800"/>
                  </a:moveTo>
                  <a:cubicBezTo>
                    <a:pt x="1790" y="787"/>
                    <a:pt x="1790" y="787"/>
                    <a:pt x="1790" y="787"/>
                  </a:cubicBezTo>
                  <a:cubicBezTo>
                    <a:pt x="1767" y="735"/>
                    <a:pt x="1736" y="688"/>
                    <a:pt x="1696" y="647"/>
                  </a:cubicBezTo>
                  <a:cubicBezTo>
                    <a:pt x="1680" y="608"/>
                    <a:pt x="1660" y="571"/>
                    <a:pt x="1638" y="535"/>
                  </a:cubicBezTo>
                  <a:cubicBezTo>
                    <a:pt x="1732" y="414"/>
                    <a:pt x="1732" y="414"/>
                    <a:pt x="1732" y="414"/>
                  </a:cubicBezTo>
                  <a:cubicBezTo>
                    <a:pt x="1742" y="401"/>
                    <a:pt x="1740" y="383"/>
                    <a:pt x="1729" y="372"/>
                  </a:cubicBezTo>
                  <a:cubicBezTo>
                    <a:pt x="1548" y="191"/>
                    <a:pt x="1548" y="191"/>
                    <a:pt x="1548" y="191"/>
                  </a:cubicBezTo>
                  <a:cubicBezTo>
                    <a:pt x="1537" y="179"/>
                    <a:pt x="1519" y="178"/>
                    <a:pt x="1506" y="188"/>
                  </a:cubicBezTo>
                  <a:cubicBezTo>
                    <a:pt x="1385" y="282"/>
                    <a:pt x="1385" y="282"/>
                    <a:pt x="1385" y="282"/>
                  </a:cubicBezTo>
                  <a:cubicBezTo>
                    <a:pt x="1309" y="234"/>
                    <a:pt x="1226" y="200"/>
                    <a:pt x="1139" y="180"/>
                  </a:cubicBezTo>
                  <a:cubicBezTo>
                    <a:pt x="1120" y="28"/>
                    <a:pt x="1120" y="28"/>
                    <a:pt x="1120" y="28"/>
                  </a:cubicBezTo>
                  <a:cubicBezTo>
                    <a:pt x="1118" y="12"/>
                    <a:pt x="1104" y="0"/>
                    <a:pt x="1088" y="0"/>
                  </a:cubicBezTo>
                  <a:cubicBezTo>
                    <a:pt x="832" y="0"/>
                    <a:pt x="832" y="0"/>
                    <a:pt x="832" y="0"/>
                  </a:cubicBezTo>
                  <a:cubicBezTo>
                    <a:pt x="816" y="0"/>
                    <a:pt x="802" y="12"/>
                    <a:pt x="800" y="28"/>
                  </a:cubicBezTo>
                  <a:cubicBezTo>
                    <a:pt x="781" y="180"/>
                    <a:pt x="781" y="180"/>
                    <a:pt x="781" y="180"/>
                  </a:cubicBezTo>
                  <a:cubicBezTo>
                    <a:pt x="694" y="200"/>
                    <a:pt x="611" y="234"/>
                    <a:pt x="535" y="282"/>
                  </a:cubicBezTo>
                  <a:cubicBezTo>
                    <a:pt x="414" y="188"/>
                    <a:pt x="414" y="188"/>
                    <a:pt x="414" y="188"/>
                  </a:cubicBezTo>
                  <a:cubicBezTo>
                    <a:pt x="401" y="178"/>
                    <a:pt x="383" y="179"/>
                    <a:pt x="372" y="191"/>
                  </a:cubicBezTo>
                  <a:cubicBezTo>
                    <a:pt x="191" y="372"/>
                    <a:pt x="191" y="372"/>
                    <a:pt x="191" y="372"/>
                  </a:cubicBezTo>
                  <a:cubicBezTo>
                    <a:pt x="179" y="383"/>
                    <a:pt x="178" y="401"/>
                    <a:pt x="188" y="414"/>
                  </a:cubicBezTo>
                  <a:cubicBezTo>
                    <a:pt x="282" y="535"/>
                    <a:pt x="282" y="535"/>
                    <a:pt x="282" y="535"/>
                  </a:cubicBezTo>
                  <a:cubicBezTo>
                    <a:pt x="234" y="611"/>
                    <a:pt x="200" y="694"/>
                    <a:pt x="180" y="781"/>
                  </a:cubicBezTo>
                  <a:cubicBezTo>
                    <a:pt x="28" y="800"/>
                    <a:pt x="28" y="800"/>
                    <a:pt x="28" y="800"/>
                  </a:cubicBezTo>
                  <a:cubicBezTo>
                    <a:pt x="12" y="802"/>
                    <a:pt x="0" y="816"/>
                    <a:pt x="0" y="832"/>
                  </a:cubicBezTo>
                  <a:cubicBezTo>
                    <a:pt x="0" y="1088"/>
                    <a:pt x="0" y="1088"/>
                    <a:pt x="0" y="1088"/>
                  </a:cubicBezTo>
                  <a:cubicBezTo>
                    <a:pt x="0" y="1104"/>
                    <a:pt x="12" y="1118"/>
                    <a:pt x="28" y="1120"/>
                  </a:cubicBezTo>
                  <a:cubicBezTo>
                    <a:pt x="180" y="1139"/>
                    <a:pt x="180" y="1139"/>
                    <a:pt x="180" y="1139"/>
                  </a:cubicBezTo>
                  <a:cubicBezTo>
                    <a:pt x="200" y="1226"/>
                    <a:pt x="234" y="1309"/>
                    <a:pt x="282" y="1385"/>
                  </a:cubicBezTo>
                  <a:cubicBezTo>
                    <a:pt x="188" y="1506"/>
                    <a:pt x="188" y="1506"/>
                    <a:pt x="188" y="1506"/>
                  </a:cubicBezTo>
                  <a:cubicBezTo>
                    <a:pt x="178" y="1519"/>
                    <a:pt x="179" y="1537"/>
                    <a:pt x="191" y="1548"/>
                  </a:cubicBezTo>
                  <a:cubicBezTo>
                    <a:pt x="372" y="1729"/>
                    <a:pt x="372" y="1729"/>
                    <a:pt x="372" y="1729"/>
                  </a:cubicBezTo>
                  <a:cubicBezTo>
                    <a:pt x="383" y="1741"/>
                    <a:pt x="401" y="1742"/>
                    <a:pt x="414" y="1732"/>
                  </a:cubicBezTo>
                  <a:cubicBezTo>
                    <a:pt x="535" y="1638"/>
                    <a:pt x="535" y="1638"/>
                    <a:pt x="535" y="1638"/>
                  </a:cubicBezTo>
                  <a:cubicBezTo>
                    <a:pt x="611" y="1686"/>
                    <a:pt x="694" y="1720"/>
                    <a:pt x="781" y="1740"/>
                  </a:cubicBezTo>
                  <a:cubicBezTo>
                    <a:pt x="800" y="1892"/>
                    <a:pt x="800" y="1892"/>
                    <a:pt x="800" y="1892"/>
                  </a:cubicBezTo>
                  <a:cubicBezTo>
                    <a:pt x="802" y="1908"/>
                    <a:pt x="816" y="1920"/>
                    <a:pt x="832" y="1920"/>
                  </a:cubicBezTo>
                  <a:cubicBezTo>
                    <a:pt x="1088" y="1920"/>
                    <a:pt x="1088" y="1920"/>
                    <a:pt x="1088" y="1920"/>
                  </a:cubicBezTo>
                  <a:cubicBezTo>
                    <a:pt x="1104" y="1920"/>
                    <a:pt x="1118" y="1908"/>
                    <a:pt x="1120" y="1892"/>
                  </a:cubicBezTo>
                  <a:cubicBezTo>
                    <a:pt x="1139" y="1740"/>
                    <a:pt x="1139" y="1740"/>
                    <a:pt x="1139" y="1740"/>
                  </a:cubicBezTo>
                  <a:cubicBezTo>
                    <a:pt x="1176" y="1731"/>
                    <a:pt x="1212" y="1720"/>
                    <a:pt x="1248" y="1706"/>
                  </a:cubicBezTo>
                  <a:cubicBezTo>
                    <a:pt x="1248" y="1792"/>
                    <a:pt x="1248" y="1792"/>
                    <a:pt x="1248" y="1792"/>
                  </a:cubicBezTo>
                  <a:cubicBezTo>
                    <a:pt x="1248" y="1863"/>
                    <a:pt x="1305" y="1920"/>
                    <a:pt x="1376" y="1920"/>
                  </a:cubicBezTo>
                  <a:cubicBezTo>
                    <a:pt x="1447" y="1920"/>
                    <a:pt x="1504" y="1863"/>
                    <a:pt x="1504" y="1792"/>
                  </a:cubicBezTo>
                  <a:cubicBezTo>
                    <a:pt x="1504" y="1730"/>
                    <a:pt x="1504" y="1730"/>
                    <a:pt x="1504" y="1730"/>
                  </a:cubicBezTo>
                  <a:cubicBezTo>
                    <a:pt x="1506" y="1732"/>
                    <a:pt x="1506" y="1732"/>
                    <a:pt x="1506" y="1732"/>
                  </a:cubicBezTo>
                  <a:cubicBezTo>
                    <a:pt x="1519" y="1742"/>
                    <a:pt x="1537" y="1741"/>
                    <a:pt x="1548" y="1729"/>
                  </a:cubicBezTo>
                  <a:cubicBezTo>
                    <a:pt x="1729" y="1548"/>
                    <a:pt x="1729" y="1548"/>
                    <a:pt x="1729" y="1548"/>
                  </a:cubicBezTo>
                  <a:cubicBezTo>
                    <a:pt x="1741" y="1537"/>
                    <a:pt x="1742" y="1519"/>
                    <a:pt x="1732" y="1506"/>
                  </a:cubicBezTo>
                  <a:cubicBezTo>
                    <a:pt x="1638" y="1385"/>
                    <a:pt x="1638" y="1385"/>
                    <a:pt x="1638" y="1385"/>
                  </a:cubicBezTo>
                  <a:cubicBezTo>
                    <a:pt x="1660" y="1349"/>
                    <a:pt x="1680" y="1312"/>
                    <a:pt x="1696" y="1273"/>
                  </a:cubicBezTo>
                  <a:cubicBezTo>
                    <a:pt x="1736" y="1232"/>
                    <a:pt x="1767" y="1185"/>
                    <a:pt x="1789" y="1132"/>
                  </a:cubicBezTo>
                  <a:cubicBezTo>
                    <a:pt x="1892" y="1120"/>
                    <a:pt x="1892" y="1120"/>
                    <a:pt x="1892" y="1120"/>
                  </a:cubicBezTo>
                  <a:cubicBezTo>
                    <a:pt x="1908" y="1118"/>
                    <a:pt x="1920" y="1104"/>
                    <a:pt x="1920" y="1088"/>
                  </a:cubicBezTo>
                  <a:cubicBezTo>
                    <a:pt x="1920" y="832"/>
                    <a:pt x="1920" y="832"/>
                    <a:pt x="1920" y="832"/>
                  </a:cubicBezTo>
                  <a:cubicBezTo>
                    <a:pt x="1920" y="816"/>
                    <a:pt x="1908" y="802"/>
                    <a:pt x="1892" y="800"/>
                  </a:cubicBezTo>
                  <a:close/>
                  <a:moveTo>
                    <a:pt x="1103" y="1682"/>
                  </a:moveTo>
                  <a:cubicBezTo>
                    <a:pt x="1090" y="1685"/>
                    <a:pt x="1080" y="1696"/>
                    <a:pt x="1078" y="1709"/>
                  </a:cubicBezTo>
                  <a:cubicBezTo>
                    <a:pt x="1060" y="1856"/>
                    <a:pt x="1060" y="1856"/>
                    <a:pt x="1060" y="1856"/>
                  </a:cubicBezTo>
                  <a:cubicBezTo>
                    <a:pt x="860" y="1856"/>
                    <a:pt x="860" y="1856"/>
                    <a:pt x="860" y="1856"/>
                  </a:cubicBezTo>
                  <a:cubicBezTo>
                    <a:pt x="842" y="1709"/>
                    <a:pt x="842" y="1709"/>
                    <a:pt x="842" y="1709"/>
                  </a:cubicBezTo>
                  <a:cubicBezTo>
                    <a:pt x="840" y="1696"/>
                    <a:pt x="830" y="1685"/>
                    <a:pt x="816" y="1682"/>
                  </a:cubicBezTo>
                  <a:cubicBezTo>
                    <a:pt x="722" y="1663"/>
                    <a:pt x="631" y="1626"/>
                    <a:pt x="551" y="1572"/>
                  </a:cubicBezTo>
                  <a:cubicBezTo>
                    <a:pt x="540" y="1564"/>
                    <a:pt x="525" y="1565"/>
                    <a:pt x="514" y="1573"/>
                  </a:cubicBezTo>
                  <a:cubicBezTo>
                    <a:pt x="397" y="1664"/>
                    <a:pt x="397" y="1664"/>
                    <a:pt x="397" y="1664"/>
                  </a:cubicBezTo>
                  <a:cubicBezTo>
                    <a:pt x="256" y="1523"/>
                    <a:pt x="256" y="1523"/>
                    <a:pt x="256" y="1523"/>
                  </a:cubicBezTo>
                  <a:cubicBezTo>
                    <a:pt x="347" y="1406"/>
                    <a:pt x="347" y="1406"/>
                    <a:pt x="347" y="1406"/>
                  </a:cubicBezTo>
                  <a:cubicBezTo>
                    <a:pt x="355" y="1395"/>
                    <a:pt x="356" y="1380"/>
                    <a:pt x="348" y="1369"/>
                  </a:cubicBezTo>
                  <a:cubicBezTo>
                    <a:pt x="294" y="1289"/>
                    <a:pt x="257" y="1199"/>
                    <a:pt x="238" y="1104"/>
                  </a:cubicBezTo>
                  <a:cubicBezTo>
                    <a:pt x="235" y="1090"/>
                    <a:pt x="224" y="1080"/>
                    <a:pt x="211" y="1078"/>
                  </a:cubicBezTo>
                  <a:cubicBezTo>
                    <a:pt x="64" y="1060"/>
                    <a:pt x="64" y="1060"/>
                    <a:pt x="64" y="1060"/>
                  </a:cubicBezTo>
                  <a:cubicBezTo>
                    <a:pt x="64" y="860"/>
                    <a:pt x="64" y="860"/>
                    <a:pt x="64" y="860"/>
                  </a:cubicBezTo>
                  <a:cubicBezTo>
                    <a:pt x="211" y="842"/>
                    <a:pt x="211" y="842"/>
                    <a:pt x="211" y="842"/>
                  </a:cubicBezTo>
                  <a:cubicBezTo>
                    <a:pt x="224" y="840"/>
                    <a:pt x="235" y="830"/>
                    <a:pt x="238" y="816"/>
                  </a:cubicBezTo>
                  <a:cubicBezTo>
                    <a:pt x="257" y="722"/>
                    <a:pt x="294" y="631"/>
                    <a:pt x="348" y="551"/>
                  </a:cubicBezTo>
                  <a:cubicBezTo>
                    <a:pt x="356" y="540"/>
                    <a:pt x="355" y="525"/>
                    <a:pt x="347" y="514"/>
                  </a:cubicBezTo>
                  <a:cubicBezTo>
                    <a:pt x="256" y="397"/>
                    <a:pt x="256" y="397"/>
                    <a:pt x="256" y="397"/>
                  </a:cubicBezTo>
                  <a:cubicBezTo>
                    <a:pt x="397" y="256"/>
                    <a:pt x="397" y="256"/>
                    <a:pt x="397" y="256"/>
                  </a:cubicBezTo>
                  <a:cubicBezTo>
                    <a:pt x="514" y="347"/>
                    <a:pt x="514" y="347"/>
                    <a:pt x="514" y="347"/>
                  </a:cubicBezTo>
                  <a:cubicBezTo>
                    <a:pt x="525" y="355"/>
                    <a:pt x="540" y="356"/>
                    <a:pt x="551" y="348"/>
                  </a:cubicBezTo>
                  <a:cubicBezTo>
                    <a:pt x="631" y="294"/>
                    <a:pt x="722" y="257"/>
                    <a:pt x="816" y="238"/>
                  </a:cubicBezTo>
                  <a:cubicBezTo>
                    <a:pt x="830" y="235"/>
                    <a:pt x="840" y="224"/>
                    <a:pt x="842" y="211"/>
                  </a:cubicBezTo>
                  <a:cubicBezTo>
                    <a:pt x="860" y="64"/>
                    <a:pt x="860" y="64"/>
                    <a:pt x="860" y="64"/>
                  </a:cubicBezTo>
                  <a:cubicBezTo>
                    <a:pt x="1060" y="64"/>
                    <a:pt x="1060" y="64"/>
                    <a:pt x="1060" y="64"/>
                  </a:cubicBezTo>
                  <a:cubicBezTo>
                    <a:pt x="1078" y="211"/>
                    <a:pt x="1078" y="211"/>
                    <a:pt x="1078" y="211"/>
                  </a:cubicBezTo>
                  <a:cubicBezTo>
                    <a:pt x="1080" y="224"/>
                    <a:pt x="1090" y="235"/>
                    <a:pt x="1104" y="238"/>
                  </a:cubicBezTo>
                  <a:cubicBezTo>
                    <a:pt x="1198" y="257"/>
                    <a:pt x="1289" y="294"/>
                    <a:pt x="1369" y="348"/>
                  </a:cubicBezTo>
                  <a:cubicBezTo>
                    <a:pt x="1380" y="356"/>
                    <a:pt x="1395" y="355"/>
                    <a:pt x="1406" y="347"/>
                  </a:cubicBezTo>
                  <a:cubicBezTo>
                    <a:pt x="1523" y="256"/>
                    <a:pt x="1523" y="256"/>
                    <a:pt x="1523" y="256"/>
                  </a:cubicBezTo>
                  <a:cubicBezTo>
                    <a:pt x="1664" y="397"/>
                    <a:pt x="1664" y="397"/>
                    <a:pt x="1664" y="397"/>
                  </a:cubicBezTo>
                  <a:cubicBezTo>
                    <a:pt x="1573" y="514"/>
                    <a:pt x="1573" y="514"/>
                    <a:pt x="1573" y="514"/>
                  </a:cubicBezTo>
                  <a:cubicBezTo>
                    <a:pt x="1565" y="525"/>
                    <a:pt x="1564" y="540"/>
                    <a:pt x="1572" y="551"/>
                  </a:cubicBezTo>
                  <a:cubicBezTo>
                    <a:pt x="1574" y="554"/>
                    <a:pt x="1576" y="557"/>
                    <a:pt x="1578" y="560"/>
                  </a:cubicBezTo>
                  <a:cubicBezTo>
                    <a:pt x="1474" y="507"/>
                    <a:pt x="1353" y="497"/>
                    <a:pt x="1241" y="533"/>
                  </a:cubicBezTo>
                  <a:cubicBezTo>
                    <a:pt x="1158" y="477"/>
                    <a:pt x="1060" y="448"/>
                    <a:pt x="960" y="448"/>
                  </a:cubicBezTo>
                  <a:cubicBezTo>
                    <a:pt x="677" y="448"/>
                    <a:pt x="448" y="677"/>
                    <a:pt x="448" y="960"/>
                  </a:cubicBezTo>
                  <a:cubicBezTo>
                    <a:pt x="448" y="1243"/>
                    <a:pt x="677" y="1472"/>
                    <a:pt x="960" y="1472"/>
                  </a:cubicBezTo>
                  <a:cubicBezTo>
                    <a:pt x="1060" y="1472"/>
                    <a:pt x="1158" y="1443"/>
                    <a:pt x="1241" y="1387"/>
                  </a:cubicBezTo>
                  <a:cubicBezTo>
                    <a:pt x="1254" y="1391"/>
                    <a:pt x="1267" y="1394"/>
                    <a:pt x="1280" y="1397"/>
                  </a:cubicBezTo>
                  <a:cubicBezTo>
                    <a:pt x="1280" y="1440"/>
                    <a:pt x="1280" y="1440"/>
                    <a:pt x="1280" y="1440"/>
                  </a:cubicBezTo>
                  <a:cubicBezTo>
                    <a:pt x="1262" y="1440"/>
                    <a:pt x="1248" y="1454"/>
                    <a:pt x="1248" y="1472"/>
                  </a:cubicBezTo>
                  <a:cubicBezTo>
                    <a:pt x="1248" y="1637"/>
                    <a:pt x="1248" y="1637"/>
                    <a:pt x="1248" y="1637"/>
                  </a:cubicBezTo>
                  <a:cubicBezTo>
                    <a:pt x="1202" y="1657"/>
                    <a:pt x="1153" y="1672"/>
                    <a:pt x="1103" y="1682"/>
                  </a:cubicBezTo>
                  <a:close/>
                  <a:moveTo>
                    <a:pt x="1050" y="653"/>
                  </a:moveTo>
                  <a:cubicBezTo>
                    <a:pt x="919" y="614"/>
                    <a:pt x="778" y="663"/>
                    <a:pt x="699" y="774"/>
                  </a:cubicBezTo>
                  <a:cubicBezTo>
                    <a:pt x="619" y="885"/>
                    <a:pt x="619" y="1035"/>
                    <a:pt x="699" y="1146"/>
                  </a:cubicBezTo>
                  <a:cubicBezTo>
                    <a:pt x="778" y="1257"/>
                    <a:pt x="919" y="1306"/>
                    <a:pt x="1050" y="1267"/>
                  </a:cubicBezTo>
                  <a:cubicBezTo>
                    <a:pt x="1084" y="1303"/>
                    <a:pt x="1124" y="1333"/>
                    <a:pt x="1168" y="1356"/>
                  </a:cubicBezTo>
                  <a:cubicBezTo>
                    <a:pt x="980" y="1456"/>
                    <a:pt x="747" y="1408"/>
                    <a:pt x="612" y="1243"/>
                  </a:cubicBezTo>
                  <a:cubicBezTo>
                    <a:pt x="478" y="1079"/>
                    <a:pt x="478" y="841"/>
                    <a:pt x="612" y="677"/>
                  </a:cubicBezTo>
                  <a:cubicBezTo>
                    <a:pt x="747" y="512"/>
                    <a:pt x="980" y="464"/>
                    <a:pt x="1168" y="564"/>
                  </a:cubicBezTo>
                  <a:cubicBezTo>
                    <a:pt x="1124" y="587"/>
                    <a:pt x="1084" y="617"/>
                    <a:pt x="1050" y="653"/>
                  </a:cubicBezTo>
                  <a:close/>
                  <a:moveTo>
                    <a:pt x="1006" y="708"/>
                  </a:moveTo>
                  <a:cubicBezTo>
                    <a:pt x="902" y="860"/>
                    <a:pt x="902" y="1060"/>
                    <a:pt x="1006" y="1212"/>
                  </a:cubicBezTo>
                  <a:cubicBezTo>
                    <a:pt x="905" y="1230"/>
                    <a:pt x="803" y="1187"/>
                    <a:pt x="746" y="1101"/>
                  </a:cubicBezTo>
                  <a:cubicBezTo>
                    <a:pt x="690" y="1016"/>
                    <a:pt x="690" y="904"/>
                    <a:pt x="746" y="819"/>
                  </a:cubicBezTo>
                  <a:cubicBezTo>
                    <a:pt x="803" y="733"/>
                    <a:pt x="905" y="690"/>
                    <a:pt x="1006" y="708"/>
                  </a:cubicBezTo>
                  <a:close/>
                  <a:moveTo>
                    <a:pt x="1344" y="1406"/>
                  </a:moveTo>
                  <a:cubicBezTo>
                    <a:pt x="1355" y="1407"/>
                    <a:pt x="1365" y="1408"/>
                    <a:pt x="1376" y="1408"/>
                  </a:cubicBezTo>
                  <a:cubicBezTo>
                    <a:pt x="1387" y="1408"/>
                    <a:pt x="1397" y="1407"/>
                    <a:pt x="1408" y="1406"/>
                  </a:cubicBezTo>
                  <a:cubicBezTo>
                    <a:pt x="1408" y="1440"/>
                    <a:pt x="1408" y="1440"/>
                    <a:pt x="1408" y="1440"/>
                  </a:cubicBezTo>
                  <a:cubicBezTo>
                    <a:pt x="1344" y="1440"/>
                    <a:pt x="1344" y="1440"/>
                    <a:pt x="1344" y="1440"/>
                  </a:cubicBezTo>
                  <a:lnTo>
                    <a:pt x="1344" y="1406"/>
                  </a:lnTo>
                  <a:close/>
                  <a:moveTo>
                    <a:pt x="1440" y="1792"/>
                  </a:moveTo>
                  <a:cubicBezTo>
                    <a:pt x="1440" y="1827"/>
                    <a:pt x="1411" y="1856"/>
                    <a:pt x="1376" y="1856"/>
                  </a:cubicBezTo>
                  <a:cubicBezTo>
                    <a:pt x="1341" y="1856"/>
                    <a:pt x="1312" y="1827"/>
                    <a:pt x="1312" y="1792"/>
                  </a:cubicBezTo>
                  <a:cubicBezTo>
                    <a:pt x="1312" y="1504"/>
                    <a:pt x="1312" y="1504"/>
                    <a:pt x="1312" y="1504"/>
                  </a:cubicBezTo>
                  <a:cubicBezTo>
                    <a:pt x="1440" y="1504"/>
                    <a:pt x="1440" y="1504"/>
                    <a:pt x="1440" y="1504"/>
                  </a:cubicBezTo>
                  <a:lnTo>
                    <a:pt x="1440" y="1792"/>
                  </a:lnTo>
                  <a:close/>
                  <a:moveTo>
                    <a:pt x="1664" y="1523"/>
                  </a:moveTo>
                  <a:cubicBezTo>
                    <a:pt x="1523" y="1664"/>
                    <a:pt x="1523" y="1664"/>
                    <a:pt x="1523" y="1664"/>
                  </a:cubicBezTo>
                  <a:cubicBezTo>
                    <a:pt x="1504" y="1649"/>
                    <a:pt x="1504" y="1649"/>
                    <a:pt x="1504" y="1649"/>
                  </a:cubicBezTo>
                  <a:cubicBezTo>
                    <a:pt x="1504" y="1472"/>
                    <a:pt x="1504" y="1472"/>
                    <a:pt x="1504" y="1472"/>
                  </a:cubicBezTo>
                  <a:cubicBezTo>
                    <a:pt x="1504" y="1454"/>
                    <a:pt x="1490" y="1440"/>
                    <a:pt x="1472" y="1440"/>
                  </a:cubicBezTo>
                  <a:cubicBezTo>
                    <a:pt x="1472" y="1397"/>
                    <a:pt x="1472" y="1397"/>
                    <a:pt x="1472" y="1397"/>
                  </a:cubicBezTo>
                  <a:cubicBezTo>
                    <a:pt x="1509" y="1389"/>
                    <a:pt x="1544" y="1377"/>
                    <a:pt x="1578" y="1359"/>
                  </a:cubicBezTo>
                  <a:cubicBezTo>
                    <a:pt x="1576" y="1363"/>
                    <a:pt x="1574" y="1366"/>
                    <a:pt x="1572" y="1369"/>
                  </a:cubicBezTo>
                  <a:cubicBezTo>
                    <a:pt x="1564" y="1380"/>
                    <a:pt x="1565" y="1395"/>
                    <a:pt x="1573" y="1406"/>
                  </a:cubicBezTo>
                  <a:lnTo>
                    <a:pt x="1664" y="1523"/>
                  </a:lnTo>
                  <a:close/>
                  <a:moveTo>
                    <a:pt x="1376" y="1344"/>
                  </a:moveTo>
                  <a:cubicBezTo>
                    <a:pt x="1164" y="1344"/>
                    <a:pt x="992" y="1172"/>
                    <a:pt x="992" y="960"/>
                  </a:cubicBezTo>
                  <a:cubicBezTo>
                    <a:pt x="992" y="748"/>
                    <a:pt x="1164" y="576"/>
                    <a:pt x="1376" y="576"/>
                  </a:cubicBezTo>
                  <a:cubicBezTo>
                    <a:pt x="1588" y="576"/>
                    <a:pt x="1760" y="748"/>
                    <a:pt x="1760" y="960"/>
                  </a:cubicBezTo>
                  <a:cubicBezTo>
                    <a:pt x="1760" y="1172"/>
                    <a:pt x="1588" y="1344"/>
                    <a:pt x="1376" y="1344"/>
                  </a:cubicBezTo>
                  <a:close/>
                  <a:moveTo>
                    <a:pt x="1856" y="1060"/>
                  </a:moveTo>
                  <a:cubicBezTo>
                    <a:pt x="1811" y="1065"/>
                    <a:pt x="1811" y="1065"/>
                    <a:pt x="1811" y="1065"/>
                  </a:cubicBezTo>
                  <a:cubicBezTo>
                    <a:pt x="1828" y="996"/>
                    <a:pt x="1828" y="924"/>
                    <a:pt x="1811" y="855"/>
                  </a:cubicBezTo>
                  <a:cubicBezTo>
                    <a:pt x="1856" y="860"/>
                    <a:pt x="1856" y="860"/>
                    <a:pt x="1856" y="860"/>
                  </a:cubicBezTo>
                  <a:lnTo>
                    <a:pt x="1856" y="10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48">
              <a:extLst>
                <a:ext uri="{FF2B5EF4-FFF2-40B4-BE49-F238E27FC236}">
                  <a16:creationId xmlns:a16="http://schemas.microsoft.com/office/drawing/2014/main" id="{513117C0-3522-4AA5-88C0-C879E2082BB0}"/>
                </a:ext>
              </a:extLst>
            </p:cNvPr>
            <p:cNvSpPr>
              <a:spLocks/>
            </p:cNvSpPr>
            <p:nvPr/>
          </p:nvSpPr>
          <p:spPr bwMode="auto">
            <a:xfrm>
              <a:off x="-969963" y="4062413"/>
              <a:ext cx="217488" cy="434975"/>
            </a:xfrm>
            <a:custGeom>
              <a:avLst/>
              <a:gdLst>
                <a:gd name="T0" fmla="*/ 0 w 320"/>
                <a:gd name="T1" fmla="*/ 320 h 640"/>
                <a:gd name="T2" fmla="*/ 320 w 320"/>
                <a:gd name="T3" fmla="*/ 640 h 640"/>
                <a:gd name="T4" fmla="*/ 320 w 320"/>
                <a:gd name="T5" fmla="*/ 576 h 640"/>
                <a:gd name="T6" fmla="*/ 64 w 320"/>
                <a:gd name="T7" fmla="*/ 320 h 640"/>
                <a:gd name="T8" fmla="*/ 320 w 320"/>
                <a:gd name="T9" fmla="*/ 64 h 640"/>
                <a:gd name="T10" fmla="*/ 320 w 320"/>
                <a:gd name="T11" fmla="*/ 0 h 640"/>
                <a:gd name="T12" fmla="*/ 0 w 320"/>
                <a:gd name="T13" fmla="*/ 320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0" h="640">
                  <a:moveTo>
                    <a:pt x="0" y="320"/>
                  </a:moveTo>
                  <a:cubicBezTo>
                    <a:pt x="0" y="497"/>
                    <a:pt x="143" y="640"/>
                    <a:pt x="320" y="640"/>
                  </a:cubicBezTo>
                  <a:cubicBezTo>
                    <a:pt x="320" y="576"/>
                    <a:pt x="320" y="576"/>
                    <a:pt x="320" y="576"/>
                  </a:cubicBezTo>
                  <a:cubicBezTo>
                    <a:pt x="179" y="576"/>
                    <a:pt x="64" y="461"/>
                    <a:pt x="64" y="320"/>
                  </a:cubicBezTo>
                  <a:cubicBezTo>
                    <a:pt x="64" y="179"/>
                    <a:pt x="179" y="64"/>
                    <a:pt x="320" y="64"/>
                  </a:cubicBezTo>
                  <a:cubicBezTo>
                    <a:pt x="320" y="0"/>
                    <a:pt x="320" y="0"/>
                    <a:pt x="320" y="0"/>
                  </a:cubicBezTo>
                  <a:cubicBezTo>
                    <a:pt x="143" y="0"/>
                    <a:pt x="0" y="143"/>
                    <a:pt x="0" y="3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F702B39-A6F7-44AA-9BAD-7B6B1ECD1AE4}"/>
              </a:ext>
            </a:extLst>
          </p:cNvPr>
          <p:cNvGrpSpPr/>
          <p:nvPr/>
        </p:nvGrpSpPr>
        <p:grpSpPr>
          <a:xfrm>
            <a:off x="6216472" y="1970724"/>
            <a:ext cx="1669174" cy="1669172"/>
            <a:chOff x="-1687513" y="3627438"/>
            <a:chExt cx="1303338" cy="1303337"/>
          </a:xfrm>
          <a:solidFill>
            <a:schemeClr val="accent2"/>
          </a:solidFill>
        </p:grpSpPr>
        <p:sp>
          <p:nvSpPr>
            <p:cNvPr id="65" name="Freeform 47">
              <a:extLst>
                <a:ext uri="{FF2B5EF4-FFF2-40B4-BE49-F238E27FC236}">
                  <a16:creationId xmlns:a16="http://schemas.microsoft.com/office/drawing/2014/main" id="{96613CE2-A73D-4267-B1E8-7EB4769EFB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687513" y="3627438"/>
              <a:ext cx="1303338" cy="1303337"/>
            </a:xfrm>
            <a:custGeom>
              <a:avLst/>
              <a:gdLst>
                <a:gd name="T0" fmla="*/ 1696 w 1920"/>
                <a:gd name="T1" fmla="*/ 647 h 1920"/>
                <a:gd name="T2" fmla="*/ 1729 w 1920"/>
                <a:gd name="T3" fmla="*/ 372 h 1920"/>
                <a:gd name="T4" fmla="*/ 1385 w 1920"/>
                <a:gd name="T5" fmla="*/ 282 h 1920"/>
                <a:gd name="T6" fmla="*/ 1088 w 1920"/>
                <a:gd name="T7" fmla="*/ 0 h 1920"/>
                <a:gd name="T8" fmla="*/ 781 w 1920"/>
                <a:gd name="T9" fmla="*/ 180 h 1920"/>
                <a:gd name="T10" fmla="*/ 372 w 1920"/>
                <a:gd name="T11" fmla="*/ 191 h 1920"/>
                <a:gd name="T12" fmla="*/ 282 w 1920"/>
                <a:gd name="T13" fmla="*/ 535 h 1920"/>
                <a:gd name="T14" fmla="*/ 0 w 1920"/>
                <a:gd name="T15" fmla="*/ 832 h 1920"/>
                <a:gd name="T16" fmla="*/ 180 w 1920"/>
                <a:gd name="T17" fmla="*/ 1139 h 1920"/>
                <a:gd name="T18" fmla="*/ 191 w 1920"/>
                <a:gd name="T19" fmla="*/ 1548 h 1920"/>
                <a:gd name="T20" fmla="*/ 535 w 1920"/>
                <a:gd name="T21" fmla="*/ 1638 h 1920"/>
                <a:gd name="T22" fmla="*/ 832 w 1920"/>
                <a:gd name="T23" fmla="*/ 1920 h 1920"/>
                <a:gd name="T24" fmla="*/ 1139 w 1920"/>
                <a:gd name="T25" fmla="*/ 1740 h 1920"/>
                <a:gd name="T26" fmla="*/ 1376 w 1920"/>
                <a:gd name="T27" fmla="*/ 1920 h 1920"/>
                <a:gd name="T28" fmla="*/ 1506 w 1920"/>
                <a:gd name="T29" fmla="*/ 1732 h 1920"/>
                <a:gd name="T30" fmla="*/ 1732 w 1920"/>
                <a:gd name="T31" fmla="*/ 1506 h 1920"/>
                <a:gd name="T32" fmla="*/ 1789 w 1920"/>
                <a:gd name="T33" fmla="*/ 1132 h 1920"/>
                <a:gd name="T34" fmla="*/ 1920 w 1920"/>
                <a:gd name="T35" fmla="*/ 832 h 1920"/>
                <a:gd name="T36" fmla="*/ 1078 w 1920"/>
                <a:gd name="T37" fmla="*/ 1709 h 1920"/>
                <a:gd name="T38" fmla="*/ 842 w 1920"/>
                <a:gd name="T39" fmla="*/ 1709 h 1920"/>
                <a:gd name="T40" fmla="*/ 514 w 1920"/>
                <a:gd name="T41" fmla="*/ 1573 h 1920"/>
                <a:gd name="T42" fmla="*/ 347 w 1920"/>
                <a:gd name="T43" fmla="*/ 1406 h 1920"/>
                <a:gd name="T44" fmla="*/ 211 w 1920"/>
                <a:gd name="T45" fmla="*/ 1078 h 1920"/>
                <a:gd name="T46" fmla="*/ 211 w 1920"/>
                <a:gd name="T47" fmla="*/ 842 h 1920"/>
                <a:gd name="T48" fmla="*/ 347 w 1920"/>
                <a:gd name="T49" fmla="*/ 514 h 1920"/>
                <a:gd name="T50" fmla="*/ 514 w 1920"/>
                <a:gd name="T51" fmla="*/ 347 h 1920"/>
                <a:gd name="T52" fmla="*/ 842 w 1920"/>
                <a:gd name="T53" fmla="*/ 211 h 1920"/>
                <a:gd name="T54" fmla="*/ 1078 w 1920"/>
                <a:gd name="T55" fmla="*/ 211 h 1920"/>
                <a:gd name="T56" fmla="*/ 1406 w 1920"/>
                <a:gd name="T57" fmla="*/ 347 h 1920"/>
                <a:gd name="T58" fmla="*/ 1573 w 1920"/>
                <a:gd name="T59" fmla="*/ 514 h 1920"/>
                <a:gd name="T60" fmla="*/ 1241 w 1920"/>
                <a:gd name="T61" fmla="*/ 533 h 1920"/>
                <a:gd name="T62" fmla="*/ 960 w 1920"/>
                <a:gd name="T63" fmla="*/ 1472 h 1920"/>
                <a:gd name="T64" fmla="*/ 1280 w 1920"/>
                <a:gd name="T65" fmla="*/ 1440 h 1920"/>
                <a:gd name="T66" fmla="*/ 1103 w 1920"/>
                <a:gd name="T67" fmla="*/ 1682 h 1920"/>
                <a:gd name="T68" fmla="*/ 699 w 1920"/>
                <a:gd name="T69" fmla="*/ 1146 h 1920"/>
                <a:gd name="T70" fmla="*/ 612 w 1920"/>
                <a:gd name="T71" fmla="*/ 1243 h 1920"/>
                <a:gd name="T72" fmla="*/ 1050 w 1920"/>
                <a:gd name="T73" fmla="*/ 653 h 1920"/>
                <a:gd name="T74" fmla="*/ 746 w 1920"/>
                <a:gd name="T75" fmla="*/ 1101 h 1920"/>
                <a:gd name="T76" fmla="*/ 1344 w 1920"/>
                <a:gd name="T77" fmla="*/ 1406 h 1920"/>
                <a:gd name="T78" fmla="*/ 1408 w 1920"/>
                <a:gd name="T79" fmla="*/ 1440 h 1920"/>
                <a:gd name="T80" fmla="*/ 1440 w 1920"/>
                <a:gd name="T81" fmla="*/ 1792 h 1920"/>
                <a:gd name="T82" fmla="*/ 1312 w 1920"/>
                <a:gd name="T83" fmla="*/ 1504 h 1920"/>
                <a:gd name="T84" fmla="*/ 1664 w 1920"/>
                <a:gd name="T85" fmla="*/ 1523 h 1920"/>
                <a:gd name="T86" fmla="*/ 1504 w 1920"/>
                <a:gd name="T87" fmla="*/ 1472 h 1920"/>
                <a:gd name="T88" fmla="*/ 1578 w 1920"/>
                <a:gd name="T89" fmla="*/ 1359 h 1920"/>
                <a:gd name="T90" fmla="*/ 1664 w 1920"/>
                <a:gd name="T91" fmla="*/ 1523 h 1920"/>
                <a:gd name="T92" fmla="*/ 1376 w 1920"/>
                <a:gd name="T93" fmla="*/ 576 h 1920"/>
                <a:gd name="T94" fmla="*/ 1856 w 1920"/>
                <a:gd name="T95" fmla="*/ 1060 h 1920"/>
                <a:gd name="T96" fmla="*/ 1856 w 1920"/>
                <a:gd name="T97" fmla="*/ 860 h 1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0" h="1920">
                  <a:moveTo>
                    <a:pt x="1892" y="800"/>
                  </a:moveTo>
                  <a:cubicBezTo>
                    <a:pt x="1790" y="787"/>
                    <a:pt x="1790" y="787"/>
                    <a:pt x="1790" y="787"/>
                  </a:cubicBezTo>
                  <a:cubicBezTo>
                    <a:pt x="1767" y="735"/>
                    <a:pt x="1736" y="688"/>
                    <a:pt x="1696" y="647"/>
                  </a:cubicBezTo>
                  <a:cubicBezTo>
                    <a:pt x="1680" y="608"/>
                    <a:pt x="1660" y="571"/>
                    <a:pt x="1638" y="535"/>
                  </a:cubicBezTo>
                  <a:cubicBezTo>
                    <a:pt x="1732" y="414"/>
                    <a:pt x="1732" y="414"/>
                    <a:pt x="1732" y="414"/>
                  </a:cubicBezTo>
                  <a:cubicBezTo>
                    <a:pt x="1742" y="401"/>
                    <a:pt x="1740" y="383"/>
                    <a:pt x="1729" y="372"/>
                  </a:cubicBezTo>
                  <a:cubicBezTo>
                    <a:pt x="1548" y="191"/>
                    <a:pt x="1548" y="191"/>
                    <a:pt x="1548" y="191"/>
                  </a:cubicBezTo>
                  <a:cubicBezTo>
                    <a:pt x="1537" y="179"/>
                    <a:pt x="1519" y="178"/>
                    <a:pt x="1506" y="188"/>
                  </a:cubicBezTo>
                  <a:cubicBezTo>
                    <a:pt x="1385" y="282"/>
                    <a:pt x="1385" y="282"/>
                    <a:pt x="1385" y="282"/>
                  </a:cubicBezTo>
                  <a:cubicBezTo>
                    <a:pt x="1309" y="234"/>
                    <a:pt x="1226" y="200"/>
                    <a:pt x="1139" y="180"/>
                  </a:cubicBezTo>
                  <a:cubicBezTo>
                    <a:pt x="1120" y="28"/>
                    <a:pt x="1120" y="28"/>
                    <a:pt x="1120" y="28"/>
                  </a:cubicBezTo>
                  <a:cubicBezTo>
                    <a:pt x="1118" y="12"/>
                    <a:pt x="1104" y="0"/>
                    <a:pt x="1088" y="0"/>
                  </a:cubicBezTo>
                  <a:cubicBezTo>
                    <a:pt x="832" y="0"/>
                    <a:pt x="832" y="0"/>
                    <a:pt x="832" y="0"/>
                  </a:cubicBezTo>
                  <a:cubicBezTo>
                    <a:pt x="816" y="0"/>
                    <a:pt x="802" y="12"/>
                    <a:pt x="800" y="28"/>
                  </a:cubicBezTo>
                  <a:cubicBezTo>
                    <a:pt x="781" y="180"/>
                    <a:pt x="781" y="180"/>
                    <a:pt x="781" y="180"/>
                  </a:cubicBezTo>
                  <a:cubicBezTo>
                    <a:pt x="694" y="200"/>
                    <a:pt x="611" y="234"/>
                    <a:pt x="535" y="282"/>
                  </a:cubicBezTo>
                  <a:cubicBezTo>
                    <a:pt x="414" y="188"/>
                    <a:pt x="414" y="188"/>
                    <a:pt x="414" y="188"/>
                  </a:cubicBezTo>
                  <a:cubicBezTo>
                    <a:pt x="401" y="178"/>
                    <a:pt x="383" y="179"/>
                    <a:pt x="372" y="191"/>
                  </a:cubicBezTo>
                  <a:cubicBezTo>
                    <a:pt x="191" y="372"/>
                    <a:pt x="191" y="372"/>
                    <a:pt x="191" y="372"/>
                  </a:cubicBezTo>
                  <a:cubicBezTo>
                    <a:pt x="179" y="383"/>
                    <a:pt x="178" y="401"/>
                    <a:pt x="188" y="414"/>
                  </a:cubicBezTo>
                  <a:cubicBezTo>
                    <a:pt x="282" y="535"/>
                    <a:pt x="282" y="535"/>
                    <a:pt x="282" y="535"/>
                  </a:cubicBezTo>
                  <a:cubicBezTo>
                    <a:pt x="234" y="611"/>
                    <a:pt x="200" y="694"/>
                    <a:pt x="180" y="781"/>
                  </a:cubicBezTo>
                  <a:cubicBezTo>
                    <a:pt x="28" y="800"/>
                    <a:pt x="28" y="800"/>
                    <a:pt x="28" y="800"/>
                  </a:cubicBezTo>
                  <a:cubicBezTo>
                    <a:pt x="12" y="802"/>
                    <a:pt x="0" y="816"/>
                    <a:pt x="0" y="832"/>
                  </a:cubicBezTo>
                  <a:cubicBezTo>
                    <a:pt x="0" y="1088"/>
                    <a:pt x="0" y="1088"/>
                    <a:pt x="0" y="1088"/>
                  </a:cubicBezTo>
                  <a:cubicBezTo>
                    <a:pt x="0" y="1104"/>
                    <a:pt x="12" y="1118"/>
                    <a:pt x="28" y="1120"/>
                  </a:cubicBezTo>
                  <a:cubicBezTo>
                    <a:pt x="180" y="1139"/>
                    <a:pt x="180" y="1139"/>
                    <a:pt x="180" y="1139"/>
                  </a:cubicBezTo>
                  <a:cubicBezTo>
                    <a:pt x="200" y="1226"/>
                    <a:pt x="234" y="1309"/>
                    <a:pt x="282" y="1385"/>
                  </a:cubicBezTo>
                  <a:cubicBezTo>
                    <a:pt x="188" y="1506"/>
                    <a:pt x="188" y="1506"/>
                    <a:pt x="188" y="1506"/>
                  </a:cubicBezTo>
                  <a:cubicBezTo>
                    <a:pt x="178" y="1519"/>
                    <a:pt x="179" y="1537"/>
                    <a:pt x="191" y="1548"/>
                  </a:cubicBezTo>
                  <a:cubicBezTo>
                    <a:pt x="372" y="1729"/>
                    <a:pt x="372" y="1729"/>
                    <a:pt x="372" y="1729"/>
                  </a:cubicBezTo>
                  <a:cubicBezTo>
                    <a:pt x="383" y="1741"/>
                    <a:pt x="401" y="1742"/>
                    <a:pt x="414" y="1732"/>
                  </a:cubicBezTo>
                  <a:cubicBezTo>
                    <a:pt x="535" y="1638"/>
                    <a:pt x="535" y="1638"/>
                    <a:pt x="535" y="1638"/>
                  </a:cubicBezTo>
                  <a:cubicBezTo>
                    <a:pt x="611" y="1686"/>
                    <a:pt x="694" y="1720"/>
                    <a:pt x="781" y="1740"/>
                  </a:cubicBezTo>
                  <a:cubicBezTo>
                    <a:pt x="800" y="1892"/>
                    <a:pt x="800" y="1892"/>
                    <a:pt x="800" y="1892"/>
                  </a:cubicBezTo>
                  <a:cubicBezTo>
                    <a:pt x="802" y="1908"/>
                    <a:pt x="816" y="1920"/>
                    <a:pt x="832" y="1920"/>
                  </a:cubicBezTo>
                  <a:cubicBezTo>
                    <a:pt x="1088" y="1920"/>
                    <a:pt x="1088" y="1920"/>
                    <a:pt x="1088" y="1920"/>
                  </a:cubicBezTo>
                  <a:cubicBezTo>
                    <a:pt x="1104" y="1920"/>
                    <a:pt x="1118" y="1908"/>
                    <a:pt x="1120" y="1892"/>
                  </a:cubicBezTo>
                  <a:cubicBezTo>
                    <a:pt x="1139" y="1740"/>
                    <a:pt x="1139" y="1740"/>
                    <a:pt x="1139" y="1740"/>
                  </a:cubicBezTo>
                  <a:cubicBezTo>
                    <a:pt x="1176" y="1731"/>
                    <a:pt x="1212" y="1720"/>
                    <a:pt x="1248" y="1706"/>
                  </a:cubicBezTo>
                  <a:cubicBezTo>
                    <a:pt x="1248" y="1792"/>
                    <a:pt x="1248" y="1792"/>
                    <a:pt x="1248" y="1792"/>
                  </a:cubicBezTo>
                  <a:cubicBezTo>
                    <a:pt x="1248" y="1863"/>
                    <a:pt x="1305" y="1920"/>
                    <a:pt x="1376" y="1920"/>
                  </a:cubicBezTo>
                  <a:cubicBezTo>
                    <a:pt x="1447" y="1920"/>
                    <a:pt x="1504" y="1863"/>
                    <a:pt x="1504" y="1792"/>
                  </a:cubicBezTo>
                  <a:cubicBezTo>
                    <a:pt x="1504" y="1730"/>
                    <a:pt x="1504" y="1730"/>
                    <a:pt x="1504" y="1730"/>
                  </a:cubicBezTo>
                  <a:cubicBezTo>
                    <a:pt x="1506" y="1732"/>
                    <a:pt x="1506" y="1732"/>
                    <a:pt x="1506" y="1732"/>
                  </a:cubicBezTo>
                  <a:cubicBezTo>
                    <a:pt x="1519" y="1742"/>
                    <a:pt x="1537" y="1741"/>
                    <a:pt x="1548" y="1729"/>
                  </a:cubicBezTo>
                  <a:cubicBezTo>
                    <a:pt x="1729" y="1548"/>
                    <a:pt x="1729" y="1548"/>
                    <a:pt x="1729" y="1548"/>
                  </a:cubicBezTo>
                  <a:cubicBezTo>
                    <a:pt x="1741" y="1537"/>
                    <a:pt x="1742" y="1519"/>
                    <a:pt x="1732" y="1506"/>
                  </a:cubicBezTo>
                  <a:cubicBezTo>
                    <a:pt x="1638" y="1385"/>
                    <a:pt x="1638" y="1385"/>
                    <a:pt x="1638" y="1385"/>
                  </a:cubicBezTo>
                  <a:cubicBezTo>
                    <a:pt x="1660" y="1349"/>
                    <a:pt x="1680" y="1312"/>
                    <a:pt x="1696" y="1273"/>
                  </a:cubicBezTo>
                  <a:cubicBezTo>
                    <a:pt x="1736" y="1232"/>
                    <a:pt x="1767" y="1185"/>
                    <a:pt x="1789" y="1132"/>
                  </a:cubicBezTo>
                  <a:cubicBezTo>
                    <a:pt x="1892" y="1120"/>
                    <a:pt x="1892" y="1120"/>
                    <a:pt x="1892" y="1120"/>
                  </a:cubicBezTo>
                  <a:cubicBezTo>
                    <a:pt x="1908" y="1118"/>
                    <a:pt x="1920" y="1104"/>
                    <a:pt x="1920" y="1088"/>
                  </a:cubicBezTo>
                  <a:cubicBezTo>
                    <a:pt x="1920" y="832"/>
                    <a:pt x="1920" y="832"/>
                    <a:pt x="1920" y="832"/>
                  </a:cubicBezTo>
                  <a:cubicBezTo>
                    <a:pt x="1920" y="816"/>
                    <a:pt x="1908" y="802"/>
                    <a:pt x="1892" y="800"/>
                  </a:cubicBezTo>
                  <a:close/>
                  <a:moveTo>
                    <a:pt x="1103" y="1682"/>
                  </a:moveTo>
                  <a:cubicBezTo>
                    <a:pt x="1090" y="1685"/>
                    <a:pt x="1080" y="1696"/>
                    <a:pt x="1078" y="1709"/>
                  </a:cubicBezTo>
                  <a:cubicBezTo>
                    <a:pt x="1060" y="1856"/>
                    <a:pt x="1060" y="1856"/>
                    <a:pt x="1060" y="1856"/>
                  </a:cubicBezTo>
                  <a:cubicBezTo>
                    <a:pt x="860" y="1856"/>
                    <a:pt x="860" y="1856"/>
                    <a:pt x="860" y="1856"/>
                  </a:cubicBezTo>
                  <a:cubicBezTo>
                    <a:pt x="842" y="1709"/>
                    <a:pt x="842" y="1709"/>
                    <a:pt x="842" y="1709"/>
                  </a:cubicBezTo>
                  <a:cubicBezTo>
                    <a:pt x="840" y="1696"/>
                    <a:pt x="830" y="1685"/>
                    <a:pt x="816" y="1682"/>
                  </a:cubicBezTo>
                  <a:cubicBezTo>
                    <a:pt x="722" y="1663"/>
                    <a:pt x="631" y="1626"/>
                    <a:pt x="551" y="1572"/>
                  </a:cubicBezTo>
                  <a:cubicBezTo>
                    <a:pt x="540" y="1564"/>
                    <a:pt x="525" y="1565"/>
                    <a:pt x="514" y="1573"/>
                  </a:cubicBezTo>
                  <a:cubicBezTo>
                    <a:pt x="397" y="1664"/>
                    <a:pt x="397" y="1664"/>
                    <a:pt x="397" y="1664"/>
                  </a:cubicBezTo>
                  <a:cubicBezTo>
                    <a:pt x="256" y="1523"/>
                    <a:pt x="256" y="1523"/>
                    <a:pt x="256" y="1523"/>
                  </a:cubicBezTo>
                  <a:cubicBezTo>
                    <a:pt x="347" y="1406"/>
                    <a:pt x="347" y="1406"/>
                    <a:pt x="347" y="1406"/>
                  </a:cubicBezTo>
                  <a:cubicBezTo>
                    <a:pt x="355" y="1395"/>
                    <a:pt x="356" y="1380"/>
                    <a:pt x="348" y="1369"/>
                  </a:cubicBezTo>
                  <a:cubicBezTo>
                    <a:pt x="294" y="1289"/>
                    <a:pt x="257" y="1199"/>
                    <a:pt x="238" y="1104"/>
                  </a:cubicBezTo>
                  <a:cubicBezTo>
                    <a:pt x="235" y="1090"/>
                    <a:pt x="224" y="1080"/>
                    <a:pt x="211" y="1078"/>
                  </a:cubicBezTo>
                  <a:cubicBezTo>
                    <a:pt x="64" y="1060"/>
                    <a:pt x="64" y="1060"/>
                    <a:pt x="64" y="1060"/>
                  </a:cubicBezTo>
                  <a:cubicBezTo>
                    <a:pt x="64" y="860"/>
                    <a:pt x="64" y="860"/>
                    <a:pt x="64" y="860"/>
                  </a:cubicBezTo>
                  <a:cubicBezTo>
                    <a:pt x="211" y="842"/>
                    <a:pt x="211" y="842"/>
                    <a:pt x="211" y="842"/>
                  </a:cubicBezTo>
                  <a:cubicBezTo>
                    <a:pt x="224" y="840"/>
                    <a:pt x="235" y="830"/>
                    <a:pt x="238" y="816"/>
                  </a:cubicBezTo>
                  <a:cubicBezTo>
                    <a:pt x="257" y="722"/>
                    <a:pt x="294" y="631"/>
                    <a:pt x="348" y="551"/>
                  </a:cubicBezTo>
                  <a:cubicBezTo>
                    <a:pt x="356" y="540"/>
                    <a:pt x="355" y="525"/>
                    <a:pt x="347" y="514"/>
                  </a:cubicBezTo>
                  <a:cubicBezTo>
                    <a:pt x="256" y="397"/>
                    <a:pt x="256" y="397"/>
                    <a:pt x="256" y="397"/>
                  </a:cubicBezTo>
                  <a:cubicBezTo>
                    <a:pt x="397" y="256"/>
                    <a:pt x="397" y="256"/>
                    <a:pt x="397" y="256"/>
                  </a:cubicBezTo>
                  <a:cubicBezTo>
                    <a:pt x="514" y="347"/>
                    <a:pt x="514" y="347"/>
                    <a:pt x="514" y="347"/>
                  </a:cubicBezTo>
                  <a:cubicBezTo>
                    <a:pt x="525" y="355"/>
                    <a:pt x="540" y="356"/>
                    <a:pt x="551" y="348"/>
                  </a:cubicBezTo>
                  <a:cubicBezTo>
                    <a:pt x="631" y="294"/>
                    <a:pt x="722" y="257"/>
                    <a:pt x="816" y="238"/>
                  </a:cubicBezTo>
                  <a:cubicBezTo>
                    <a:pt x="830" y="235"/>
                    <a:pt x="840" y="224"/>
                    <a:pt x="842" y="211"/>
                  </a:cubicBezTo>
                  <a:cubicBezTo>
                    <a:pt x="860" y="64"/>
                    <a:pt x="860" y="64"/>
                    <a:pt x="860" y="64"/>
                  </a:cubicBezTo>
                  <a:cubicBezTo>
                    <a:pt x="1060" y="64"/>
                    <a:pt x="1060" y="64"/>
                    <a:pt x="1060" y="64"/>
                  </a:cubicBezTo>
                  <a:cubicBezTo>
                    <a:pt x="1078" y="211"/>
                    <a:pt x="1078" y="211"/>
                    <a:pt x="1078" y="211"/>
                  </a:cubicBezTo>
                  <a:cubicBezTo>
                    <a:pt x="1080" y="224"/>
                    <a:pt x="1090" y="235"/>
                    <a:pt x="1104" y="238"/>
                  </a:cubicBezTo>
                  <a:cubicBezTo>
                    <a:pt x="1198" y="257"/>
                    <a:pt x="1289" y="294"/>
                    <a:pt x="1369" y="348"/>
                  </a:cubicBezTo>
                  <a:cubicBezTo>
                    <a:pt x="1380" y="356"/>
                    <a:pt x="1395" y="355"/>
                    <a:pt x="1406" y="347"/>
                  </a:cubicBezTo>
                  <a:cubicBezTo>
                    <a:pt x="1523" y="256"/>
                    <a:pt x="1523" y="256"/>
                    <a:pt x="1523" y="256"/>
                  </a:cubicBezTo>
                  <a:cubicBezTo>
                    <a:pt x="1664" y="397"/>
                    <a:pt x="1664" y="397"/>
                    <a:pt x="1664" y="397"/>
                  </a:cubicBezTo>
                  <a:cubicBezTo>
                    <a:pt x="1573" y="514"/>
                    <a:pt x="1573" y="514"/>
                    <a:pt x="1573" y="514"/>
                  </a:cubicBezTo>
                  <a:cubicBezTo>
                    <a:pt x="1565" y="525"/>
                    <a:pt x="1564" y="540"/>
                    <a:pt x="1572" y="551"/>
                  </a:cubicBezTo>
                  <a:cubicBezTo>
                    <a:pt x="1574" y="554"/>
                    <a:pt x="1576" y="557"/>
                    <a:pt x="1578" y="560"/>
                  </a:cubicBezTo>
                  <a:cubicBezTo>
                    <a:pt x="1474" y="507"/>
                    <a:pt x="1353" y="497"/>
                    <a:pt x="1241" y="533"/>
                  </a:cubicBezTo>
                  <a:cubicBezTo>
                    <a:pt x="1158" y="477"/>
                    <a:pt x="1060" y="448"/>
                    <a:pt x="960" y="448"/>
                  </a:cubicBezTo>
                  <a:cubicBezTo>
                    <a:pt x="677" y="448"/>
                    <a:pt x="448" y="677"/>
                    <a:pt x="448" y="960"/>
                  </a:cubicBezTo>
                  <a:cubicBezTo>
                    <a:pt x="448" y="1243"/>
                    <a:pt x="677" y="1472"/>
                    <a:pt x="960" y="1472"/>
                  </a:cubicBezTo>
                  <a:cubicBezTo>
                    <a:pt x="1060" y="1472"/>
                    <a:pt x="1158" y="1443"/>
                    <a:pt x="1241" y="1387"/>
                  </a:cubicBezTo>
                  <a:cubicBezTo>
                    <a:pt x="1254" y="1391"/>
                    <a:pt x="1267" y="1394"/>
                    <a:pt x="1280" y="1397"/>
                  </a:cubicBezTo>
                  <a:cubicBezTo>
                    <a:pt x="1280" y="1440"/>
                    <a:pt x="1280" y="1440"/>
                    <a:pt x="1280" y="1440"/>
                  </a:cubicBezTo>
                  <a:cubicBezTo>
                    <a:pt x="1262" y="1440"/>
                    <a:pt x="1248" y="1454"/>
                    <a:pt x="1248" y="1472"/>
                  </a:cubicBezTo>
                  <a:cubicBezTo>
                    <a:pt x="1248" y="1637"/>
                    <a:pt x="1248" y="1637"/>
                    <a:pt x="1248" y="1637"/>
                  </a:cubicBezTo>
                  <a:cubicBezTo>
                    <a:pt x="1202" y="1657"/>
                    <a:pt x="1153" y="1672"/>
                    <a:pt x="1103" y="1682"/>
                  </a:cubicBezTo>
                  <a:close/>
                  <a:moveTo>
                    <a:pt x="1050" y="653"/>
                  </a:moveTo>
                  <a:cubicBezTo>
                    <a:pt x="919" y="614"/>
                    <a:pt x="778" y="663"/>
                    <a:pt x="699" y="774"/>
                  </a:cubicBezTo>
                  <a:cubicBezTo>
                    <a:pt x="619" y="885"/>
                    <a:pt x="619" y="1035"/>
                    <a:pt x="699" y="1146"/>
                  </a:cubicBezTo>
                  <a:cubicBezTo>
                    <a:pt x="778" y="1257"/>
                    <a:pt x="919" y="1306"/>
                    <a:pt x="1050" y="1267"/>
                  </a:cubicBezTo>
                  <a:cubicBezTo>
                    <a:pt x="1084" y="1303"/>
                    <a:pt x="1124" y="1333"/>
                    <a:pt x="1168" y="1356"/>
                  </a:cubicBezTo>
                  <a:cubicBezTo>
                    <a:pt x="980" y="1456"/>
                    <a:pt x="747" y="1408"/>
                    <a:pt x="612" y="1243"/>
                  </a:cubicBezTo>
                  <a:cubicBezTo>
                    <a:pt x="478" y="1079"/>
                    <a:pt x="478" y="841"/>
                    <a:pt x="612" y="677"/>
                  </a:cubicBezTo>
                  <a:cubicBezTo>
                    <a:pt x="747" y="512"/>
                    <a:pt x="980" y="464"/>
                    <a:pt x="1168" y="564"/>
                  </a:cubicBezTo>
                  <a:cubicBezTo>
                    <a:pt x="1124" y="587"/>
                    <a:pt x="1084" y="617"/>
                    <a:pt x="1050" y="653"/>
                  </a:cubicBezTo>
                  <a:close/>
                  <a:moveTo>
                    <a:pt x="1006" y="708"/>
                  </a:moveTo>
                  <a:cubicBezTo>
                    <a:pt x="902" y="860"/>
                    <a:pt x="902" y="1060"/>
                    <a:pt x="1006" y="1212"/>
                  </a:cubicBezTo>
                  <a:cubicBezTo>
                    <a:pt x="905" y="1230"/>
                    <a:pt x="803" y="1187"/>
                    <a:pt x="746" y="1101"/>
                  </a:cubicBezTo>
                  <a:cubicBezTo>
                    <a:pt x="690" y="1016"/>
                    <a:pt x="690" y="904"/>
                    <a:pt x="746" y="819"/>
                  </a:cubicBezTo>
                  <a:cubicBezTo>
                    <a:pt x="803" y="733"/>
                    <a:pt x="905" y="690"/>
                    <a:pt x="1006" y="708"/>
                  </a:cubicBezTo>
                  <a:close/>
                  <a:moveTo>
                    <a:pt x="1344" y="1406"/>
                  </a:moveTo>
                  <a:cubicBezTo>
                    <a:pt x="1355" y="1407"/>
                    <a:pt x="1365" y="1408"/>
                    <a:pt x="1376" y="1408"/>
                  </a:cubicBezTo>
                  <a:cubicBezTo>
                    <a:pt x="1387" y="1408"/>
                    <a:pt x="1397" y="1407"/>
                    <a:pt x="1408" y="1406"/>
                  </a:cubicBezTo>
                  <a:cubicBezTo>
                    <a:pt x="1408" y="1440"/>
                    <a:pt x="1408" y="1440"/>
                    <a:pt x="1408" y="1440"/>
                  </a:cubicBezTo>
                  <a:cubicBezTo>
                    <a:pt x="1344" y="1440"/>
                    <a:pt x="1344" y="1440"/>
                    <a:pt x="1344" y="1440"/>
                  </a:cubicBezTo>
                  <a:lnTo>
                    <a:pt x="1344" y="1406"/>
                  </a:lnTo>
                  <a:close/>
                  <a:moveTo>
                    <a:pt x="1440" y="1792"/>
                  </a:moveTo>
                  <a:cubicBezTo>
                    <a:pt x="1440" y="1827"/>
                    <a:pt x="1411" y="1856"/>
                    <a:pt x="1376" y="1856"/>
                  </a:cubicBezTo>
                  <a:cubicBezTo>
                    <a:pt x="1341" y="1856"/>
                    <a:pt x="1312" y="1827"/>
                    <a:pt x="1312" y="1792"/>
                  </a:cubicBezTo>
                  <a:cubicBezTo>
                    <a:pt x="1312" y="1504"/>
                    <a:pt x="1312" y="1504"/>
                    <a:pt x="1312" y="1504"/>
                  </a:cubicBezTo>
                  <a:cubicBezTo>
                    <a:pt x="1440" y="1504"/>
                    <a:pt x="1440" y="1504"/>
                    <a:pt x="1440" y="1504"/>
                  </a:cubicBezTo>
                  <a:lnTo>
                    <a:pt x="1440" y="1792"/>
                  </a:lnTo>
                  <a:close/>
                  <a:moveTo>
                    <a:pt x="1664" y="1523"/>
                  </a:moveTo>
                  <a:cubicBezTo>
                    <a:pt x="1523" y="1664"/>
                    <a:pt x="1523" y="1664"/>
                    <a:pt x="1523" y="1664"/>
                  </a:cubicBezTo>
                  <a:cubicBezTo>
                    <a:pt x="1504" y="1649"/>
                    <a:pt x="1504" y="1649"/>
                    <a:pt x="1504" y="1649"/>
                  </a:cubicBezTo>
                  <a:cubicBezTo>
                    <a:pt x="1504" y="1472"/>
                    <a:pt x="1504" y="1472"/>
                    <a:pt x="1504" y="1472"/>
                  </a:cubicBezTo>
                  <a:cubicBezTo>
                    <a:pt x="1504" y="1454"/>
                    <a:pt x="1490" y="1440"/>
                    <a:pt x="1472" y="1440"/>
                  </a:cubicBezTo>
                  <a:cubicBezTo>
                    <a:pt x="1472" y="1397"/>
                    <a:pt x="1472" y="1397"/>
                    <a:pt x="1472" y="1397"/>
                  </a:cubicBezTo>
                  <a:cubicBezTo>
                    <a:pt x="1509" y="1389"/>
                    <a:pt x="1544" y="1377"/>
                    <a:pt x="1578" y="1359"/>
                  </a:cubicBezTo>
                  <a:cubicBezTo>
                    <a:pt x="1576" y="1363"/>
                    <a:pt x="1574" y="1366"/>
                    <a:pt x="1572" y="1369"/>
                  </a:cubicBezTo>
                  <a:cubicBezTo>
                    <a:pt x="1564" y="1380"/>
                    <a:pt x="1565" y="1395"/>
                    <a:pt x="1573" y="1406"/>
                  </a:cubicBezTo>
                  <a:lnTo>
                    <a:pt x="1664" y="1523"/>
                  </a:lnTo>
                  <a:close/>
                  <a:moveTo>
                    <a:pt x="1376" y="1344"/>
                  </a:moveTo>
                  <a:cubicBezTo>
                    <a:pt x="1164" y="1344"/>
                    <a:pt x="992" y="1172"/>
                    <a:pt x="992" y="960"/>
                  </a:cubicBezTo>
                  <a:cubicBezTo>
                    <a:pt x="992" y="748"/>
                    <a:pt x="1164" y="576"/>
                    <a:pt x="1376" y="576"/>
                  </a:cubicBezTo>
                  <a:cubicBezTo>
                    <a:pt x="1588" y="576"/>
                    <a:pt x="1760" y="748"/>
                    <a:pt x="1760" y="960"/>
                  </a:cubicBezTo>
                  <a:cubicBezTo>
                    <a:pt x="1760" y="1172"/>
                    <a:pt x="1588" y="1344"/>
                    <a:pt x="1376" y="1344"/>
                  </a:cubicBezTo>
                  <a:close/>
                  <a:moveTo>
                    <a:pt x="1856" y="1060"/>
                  </a:moveTo>
                  <a:cubicBezTo>
                    <a:pt x="1811" y="1065"/>
                    <a:pt x="1811" y="1065"/>
                    <a:pt x="1811" y="1065"/>
                  </a:cubicBezTo>
                  <a:cubicBezTo>
                    <a:pt x="1828" y="996"/>
                    <a:pt x="1828" y="924"/>
                    <a:pt x="1811" y="855"/>
                  </a:cubicBezTo>
                  <a:cubicBezTo>
                    <a:pt x="1856" y="860"/>
                    <a:pt x="1856" y="860"/>
                    <a:pt x="1856" y="860"/>
                  </a:cubicBezTo>
                  <a:lnTo>
                    <a:pt x="1856" y="10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48">
              <a:extLst>
                <a:ext uri="{FF2B5EF4-FFF2-40B4-BE49-F238E27FC236}">
                  <a16:creationId xmlns:a16="http://schemas.microsoft.com/office/drawing/2014/main" id="{134A4F51-9728-422C-92D7-F8BFEE8CA63D}"/>
                </a:ext>
              </a:extLst>
            </p:cNvPr>
            <p:cNvSpPr>
              <a:spLocks/>
            </p:cNvSpPr>
            <p:nvPr/>
          </p:nvSpPr>
          <p:spPr bwMode="auto">
            <a:xfrm>
              <a:off x="-969963" y="4062413"/>
              <a:ext cx="217488" cy="434975"/>
            </a:xfrm>
            <a:custGeom>
              <a:avLst/>
              <a:gdLst>
                <a:gd name="T0" fmla="*/ 0 w 320"/>
                <a:gd name="T1" fmla="*/ 320 h 640"/>
                <a:gd name="T2" fmla="*/ 320 w 320"/>
                <a:gd name="T3" fmla="*/ 640 h 640"/>
                <a:gd name="T4" fmla="*/ 320 w 320"/>
                <a:gd name="T5" fmla="*/ 576 h 640"/>
                <a:gd name="T6" fmla="*/ 64 w 320"/>
                <a:gd name="T7" fmla="*/ 320 h 640"/>
                <a:gd name="T8" fmla="*/ 320 w 320"/>
                <a:gd name="T9" fmla="*/ 64 h 640"/>
                <a:gd name="T10" fmla="*/ 320 w 320"/>
                <a:gd name="T11" fmla="*/ 0 h 640"/>
                <a:gd name="T12" fmla="*/ 0 w 320"/>
                <a:gd name="T13" fmla="*/ 320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0" h="640">
                  <a:moveTo>
                    <a:pt x="0" y="320"/>
                  </a:moveTo>
                  <a:cubicBezTo>
                    <a:pt x="0" y="497"/>
                    <a:pt x="143" y="640"/>
                    <a:pt x="320" y="640"/>
                  </a:cubicBezTo>
                  <a:cubicBezTo>
                    <a:pt x="320" y="576"/>
                    <a:pt x="320" y="576"/>
                    <a:pt x="320" y="576"/>
                  </a:cubicBezTo>
                  <a:cubicBezTo>
                    <a:pt x="179" y="576"/>
                    <a:pt x="64" y="461"/>
                    <a:pt x="64" y="320"/>
                  </a:cubicBezTo>
                  <a:cubicBezTo>
                    <a:pt x="64" y="179"/>
                    <a:pt x="179" y="64"/>
                    <a:pt x="320" y="64"/>
                  </a:cubicBezTo>
                  <a:cubicBezTo>
                    <a:pt x="320" y="0"/>
                    <a:pt x="320" y="0"/>
                    <a:pt x="320" y="0"/>
                  </a:cubicBezTo>
                  <a:cubicBezTo>
                    <a:pt x="143" y="0"/>
                    <a:pt x="0" y="143"/>
                    <a:pt x="0" y="3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8" name="Rectangle 67">
            <a:extLst>
              <a:ext uri="{FF2B5EF4-FFF2-40B4-BE49-F238E27FC236}">
                <a16:creationId xmlns:a16="http://schemas.microsoft.com/office/drawing/2014/main" id="{B3B0C8F7-009B-419C-91CF-D82E89740F41}"/>
              </a:ext>
            </a:extLst>
          </p:cNvPr>
          <p:cNvSpPr/>
          <p:nvPr/>
        </p:nvSpPr>
        <p:spPr>
          <a:xfrm>
            <a:off x="388209" y="1172691"/>
            <a:ext cx="5024050" cy="272895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171450" indent="-171450">
              <a:lnSpc>
                <a:spcPct val="120000"/>
              </a:lnSpc>
              <a:buFont typeface="Arial"/>
              <a:buChar char="•"/>
            </a:pPr>
            <a:r>
              <a:rPr lang="en-US" sz="160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Evaluer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pour </a:t>
            </a:r>
            <a:r>
              <a:rPr lang="en-US" sz="160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mieux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comprendre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et </a:t>
            </a:r>
            <a:r>
              <a:rPr lang="en-US" sz="160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améliorer</a:t>
            </a:r>
          </a:p>
          <a:p>
            <a:pPr>
              <a:lnSpc>
                <a:spcPct val="120000"/>
              </a:lnSpc>
            </a:pPr>
            <a:endParaRPr lang="en-US" sz="160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  <a:p>
            <a:pPr marL="171450" indent="-171450">
              <a:lnSpc>
                <a:spcPct val="120000"/>
              </a:lnSpc>
              <a:buFont typeface="Arial"/>
              <a:buChar char="•"/>
            </a:pPr>
            <a:r>
              <a:rPr lang="en-US" sz="160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Plusieurs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métriques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évaluées</a:t>
            </a:r>
          </a:p>
          <a:p>
            <a:pPr>
              <a:lnSpc>
                <a:spcPct val="120000"/>
              </a:lnSpc>
            </a:pPr>
            <a:endParaRPr lang="en-US" sz="160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  <a:p>
            <a:pPr marL="171450" indent="-171450">
              <a:lnSpc>
                <a:spcPct val="120000"/>
              </a:lnSpc>
              <a:buFont typeface="Arial,Sans-Serif"/>
              <a:buChar char="•"/>
            </a:pPr>
            <a:r>
              <a:rPr lang="en-US" sz="160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Plusieurs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angles </a:t>
            </a:r>
            <a:r>
              <a:rPr lang="en-US" sz="160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d'expérimentations</a:t>
            </a:r>
            <a:endParaRPr lang="en-US" sz="1600" err="1">
              <a:solidFill>
                <a:schemeClr val="tx1">
                  <a:lumMod val="75000"/>
                  <a:lumOff val="25000"/>
                </a:schemeClr>
              </a:solidFill>
              <a:ea typeface="Roboto"/>
              <a:cs typeface="Roboto"/>
            </a:endParaRPr>
          </a:p>
          <a:p>
            <a:pPr marL="171450" indent="-171450">
              <a:lnSpc>
                <a:spcPct val="120000"/>
              </a:lnSpc>
              <a:buFont typeface="Arial,Sans-Serif"/>
              <a:buChar char="•"/>
            </a:pPr>
            <a:endParaRPr lang="en-US" sz="1600">
              <a:solidFill>
                <a:schemeClr val="tx1">
                  <a:lumMod val="75000"/>
                  <a:lumOff val="25000"/>
                </a:schemeClr>
              </a:solidFill>
              <a:ea typeface="Roboto"/>
              <a:cs typeface="Roboto"/>
            </a:endParaRPr>
          </a:p>
          <a:p>
            <a:pPr marL="171450" indent="-171450">
              <a:lnSpc>
                <a:spcPct val="120000"/>
              </a:lnSpc>
              <a:buFont typeface="Arial,Sans-Serif"/>
              <a:buChar char="•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</a:rPr>
              <a:t>Comparer aux bibliothèque </a:t>
            </a:r>
            <a:r>
              <a:rPr lang="en-US" sz="160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</a:rPr>
              <a:t>existantes</a:t>
            </a:r>
          </a:p>
          <a:p>
            <a:pPr>
              <a:lnSpc>
                <a:spcPct val="120000"/>
              </a:lnSpc>
            </a:pPr>
            <a:endParaRPr lang="en-US" sz="1600">
              <a:solidFill>
                <a:schemeClr val="tx1">
                  <a:lumMod val="75000"/>
                  <a:lumOff val="25000"/>
                </a:schemeClr>
              </a:solidFill>
              <a:ea typeface="Roboto"/>
              <a:cs typeface="Roboto"/>
            </a:endParaRPr>
          </a:p>
          <a:p>
            <a:pPr marL="171450" indent="-171450">
              <a:lnSpc>
                <a:spcPct val="120000"/>
              </a:lnSpc>
              <a:buFont typeface="Arial,Sans-Serif"/>
              <a:buChar char="•"/>
            </a:pPr>
            <a:endParaRPr lang="en-US" sz="1600" err="1">
              <a:solidFill>
                <a:schemeClr val="tx1">
                  <a:lumMod val="75000"/>
                  <a:lumOff val="25000"/>
                </a:schemeClr>
              </a:solidFill>
              <a:ea typeface="Roboto"/>
              <a:cs typeface="Roboto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F7FD89-8064-33B9-C637-422B9DAFCDC2}"/>
              </a:ext>
            </a:extLst>
          </p:cNvPr>
          <p:cNvSpPr/>
          <p:nvPr/>
        </p:nvSpPr>
        <p:spPr bwMode="auto">
          <a:xfrm>
            <a:off x="-3362" y="4688116"/>
            <a:ext cx="9147088" cy="458746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fr-FR" dirty="0">
                <a:ea typeface="Roboto"/>
                <a:cs typeface="Roboto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5879221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E05A8-5342-D092-99D9-824BCC904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0F8C1A-DA08-947E-7999-355F2CBF89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6899" y="1026762"/>
            <a:ext cx="8368363" cy="2093147"/>
          </a:xfrm>
          <a:prstGeom prst="rect">
            <a:avLst/>
          </a:prstGeom>
        </p:spPr>
        <p:txBody>
          <a:bodyPr/>
          <a:lstStyle/>
          <a:p>
            <a:pPr marL="171450" indent="-171450">
              <a:buChar char="•"/>
            </a:pP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Nécessité</a:t>
            </a: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</a:t>
            </a: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d'évaluer</a:t>
            </a: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</a:t>
            </a: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plusieurs</a:t>
            </a: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</a:t>
            </a: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métriques</a:t>
            </a:r>
            <a:endParaRPr lang="en-US" err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buChar char="•"/>
            </a:pP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Des </a:t>
            </a: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vrai</a:t>
            </a: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</a:t>
            </a: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positifs</a:t>
            </a: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, </a:t>
            </a: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vrais</a:t>
            </a: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</a:t>
            </a: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négatifs</a:t>
            </a: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, faux </a:t>
            </a: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positifs</a:t>
            </a: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et faux </a:t>
            </a: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négatifs</a:t>
            </a:r>
            <a:endParaRPr lang="en-US" sz="2000">
              <a:solidFill>
                <a:schemeClr val="tx1">
                  <a:lumMod val="75000"/>
                  <a:lumOff val="25000"/>
                </a:schemeClr>
              </a:solidFill>
              <a:latin typeface="Calibri Light"/>
              <a:ea typeface="Calibri Light"/>
              <a:cs typeface="Calibri Light"/>
            </a:endParaRPr>
          </a:p>
          <a:p>
            <a:pPr marL="171450" indent="-171450">
              <a:buChar char="•"/>
            </a:pP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L'accuracy</a:t>
            </a: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et la balanced accuracy</a:t>
            </a:r>
          </a:p>
          <a:p>
            <a:pPr marL="171450" indent="-171450">
              <a:buChar char="•"/>
            </a:pP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La </a:t>
            </a: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précision</a:t>
            </a: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, le rappel et le f1 score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sz="2000">
              <a:solidFill>
                <a:schemeClr val="tx1">
                  <a:lumMod val="75000"/>
                  <a:lumOff val="25000"/>
                </a:schemeClr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3F37507-F054-2FD0-5325-EC073F56D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82611"/>
            <a:ext cx="8368363" cy="40945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>
                <a:ea typeface="+mj-lt"/>
                <a:cs typeface="+mj-lt"/>
              </a:rPr>
              <a:t>MÉTRIQUES ÉVALUÉES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C49DCE-C53E-2EB9-9DA8-AA37E75ADEC6}"/>
              </a:ext>
            </a:extLst>
          </p:cNvPr>
          <p:cNvSpPr/>
          <p:nvPr/>
        </p:nvSpPr>
        <p:spPr bwMode="auto">
          <a:xfrm>
            <a:off x="-3362" y="4688116"/>
            <a:ext cx="9147088" cy="458746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fr-FR" dirty="0">
                <a:ea typeface="Roboto"/>
                <a:cs typeface="Roboto"/>
              </a:rPr>
              <a:t>22</a:t>
            </a:r>
            <a:endParaRPr lang="fr-FR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5BA143A-6946-99B6-3BA0-6CE867B7E895}"/>
              </a:ext>
            </a:extLst>
          </p:cNvPr>
          <p:cNvGrpSpPr/>
          <p:nvPr/>
        </p:nvGrpSpPr>
        <p:grpSpPr>
          <a:xfrm>
            <a:off x="5543366" y="2281027"/>
            <a:ext cx="1937347" cy="1971365"/>
            <a:chOff x="864364" y="2941592"/>
            <a:chExt cx="1937347" cy="1971365"/>
          </a:xfrm>
        </p:grpSpPr>
        <p:sp>
          <p:nvSpPr>
            <p:cNvPr id="9" name="Freeform 14">
              <a:extLst>
                <a:ext uri="{FF2B5EF4-FFF2-40B4-BE49-F238E27FC236}">
                  <a16:creationId xmlns:a16="http://schemas.microsoft.com/office/drawing/2014/main" id="{C294F9CF-15C7-1292-2CB9-0308A311646D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364" y="2941592"/>
              <a:ext cx="1937347" cy="197136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4000" b="1">
                <a:solidFill>
                  <a:schemeClr val="bg1"/>
                </a:solidFill>
                <a:ea typeface="Roboto"/>
                <a:cs typeface="Roboto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9229E9A-BD92-F61D-85EC-D59192741A41}"/>
                </a:ext>
              </a:extLst>
            </p:cNvPr>
            <p:cNvGrpSpPr/>
            <p:nvPr/>
          </p:nvGrpSpPr>
          <p:grpSpPr>
            <a:xfrm>
              <a:off x="1189448" y="3348320"/>
              <a:ext cx="1293983" cy="1164716"/>
              <a:chOff x="-1601788" y="3484563"/>
              <a:chExt cx="1849438" cy="1849437"/>
            </a:xfrm>
            <a:solidFill>
              <a:schemeClr val="bg1"/>
            </a:solidFill>
          </p:grpSpPr>
          <p:sp>
            <p:nvSpPr>
              <p:cNvPr id="11" name="Freeform 5">
                <a:extLst>
                  <a:ext uri="{FF2B5EF4-FFF2-40B4-BE49-F238E27FC236}">
                    <a16:creationId xmlns:a16="http://schemas.microsoft.com/office/drawing/2014/main" id="{DE98644E-ED88-41FB-61BA-9FF06BCC6C0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1601788" y="3724275"/>
                <a:ext cx="1611313" cy="1609725"/>
              </a:xfrm>
              <a:custGeom>
                <a:avLst/>
                <a:gdLst>
                  <a:gd name="T0" fmla="*/ 1169 w 1728"/>
                  <a:gd name="T1" fmla="*/ 36 h 1728"/>
                  <a:gd name="T2" fmla="*/ 1083 w 1728"/>
                  <a:gd name="T3" fmla="*/ 0 h 1728"/>
                  <a:gd name="T4" fmla="*/ 960 w 1728"/>
                  <a:gd name="T5" fmla="*/ 123 h 1728"/>
                  <a:gd name="T6" fmla="*/ 996 w 1728"/>
                  <a:gd name="T7" fmla="*/ 209 h 1728"/>
                  <a:gd name="T8" fmla="*/ 1011 w 1728"/>
                  <a:gd name="T9" fmla="*/ 224 h 1728"/>
                  <a:gd name="T10" fmla="*/ 102 w 1728"/>
                  <a:gd name="T11" fmla="*/ 1133 h 1728"/>
                  <a:gd name="T12" fmla="*/ 0 w 1728"/>
                  <a:gd name="T13" fmla="*/ 1379 h 1728"/>
                  <a:gd name="T14" fmla="*/ 349 w 1728"/>
                  <a:gd name="T15" fmla="*/ 1728 h 1728"/>
                  <a:gd name="T16" fmla="*/ 595 w 1728"/>
                  <a:gd name="T17" fmla="*/ 1626 h 1728"/>
                  <a:gd name="T18" fmla="*/ 1504 w 1728"/>
                  <a:gd name="T19" fmla="*/ 717 h 1728"/>
                  <a:gd name="T20" fmla="*/ 1519 w 1728"/>
                  <a:gd name="T21" fmla="*/ 732 h 1728"/>
                  <a:gd name="T22" fmla="*/ 1606 w 1728"/>
                  <a:gd name="T23" fmla="*/ 768 h 1728"/>
                  <a:gd name="T24" fmla="*/ 1728 w 1728"/>
                  <a:gd name="T25" fmla="*/ 645 h 1728"/>
                  <a:gd name="T26" fmla="*/ 1692 w 1728"/>
                  <a:gd name="T27" fmla="*/ 559 h 1728"/>
                  <a:gd name="T28" fmla="*/ 1169 w 1728"/>
                  <a:gd name="T29" fmla="*/ 36 h 1728"/>
                  <a:gd name="T30" fmla="*/ 550 w 1728"/>
                  <a:gd name="T31" fmla="*/ 1581 h 1728"/>
                  <a:gd name="T32" fmla="*/ 349 w 1728"/>
                  <a:gd name="T33" fmla="*/ 1664 h 1728"/>
                  <a:gd name="T34" fmla="*/ 64 w 1728"/>
                  <a:gd name="T35" fmla="*/ 1379 h 1728"/>
                  <a:gd name="T36" fmla="*/ 147 w 1728"/>
                  <a:gd name="T37" fmla="*/ 1178 h 1728"/>
                  <a:gd name="T38" fmla="*/ 301 w 1728"/>
                  <a:gd name="T39" fmla="*/ 1024 h 1728"/>
                  <a:gd name="T40" fmla="*/ 1107 w 1728"/>
                  <a:gd name="T41" fmla="*/ 1024 h 1728"/>
                  <a:gd name="T42" fmla="*/ 550 w 1728"/>
                  <a:gd name="T43" fmla="*/ 1581 h 1728"/>
                  <a:gd name="T44" fmla="*/ 1606 w 1728"/>
                  <a:gd name="T45" fmla="*/ 704 h 1728"/>
                  <a:gd name="T46" fmla="*/ 1564 w 1728"/>
                  <a:gd name="T47" fmla="*/ 687 h 1728"/>
                  <a:gd name="T48" fmla="*/ 1504 w 1728"/>
                  <a:gd name="T49" fmla="*/ 627 h 1728"/>
                  <a:gd name="T50" fmla="*/ 1171 w 1728"/>
                  <a:gd name="T51" fmla="*/ 960 h 1728"/>
                  <a:gd name="T52" fmla="*/ 365 w 1728"/>
                  <a:gd name="T53" fmla="*/ 960 h 1728"/>
                  <a:gd name="T54" fmla="*/ 480 w 1728"/>
                  <a:gd name="T55" fmla="*/ 845 h 1728"/>
                  <a:gd name="T56" fmla="*/ 553 w 1728"/>
                  <a:gd name="T57" fmla="*/ 919 h 1728"/>
                  <a:gd name="T58" fmla="*/ 599 w 1728"/>
                  <a:gd name="T59" fmla="*/ 873 h 1728"/>
                  <a:gd name="T60" fmla="*/ 525 w 1728"/>
                  <a:gd name="T61" fmla="*/ 800 h 1728"/>
                  <a:gd name="T62" fmla="*/ 576 w 1728"/>
                  <a:gd name="T63" fmla="*/ 749 h 1728"/>
                  <a:gd name="T64" fmla="*/ 713 w 1728"/>
                  <a:gd name="T65" fmla="*/ 887 h 1728"/>
                  <a:gd name="T66" fmla="*/ 759 w 1728"/>
                  <a:gd name="T67" fmla="*/ 841 h 1728"/>
                  <a:gd name="T68" fmla="*/ 621 w 1728"/>
                  <a:gd name="T69" fmla="*/ 704 h 1728"/>
                  <a:gd name="T70" fmla="*/ 672 w 1728"/>
                  <a:gd name="T71" fmla="*/ 653 h 1728"/>
                  <a:gd name="T72" fmla="*/ 745 w 1728"/>
                  <a:gd name="T73" fmla="*/ 727 h 1728"/>
                  <a:gd name="T74" fmla="*/ 791 w 1728"/>
                  <a:gd name="T75" fmla="*/ 681 h 1728"/>
                  <a:gd name="T76" fmla="*/ 717 w 1728"/>
                  <a:gd name="T77" fmla="*/ 608 h 1728"/>
                  <a:gd name="T78" fmla="*/ 768 w 1728"/>
                  <a:gd name="T79" fmla="*/ 557 h 1728"/>
                  <a:gd name="T80" fmla="*/ 905 w 1728"/>
                  <a:gd name="T81" fmla="*/ 695 h 1728"/>
                  <a:gd name="T82" fmla="*/ 951 w 1728"/>
                  <a:gd name="T83" fmla="*/ 649 h 1728"/>
                  <a:gd name="T84" fmla="*/ 813 w 1728"/>
                  <a:gd name="T85" fmla="*/ 512 h 1728"/>
                  <a:gd name="T86" fmla="*/ 864 w 1728"/>
                  <a:gd name="T87" fmla="*/ 461 h 1728"/>
                  <a:gd name="T88" fmla="*/ 937 w 1728"/>
                  <a:gd name="T89" fmla="*/ 535 h 1728"/>
                  <a:gd name="T90" fmla="*/ 983 w 1728"/>
                  <a:gd name="T91" fmla="*/ 489 h 1728"/>
                  <a:gd name="T92" fmla="*/ 909 w 1728"/>
                  <a:gd name="T93" fmla="*/ 416 h 1728"/>
                  <a:gd name="T94" fmla="*/ 960 w 1728"/>
                  <a:gd name="T95" fmla="*/ 365 h 1728"/>
                  <a:gd name="T96" fmla="*/ 1097 w 1728"/>
                  <a:gd name="T97" fmla="*/ 503 h 1728"/>
                  <a:gd name="T98" fmla="*/ 1143 w 1728"/>
                  <a:gd name="T99" fmla="*/ 457 h 1728"/>
                  <a:gd name="T100" fmla="*/ 1005 w 1728"/>
                  <a:gd name="T101" fmla="*/ 320 h 1728"/>
                  <a:gd name="T102" fmla="*/ 1056 w 1728"/>
                  <a:gd name="T103" fmla="*/ 269 h 1728"/>
                  <a:gd name="T104" fmla="*/ 1385 w 1728"/>
                  <a:gd name="T105" fmla="*/ 599 h 1728"/>
                  <a:gd name="T106" fmla="*/ 1431 w 1728"/>
                  <a:gd name="T107" fmla="*/ 553 h 1728"/>
                  <a:gd name="T108" fmla="*/ 1041 w 1728"/>
                  <a:gd name="T109" fmla="*/ 164 h 1728"/>
                  <a:gd name="T110" fmla="*/ 1024 w 1728"/>
                  <a:gd name="T111" fmla="*/ 123 h 1728"/>
                  <a:gd name="T112" fmla="*/ 1083 w 1728"/>
                  <a:gd name="T113" fmla="*/ 64 h 1728"/>
                  <a:gd name="T114" fmla="*/ 1124 w 1728"/>
                  <a:gd name="T115" fmla="*/ 81 h 1728"/>
                  <a:gd name="T116" fmla="*/ 1647 w 1728"/>
                  <a:gd name="T117" fmla="*/ 604 h 1728"/>
                  <a:gd name="T118" fmla="*/ 1664 w 1728"/>
                  <a:gd name="T119" fmla="*/ 645 h 1728"/>
                  <a:gd name="T120" fmla="*/ 1606 w 1728"/>
                  <a:gd name="T121" fmla="*/ 704 h 17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728" h="1728">
                    <a:moveTo>
                      <a:pt x="1169" y="36"/>
                    </a:moveTo>
                    <a:cubicBezTo>
                      <a:pt x="1146" y="13"/>
                      <a:pt x="1115" y="0"/>
                      <a:pt x="1083" y="0"/>
                    </a:cubicBezTo>
                    <a:cubicBezTo>
                      <a:pt x="1015" y="0"/>
                      <a:pt x="960" y="55"/>
                      <a:pt x="960" y="123"/>
                    </a:cubicBezTo>
                    <a:cubicBezTo>
                      <a:pt x="960" y="155"/>
                      <a:pt x="973" y="186"/>
                      <a:pt x="996" y="209"/>
                    </a:cubicBezTo>
                    <a:cubicBezTo>
                      <a:pt x="1011" y="224"/>
                      <a:pt x="1011" y="224"/>
                      <a:pt x="1011" y="224"/>
                    </a:cubicBezTo>
                    <a:cubicBezTo>
                      <a:pt x="102" y="1133"/>
                      <a:pt x="102" y="1133"/>
                      <a:pt x="102" y="1133"/>
                    </a:cubicBezTo>
                    <a:cubicBezTo>
                      <a:pt x="36" y="1198"/>
                      <a:pt x="0" y="1286"/>
                      <a:pt x="0" y="1379"/>
                    </a:cubicBezTo>
                    <a:cubicBezTo>
                      <a:pt x="0" y="1572"/>
                      <a:pt x="156" y="1728"/>
                      <a:pt x="349" y="1728"/>
                    </a:cubicBezTo>
                    <a:cubicBezTo>
                      <a:pt x="442" y="1728"/>
                      <a:pt x="530" y="1692"/>
                      <a:pt x="595" y="1626"/>
                    </a:cubicBezTo>
                    <a:cubicBezTo>
                      <a:pt x="1504" y="717"/>
                      <a:pt x="1504" y="717"/>
                      <a:pt x="1504" y="717"/>
                    </a:cubicBezTo>
                    <a:cubicBezTo>
                      <a:pt x="1519" y="732"/>
                      <a:pt x="1519" y="732"/>
                      <a:pt x="1519" y="732"/>
                    </a:cubicBezTo>
                    <a:cubicBezTo>
                      <a:pt x="1542" y="755"/>
                      <a:pt x="1573" y="768"/>
                      <a:pt x="1606" y="768"/>
                    </a:cubicBezTo>
                    <a:cubicBezTo>
                      <a:pt x="1673" y="768"/>
                      <a:pt x="1728" y="713"/>
                      <a:pt x="1728" y="645"/>
                    </a:cubicBezTo>
                    <a:cubicBezTo>
                      <a:pt x="1728" y="613"/>
                      <a:pt x="1715" y="582"/>
                      <a:pt x="1692" y="559"/>
                    </a:cubicBezTo>
                    <a:lnTo>
                      <a:pt x="1169" y="36"/>
                    </a:lnTo>
                    <a:close/>
                    <a:moveTo>
                      <a:pt x="550" y="1581"/>
                    </a:moveTo>
                    <a:cubicBezTo>
                      <a:pt x="496" y="1634"/>
                      <a:pt x="425" y="1664"/>
                      <a:pt x="349" y="1664"/>
                    </a:cubicBezTo>
                    <a:cubicBezTo>
                      <a:pt x="192" y="1664"/>
                      <a:pt x="64" y="1536"/>
                      <a:pt x="64" y="1379"/>
                    </a:cubicBezTo>
                    <a:cubicBezTo>
                      <a:pt x="64" y="1303"/>
                      <a:pt x="94" y="1232"/>
                      <a:pt x="147" y="1178"/>
                    </a:cubicBezTo>
                    <a:cubicBezTo>
                      <a:pt x="301" y="1024"/>
                      <a:pt x="301" y="1024"/>
                      <a:pt x="301" y="1024"/>
                    </a:cubicBezTo>
                    <a:cubicBezTo>
                      <a:pt x="1107" y="1024"/>
                      <a:pt x="1107" y="1024"/>
                      <a:pt x="1107" y="1024"/>
                    </a:cubicBezTo>
                    <a:lnTo>
                      <a:pt x="550" y="1581"/>
                    </a:lnTo>
                    <a:close/>
                    <a:moveTo>
                      <a:pt x="1606" y="704"/>
                    </a:moveTo>
                    <a:cubicBezTo>
                      <a:pt x="1590" y="704"/>
                      <a:pt x="1575" y="698"/>
                      <a:pt x="1564" y="687"/>
                    </a:cubicBezTo>
                    <a:cubicBezTo>
                      <a:pt x="1504" y="627"/>
                      <a:pt x="1504" y="627"/>
                      <a:pt x="1504" y="627"/>
                    </a:cubicBezTo>
                    <a:cubicBezTo>
                      <a:pt x="1171" y="960"/>
                      <a:pt x="1171" y="960"/>
                      <a:pt x="1171" y="960"/>
                    </a:cubicBezTo>
                    <a:cubicBezTo>
                      <a:pt x="365" y="960"/>
                      <a:pt x="365" y="960"/>
                      <a:pt x="365" y="960"/>
                    </a:cubicBezTo>
                    <a:cubicBezTo>
                      <a:pt x="480" y="845"/>
                      <a:pt x="480" y="845"/>
                      <a:pt x="480" y="845"/>
                    </a:cubicBezTo>
                    <a:cubicBezTo>
                      <a:pt x="553" y="919"/>
                      <a:pt x="553" y="919"/>
                      <a:pt x="553" y="919"/>
                    </a:cubicBezTo>
                    <a:cubicBezTo>
                      <a:pt x="599" y="873"/>
                      <a:pt x="599" y="873"/>
                      <a:pt x="599" y="873"/>
                    </a:cubicBezTo>
                    <a:cubicBezTo>
                      <a:pt x="525" y="800"/>
                      <a:pt x="525" y="800"/>
                      <a:pt x="525" y="800"/>
                    </a:cubicBezTo>
                    <a:cubicBezTo>
                      <a:pt x="576" y="749"/>
                      <a:pt x="576" y="749"/>
                      <a:pt x="576" y="749"/>
                    </a:cubicBezTo>
                    <a:cubicBezTo>
                      <a:pt x="713" y="887"/>
                      <a:pt x="713" y="887"/>
                      <a:pt x="713" y="887"/>
                    </a:cubicBezTo>
                    <a:cubicBezTo>
                      <a:pt x="759" y="841"/>
                      <a:pt x="759" y="841"/>
                      <a:pt x="759" y="841"/>
                    </a:cubicBezTo>
                    <a:cubicBezTo>
                      <a:pt x="621" y="704"/>
                      <a:pt x="621" y="704"/>
                      <a:pt x="621" y="704"/>
                    </a:cubicBezTo>
                    <a:cubicBezTo>
                      <a:pt x="672" y="653"/>
                      <a:pt x="672" y="653"/>
                      <a:pt x="672" y="653"/>
                    </a:cubicBezTo>
                    <a:cubicBezTo>
                      <a:pt x="745" y="727"/>
                      <a:pt x="745" y="727"/>
                      <a:pt x="745" y="727"/>
                    </a:cubicBezTo>
                    <a:cubicBezTo>
                      <a:pt x="791" y="681"/>
                      <a:pt x="791" y="681"/>
                      <a:pt x="791" y="681"/>
                    </a:cubicBezTo>
                    <a:cubicBezTo>
                      <a:pt x="717" y="608"/>
                      <a:pt x="717" y="608"/>
                      <a:pt x="717" y="608"/>
                    </a:cubicBezTo>
                    <a:cubicBezTo>
                      <a:pt x="768" y="557"/>
                      <a:pt x="768" y="557"/>
                      <a:pt x="768" y="557"/>
                    </a:cubicBezTo>
                    <a:cubicBezTo>
                      <a:pt x="905" y="695"/>
                      <a:pt x="905" y="695"/>
                      <a:pt x="905" y="695"/>
                    </a:cubicBezTo>
                    <a:cubicBezTo>
                      <a:pt x="951" y="649"/>
                      <a:pt x="951" y="649"/>
                      <a:pt x="951" y="649"/>
                    </a:cubicBezTo>
                    <a:cubicBezTo>
                      <a:pt x="813" y="512"/>
                      <a:pt x="813" y="512"/>
                      <a:pt x="813" y="512"/>
                    </a:cubicBezTo>
                    <a:cubicBezTo>
                      <a:pt x="864" y="461"/>
                      <a:pt x="864" y="461"/>
                      <a:pt x="864" y="461"/>
                    </a:cubicBezTo>
                    <a:cubicBezTo>
                      <a:pt x="937" y="535"/>
                      <a:pt x="937" y="535"/>
                      <a:pt x="937" y="535"/>
                    </a:cubicBezTo>
                    <a:cubicBezTo>
                      <a:pt x="983" y="489"/>
                      <a:pt x="983" y="489"/>
                      <a:pt x="983" y="489"/>
                    </a:cubicBezTo>
                    <a:cubicBezTo>
                      <a:pt x="909" y="416"/>
                      <a:pt x="909" y="416"/>
                      <a:pt x="909" y="416"/>
                    </a:cubicBezTo>
                    <a:cubicBezTo>
                      <a:pt x="960" y="365"/>
                      <a:pt x="960" y="365"/>
                      <a:pt x="960" y="365"/>
                    </a:cubicBezTo>
                    <a:cubicBezTo>
                      <a:pt x="1097" y="503"/>
                      <a:pt x="1097" y="503"/>
                      <a:pt x="1097" y="503"/>
                    </a:cubicBezTo>
                    <a:cubicBezTo>
                      <a:pt x="1143" y="457"/>
                      <a:pt x="1143" y="457"/>
                      <a:pt x="1143" y="457"/>
                    </a:cubicBezTo>
                    <a:cubicBezTo>
                      <a:pt x="1005" y="320"/>
                      <a:pt x="1005" y="320"/>
                      <a:pt x="1005" y="320"/>
                    </a:cubicBezTo>
                    <a:cubicBezTo>
                      <a:pt x="1056" y="269"/>
                      <a:pt x="1056" y="269"/>
                      <a:pt x="1056" y="269"/>
                    </a:cubicBezTo>
                    <a:cubicBezTo>
                      <a:pt x="1385" y="599"/>
                      <a:pt x="1385" y="599"/>
                      <a:pt x="1385" y="599"/>
                    </a:cubicBezTo>
                    <a:cubicBezTo>
                      <a:pt x="1431" y="553"/>
                      <a:pt x="1431" y="553"/>
                      <a:pt x="1431" y="553"/>
                    </a:cubicBezTo>
                    <a:cubicBezTo>
                      <a:pt x="1041" y="164"/>
                      <a:pt x="1041" y="164"/>
                      <a:pt x="1041" y="164"/>
                    </a:cubicBezTo>
                    <a:cubicBezTo>
                      <a:pt x="1030" y="153"/>
                      <a:pt x="1024" y="138"/>
                      <a:pt x="1024" y="123"/>
                    </a:cubicBezTo>
                    <a:cubicBezTo>
                      <a:pt x="1024" y="90"/>
                      <a:pt x="1050" y="64"/>
                      <a:pt x="1083" y="64"/>
                    </a:cubicBezTo>
                    <a:cubicBezTo>
                      <a:pt x="1098" y="64"/>
                      <a:pt x="1113" y="70"/>
                      <a:pt x="1124" y="81"/>
                    </a:cubicBezTo>
                    <a:cubicBezTo>
                      <a:pt x="1647" y="604"/>
                      <a:pt x="1647" y="604"/>
                      <a:pt x="1647" y="604"/>
                    </a:cubicBezTo>
                    <a:cubicBezTo>
                      <a:pt x="1658" y="615"/>
                      <a:pt x="1664" y="630"/>
                      <a:pt x="1664" y="645"/>
                    </a:cubicBezTo>
                    <a:cubicBezTo>
                      <a:pt x="1664" y="678"/>
                      <a:pt x="1638" y="704"/>
                      <a:pt x="1606" y="70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="1"/>
              </a:p>
            </p:txBody>
          </p:sp>
          <p:sp>
            <p:nvSpPr>
              <p:cNvPr id="12" name="Freeform 6">
                <a:extLst>
                  <a:ext uri="{FF2B5EF4-FFF2-40B4-BE49-F238E27FC236}">
                    <a16:creationId xmlns:a16="http://schemas.microsoft.com/office/drawing/2014/main" id="{BDD8F90E-AFB1-CA0E-2FF6-827112778F0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525" y="3813175"/>
                <a:ext cx="238125" cy="238125"/>
              </a:xfrm>
              <a:custGeom>
                <a:avLst/>
                <a:gdLst>
                  <a:gd name="T0" fmla="*/ 128 w 256"/>
                  <a:gd name="T1" fmla="*/ 0 h 256"/>
                  <a:gd name="T2" fmla="*/ 0 w 256"/>
                  <a:gd name="T3" fmla="*/ 128 h 256"/>
                  <a:gd name="T4" fmla="*/ 128 w 256"/>
                  <a:gd name="T5" fmla="*/ 256 h 256"/>
                  <a:gd name="T6" fmla="*/ 256 w 256"/>
                  <a:gd name="T7" fmla="*/ 128 h 256"/>
                  <a:gd name="T8" fmla="*/ 128 w 256"/>
                  <a:gd name="T9" fmla="*/ 0 h 256"/>
                  <a:gd name="T10" fmla="*/ 128 w 256"/>
                  <a:gd name="T11" fmla="*/ 192 h 256"/>
                  <a:gd name="T12" fmla="*/ 64 w 256"/>
                  <a:gd name="T13" fmla="*/ 128 h 256"/>
                  <a:gd name="T14" fmla="*/ 128 w 256"/>
                  <a:gd name="T15" fmla="*/ 64 h 256"/>
                  <a:gd name="T16" fmla="*/ 192 w 256"/>
                  <a:gd name="T17" fmla="*/ 128 h 256"/>
                  <a:gd name="T18" fmla="*/ 128 w 256"/>
                  <a:gd name="T19" fmla="*/ 192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56" h="256">
                    <a:moveTo>
                      <a:pt x="128" y="0"/>
                    </a:moveTo>
                    <a:cubicBezTo>
                      <a:pt x="57" y="0"/>
                      <a:pt x="0" y="57"/>
                      <a:pt x="0" y="128"/>
                    </a:cubicBezTo>
                    <a:cubicBezTo>
                      <a:pt x="0" y="199"/>
                      <a:pt x="57" y="256"/>
                      <a:pt x="128" y="256"/>
                    </a:cubicBezTo>
                    <a:cubicBezTo>
                      <a:pt x="199" y="256"/>
                      <a:pt x="256" y="199"/>
                      <a:pt x="256" y="128"/>
                    </a:cubicBezTo>
                    <a:cubicBezTo>
                      <a:pt x="256" y="57"/>
                      <a:pt x="199" y="0"/>
                      <a:pt x="128" y="0"/>
                    </a:cubicBezTo>
                    <a:close/>
                    <a:moveTo>
                      <a:pt x="128" y="192"/>
                    </a:moveTo>
                    <a:cubicBezTo>
                      <a:pt x="93" y="192"/>
                      <a:pt x="64" y="163"/>
                      <a:pt x="64" y="128"/>
                    </a:cubicBezTo>
                    <a:cubicBezTo>
                      <a:pt x="64" y="93"/>
                      <a:pt x="93" y="64"/>
                      <a:pt x="128" y="64"/>
                    </a:cubicBezTo>
                    <a:cubicBezTo>
                      <a:pt x="163" y="64"/>
                      <a:pt x="192" y="93"/>
                      <a:pt x="192" y="128"/>
                    </a:cubicBezTo>
                    <a:cubicBezTo>
                      <a:pt x="192" y="163"/>
                      <a:pt x="163" y="192"/>
                      <a:pt x="128" y="19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="1"/>
              </a:p>
            </p:txBody>
          </p:sp>
          <p:sp>
            <p:nvSpPr>
              <p:cNvPr id="13" name="Freeform 7">
                <a:extLst>
                  <a:ext uri="{FF2B5EF4-FFF2-40B4-BE49-F238E27FC236}">
                    <a16:creationId xmlns:a16="http://schemas.microsoft.com/office/drawing/2014/main" id="{C2B574A7-EA33-E56C-65A8-E299D5608E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407988" y="3575050"/>
                <a:ext cx="179388" cy="177800"/>
              </a:xfrm>
              <a:custGeom>
                <a:avLst/>
                <a:gdLst>
                  <a:gd name="T0" fmla="*/ 96 w 192"/>
                  <a:gd name="T1" fmla="*/ 192 h 192"/>
                  <a:gd name="T2" fmla="*/ 192 w 192"/>
                  <a:gd name="T3" fmla="*/ 96 h 192"/>
                  <a:gd name="T4" fmla="*/ 96 w 192"/>
                  <a:gd name="T5" fmla="*/ 0 h 192"/>
                  <a:gd name="T6" fmla="*/ 0 w 192"/>
                  <a:gd name="T7" fmla="*/ 96 h 192"/>
                  <a:gd name="T8" fmla="*/ 96 w 192"/>
                  <a:gd name="T9" fmla="*/ 192 h 192"/>
                  <a:gd name="T10" fmla="*/ 96 w 192"/>
                  <a:gd name="T11" fmla="*/ 64 h 192"/>
                  <a:gd name="T12" fmla="*/ 128 w 192"/>
                  <a:gd name="T13" fmla="*/ 96 h 192"/>
                  <a:gd name="T14" fmla="*/ 96 w 192"/>
                  <a:gd name="T15" fmla="*/ 128 h 192"/>
                  <a:gd name="T16" fmla="*/ 64 w 192"/>
                  <a:gd name="T17" fmla="*/ 96 h 192"/>
                  <a:gd name="T18" fmla="*/ 96 w 192"/>
                  <a:gd name="T19" fmla="*/ 64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92" h="192">
                    <a:moveTo>
                      <a:pt x="96" y="192"/>
                    </a:moveTo>
                    <a:cubicBezTo>
                      <a:pt x="149" y="192"/>
                      <a:pt x="192" y="149"/>
                      <a:pt x="192" y="96"/>
                    </a:cubicBezTo>
                    <a:cubicBezTo>
                      <a:pt x="192" y="43"/>
                      <a:pt x="149" y="0"/>
                      <a:pt x="96" y="0"/>
                    </a:cubicBezTo>
                    <a:cubicBezTo>
                      <a:pt x="43" y="0"/>
                      <a:pt x="0" y="43"/>
                      <a:pt x="0" y="96"/>
                    </a:cubicBezTo>
                    <a:cubicBezTo>
                      <a:pt x="0" y="149"/>
                      <a:pt x="43" y="192"/>
                      <a:pt x="96" y="192"/>
                    </a:cubicBezTo>
                    <a:close/>
                    <a:moveTo>
                      <a:pt x="96" y="64"/>
                    </a:moveTo>
                    <a:cubicBezTo>
                      <a:pt x="114" y="64"/>
                      <a:pt x="128" y="78"/>
                      <a:pt x="128" y="96"/>
                    </a:cubicBezTo>
                    <a:cubicBezTo>
                      <a:pt x="128" y="114"/>
                      <a:pt x="114" y="128"/>
                      <a:pt x="96" y="128"/>
                    </a:cubicBezTo>
                    <a:cubicBezTo>
                      <a:pt x="78" y="128"/>
                      <a:pt x="64" y="114"/>
                      <a:pt x="64" y="96"/>
                    </a:cubicBezTo>
                    <a:cubicBezTo>
                      <a:pt x="64" y="78"/>
                      <a:pt x="78" y="64"/>
                      <a:pt x="96" y="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="1"/>
              </a:p>
            </p:txBody>
          </p:sp>
          <p:sp>
            <p:nvSpPr>
              <p:cNvPr id="14" name="Freeform 8">
                <a:extLst>
                  <a:ext uri="{FF2B5EF4-FFF2-40B4-BE49-F238E27FC236}">
                    <a16:creationId xmlns:a16="http://schemas.microsoft.com/office/drawing/2014/main" id="{BB76EA31-9E9B-2055-CE2D-38CB9082F85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50800" y="3484563"/>
                <a:ext cx="179388" cy="179388"/>
              </a:xfrm>
              <a:custGeom>
                <a:avLst/>
                <a:gdLst>
                  <a:gd name="T0" fmla="*/ 96 w 192"/>
                  <a:gd name="T1" fmla="*/ 192 h 192"/>
                  <a:gd name="T2" fmla="*/ 192 w 192"/>
                  <a:gd name="T3" fmla="*/ 96 h 192"/>
                  <a:gd name="T4" fmla="*/ 96 w 192"/>
                  <a:gd name="T5" fmla="*/ 0 h 192"/>
                  <a:gd name="T6" fmla="*/ 0 w 192"/>
                  <a:gd name="T7" fmla="*/ 96 h 192"/>
                  <a:gd name="T8" fmla="*/ 96 w 192"/>
                  <a:gd name="T9" fmla="*/ 192 h 192"/>
                  <a:gd name="T10" fmla="*/ 96 w 192"/>
                  <a:gd name="T11" fmla="*/ 64 h 192"/>
                  <a:gd name="T12" fmla="*/ 128 w 192"/>
                  <a:gd name="T13" fmla="*/ 96 h 192"/>
                  <a:gd name="T14" fmla="*/ 96 w 192"/>
                  <a:gd name="T15" fmla="*/ 128 h 192"/>
                  <a:gd name="T16" fmla="*/ 64 w 192"/>
                  <a:gd name="T17" fmla="*/ 96 h 192"/>
                  <a:gd name="T18" fmla="*/ 96 w 192"/>
                  <a:gd name="T19" fmla="*/ 64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92" h="192">
                    <a:moveTo>
                      <a:pt x="96" y="192"/>
                    </a:moveTo>
                    <a:cubicBezTo>
                      <a:pt x="149" y="192"/>
                      <a:pt x="192" y="149"/>
                      <a:pt x="192" y="96"/>
                    </a:cubicBezTo>
                    <a:cubicBezTo>
                      <a:pt x="192" y="43"/>
                      <a:pt x="149" y="0"/>
                      <a:pt x="96" y="0"/>
                    </a:cubicBezTo>
                    <a:cubicBezTo>
                      <a:pt x="43" y="0"/>
                      <a:pt x="0" y="43"/>
                      <a:pt x="0" y="96"/>
                    </a:cubicBezTo>
                    <a:cubicBezTo>
                      <a:pt x="0" y="149"/>
                      <a:pt x="43" y="192"/>
                      <a:pt x="96" y="192"/>
                    </a:cubicBezTo>
                    <a:close/>
                    <a:moveTo>
                      <a:pt x="96" y="64"/>
                    </a:moveTo>
                    <a:cubicBezTo>
                      <a:pt x="114" y="64"/>
                      <a:pt x="128" y="78"/>
                      <a:pt x="128" y="96"/>
                    </a:cubicBezTo>
                    <a:cubicBezTo>
                      <a:pt x="128" y="114"/>
                      <a:pt x="114" y="128"/>
                      <a:pt x="96" y="128"/>
                    </a:cubicBezTo>
                    <a:cubicBezTo>
                      <a:pt x="78" y="128"/>
                      <a:pt x="64" y="114"/>
                      <a:pt x="64" y="96"/>
                    </a:cubicBezTo>
                    <a:cubicBezTo>
                      <a:pt x="64" y="78"/>
                      <a:pt x="78" y="64"/>
                      <a:pt x="96" y="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="1"/>
              </a:p>
            </p:txBody>
          </p:sp>
          <p:sp>
            <p:nvSpPr>
              <p:cNvPr id="15" name="Freeform 9">
                <a:extLst>
                  <a:ext uri="{FF2B5EF4-FFF2-40B4-BE49-F238E27FC236}">
                    <a16:creationId xmlns:a16="http://schemas.microsoft.com/office/drawing/2014/main" id="{6D58C51B-2E28-B2AC-AB52-DB7F2D2199F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1392238" y="4767263"/>
                <a:ext cx="179388" cy="179388"/>
              </a:xfrm>
              <a:custGeom>
                <a:avLst/>
                <a:gdLst>
                  <a:gd name="T0" fmla="*/ 192 w 192"/>
                  <a:gd name="T1" fmla="*/ 96 h 192"/>
                  <a:gd name="T2" fmla="*/ 96 w 192"/>
                  <a:gd name="T3" fmla="*/ 0 h 192"/>
                  <a:gd name="T4" fmla="*/ 0 w 192"/>
                  <a:gd name="T5" fmla="*/ 96 h 192"/>
                  <a:gd name="T6" fmla="*/ 96 w 192"/>
                  <a:gd name="T7" fmla="*/ 192 h 192"/>
                  <a:gd name="T8" fmla="*/ 192 w 192"/>
                  <a:gd name="T9" fmla="*/ 96 h 192"/>
                  <a:gd name="T10" fmla="*/ 64 w 192"/>
                  <a:gd name="T11" fmla="*/ 96 h 192"/>
                  <a:gd name="T12" fmla="*/ 96 w 192"/>
                  <a:gd name="T13" fmla="*/ 64 h 192"/>
                  <a:gd name="T14" fmla="*/ 128 w 192"/>
                  <a:gd name="T15" fmla="*/ 96 h 192"/>
                  <a:gd name="T16" fmla="*/ 96 w 192"/>
                  <a:gd name="T17" fmla="*/ 128 h 192"/>
                  <a:gd name="T18" fmla="*/ 64 w 192"/>
                  <a:gd name="T19" fmla="*/ 96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92" h="192">
                    <a:moveTo>
                      <a:pt x="192" y="96"/>
                    </a:moveTo>
                    <a:cubicBezTo>
                      <a:pt x="192" y="43"/>
                      <a:pt x="149" y="0"/>
                      <a:pt x="96" y="0"/>
                    </a:cubicBezTo>
                    <a:cubicBezTo>
                      <a:pt x="43" y="0"/>
                      <a:pt x="0" y="43"/>
                      <a:pt x="0" y="96"/>
                    </a:cubicBezTo>
                    <a:cubicBezTo>
                      <a:pt x="0" y="149"/>
                      <a:pt x="43" y="192"/>
                      <a:pt x="96" y="192"/>
                    </a:cubicBezTo>
                    <a:cubicBezTo>
                      <a:pt x="149" y="192"/>
                      <a:pt x="192" y="149"/>
                      <a:pt x="192" y="96"/>
                    </a:cubicBezTo>
                    <a:close/>
                    <a:moveTo>
                      <a:pt x="64" y="96"/>
                    </a:moveTo>
                    <a:cubicBezTo>
                      <a:pt x="64" y="78"/>
                      <a:pt x="78" y="64"/>
                      <a:pt x="96" y="64"/>
                    </a:cubicBezTo>
                    <a:cubicBezTo>
                      <a:pt x="114" y="64"/>
                      <a:pt x="128" y="78"/>
                      <a:pt x="128" y="96"/>
                    </a:cubicBezTo>
                    <a:cubicBezTo>
                      <a:pt x="128" y="114"/>
                      <a:pt x="114" y="128"/>
                      <a:pt x="96" y="128"/>
                    </a:cubicBezTo>
                    <a:cubicBezTo>
                      <a:pt x="78" y="128"/>
                      <a:pt x="64" y="114"/>
                      <a:pt x="64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="1"/>
              </a:p>
            </p:txBody>
          </p:sp>
          <p:sp>
            <p:nvSpPr>
              <p:cNvPr id="16" name="Freeform 10">
                <a:extLst>
                  <a:ext uri="{FF2B5EF4-FFF2-40B4-BE49-F238E27FC236}">
                    <a16:creationId xmlns:a16="http://schemas.microsoft.com/office/drawing/2014/main" id="{FF302503-9D7E-4435-4D48-6CF168DC563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1063625" y="4767263"/>
                <a:ext cx="177800" cy="179388"/>
              </a:xfrm>
              <a:custGeom>
                <a:avLst/>
                <a:gdLst>
                  <a:gd name="T0" fmla="*/ 96 w 192"/>
                  <a:gd name="T1" fmla="*/ 0 h 192"/>
                  <a:gd name="T2" fmla="*/ 0 w 192"/>
                  <a:gd name="T3" fmla="*/ 96 h 192"/>
                  <a:gd name="T4" fmla="*/ 96 w 192"/>
                  <a:gd name="T5" fmla="*/ 192 h 192"/>
                  <a:gd name="T6" fmla="*/ 192 w 192"/>
                  <a:gd name="T7" fmla="*/ 96 h 192"/>
                  <a:gd name="T8" fmla="*/ 96 w 192"/>
                  <a:gd name="T9" fmla="*/ 0 h 192"/>
                  <a:gd name="T10" fmla="*/ 96 w 192"/>
                  <a:gd name="T11" fmla="*/ 128 h 192"/>
                  <a:gd name="T12" fmla="*/ 64 w 192"/>
                  <a:gd name="T13" fmla="*/ 96 h 192"/>
                  <a:gd name="T14" fmla="*/ 96 w 192"/>
                  <a:gd name="T15" fmla="*/ 64 h 192"/>
                  <a:gd name="T16" fmla="*/ 128 w 192"/>
                  <a:gd name="T17" fmla="*/ 96 h 192"/>
                  <a:gd name="T18" fmla="*/ 96 w 192"/>
                  <a:gd name="T19" fmla="*/ 128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92" h="192">
                    <a:moveTo>
                      <a:pt x="96" y="0"/>
                    </a:moveTo>
                    <a:cubicBezTo>
                      <a:pt x="43" y="0"/>
                      <a:pt x="0" y="43"/>
                      <a:pt x="0" y="96"/>
                    </a:cubicBezTo>
                    <a:cubicBezTo>
                      <a:pt x="0" y="149"/>
                      <a:pt x="43" y="192"/>
                      <a:pt x="96" y="192"/>
                    </a:cubicBezTo>
                    <a:cubicBezTo>
                      <a:pt x="149" y="192"/>
                      <a:pt x="192" y="149"/>
                      <a:pt x="192" y="96"/>
                    </a:cubicBezTo>
                    <a:cubicBezTo>
                      <a:pt x="192" y="43"/>
                      <a:pt x="149" y="0"/>
                      <a:pt x="96" y="0"/>
                    </a:cubicBezTo>
                    <a:close/>
                    <a:moveTo>
                      <a:pt x="96" y="128"/>
                    </a:moveTo>
                    <a:cubicBezTo>
                      <a:pt x="78" y="128"/>
                      <a:pt x="64" y="114"/>
                      <a:pt x="64" y="96"/>
                    </a:cubicBezTo>
                    <a:cubicBezTo>
                      <a:pt x="64" y="78"/>
                      <a:pt x="78" y="64"/>
                      <a:pt x="96" y="64"/>
                    </a:cubicBezTo>
                    <a:cubicBezTo>
                      <a:pt x="114" y="64"/>
                      <a:pt x="128" y="78"/>
                      <a:pt x="128" y="96"/>
                    </a:cubicBezTo>
                    <a:cubicBezTo>
                      <a:pt x="128" y="114"/>
                      <a:pt x="114" y="128"/>
                      <a:pt x="96" y="1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="1"/>
              </a:p>
            </p:txBody>
          </p:sp>
          <p:sp>
            <p:nvSpPr>
              <p:cNvPr id="17" name="Freeform 11">
                <a:extLst>
                  <a:ext uri="{FF2B5EF4-FFF2-40B4-BE49-F238E27FC236}">
                    <a16:creationId xmlns:a16="http://schemas.microsoft.com/office/drawing/2014/main" id="{B179261E-C5D7-07FC-710C-62247605B8F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1331913" y="5035550"/>
                <a:ext cx="177800" cy="179388"/>
              </a:xfrm>
              <a:custGeom>
                <a:avLst/>
                <a:gdLst>
                  <a:gd name="T0" fmla="*/ 96 w 192"/>
                  <a:gd name="T1" fmla="*/ 0 h 192"/>
                  <a:gd name="T2" fmla="*/ 0 w 192"/>
                  <a:gd name="T3" fmla="*/ 96 h 192"/>
                  <a:gd name="T4" fmla="*/ 96 w 192"/>
                  <a:gd name="T5" fmla="*/ 192 h 192"/>
                  <a:gd name="T6" fmla="*/ 192 w 192"/>
                  <a:gd name="T7" fmla="*/ 96 h 192"/>
                  <a:gd name="T8" fmla="*/ 96 w 192"/>
                  <a:gd name="T9" fmla="*/ 0 h 192"/>
                  <a:gd name="T10" fmla="*/ 96 w 192"/>
                  <a:gd name="T11" fmla="*/ 128 h 192"/>
                  <a:gd name="T12" fmla="*/ 64 w 192"/>
                  <a:gd name="T13" fmla="*/ 96 h 192"/>
                  <a:gd name="T14" fmla="*/ 96 w 192"/>
                  <a:gd name="T15" fmla="*/ 64 h 192"/>
                  <a:gd name="T16" fmla="*/ 128 w 192"/>
                  <a:gd name="T17" fmla="*/ 96 h 192"/>
                  <a:gd name="T18" fmla="*/ 96 w 192"/>
                  <a:gd name="T19" fmla="*/ 128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92" h="192">
                    <a:moveTo>
                      <a:pt x="96" y="0"/>
                    </a:moveTo>
                    <a:cubicBezTo>
                      <a:pt x="43" y="0"/>
                      <a:pt x="0" y="43"/>
                      <a:pt x="0" y="96"/>
                    </a:cubicBezTo>
                    <a:cubicBezTo>
                      <a:pt x="0" y="149"/>
                      <a:pt x="43" y="192"/>
                      <a:pt x="96" y="192"/>
                    </a:cubicBezTo>
                    <a:cubicBezTo>
                      <a:pt x="149" y="192"/>
                      <a:pt x="192" y="149"/>
                      <a:pt x="192" y="96"/>
                    </a:cubicBezTo>
                    <a:cubicBezTo>
                      <a:pt x="192" y="43"/>
                      <a:pt x="149" y="0"/>
                      <a:pt x="96" y="0"/>
                    </a:cubicBezTo>
                    <a:close/>
                    <a:moveTo>
                      <a:pt x="96" y="128"/>
                    </a:moveTo>
                    <a:cubicBezTo>
                      <a:pt x="78" y="128"/>
                      <a:pt x="64" y="114"/>
                      <a:pt x="64" y="96"/>
                    </a:cubicBezTo>
                    <a:cubicBezTo>
                      <a:pt x="64" y="78"/>
                      <a:pt x="78" y="64"/>
                      <a:pt x="96" y="64"/>
                    </a:cubicBezTo>
                    <a:cubicBezTo>
                      <a:pt x="114" y="64"/>
                      <a:pt x="128" y="78"/>
                      <a:pt x="128" y="96"/>
                    </a:cubicBezTo>
                    <a:cubicBezTo>
                      <a:pt x="128" y="114"/>
                      <a:pt x="114" y="128"/>
                      <a:pt x="96" y="1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="1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60222374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318E2-5CC8-E6BC-5695-C3BB0E3D6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AF8EE6-333F-2094-E0BA-F462578EB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6899" y="1026762"/>
            <a:ext cx="8368363" cy="929737"/>
          </a:xfrm>
          <a:prstGeom prst="rect">
            <a:avLst/>
          </a:prstGeom>
        </p:spPr>
        <p:txBody>
          <a:bodyPr/>
          <a:lstStyle/>
          <a:p>
            <a:pPr marL="171450" indent="-171450">
              <a:buChar char="•"/>
            </a:pP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Matrices de confusion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  <a:cs typeface="Roboto"/>
            </a:endParaRPr>
          </a:p>
          <a:p>
            <a:endParaRPr lang="en-US" sz="2000">
              <a:solidFill>
                <a:schemeClr val="tx1">
                  <a:lumMod val="75000"/>
                  <a:lumOff val="25000"/>
                </a:schemeClr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C7377C-33B8-CFF6-B907-EFD85C328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82611"/>
            <a:ext cx="8368363" cy="40945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>
                <a:ea typeface="+mj-lt"/>
                <a:cs typeface="+mj-lt"/>
              </a:rPr>
              <a:t>MÉTRIQUES ÉVALUÉES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295CBC-F4D3-0FBB-E5CC-4D887351D612}"/>
              </a:ext>
            </a:extLst>
          </p:cNvPr>
          <p:cNvSpPr/>
          <p:nvPr/>
        </p:nvSpPr>
        <p:spPr bwMode="auto">
          <a:xfrm>
            <a:off x="-3362" y="4688116"/>
            <a:ext cx="9147088" cy="458746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fr-FR" dirty="0">
                <a:ea typeface="Roboto"/>
                <a:cs typeface="Roboto"/>
              </a:rPr>
              <a:t>23</a:t>
            </a:r>
            <a:endParaRPr lang="fr-FR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6315F82-6B1C-D1E1-8765-0D9025A38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804" y="1360713"/>
            <a:ext cx="3844018" cy="319767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5712007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4E323-66D1-5F70-ABDE-F92D58EC3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7733C2-47F4-4397-06EF-728834618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8863" y="1040370"/>
            <a:ext cx="8368363" cy="2093147"/>
          </a:xfrm>
          <a:prstGeom prst="rect">
            <a:avLst/>
          </a:prstGeom>
        </p:spPr>
        <p:txBody>
          <a:bodyPr/>
          <a:lstStyle/>
          <a:p>
            <a:pPr marL="171450" indent="-171450">
              <a:buChar char="•"/>
            </a:pPr>
            <a:r>
              <a:rPr lang="en-US" sz="2000">
                <a:solidFill>
                  <a:schemeClr val="tx1">
                    <a:lumMod val="90000"/>
                    <a:lumOff val="10000"/>
                  </a:schemeClr>
                </a:solidFill>
                <a:latin typeface="Calibri Light"/>
                <a:ea typeface="Calibri Light"/>
                <a:cs typeface="Calibri Light"/>
              </a:rPr>
              <a:t>Une place centrale dans le </a:t>
            </a:r>
            <a:r>
              <a:rPr lang="en-US" sz="2000" err="1">
                <a:solidFill>
                  <a:schemeClr val="tx1">
                    <a:lumMod val="90000"/>
                    <a:lumOff val="10000"/>
                  </a:schemeClr>
                </a:solidFill>
                <a:latin typeface="Calibri Light"/>
                <a:ea typeface="Calibri Light"/>
                <a:cs typeface="Calibri Light"/>
              </a:rPr>
              <a:t>modèle</a:t>
            </a:r>
            <a:r>
              <a:rPr lang="en-US" sz="2000">
                <a:solidFill>
                  <a:schemeClr val="tx1">
                    <a:lumMod val="90000"/>
                    <a:lumOff val="10000"/>
                  </a:schemeClr>
                </a:solidFill>
                <a:latin typeface="Calibri Light"/>
                <a:ea typeface="Calibri Light"/>
                <a:cs typeface="Calibri Light"/>
              </a:rPr>
              <a:t> </a:t>
            </a:r>
            <a:r>
              <a:rPr lang="en-US" sz="2000" err="1">
                <a:solidFill>
                  <a:schemeClr val="tx1">
                    <a:lumMod val="90000"/>
                    <a:lumOff val="10000"/>
                  </a:schemeClr>
                </a:solidFill>
                <a:latin typeface="Calibri Light"/>
                <a:ea typeface="Calibri Light"/>
                <a:cs typeface="Calibri Light"/>
              </a:rPr>
              <a:t>d'apprentissage</a:t>
            </a:r>
            <a:endParaRPr lang="en-US">
              <a:solidFill>
                <a:schemeClr val="tx1">
                  <a:lumMod val="90000"/>
                  <a:lumOff val="10000"/>
                </a:schemeClr>
              </a:solidFill>
              <a:cs typeface="Roboto"/>
            </a:endParaRPr>
          </a:p>
          <a:p>
            <a:pPr marL="171450" indent="-171450">
              <a:buChar char="•"/>
            </a:pPr>
            <a:r>
              <a:rPr lang="en-US" sz="2000">
                <a:solidFill>
                  <a:schemeClr val="tx1">
                    <a:lumMod val="90000"/>
                    <a:lumOff val="10000"/>
                  </a:schemeClr>
                </a:solidFill>
                <a:latin typeface="Calibri Light"/>
                <a:ea typeface="Calibri Light"/>
                <a:cs typeface="Calibri Light"/>
              </a:rPr>
              <a:t>Naïve Bayes et Ada Boost </a:t>
            </a:r>
            <a:r>
              <a:rPr lang="en-US" sz="2000" err="1">
                <a:solidFill>
                  <a:schemeClr val="tx1">
                    <a:lumMod val="90000"/>
                    <a:lumOff val="10000"/>
                  </a:schemeClr>
                </a:solidFill>
                <a:latin typeface="Calibri Light"/>
                <a:ea typeface="Calibri Light"/>
                <a:cs typeface="Calibri Light"/>
              </a:rPr>
              <a:t>en</a:t>
            </a:r>
            <a:r>
              <a:rPr lang="en-US" sz="2000">
                <a:solidFill>
                  <a:schemeClr val="tx1">
                    <a:lumMod val="90000"/>
                    <a:lumOff val="10000"/>
                  </a:schemeClr>
                </a:solidFill>
                <a:latin typeface="Calibri Light"/>
                <a:ea typeface="Calibri Light"/>
                <a:cs typeface="Calibri Light"/>
              </a:rPr>
              <a:t> tête</a:t>
            </a:r>
            <a:endParaRPr lang="en-US">
              <a:solidFill>
                <a:schemeClr val="tx1">
                  <a:lumMod val="90000"/>
                  <a:lumOff val="10000"/>
                </a:schemeClr>
              </a:solidFill>
              <a:cs typeface="Roboto"/>
            </a:endParaRPr>
          </a:p>
          <a:p>
            <a:pPr marL="171450" indent="-171450">
              <a:buChar char="•"/>
            </a:pPr>
            <a:r>
              <a:rPr lang="en-US" sz="2000">
                <a:solidFill>
                  <a:schemeClr val="tx1">
                    <a:lumMod val="90000"/>
                    <a:lumOff val="10000"/>
                  </a:schemeClr>
                </a:solidFill>
                <a:latin typeface="Calibri Light"/>
                <a:ea typeface="Calibri Light"/>
                <a:cs typeface="Calibri Light"/>
              </a:rPr>
              <a:t>Logistic Regression et Random Forest </a:t>
            </a:r>
            <a:r>
              <a:rPr lang="en-US" sz="2000" err="1">
                <a:solidFill>
                  <a:schemeClr val="tx1">
                    <a:lumMod val="90000"/>
                    <a:lumOff val="10000"/>
                  </a:schemeClr>
                </a:solidFill>
                <a:latin typeface="Calibri Light"/>
                <a:ea typeface="Calibri Light"/>
                <a:cs typeface="Calibri Light"/>
              </a:rPr>
              <a:t>intéressants</a:t>
            </a:r>
            <a:endParaRPr lang="en-US">
              <a:solidFill>
                <a:schemeClr val="tx1">
                  <a:lumMod val="90000"/>
                  <a:lumOff val="10000"/>
                </a:schemeClr>
              </a:solidFill>
              <a:cs typeface="Roboto"/>
            </a:endParaRPr>
          </a:p>
          <a:p>
            <a:pPr marL="171450" indent="-171450">
              <a:buChar char="•"/>
            </a:pPr>
            <a:r>
              <a:rPr lang="en-US" sz="2000">
                <a:solidFill>
                  <a:schemeClr val="tx1">
                    <a:lumMod val="90000"/>
                    <a:lumOff val="10000"/>
                  </a:schemeClr>
                </a:solidFill>
                <a:latin typeface="Calibri Light"/>
                <a:ea typeface="Calibri Light"/>
                <a:cs typeface="Calibri Light"/>
              </a:rPr>
              <a:t>Perceptron et Decision Trees </a:t>
            </a:r>
            <a:r>
              <a:rPr lang="en-US" sz="2000" err="1">
                <a:solidFill>
                  <a:schemeClr val="tx1">
                    <a:lumMod val="90000"/>
                    <a:lumOff val="10000"/>
                  </a:schemeClr>
                </a:solidFill>
                <a:latin typeface="Calibri Light"/>
                <a:ea typeface="Calibri Light"/>
                <a:cs typeface="Calibri Light"/>
              </a:rPr>
              <a:t>moins</a:t>
            </a:r>
            <a:r>
              <a:rPr lang="en-US" sz="2000">
                <a:solidFill>
                  <a:schemeClr val="tx1">
                    <a:lumMod val="90000"/>
                    <a:lumOff val="10000"/>
                  </a:schemeClr>
                </a:solidFill>
                <a:latin typeface="Calibri Light"/>
                <a:ea typeface="Calibri Light"/>
                <a:cs typeface="Calibri Light"/>
              </a:rPr>
              <a:t> </a:t>
            </a:r>
            <a:r>
              <a:rPr lang="en-US" sz="2000" err="1">
                <a:solidFill>
                  <a:schemeClr val="tx1">
                    <a:lumMod val="90000"/>
                    <a:lumOff val="10000"/>
                  </a:schemeClr>
                </a:solidFill>
                <a:latin typeface="Calibri Light"/>
                <a:ea typeface="Calibri Light"/>
                <a:cs typeface="Calibri Light"/>
              </a:rPr>
              <a:t>adaptés</a:t>
            </a:r>
            <a:endParaRPr lang="en-US">
              <a:solidFill>
                <a:schemeClr val="tx1">
                  <a:lumMod val="90000"/>
                  <a:lumOff val="10000"/>
                </a:schemeClr>
              </a:solidFill>
              <a:cs typeface="Roboto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793CD2-561A-FEDD-52D6-846747CF7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07772"/>
            <a:ext cx="8368363" cy="40945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>
                <a:ea typeface="+mj-lt"/>
                <a:cs typeface="+mj-lt"/>
              </a:rPr>
              <a:t>CLASSIFIERS LES PLUS PERFORMANTS ?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570A12-8B89-F847-F466-FBDB16FAE554}"/>
              </a:ext>
            </a:extLst>
          </p:cNvPr>
          <p:cNvSpPr/>
          <p:nvPr/>
        </p:nvSpPr>
        <p:spPr bwMode="auto">
          <a:xfrm>
            <a:off x="-3362" y="4688116"/>
            <a:ext cx="9147088" cy="458746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fr-FR" dirty="0">
                <a:ea typeface="Roboto"/>
                <a:cs typeface="Roboto"/>
              </a:rPr>
              <a:t>24</a:t>
            </a:r>
            <a:endParaRPr lang="fr-FR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F20FA2-8705-B419-5E4A-E73AF1171694}"/>
              </a:ext>
            </a:extLst>
          </p:cNvPr>
          <p:cNvGrpSpPr/>
          <p:nvPr/>
        </p:nvGrpSpPr>
        <p:grpSpPr>
          <a:xfrm>
            <a:off x="5163585" y="1040303"/>
            <a:ext cx="3271482" cy="3271478"/>
            <a:chOff x="5871157" y="-643"/>
            <a:chExt cx="3271482" cy="3271478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13CAA63-113C-59F2-6C61-45DA046D96DE}"/>
                </a:ext>
              </a:extLst>
            </p:cNvPr>
            <p:cNvGrpSpPr/>
            <p:nvPr/>
          </p:nvGrpSpPr>
          <p:grpSpPr>
            <a:xfrm>
              <a:off x="5871157" y="-643"/>
              <a:ext cx="3271482" cy="3271478"/>
              <a:chOff x="-1687513" y="3627438"/>
              <a:chExt cx="1303338" cy="1303337"/>
            </a:xfrm>
            <a:solidFill>
              <a:schemeClr val="bg1">
                <a:lumMod val="95000"/>
                <a:alpha val="50000"/>
              </a:schemeClr>
            </a:solidFill>
          </p:grpSpPr>
          <p:sp>
            <p:nvSpPr>
              <p:cNvPr id="6" name="Freeform 47">
                <a:extLst>
                  <a:ext uri="{FF2B5EF4-FFF2-40B4-BE49-F238E27FC236}">
                    <a16:creationId xmlns:a16="http://schemas.microsoft.com/office/drawing/2014/main" id="{E43D0B9B-D68D-B56C-E32A-7232F6DF4C0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1687513" y="3627438"/>
                <a:ext cx="1303338" cy="1303337"/>
              </a:xfrm>
              <a:custGeom>
                <a:avLst/>
                <a:gdLst>
                  <a:gd name="T0" fmla="*/ 1696 w 1920"/>
                  <a:gd name="T1" fmla="*/ 647 h 1920"/>
                  <a:gd name="T2" fmla="*/ 1729 w 1920"/>
                  <a:gd name="T3" fmla="*/ 372 h 1920"/>
                  <a:gd name="T4" fmla="*/ 1385 w 1920"/>
                  <a:gd name="T5" fmla="*/ 282 h 1920"/>
                  <a:gd name="T6" fmla="*/ 1088 w 1920"/>
                  <a:gd name="T7" fmla="*/ 0 h 1920"/>
                  <a:gd name="T8" fmla="*/ 781 w 1920"/>
                  <a:gd name="T9" fmla="*/ 180 h 1920"/>
                  <a:gd name="T10" fmla="*/ 372 w 1920"/>
                  <a:gd name="T11" fmla="*/ 191 h 1920"/>
                  <a:gd name="T12" fmla="*/ 282 w 1920"/>
                  <a:gd name="T13" fmla="*/ 535 h 1920"/>
                  <a:gd name="T14" fmla="*/ 0 w 1920"/>
                  <a:gd name="T15" fmla="*/ 832 h 1920"/>
                  <a:gd name="T16" fmla="*/ 180 w 1920"/>
                  <a:gd name="T17" fmla="*/ 1139 h 1920"/>
                  <a:gd name="T18" fmla="*/ 191 w 1920"/>
                  <a:gd name="T19" fmla="*/ 1548 h 1920"/>
                  <a:gd name="T20" fmla="*/ 535 w 1920"/>
                  <a:gd name="T21" fmla="*/ 1638 h 1920"/>
                  <a:gd name="T22" fmla="*/ 832 w 1920"/>
                  <a:gd name="T23" fmla="*/ 1920 h 1920"/>
                  <a:gd name="T24" fmla="*/ 1139 w 1920"/>
                  <a:gd name="T25" fmla="*/ 1740 h 1920"/>
                  <a:gd name="T26" fmla="*/ 1376 w 1920"/>
                  <a:gd name="T27" fmla="*/ 1920 h 1920"/>
                  <a:gd name="T28" fmla="*/ 1506 w 1920"/>
                  <a:gd name="T29" fmla="*/ 1732 h 1920"/>
                  <a:gd name="T30" fmla="*/ 1732 w 1920"/>
                  <a:gd name="T31" fmla="*/ 1506 h 1920"/>
                  <a:gd name="T32" fmla="*/ 1789 w 1920"/>
                  <a:gd name="T33" fmla="*/ 1132 h 1920"/>
                  <a:gd name="T34" fmla="*/ 1920 w 1920"/>
                  <a:gd name="T35" fmla="*/ 832 h 1920"/>
                  <a:gd name="T36" fmla="*/ 1078 w 1920"/>
                  <a:gd name="T37" fmla="*/ 1709 h 1920"/>
                  <a:gd name="T38" fmla="*/ 842 w 1920"/>
                  <a:gd name="T39" fmla="*/ 1709 h 1920"/>
                  <a:gd name="T40" fmla="*/ 514 w 1920"/>
                  <a:gd name="T41" fmla="*/ 1573 h 1920"/>
                  <a:gd name="T42" fmla="*/ 347 w 1920"/>
                  <a:gd name="T43" fmla="*/ 1406 h 1920"/>
                  <a:gd name="T44" fmla="*/ 211 w 1920"/>
                  <a:gd name="T45" fmla="*/ 1078 h 1920"/>
                  <a:gd name="T46" fmla="*/ 211 w 1920"/>
                  <a:gd name="T47" fmla="*/ 842 h 1920"/>
                  <a:gd name="T48" fmla="*/ 347 w 1920"/>
                  <a:gd name="T49" fmla="*/ 514 h 1920"/>
                  <a:gd name="T50" fmla="*/ 514 w 1920"/>
                  <a:gd name="T51" fmla="*/ 347 h 1920"/>
                  <a:gd name="T52" fmla="*/ 842 w 1920"/>
                  <a:gd name="T53" fmla="*/ 211 h 1920"/>
                  <a:gd name="T54" fmla="*/ 1078 w 1920"/>
                  <a:gd name="T55" fmla="*/ 211 h 1920"/>
                  <a:gd name="T56" fmla="*/ 1406 w 1920"/>
                  <a:gd name="T57" fmla="*/ 347 h 1920"/>
                  <a:gd name="T58" fmla="*/ 1573 w 1920"/>
                  <a:gd name="T59" fmla="*/ 514 h 1920"/>
                  <a:gd name="T60" fmla="*/ 1241 w 1920"/>
                  <a:gd name="T61" fmla="*/ 533 h 1920"/>
                  <a:gd name="T62" fmla="*/ 960 w 1920"/>
                  <a:gd name="T63" fmla="*/ 1472 h 1920"/>
                  <a:gd name="T64" fmla="*/ 1280 w 1920"/>
                  <a:gd name="T65" fmla="*/ 1440 h 1920"/>
                  <a:gd name="T66" fmla="*/ 1103 w 1920"/>
                  <a:gd name="T67" fmla="*/ 1682 h 1920"/>
                  <a:gd name="T68" fmla="*/ 699 w 1920"/>
                  <a:gd name="T69" fmla="*/ 1146 h 1920"/>
                  <a:gd name="T70" fmla="*/ 612 w 1920"/>
                  <a:gd name="T71" fmla="*/ 1243 h 1920"/>
                  <a:gd name="T72" fmla="*/ 1050 w 1920"/>
                  <a:gd name="T73" fmla="*/ 653 h 1920"/>
                  <a:gd name="T74" fmla="*/ 746 w 1920"/>
                  <a:gd name="T75" fmla="*/ 1101 h 1920"/>
                  <a:gd name="T76" fmla="*/ 1344 w 1920"/>
                  <a:gd name="T77" fmla="*/ 1406 h 1920"/>
                  <a:gd name="T78" fmla="*/ 1408 w 1920"/>
                  <a:gd name="T79" fmla="*/ 1440 h 1920"/>
                  <a:gd name="T80" fmla="*/ 1440 w 1920"/>
                  <a:gd name="T81" fmla="*/ 1792 h 1920"/>
                  <a:gd name="T82" fmla="*/ 1312 w 1920"/>
                  <a:gd name="T83" fmla="*/ 1504 h 1920"/>
                  <a:gd name="T84" fmla="*/ 1664 w 1920"/>
                  <a:gd name="T85" fmla="*/ 1523 h 1920"/>
                  <a:gd name="T86" fmla="*/ 1504 w 1920"/>
                  <a:gd name="T87" fmla="*/ 1472 h 1920"/>
                  <a:gd name="T88" fmla="*/ 1578 w 1920"/>
                  <a:gd name="T89" fmla="*/ 1359 h 1920"/>
                  <a:gd name="T90" fmla="*/ 1664 w 1920"/>
                  <a:gd name="T91" fmla="*/ 1523 h 1920"/>
                  <a:gd name="T92" fmla="*/ 1376 w 1920"/>
                  <a:gd name="T93" fmla="*/ 576 h 1920"/>
                  <a:gd name="T94" fmla="*/ 1856 w 1920"/>
                  <a:gd name="T95" fmla="*/ 1060 h 1920"/>
                  <a:gd name="T96" fmla="*/ 1856 w 1920"/>
                  <a:gd name="T97" fmla="*/ 860 h 19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920" h="1920">
                    <a:moveTo>
                      <a:pt x="1892" y="800"/>
                    </a:moveTo>
                    <a:cubicBezTo>
                      <a:pt x="1790" y="787"/>
                      <a:pt x="1790" y="787"/>
                      <a:pt x="1790" y="787"/>
                    </a:cubicBezTo>
                    <a:cubicBezTo>
                      <a:pt x="1767" y="735"/>
                      <a:pt x="1736" y="688"/>
                      <a:pt x="1696" y="647"/>
                    </a:cubicBezTo>
                    <a:cubicBezTo>
                      <a:pt x="1680" y="608"/>
                      <a:pt x="1660" y="571"/>
                      <a:pt x="1638" y="535"/>
                    </a:cubicBezTo>
                    <a:cubicBezTo>
                      <a:pt x="1732" y="414"/>
                      <a:pt x="1732" y="414"/>
                      <a:pt x="1732" y="414"/>
                    </a:cubicBezTo>
                    <a:cubicBezTo>
                      <a:pt x="1742" y="401"/>
                      <a:pt x="1740" y="383"/>
                      <a:pt x="1729" y="372"/>
                    </a:cubicBezTo>
                    <a:cubicBezTo>
                      <a:pt x="1548" y="191"/>
                      <a:pt x="1548" y="191"/>
                      <a:pt x="1548" y="191"/>
                    </a:cubicBezTo>
                    <a:cubicBezTo>
                      <a:pt x="1537" y="179"/>
                      <a:pt x="1519" y="178"/>
                      <a:pt x="1506" y="188"/>
                    </a:cubicBezTo>
                    <a:cubicBezTo>
                      <a:pt x="1385" y="282"/>
                      <a:pt x="1385" y="282"/>
                      <a:pt x="1385" y="282"/>
                    </a:cubicBezTo>
                    <a:cubicBezTo>
                      <a:pt x="1309" y="234"/>
                      <a:pt x="1226" y="200"/>
                      <a:pt x="1139" y="180"/>
                    </a:cubicBezTo>
                    <a:cubicBezTo>
                      <a:pt x="1120" y="28"/>
                      <a:pt x="1120" y="28"/>
                      <a:pt x="1120" y="28"/>
                    </a:cubicBezTo>
                    <a:cubicBezTo>
                      <a:pt x="1118" y="12"/>
                      <a:pt x="1104" y="0"/>
                      <a:pt x="1088" y="0"/>
                    </a:cubicBezTo>
                    <a:cubicBezTo>
                      <a:pt x="832" y="0"/>
                      <a:pt x="832" y="0"/>
                      <a:pt x="832" y="0"/>
                    </a:cubicBezTo>
                    <a:cubicBezTo>
                      <a:pt x="816" y="0"/>
                      <a:pt x="802" y="12"/>
                      <a:pt x="800" y="28"/>
                    </a:cubicBezTo>
                    <a:cubicBezTo>
                      <a:pt x="781" y="180"/>
                      <a:pt x="781" y="180"/>
                      <a:pt x="781" y="180"/>
                    </a:cubicBezTo>
                    <a:cubicBezTo>
                      <a:pt x="694" y="200"/>
                      <a:pt x="611" y="234"/>
                      <a:pt x="535" y="282"/>
                    </a:cubicBezTo>
                    <a:cubicBezTo>
                      <a:pt x="414" y="188"/>
                      <a:pt x="414" y="188"/>
                      <a:pt x="414" y="188"/>
                    </a:cubicBezTo>
                    <a:cubicBezTo>
                      <a:pt x="401" y="178"/>
                      <a:pt x="383" y="179"/>
                      <a:pt x="372" y="191"/>
                    </a:cubicBezTo>
                    <a:cubicBezTo>
                      <a:pt x="191" y="372"/>
                      <a:pt x="191" y="372"/>
                      <a:pt x="191" y="372"/>
                    </a:cubicBezTo>
                    <a:cubicBezTo>
                      <a:pt x="179" y="383"/>
                      <a:pt x="178" y="401"/>
                      <a:pt x="188" y="414"/>
                    </a:cubicBezTo>
                    <a:cubicBezTo>
                      <a:pt x="282" y="535"/>
                      <a:pt x="282" y="535"/>
                      <a:pt x="282" y="535"/>
                    </a:cubicBezTo>
                    <a:cubicBezTo>
                      <a:pt x="234" y="611"/>
                      <a:pt x="200" y="694"/>
                      <a:pt x="180" y="781"/>
                    </a:cubicBezTo>
                    <a:cubicBezTo>
                      <a:pt x="28" y="800"/>
                      <a:pt x="28" y="800"/>
                      <a:pt x="28" y="800"/>
                    </a:cubicBezTo>
                    <a:cubicBezTo>
                      <a:pt x="12" y="802"/>
                      <a:pt x="0" y="816"/>
                      <a:pt x="0" y="832"/>
                    </a:cubicBezTo>
                    <a:cubicBezTo>
                      <a:pt x="0" y="1088"/>
                      <a:pt x="0" y="1088"/>
                      <a:pt x="0" y="1088"/>
                    </a:cubicBezTo>
                    <a:cubicBezTo>
                      <a:pt x="0" y="1104"/>
                      <a:pt x="12" y="1118"/>
                      <a:pt x="28" y="1120"/>
                    </a:cubicBezTo>
                    <a:cubicBezTo>
                      <a:pt x="180" y="1139"/>
                      <a:pt x="180" y="1139"/>
                      <a:pt x="180" y="1139"/>
                    </a:cubicBezTo>
                    <a:cubicBezTo>
                      <a:pt x="200" y="1226"/>
                      <a:pt x="234" y="1309"/>
                      <a:pt x="282" y="1385"/>
                    </a:cubicBezTo>
                    <a:cubicBezTo>
                      <a:pt x="188" y="1506"/>
                      <a:pt x="188" y="1506"/>
                      <a:pt x="188" y="1506"/>
                    </a:cubicBezTo>
                    <a:cubicBezTo>
                      <a:pt x="178" y="1519"/>
                      <a:pt x="179" y="1537"/>
                      <a:pt x="191" y="1548"/>
                    </a:cubicBezTo>
                    <a:cubicBezTo>
                      <a:pt x="372" y="1729"/>
                      <a:pt x="372" y="1729"/>
                      <a:pt x="372" y="1729"/>
                    </a:cubicBezTo>
                    <a:cubicBezTo>
                      <a:pt x="383" y="1741"/>
                      <a:pt x="401" y="1742"/>
                      <a:pt x="414" y="1732"/>
                    </a:cubicBezTo>
                    <a:cubicBezTo>
                      <a:pt x="535" y="1638"/>
                      <a:pt x="535" y="1638"/>
                      <a:pt x="535" y="1638"/>
                    </a:cubicBezTo>
                    <a:cubicBezTo>
                      <a:pt x="611" y="1686"/>
                      <a:pt x="694" y="1720"/>
                      <a:pt x="781" y="1740"/>
                    </a:cubicBezTo>
                    <a:cubicBezTo>
                      <a:pt x="800" y="1892"/>
                      <a:pt x="800" y="1892"/>
                      <a:pt x="800" y="1892"/>
                    </a:cubicBezTo>
                    <a:cubicBezTo>
                      <a:pt x="802" y="1908"/>
                      <a:pt x="816" y="1920"/>
                      <a:pt x="832" y="1920"/>
                    </a:cubicBezTo>
                    <a:cubicBezTo>
                      <a:pt x="1088" y="1920"/>
                      <a:pt x="1088" y="1920"/>
                      <a:pt x="1088" y="1920"/>
                    </a:cubicBezTo>
                    <a:cubicBezTo>
                      <a:pt x="1104" y="1920"/>
                      <a:pt x="1118" y="1908"/>
                      <a:pt x="1120" y="1892"/>
                    </a:cubicBezTo>
                    <a:cubicBezTo>
                      <a:pt x="1139" y="1740"/>
                      <a:pt x="1139" y="1740"/>
                      <a:pt x="1139" y="1740"/>
                    </a:cubicBezTo>
                    <a:cubicBezTo>
                      <a:pt x="1176" y="1731"/>
                      <a:pt x="1212" y="1720"/>
                      <a:pt x="1248" y="1706"/>
                    </a:cubicBezTo>
                    <a:cubicBezTo>
                      <a:pt x="1248" y="1792"/>
                      <a:pt x="1248" y="1792"/>
                      <a:pt x="1248" y="1792"/>
                    </a:cubicBezTo>
                    <a:cubicBezTo>
                      <a:pt x="1248" y="1863"/>
                      <a:pt x="1305" y="1920"/>
                      <a:pt x="1376" y="1920"/>
                    </a:cubicBezTo>
                    <a:cubicBezTo>
                      <a:pt x="1447" y="1920"/>
                      <a:pt x="1504" y="1863"/>
                      <a:pt x="1504" y="1792"/>
                    </a:cubicBezTo>
                    <a:cubicBezTo>
                      <a:pt x="1504" y="1730"/>
                      <a:pt x="1504" y="1730"/>
                      <a:pt x="1504" y="1730"/>
                    </a:cubicBezTo>
                    <a:cubicBezTo>
                      <a:pt x="1506" y="1732"/>
                      <a:pt x="1506" y="1732"/>
                      <a:pt x="1506" y="1732"/>
                    </a:cubicBezTo>
                    <a:cubicBezTo>
                      <a:pt x="1519" y="1742"/>
                      <a:pt x="1537" y="1741"/>
                      <a:pt x="1548" y="1729"/>
                    </a:cubicBezTo>
                    <a:cubicBezTo>
                      <a:pt x="1729" y="1548"/>
                      <a:pt x="1729" y="1548"/>
                      <a:pt x="1729" y="1548"/>
                    </a:cubicBezTo>
                    <a:cubicBezTo>
                      <a:pt x="1741" y="1537"/>
                      <a:pt x="1742" y="1519"/>
                      <a:pt x="1732" y="1506"/>
                    </a:cubicBezTo>
                    <a:cubicBezTo>
                      <a:pt x="1638" y="1385"/>
                      <a:pt x="1638" y="1385"/>
                      <a:pt x="1638" y="1385"/>
                    </a:cubicBezTo>
                    <a:cubicBezTo>
                      <a:pt x="1660" y="1349"/>
                      <a:pt x="1680" y="1312"/>
                      <a:pt x="1696" y="1273"/>
                    </a:cubicBezTo>
                    <a:cubicBezTo>
                      <a:pt x="1736" y="1232"/>
                      <a:pt x="1767" y="1185"/>
                      <a:pt x="1789" y="1132"/>
                    </a:cubicBezTo>
                    <a:cubicBezTo>
                      <a:pt x="1892" y="1120"/>
                      <a:pt x="1892" y="1120"/>
                      <a:pt x="1892" y="1120"/>
                    </a:cubicBezTo>
                    <a:cubicBezTo>
                      <a:pt x="1908" y="1118"/>
                      <a:pt x="1920" y="1104"/>
                      <a:pt x="1920" y="1088"/>
                    </a:cubicBezTo>
                    <a:cubicBezTo>
                      <a:pt x="1920" y="832"/>
                      <a:pt x="1920" y="832"/>
                      <a:pt x="1920" y="832"/>
                    </a:cubicBezTo>
                    <a:cubicBezTo>
                      <a:pt x="1920" y="816"/>
                      <a:pt x="1908" y="802"/>
                      <a:pt x="1892" y="800"/>
                    </a:cubicBezTo>
                    <a:close/>
                    <a:moveTo>
                      <a:pt x="1103" y="1682"/>
                    </a:moveTo>
                    <a:cubicBezTo>
                      <a:pt x="1090" y="1685"/>
                      <a:pt x="1080" y="1696"/>
                      <a:pt x="1078" y="1709"/>
                    </a:cubicBezTo>
                    <a:cubicBezTo>
                      <a:pt x="1060" y="1856"/>
                      <a:pt x="1060" y="1856"/>
                      <a:pt x="1060" y="1856"/>
                    </a:cubicBezTo>
                    <a:cubicBezTo>
                      <a:pt x="860" y="1856"/>
                      <a:pt x="860" y="1856"/>
                      <a:pt x="860" y="1856"/>
                    </a:cubicBezTo>
                    <a:cubicBezTo>
                      <a:pt x="842" y="1709"/>
                      <a:pt x="842" y="1709"/>
                      <a:pt x="842" y="1709"/>
                    </a:cubicBezTo>
                    <a:cubicBezTo>
                      <a:pt x="840" y="1696"/>
                      <a:pt x="830" y="1685"/>
                      <a:pt x="816" y="1682"/>
                    </a:cubicBezTo>
                    <a:cubicBezTo>
                      <a:pt x="722" y="1663"/>
                      <a:pt x="631" y="1626"/>
                      <a:pt x="551" y="1572"/>
                    </a:cubicBezTo>
                    <a:cubicBezTo>
                      <a:pt x="540" y="1564"/>
                      <a:pt x="525" y="1565"/>
                      <a:pt x="514" y="1573"/>
                    </a:cubicBezTo>
                    <a:cubicBezTo>
                      <a:pt x="397" y="1664"/>
                      <a:pt x="397" y="1664"/>
                      <a:pt x="397" y="1664"/>
                    </a:cubicBezTo>
                    <a:cubicBezTo>
                      <a:pt x="256" y="1523"/>
                      <a:pt x="256" y="1523"/>
                      <a:pt x="256" y="1523"/>
                    </a:cubicBezTo>
                    <a:cubicBezTo>
                      <a:pt x="347" y="1406"/>
                      <a:pt x="347" y="1406"/>
                      <a:pt x="347" y="1406"/>
                    </a:cubicBezTo>
                    <a:cubicBezTo>
                      <a:pt x="355" y="1395"/>
                      <a:pt x="356" y="1380"/>
                      <a:pt x="348" y="1369"/>
                    </a:cubicBezTo>
                    <a:cubicBezTo>
                      <a:pt x="294" y="1289"/>
                      <a:pt x="257" y="1199"/>
                      <a:pt x="238" y="1104"/>
                    </a:cubicBezTo>
                    <a:cubicBezTo>
                      <a:pt x="235" y="1090"/>
                      <a:pt x="224" y="1080"/>
                      <a:pt x="211" y="1078"/>
                    </a:cubicBezTo>
                    <a:cubicBezTo>
                      <a:pt x="64" y="1060"/>
                      <a:pt x="64" y="1060"/>
                      <a:pt x="64" y="1060"/>
                    </a:cubicBezTo>
                    <a:cubicBezTo>
                      <a:pt x="64" y="860"/>
                      <a:pt x="64" y="860"/>
                      <a:pt x="64" y="860"/>
                    </a:cubicBezTo>
                    <a:cubicBezTo>
                      <a:pt x="211" y="842"/>
                      <a:pt x="211" y="842"/>
                      <a:pt x="211" y="842"/>
                    </a:cubicBezTo>
                    <a:cubicBezTo>
                      <a:pt x="224" y="840"/>
                      <a:pt x="235" y="830"/>
                      <a:pt x="238" y="816"/>
                    </a:cubicBezTo>
                    <a:cubicBezTo>
                      <a:pt x="257" y="722"/>
                      <a:pt x="294" y="631"/>
                      <a:pt x="348" y="551"/>
                    </a:cubicBezTo>
                    <a:cubicBezTo>
                      <a:pt x="356" y="540"/>
                      <a:pt x="355" y="525"/>
                      <a:pt x="347" y="514"/>
                    </a:cubicBezTo>
                    <a:cubicBezTo>
                      <a:pt x="256" y="397"/>
                      <a:pt x="256" y="397"/>
                      <a:pt x="256" y="397"/>
                    </a:cubicBezTo>
                    <a:cubicBezTo>
                      <a:pt x="397" y="256"/>
                      <a:pt x="397" y="256"/>
                      <a:pt x="397" y="256"/>
                    </a:cubicBezTo>
                    <a:cubicBezTo>
                      <a:pt x="514" y="347"/>
                      <a:pt x="514" y="347"/>
                      <a:pt x="514" y="347"/>
                    </a:cubicBezTo>
                    <a:cubicBezTo>
                      <a:pt x="525" y="355"/>
                      <a:pt x="540" y="356"/>
                      <a:pt x="551" y="348"/>
                    </a:cubicBezTo>
                    <a:cubicBezTo>
                      <a:pt x="631" y="294"/>
                      <a:pt x="722" y="257"/>
                      <a:pt x="816" y="238"/>
                    </a:cubicBezTo>
                    <a:cubicBezTo>
                      <a:pt x="830" y="235"/>
                      <a:pt x="840" y="224"/>
                      <a:pt x="842" y="211"/>
                    </a:cubicBezTo>
                    <a:cubicBezTo>
                      <a:pt x="860" y="64"/>
                      <a:pt x="860" y="64"/>
                      <a:pt x="860" y="64"/>
                    </a:cubicBezTo>
                    <a:cubicBezTo>
                      <a:pt x="1060" y="64"/>
                      <a:pt x="1060" y="64"/>
                      <a:pt x="1060" y="64"/>
                    </a:cubicBezTo>
                    <a:cubicBezTo>
                      <a:pt x="1078" y="211"/>
                      <a:pt x="1078" y="211"/>
                      <a:pt x="1078" y="211"/>
                    </a:cubicBezTo>
                    <a:cubicBezTo>
                      <a:pt x="1080" y="224"/>
                      <a:pt x="1090" y="235"/>
                      <a:pt x="1104" y="238"/>
                    </a:cubicBezTo>
                    <a:cubicBezTo>
                      <a:pt x="1198" y="257"/>
                      <a:pt x="1289" y="294"/>
                      <a:pt x="1369" y="348"/>
                    </a:cubicBezTo>
                    <a:cubicBezTo>
                      <a:pt x="1380" y="356"/>
                      <a:pt x="1395" y="355"/>
                      <a:pt x="1406" y="347"/>
                    </a:cubicBezTo>
                    <a:cubicBezTo>
                      <a:pt x="1523" y="256"/>
                      <a:pt x="1523" y="256"/>
                      <a:pt x="1523" y="256"/>
                    </a:cubicBezTo>
                    <a:cubicBezTo>
                      <a:pt x="1664" y="397"/>
                      <a:pt x="1664" y="397"/>
                      <a:pt x="1664" y="397"/>
                    </a:cubicBezTo>
                    <a:cubicBezTo>
                      <a:pt x="1573" y="514"/>
                      <a:pt x="1573" y="514"/>
                      <a:pt x="1573" y="514"/>
                    </a:cubicBezTo>
                    <a:cubicBezTo>
                      <a:pt x="1565" y="525"/>
                      <a:pt x="1564" y="540"/>
                      <a:pt x="1572" y="551"/>
                    </a:cubicBezTo>
                    <a:cubicBezTo>
                      <a:pt x="1574" y="554"/>
                      <a:pt x="1576" y="557"/>
                      <a:pt x="1578" y="560"/>
                    </a:cubicBezTo>
                    <a:cubicBezTo>
                      <a:pt x="1474" y="507"/>
                      <a:pt x="1353" y="497"/>
                      <a:pt x="1241" y="533"/>
                    </a:cubicBezTo>
                    <a:cubicBezTo>
                      <a:pt x="1158" y="477"/>
                      <a:pt x="1060" y="448"/>
                      <a:pt x="960" y="448"/>
                    </a:cubicBezTo>
                    <a:cubicBezTo>
                      <a:pt x="677" y="448"/>
                      <a:pt x="448" y="677"/>
                      <a:pt x="448" y="960"/>
                    </a:cubicBezTo>
                    <a:cubicBezTo>
                      <a:pt x="448" y="1243"/>
                      <a:pt x="677" y="1472"/>
                      <a:pt x="960" y="1472"/>
                    </a:cubicBezTo>
                    <a:cubicBezTo>
                      <a:pt x="1060" y="1472"/>
                      <a:pt x="1158" y="1443"/>
                      <a:pt x="1241" y="1387"/>
                    </a:cubicBezTo>
                    <a:cubicBezTo>
                      <a:pt x="1254" y="1391"/>
                      <a:pt x="1267" y="1394"/>
                      <a:pt x="1280" y="1397"/>
                    </a:cubicBezTo>
                    <a:cubicBezTo>
                      <a:pt x="1280" y="1440"/>
                      <a:pt x="1280" y="1440"/>
                      <a:pt x="1280" y="1440"/>
                    </a:cubicBezTo>
                    <a:cubicBezTo>
                      <a:pt x="1262" y="1440"/>
                      <a:pt x="1248" y="1454"/>
                      <a:pt x="1248" y="1472"/>
                    </a:cubicBezTo>
                    <a:cubicBezTo>
                      <a:pt x="1248" y="1637"/>
                      <a:pt x="1248" y="1637"/>
                      <a:pt x="1248" y="1637"/>
                    </a:cubicBezTo>
                    <a:cubicBezTo>
                      <a:pt x="1202" y="1657"/>
                      <a:pt x="1153" y="1672"/>
                      <a:pt x="1103" y="1682"/>
                    </a:cubicBezTo>
                    <a:close/>
                    <a:moveTo>
                      <a:pt x="1050" y="653"/>
                    </a:moveTo>
                    <a:cubicBezTo>
                      <a:pt x="919" y="614"/>
                      <a:pt x="778" y="663"/>
                      <a:pt x="699" y="774"/>
                    </a:cubicBezTo>
                    <a:cubicBezTo>
                      <a:pt x="619" y="885"/>
                      <a:pt x="619" y="1035"/>
                      <a:pt x="699" y="1146"/>
                    </a:cubicBezTo>
                    <a:cubicBezTo>
                      <a:pt x="778" y="1257"/>
                      <a:pt x="919" y="1306"/>
                      <a:pt x="1050" y="1267"/>
                    </a:cubicBezTo>
                    <a:cubicBezTo>
                      <a:pt x="1084" y="1303"/>
                      <a:pt x="1124" y="1333"/>
                      <a:pt x="1168" y="1356"/>
                    </a:cubicBezTo>
                    <a:cubicBezTo>
                      <a:pt x="980" y="1456"/>
                      <a:pt x="747" y="1408"/>
                      <a:pt x="612" y="1243"/>
                    </a:cubicBezTo>
                    <a:cubicBezTo>
                      <a:pt x="478" y="1079"/>
                      <a:pt x="478" y="841"/>
                      <a:pt x="612" y="677"/>
                    </a:cubicBezTo>
                    <a:cubicBezTo>
                      <a:pt x="747" y="512"/>
                      <a:pt x="980" y="464"/>
                      <a:pt x="1168" y="564"/>
                    </a:cubicBezTo>
                    <a:cubicBezTo>
                      <a:pt x="1124" y="587"/>
                      <a:pt x="1084" y="617"/>
                      <a:pt x="1050" y="653"/>
                    </a:cubicBezTo>
                    <a:close/>
                    <a:moveTo>
                      <a:pt x="1006" y="708"/>
                    </a:moveTo>
                    <a:cubicBezTo>
                      <a:pt x="902" y="860"/>
                      <a:pt x="902" y="1060"/>
                      <a:pt x="1006" y="1212"/>
                    </a:cubicBezTo>
                    <a:cubicBezTo>
                      <a:pt x="905" y="1230"/>
                      <a:pt x="803" y="1187"/>
                      <a:pt x="746" y="1101"/>
                    </a:cubicBezTo>
                    <a:cubicBezTo>
                      <a:pt x="690" y="1016"/>
                      <a:pt x="690" y="904"/>
                      <a:pt x="746" y="819"/>
                    </a:cubicBezTo>
                    <a:cubicBezTo>
                      <a:pt x="803" y="733"/>
                      <a:pt x="905" y="690"/>
                      <a:pt x="1006" y="708"/>
                    </a:cubicBezTo>
                    <a:close/>
                    <a:moveTo>
                      <a:pt x="1344" y="1406"/>
                    </a:moveTo>
                    <a:cubicBezTo>
                      <a:pt x="1355" y="1407"/>
                      <a:pt x="1365" y="1408"/>
                      <a:pt x="1376" y="1408"/>
                    </a:cubicBezTo>
                    <a:cubicBezTo>
                      <a:pt x="1387" y="1408"/>
                      <a:pt x="1397" y="1407"/>
                      <a:pt x="1408" y="1406"/>
                    </a:cubicBezTo>
                    <a:cubicBezTo>
                      <a:pt x="1408" y="1440"/>
                      <a:pt x="1408" y="1440"/>
                      <a:pt x="1408" y="1440"/>
                    </a:cubicBezTo>
                    <a:cubicBezTo>
                      <a:pt x="1344" y="1440"/>
                      <a:pt x="1344" y="1440"/>
                      <a:pt x="1344" y="1440"/>
                    </a:cubicBezTo>
                    <a:lnTo>
                      <a:pt x="1344" y="1406"/>
                    </a:lnTo>
                    <a:close/>
                    <a:moveTo>
                      <a:pt x="1440" y="1792"/>
                    </a:moveTo>
                    <a:cubicBezTo>
                      <a:pt x="1440" y="1827"/>
                      <a:pt x="1411" y="1856"/>
                      <a:pt x="1376" y="1856"/>
                    </a:cubicBezTo>
                    <a:cubicBezTo>
                      <a:pt x="1341" y="1856"/>
                      <a:pt x="1312" y="1827"/>
                      <a:pt x="1312" y="1792"/>
                    </a:cubicBezTo>
                    <a:cubicBezTo>
                      <a:pt x="1312" y="1504"/>
                      <a:pt x="1312" y="1504"/>
                      <a:pt x="1312" y="1504"/>
                    </a:cubicBezTo>
                    <a:cubicBezTo>
                      <a:pt x="1440" y="1504"/>
                      <a:pt x="1440" y="1504"/>
                      <a:pt x="1440" y="1504"/>
                    </a:cubicBezTo>
                    <a:lnTo>
                      <a:pt x="1440" y="1792"/>
                    </a:lnTo>
                    <a:close/>
                    <a:moveTo>
                      <a:pt x="1664" y="1523"/>
                    </a:moveTo>
                    <a:cubicBezTo>
                      <a:pt x="1523" y="1664"/>
                      <a:pt x="1523" y="1664"/>
                      <a:pt x="1523" y="1664"/>
                    </a:cubicBezTo>
                    <a:cubicBezTo>
                      <a:pt x="1504" y="1649"/>
                      <a:pt x="1504" y="1649"/>
                      <a:pt x="1504" y="1649"/>
                    </a:cubicBezTo>
                    <a:cubicBezTo>
                      <a:pt x="1504" y="1472"/>
                      <a:pt x="1504" y="1472"/>
                      <a:pt x="1504" y="1472"/>
                    </a:cubicBezTo>
                    <a:cubicBezTo>
                      <a:pt x="1504" y="1454"/>
                      <a:pt x="1490" y="1440"/>
                      <a:pt x="1472" y="1440"/>
                    </a:cubicBezTo>
                    <a:cubicBezTo>
                      <a:pt x="1472" y="1397"/>
                      <a:pt x="1472" y="1397"/>
                      <a:pt x="1472" y="1397"/>
                    </a:cubicBezTo>
                    <a:cubicBezTo>
                      <a:pt x="1509" y="1389"/>
                      <a:pt x="1544" y="1377"/>
                      <a:pt x="1578" y="1359"/>
                    </a:cubicBezTo>
                    <a:cubicBezTo>
                      <a:pt x="1576" y="1363"/>
                      <a:pt x="1574" y="1366"/>
                      <a:pt x="1572" y="1369"/>
                    </a:cubicBezTo>
                    <a:cubicBezTo>
                      <a:pt x="1564" y="1380"/>
                      <a:pt x="1565" y="1395"/>
                      <a:pt x="1573" y="1406"/>
                    </a:cubicBezTo>
                    <a:lnTo>
                      <a:pt x="1664" y="1523"/>
                    </a:lnTo>
                    <a:close/>
                    <a:moveTo>
                      <a:pt x="1376" y="1344"/>
                    </a:moveTo>
                    <a:cubicBezTo>
                      <a:pt x="1164" y="1344"/>
                      <a:pt x="992" y="1172"/>
                      <a:pt x="992" y="960"/>
                    </a:cubicBezTo>
                    <a:cubicBezTo>
                      <a:pt x="992" y="748"/>
                      <a:pt x="1164" y="576"/>
                      <a:pt x="1376" y="576"/>
                    </a:cubicBezTo>
                    <a:cubicBezTo>
                      <a:pt x="1588" y="576"/>
                      <a:pt x="1760" y="748"/>
                      <a:pt x="1760" y="960"/>
                    </a:cubicBezTo>
                    <a:cubicBezTo>
                      <a:pt x="1760" y="1172"/>
                      <a:pt x="1588" y="1344"/>
                      <a:pt x="1376" y="1344"/>
                    </a:cubicBezTo>
                    <a:close/>
                    <a:moveTo>
                      <a:pt x="1856" y="1060"/>
                    </a:moveTo>
                    <a:cubicBezTo>
                      <a:pt x="1811" y="1065"/>
                      <a:pt x="1811" y="1065"/>
                      <a:pt x="1811" y="1065"/>
                    </a:cubicBezTo>
                    <a:cubicBezTo>
                      <a:pt x="1828" y="996"/>
                      <a:pt x="1828" y="924"/>
                      <a:pt x="1811" y="855"/>
                    </a:cubicBezTo>
                    <a:cubicBezTo>
                      <a:pt x="1856" y="860"/>
                      <a:pt x="1856" y="860"/>
                      <a:pt x="1856" y="860"/>
                    </a:cubicBezTo>
                    <a:lnTo>
                      <a:pt x="1856" y="10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" name="Freeform 48">
                <a:extLst>
                  <a:ext uri="{FF2B5EF4-FFF2-40B4-BE49-F238E27FC236}">
                    <a16:creationId xmlns:a16="http://schemas.microsoft.com/office/drawing/2014/main" id="{B3ED3A31-6FD3-077E-6ED7-CF6A51BB57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969963" y="4062413"/>
                <a:ext cx="217488" cy="434975"/>
              </a:xfrm>
              <a:custGeom>
                <a:avLst/>
                <a:gdLst>
                  <a:gd name="T0" fmla="*/ 0 w 320"/>
                  <a:gd name="T1" fmla="*/ 320 h 640"/>
                  <a:gd name="T2" fmla="*/ 320 w 320"/>
                  <a:gd name="T3" fmla="*/ 640 h 640"/>
                  <a:gd name="T4" fmla="*/ 320 w 320"/>
                  <a:gd name="T5" fmla="*/ 576 h 640"/>
                  <a:gd name="T6" fmla="*/ 64 w 320"/>
                  <a:gd name="T7" fmla="*/ 320 h 640"/>
                  <a:gd name="T8" fmla="*/ 320 w 320"/>
                  <a:gd name="T9" fmla="*/ 64 h 640"/>
                  <a:gd name="T10" fmla="*/ 320 w 320"/>
                  <a:gd name="T11" fmla="*/ 0 h 640"/>
                  <a:gd name="T12" fmla="*/ 0 w 320"/>
                  <a:gd name="T13" fmla="*/ 320 h 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0" h="640">
                    <a:moveTo>
                      <a:pt x="0" y="320"/>
                    </a:moveTo>
                    <a:cubicBezTo>
                      <a:pt x="0" y="497"/>
                      <a:pt x="143" y="640"/>
                      <a:pt x="320" y="640"/>
                    </a:cubicBezTo>
                    <a:cubicBezTo>
                      <a:pt x="320" y="576"/>
                      <a:pt x="320" y="576"/>
                      <a:pt x="320" y="576"/>
                    </a:cubicBezTo>
                    <a:cubicBezTo>
                      <a:pt x="179" y="576"/>
                      <a:pt x="64" y="461"/>
                      <a:pt x="64" y="320"/>
                    </a:cubicBezTo>
                    <a:cubicBezTo>
                      <a:pt x="64" y="179"/>
                      <a:pt x="179" y="64"/>
                      <a:pt x="320" y="64"/>
                    </a:cubicBezTo>
                    <a:cubicBezTo>
                      <a:pt x="320" y="0"/>
                      <a:pt x="320" y="0"/>
                      <a:pt x="320" y="0"/>
                    </a:cubicBezTo>
                    <a:cubicBezTo>
                      <a:pt x="143" y="0"/>
                      <a:pt x="0" y="143"/>
                      <a:pt x="0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490AFBD-E59D-433B-41A4-AE7BFEF2ADC0}"/>
                </a:ext>
              </a:extLst>
            </p:cNvPr>
            <p:cNvGrpSpPr/>
            <p:nvPr/>
          </p:nvGrpSpPr>
          <p:grpSpPr>
            <a:xfrm>
              <a:off x="6672311" y="691653"/>
              <a:ext cx="1669174" cy="1669172"/>
              <a:chOff x="-1687513" y="3627438"/>
              <a:chExt cx="1303338" cy="1303337"/>
            </a:xfrm>
            <a:solidFill>
              <a:schemeClr val="accent2"/>
            </a:solidFill>
          </p:grpSpPr>
          <p:sp>
            <p:nvSpPr>
              <p:cNvPr id="19" name="Freeform 47">
                <a:extLst>
                  <a:ext uri="{FF2B5EF4-FFF2-40B4-BE49-F238E27FC236}">
                    <a16:creationId xmlns:a16="http://schemas.microsoft.com/office/drawing/2014/main" id="{05671344-8FEF-37BF-28D5-3A33A4AE36F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1687513" y="3627438"/>
                <a:ext cx="1303338" cy="1303337"/>
              </a:xfrm>
              <a:custGeom>
                <a:avLst/>
                <a:gdLst>
                  <a:gd name="T0" fmla="*/ 1696 w 1920"/>
                  <a:gd name="T1" fmla="*/ 647 h 1920"/>
                  <a:gd name="T2" fmla="*/ 1729 w 1920"/>
                  <a:gd name="T3" fmla="*/ 372 h 1920"/>
                  <a:gd name="T4" fmla="*/ 1385 w 1920"/>
                  <a:gd name="T5" fmla="*/ 282 h 1920"/>
                  <a:gd name="T6" fmla="*/ 1088 w 1920"/>
                  <a:gd name="T7" fmla="*/ 0 h 1920"/>
                  <a:gd name="T8" fmla="*/ 781 w 1920"/>
                  <a:gd name="T9" fmla="*/ 180 h 1920"/>
                  <a:gd name="T10" fmla="*/ 372 w 1920"/>
                  <a:gd name="T11" fmla="*/ 191 h 1920"/>
                  <a:gd name="T12" fmla="*/ 282 w 1920"/>
                  <a:gd name="T13" fmla="*/ 535 h 1920"/>
                  <a:gd name="T14" fmla="*/ 0 w 1920"/>
                  <a:gd name="T15" fmla="*/ 832 h 1920"/>
                  <a:gd name="T16" fmla="*/ 180 w 1920"/>
                  <a:gd name="T17" fmla="*/ 1139 h 1920"/>
                  <a:gd name="T18" fmla="*/ 191 w 1920"/>
                  <a:gd name="T19" fmla="*/ 1548 h 1920"/>
                  <a:gd name="T20" fmla="*/ 535 w 1920"/>
                  <a:gd name="T21" fmla="*/ 1638 h 1920"/>
                  <a:gd name="T22" fmla="*/ 832 w 1920"/>
                  <a:gd name="T23" fmla="*/ 1920 h 1920"/>
                  <a:gd name="T24" fmla="*/ 1139 w 1920"/>
                  <a:gd name="T25" fmla="*/ 1740 h 1920"/>
                  <a:gd name="T26" fmla="*/ 1376 w 1920"/>
                  <a:gd name="T27" fmla="*/ 1920 h 1920"/>
                  <a:gd name="T28" fmla="*/ 1506 w 1920"/>
                  <a:gd name="T29" fmla="*/ 1732 h 1920"/>
                  <a:gd name="T30" fmla="*/ 1732 w 1920"/>
                  <a:gd name="T31" fmla="*/ 1506 h 1920"/>
                  <a:gd name="T32" fmla="*/ 1789 w 1920"/>
                  <a:gd name="T33" fmla="*/ 1132 h 1920"/>
                  <a:gd name="T34" fmla="*/ 1920 w 1920"/>
                  <a:gd name="T35" fmla="*/ 832 h 1920"/>
                  <a:gd name="T36" fmla="*/ 1078 w 1920"/>
                  <a:gd name="T37" fmla="*/ 1709 h 1920"/>
                  <a:gd name="T38" fmla="*/ 842 w 1920"/>
                  <a:gd name="T39" fmla="*/ 1709 h 1920"/>
                  <a:gd name="T40" fmla="*/ 514 w 1920"/>
                  <a:gd name="T41" fmla="*/ 1573 h 1920"/>
                  <a:gd name="T42" fmla="*/ 347 w 1920"/>
                  <a:gd name="T43" fmla="*/ 1406 h 1920"/>
                  <a:gd name="T44" fmla="*/ 211 w 1920"/>
                  <a:gd name="T45" fmla="*/ 1078 h 1920"/>
                  <a:gd name="T46" fmla="*/ 211 w 1920"/>
                  <a:gd name="T47" fmla="*/ 842 h 1920"/>
                  <a:gd name="T48" fmla="*/ 347 w 1920"/>
                  <a:gd name="T49" fmla="*/ 514 h 1920"/>
                  <a:gd name="T50" fmla="*/ 514 w 1920"/>
                  <a:gd name="T51" fmla="*/ 347 h 1920"/>
                  <a:gd name="T52" fmla="*/ 842 w 1920"/>
                  <a:gd name="T53" fmla="*/ 211 h 1920"/>
                  <a:gd name="T54" fmla="*/ 1078 w 1920"/>
                  <a:gd name="T55" fmla="*/ 211 h 1920"/>
                  <a:gd name="T56" fmla="*/ 1406 w 1920"/>
                  <a:gd name="T57" fmla="*/ 347 h 1920"/>
                  <a:gd name="T58" fmla="*/ 1573 w 1920"/>
                  <a:gd name="T59" fmla="*/ 514 h 1920"/>
                  <a:gd name="T60" fmla="*/ 1241 w 1920"/>
                  <a:gd name="T61" fmla="*/ 533 h 1920"/>
                  <a:gd name="T62" fmla="*/ 960 w 1920"/>
                  <a:gd name="T63" fmla="*/ 1472 h 1920"/>
                  <a:gd name="T64" fmla="*/ 1280 w 1920"/>
                  <a:gd name="T65" fmla="*/ 1440 h 1920"/>
                  <a:gd name="T66" fmla="*/ 1103 w 1920"/>
                  <a:gd name="T67" fmla="*/ 1682 h 1920"/>
                  <a:gd name="T68" fmla="*/ 699 w 1920"/>
                  <a:gd name="T69" fmla="*/ 1146 h 1920"/>
                  <a:gd name="T70" fmla="*/ 612 w 1920"/>
                  <a:gd name="T71" fmla="*/ 1243 h 1920"/>
                  <a:gd name="T72" fmla="*/ 1050 w 1920"/>
                  <a:gd name="T73" fmla="*/ 653 h 1920"/>
                  <a:gd name="T74" fmla="*/ 746 w 1920"/>
                  <a:gd name="T75" fmla="*/ 1101 h 1920"/>
                  <a:gd name="T76" fmla="*/ 1344 w 1920"/>
                  <a:gd name="T77" fmla="*/ 1406 h 1920"/>
                  <a:gd name="T78" fmla="*/ 1408 w 1920"/>
                  <a:gd name="T79" fmla="*/ 1440 h 1920"/>
                  <a:gd name="T80" fmla="*/ 1440 w 1920"/>
                  <a:gd name="T81" fmla="*/ 1792 h 1920"/>
                  <a:gd name="T82" fmla="*/ 1312 w 1920"/>
                  <a:gd name="T83" fmla="*/ 1504 h 1920"/>
                  <a:gd name="T84" fmla="*/ 1664 w 1920"/>
                  <a:gd name="T85" fmla="*/ 1523 h 1920"/>
                  <a:gd name="T86" fmla="*/ 1504 w 1920"/>
                  <a:gd name="T87" fmla="*/ 1472 h 1920"/>
                  <a:gd name="T88" fmla="*/ 1578 w 1920"/>
                  <a:gd name="T89" fmla="*/ 1359 h 1920"/>
                  <a:gd name="T90" fmla="*/ 1664 w 1920"/>
                  <a:gd name="T91" fmla="*/ 1523 h 1920"/>
                  <a:gd name="T92" fmla="*/ 1376 w 1920"/>
                  <a:gd name="T93" fmla="*/ 576 h 1920"/>
                  <a:gd name="T94" fmla="*/ 1856 w 1920"/>
                  <a:gd name="T95" fmla="*/ 1060 h 1920"/>
                  <a:gd name="T96" fmla="*/ 1856 w 1920"/>
                  <a:gd name="T97" fmla="*/ 860 h 19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920" h="1920">
                    <a:moveTo>
                      <a:pt x="1892" y="800"/>
                    </a:moveTo>
                    <a:cubicBezTo>
                      <a:pt x="1790" y="787"/>
                      <a:pt x="1790" y="787"/>
                      <a:pt x="1790" y="787"/>
                    </a:cubicBezTo>
                    <a:cubicBezTo>
                      <a:pt x="1767" y="735"/>
                      <a:pt x="1736" y="688"/>
                      <a:pt x="1696" y="647"/>
                    </a:cubicBezTo>
                    <a:cubicBezTo>
                      <a:pt x="1680" y="608"/>
                      <a:pt x="1660" y="571"/>
                      <a:pt x="1638" y="535"/>
                    </a:cubicBezTo>
                    <a:cubicBezTo>
                      <a:pt x="1732" y="414"/>
                      <a:pt x="1732" y="414"/>
                      <a:pt x="1732" y="414"/>
                    </a:cubicBezTo>
                    <a:cubicBezTo>
                      <a:pt x="1742" y="401"/>
                      <a:pt x="1740" y="383"/>
                      <a:pt x="1729" y="372"/>
                    </a:cubicBezTo>
                    <a:cubicBezTo>
                      <a:pt x="1548" y="191"/>
                      <a:pt x="1548" y="191"/>
                      <a:pt x="1548" y="191"/>
                    </a:cubicBezTo>
                    <a:cubicBezTo>
                      <a:pt x="1537" y="179"/>
                      <a:pt x="1519" y="178"/>
                      <a:pt x="1506" y="188"/>
                    </a:cubicBezTo>
                    <a:cubicBezTo>
                      <a:pt x="1385" y="282"/>
                      <a:pt x="1385" y="282"/>
                      <a:pt x="1385" y="282"/>
                    </a:cubicBezTo>
                    <a:cubicBezTo>
                      <a:pt x="1309" y="234"/>
                      <a:pt x="1226" y="200"/>
                      <a:pt x="1139" y="180"/>
                    </a:cubicBezTo>
                    <a:cubicBezTo>
                      <a:pt x="1120" y="28"/>
                      <a:pt x="1120" y="28"/>
                      <a:pt x="1120" y="28"/>
                    </a:cubicBezTo>
                    <a:cubicBezTo>
                      <a:pt x="1118" y="12"/>
                      <a:pt x="1104" y="0"/>
                      <a:pt x="1088" y="0"/>
                    </a:cubicBezTo>
                    <a:cubicBezTo>
                      <a:pt x="832" y="0"/>
                      <a:pt x="832" y="0"/>
                      <a:pt x="832" y="0"/>
                    </a:cubicBezTo>
                    <a:cubicBezTo>
                      <a:pt x="816" y="0"/>
                      <a:pt x="802" y="12"/>
                      <a:pt x="800" y="28"/>
                    </a:cubicBezTo>
                    <a:cubicBezTo>
                      <a:pt x="781" y="180"/>
                      <a:pt x="781" y="180"/>
                      <a:pt x="781" y="180"/>
                    </a:cubicBezTo>
                    <a:cubicBezTo>
                      <a:pt x="694" y="200"/>
                      <a:pt x="611" y="234"/>
                      <a:pt x="535" y="282"/>
                    </a:cubicBezTo>
                    <a:cubicBezTo>
                      <a:pt x="414" y="188"/>
                      <a:pt x="414" y="188"/>
                      <a:pt x="414" y="188"/>
                    </a:cubicBezTo>
                    <a:cubicBezTo>
                      <a:pt x="401" y="178"/>
                      <a:pt x="383" y="179"/>
                      <a:pt x="372" y="191"/>
                    </a:cubicBezTo>
                    <a:cubicBezTo>
                      <a:pt x="191" y="372"/>
                      <a:pt x="191" y="372"/>
                      <a:pt x="191" y="372"/>
                    </a:cubicBezTo>
                    <a:cubicBezTo>
                      <a:pt x="179" y="383"/>
                      <a:pt x="178" y="401"/>
                      <a:pt x="188" y="414"/>
                    </a:cubicBezTo>
                    <a:cubicBezTo>
                      <a:pt x="282" y="535"/>
                      <a:pt x="282" y="535"/>
                      <a:pt x="282" y="535"/>
                    </a:cubicBezTo>
                    <a:cubicBezTo>
                      <a:pt x="234" y="611"/>
                      <a:pt x="200" y="694"/>
                      <a:pt x="180" y="781"/>
                    </a:cubicBezTo>
                    <a:cubicBezTo>
                      <a:pt x="28" y="800"/>
                      <a:pt x="28" y="800"/>
                      <a:pt x="28" y="800"/>
                    </a:cubicBezTo>
                    <a:cubicBezTo>
                      <a:pt x="12" y="802"/>
                      <a:pt x="0" y="816"/>
                      <a:pt x="0" y="832"/>
                    </a:cubicBezTo>
                    <a:cubicBezTo>
                      <a:pt x="0" y="1088"/>
                      <a:pt x="0" y="1088"/>
                      <a:pt x="0" y="1088"/>
                    </a:cubicBezTo>
                    <a:cubicBezTo>
                      <a:pt x="0" y="1104"/>
                      <a:pt x="12" y="1118"/>
                      <a:pt x="28" y="1120"/>
                    </a:cubicBezTo>
                    <a:cubicBezTo>
                      <a:pt x="180" y="1139"/>
                      <a:pt x="180" y="1139"/>
                      <a:pt x="180" y="1139"/>
                    </a:cubicBezTo>
                    <a:cubicBezTo>
                      <a:pt x="200" y="1226"/>
                      <a:pt x="234" y="1309"/>
                      <a:pt x="282" y="1385"/>
                    </a:cubicBezTo>
                    <a:cubicBezTo>
                      <a:pt x="188" y="1506"/>
                      <a:pt x="188" y="1506"/>
                      <a:pt x="188" y="1506"/>
                    </a:cubicBezTo>
                    <a:cubicBezTo>
                      <a:pt x="178" y="1519"/>
                      <a:pt x="179" y="1537"/>
                      <a:pt x="191" y="1548"/>
                    </a:cubicBezTo>
                    <a:cubicBezTo>
                      <a:pt x="372" y="1729"/>
                      <a:pt x="372" y="1729"/>
                      <a:pt x="372" y="1729"/>
                    </a:cubicBezTo>
                    <a:cubicBezTo>
                      <a:pt x="383" y="1741"/>
                      <a:pt x="401" y="1742"/>
                      <a:pt x="414" y="1732"/>
                    </a:cubicBezTo>
                    <a:cubicBezTo>
                      <a:pt x="535" y="1638"/>
                      <a:pt x="535" y="1638"/>
                      <a:pt x="535" y="1638"/>
                    </a:cubicBezTo>
                    <a:cubicBezTo>
                      <a:pt x="611" y="1686"/>
                      <a:pt x="694" y="1720"/>
                      <a:pt x="781" y="1740"/>
                    </a:cubicBezTo>
                    <a:cubicBezTo>
                      <a:pt x="800" y="1892"/>
                      <a:pt x="800" y="1892"/>
                      <a:pt x="800" y="1892"/>
                    </a:cubicBezTo>
                    <a:cubicBezTo>
                      <a:pt x="802" y="1908"/>
                      <a:pt x="816" y="1920"/>
                      <a:pt x="832" y="1920"/>
                    </a:cubicBezTo>
                    <a:cubicBezTo>
                      <a:pt x="1088" y="1920"/>
                      <a:pt x="1088" y="1920"/>
                      <a:pt x="1088" y="1920"/>
                    </a:cubicBezTo>
                    <a:cubicBezTo>
                      <a:pt x="1104" y="1920"/>
                      <a:pt x="1118" y="1908"/>
                      <a:pt x="1120" y="1892"/>
                    </a:cubicBezTo>
                    <a:cubicBezTo>
                      <a:pt x="1139" y="1740"/>
                      <a:pt x="1139" y="1740"/>
                      <a:pt x="1139" y="1740"/>
                    </a:cubicBezTo>
                    <a:cubicBezTo>
                      <a:pt x="1176" y="1731"/>
                      <a:pt x="1212" y="1720"/>
                      <a:pt x="1248" y="1706"/>
                    </a:cubicBezTo>
                    <a:cubicBezTo>
                      <a:pt x="1248" y="1792"/>
                      <a:pt x="1248" y="1792"/>
                      <a:pt x="1248" y="1792"/>
                    </a:cubicBezTo>
                    <a:cubicBezTo>
                      <a:pt x="1248" y="1863"/>
                      <a:pt x="1305" y="1920"/>
                      <a:pt x="1376" y="1920"/>
                    </a:cubicBezTo>
                    <a:cubicBezTo>
                      <a:pt x="1447" y="1920"/>
                      <a:pt x="1504" y="1863"/>
                      <a:pt x="1504" y="1792"/>
                    </a:cubicBezTo>
                    <a:cubicBezTo>
                      <a:pt x="1504" y="1730"/>
                      <a:pt x="1504" y="1730"/>
                      <a:pt x="1504" y="1730"/>
                    </a:cubicBezTo>
                    <a:cubicBezTo>
                      <a:pt x="1506" y="1732"/>
                      <a:pt x="1506" y="1732"/>
                      <a:pt x="1506" y="1732"/>
                    </a:cubicBezTo>
                    <a:cubicBezTo>
                      <a:pt x="1519" y="1742"/>
                      <a:pt x="1537" y="1741"/>
                      <a:pt x="1548" y="1729"/>
                    </a:cubicBezTo>
                    <a:cubicBezTo>
                      <a:pt x="1729" y="1548"/>
                      <a:pt x="1729" y="1548"/>
                      <a:pt x="1729" y="1548"/>
                    </a:cubicBezTo>
                    <a:cubicBezTo>
                      <a:pt x="1741" y="1537"/>
                      <a:pt x="1742" y="1519"/>
                      <a:pt x="1732" y="1506"/>
                    </a:cubicBezTo>
                    <a:cubicBezTo>
                      <a:pt x="1638" y="1385"/>
                      <a:pt x="1638" y="1385"/>
                      <a:pt x="1638" y="1385"/>
                    </a:cubicBezTo>
                    <a:cubicBezTo>
                      <a:pt x="1660" y="1349"/>
                      <a:pt x="1680" y="1312"/>
                      <a:pt x="1696" y="1273"/>
                    </a:cubicBezTo>
                    <a:cubicBezTo>
                      <a:pt x="1736" y="1232"/>
                      <a:pt x="1767" y="1185"/>
                      <a:pt x="1789" y="1132"/>
                    </a:cubicBezTo>
                    <a:cubicBezTo>
                      <a:pt x="1892" y="1120"/>
                      <a:pt x="1892" y="1120"/>
                      <a:pt x="1892" y="1120"/>
                    </a:cubicBezTo>
                    <a:cubicBezTo>
                      <a:pt x="1908" y="1118"/>
                      <a:pt x="1920" y="1104"/>
                      <a:pt x="1920" y="1088"/>
                    </a:cubicBezTo>
                    <a:cubicBezTo>
                      <a:pt x="1920" y="832"/>
                      <a:pt x="1920" y="832"/>
                      <a:pt x="1920" y="832"/>
                    </a:cubicBezTo>
                    <a:cubicBezTo>
                      <a:pt x="1920" y="816"/>
                      <a:pt x="1908" y="802"/>
                      <a:pt x="1892" y="800"/>
                    </a:cubicBezTo>
                    <a:close/>
                    <a:moveTo>
                      <a:pt x="1103" y="1682"/>
                    </a:moveTo>
                    <a:cubicBezTo>
                      <a:pt x="1090" y="1685"/>
                      <a:pt x="1080" y="1696"/>
                      <a:pt x="1078" y="1709"/>
                    </a:cubicBezTo>
                    <a:cubicBezTo>
                      <a:pt x="1060" y="1856"/>
                      <a:pt x="1060" y="1856"/>
                      <a:pt x="1060" y="1856"/>
                    </a:cubicBezTo>
                    <a:cubicBezTo>
                      <a:pt x="860" y="1856"/>
                      <a:pt x="860" y="1856"/>
                      <a:pt x="860" y="1856"/>
                    </a:cubicBezTo>
                    <a:cubicBezTo>
                      <a:pt x="842" y="1709"/>
                      <a:pt x="842" y="1709"/>
                      <a:pt x="842" y="1709"/>
                    </a:cubicBezTo>
                    <a:cubicBezTo>
                      <a:pt x="840" y="1696"/>
                      <a:pt x="830" y="1685"/>
                      <a:pt x="816" y="1682"/>
                    </a:cubicBezTo>
                    <a:cubicBezTo>
                      <a:pt x="722" y="1663"/>
                      <a:pt x="631" y="1626"/>
                      <a:pt x="551" y="1572"/>
                    </a:cubicBezTo>
                    <a:cubicBezTo>
                      <a:pt x="540" y="1564"/>
                      <a:pt x="525" y="1565"/>
                      <a:pt x="514" y="1573"/>
                    </a:cubicBezTo>
                    <a:cubicBezTo>
                      <a:pt x="397" y="1664"/>
                      <a:pt x="397" y="1664"/>
                      <a:pt x="397" y="1664"/>
                    </a:cubicBezTo>
                    <a:cubicBezTo>
                      <a:pt x="256" y="1523"/>
                      <a:pt x="256" y="1523"/>
                      <a:pt x="256" y="1523"/>
                    </a:cubicBezTo>
                    <a:cubicBezTo>
                      <a:pt x="347" y="1406"/>
                      <a:pt x="347" y="1406"/>
                      <a:pt x="347" y="1406"/>
                    </a:cubicBezTo>
                    <a:cubicBezTo>
                      <a:pt x="355" y="1395"/>
                      <a:pt x="356" y="1380"/>
                      <a:pt x="348" y="1369"/>
                    </a:cubicBezTo>
                    <a:cubicBezTo>
                      <a:pt x="294" y="1289"/>
                      <a:pt x="257" y="1199"/>
                      <a:pt x="238" y="1104"/>
                    </a:cubicBezTo>
                    <a:cubicBezTo>
                      <a:pt x="235" y="1090"/>
                      <a:pt x="224" y="1080"/>
                      <a:pt x="211" y="1078"/>
                    </a:cubicBezTo>
                    <a:cubicBezTo>
                      <a:pt x="64" y="1060"/>
                      <a:pt x="64" y="1060"/>
                      <a:pt x="64" y="1060"/>
                    </a:cubicBezTo>
                    <a:cubicBezTo>
                      <a:pt x="64" y="860"/>
                      <a:pt x="64" y="860"/>
                      <a:pt x="64" y="860"/>
                    </a:cubicBezTo>
                    <a:cubicBezTo>
                      <a:pt x="211" y="842"/>
                      <a:pt x="211" y="842"/>
                      <a:pt x="211" y="842"/>
                    </a:cubicBezTo>
                    <a:cubicBezTo>
                      <a:pt x="224" y="840"/>
                      <a:pt x="235" y="830"/>
                      <a:pt x="238" y="816"/>
                    </a:cubicBezTo>
                    <a:cubicBezTo>
                      <a:pt x="257" y="722"/>
                      <a:pt x="294" y="631"/>
                      <a:pt x="348" y="551"/>
                    </a:cubicBezTo>
                    <a:cubicBezTo>
                      <a:pt x="356" y="540"/>
                      <a:pt x="355" y="525"/>
                      <a:pt x="347" y="514"/>
                    </a:cubicBezTo>
                    <a:cubicBezTo>
                      <a:pt x="256" y="397"/>
                      <a:pt x="256" y="397"/>
                      <a:pt x="256" y="397"/>
                    </a:cubicBezTo>
                    <a:cubicBezTo>
                      <a:pt x="397" y="256"/>
                      <a:pt x="397" y="256"/>
                      <a:pt x="397" y="256"/>
                    </a:cubicBezTo>
                    <a:cubicBezTo>
                      <a:pt x="514" y="347"/>
                      <a:pt x="514" y="347"/>
                      <a:pt x="514" y="347"/>
                    </a:cubicBezTo>
                    <a:cubicBezTo>
                      <a:pt x="525" y="355"/>
                      <a:pt x="540" y="356"/>
                      <a:pt x="551" y="348"/>
                    </a:cubicBezTo>
                    <a:cubicBezTo>
                      <a:pt x="631" y="294"/>
                      <a:pt x="722" y="257"/>
                      <a:pt x="816" y="238"/>
                    </a:cubicBezTo>
                    <a:cubicBezTo>
                      <a:pt x="830" y="235"/>
                      <a:pt x="840" y="224"/>
                      <a:pt x="842" y="211"/>
                    </a:cubicBezTo>
                    <a:cubicBezTo>
                      <a:pt x="860" y="64"/>
                      <a:pt x="860" y="64"/>
                      <a:pt x="860" y="64"/>
                    </a:cubicBezTo>
                    <a:cubicBezTo>
                      <a:pt x="1060" y="64"/>
                      <a:pt x="1060" y="64"/>
                      <a:pt x="1060" y="64"/>
                    </a:cubicBezTo>
                    <a:cubicBezTo>
                      <a:pt x="1078" y="211"/>
                      <a:pt x="1078" y="211"/>
                      <a:pt x="1078" y="211"/>
                    </a:cubicBezTo>
                    <a:cubicBezTo>
                      <a:pt x="1080" y="224"/>
                      <a:pt x="1090" y="235"/>
                      <a:pt x="1104" y="238"/>
                    </a:cubicBezTo>
                    <a:cubicBezTo>
                      <a:pt x="1198" y="257"/>
                      <a:pt x="1289" y="294"/>
                      <a:pt x="1369" y="348"/>
                    </a:cubicBezTo>
                    <a:cubicBezTo>
                      <a:pt x="1380" y="356"/>
                      <a:pt x="1395" y="355"/>
                      <a:pt x="1406" y="347"/>
                    </a:cubicBezTo>
                    <a:cubicBezTo>
                      <a:pt x="1523" y="256"/>
                      <a:pt x="1523" y="256"/>
                      <a:pt x="1523" y="256"/>
                    </a:cubicBezTo>
                    <a:cubicBezTo>
                      <a:pt x="1664" y="397"/>
                      <a:pt x="1664" y="397"/>
                      <a:pt x="1664" y="397"/>
                    </a:cubicBezTo>
                    <a:cubicBezTo>
                      <a:pt x="1573" y="514"/>
                      <a:pt x="1573" y="514"/>
                      <a:pt x="1573" y="514"/>
                    </a:cubicBezTo>
                    <a:cubicBezTo>
                      <a:pt x="1565" y="525"/>
                      <a:pt x="1564" y="540"/>
                      <a:pt x="1572" y="551"/>
                    </a:cubicBezTo>
                    <a:cubicBezTo>
                      <a:pt x="1574" y="554"/>
                      <a:pt x="1576" y="557"/>
                      <a:pt x="1578" y="560"/>
                    </a:cubicBezTo>
                    <a:cubicBezTo>
                      <a:pt x="1474" y="507"/>
                      <a:pt x="1353" y="497"/>
                      <a:pt x="1241" y="533"/>
                    </a:cubicBezTo>
                    <a:cubicBezTo>
                      <a:pt x="1158" y="477"/>
                      <a:pt x="1060" y="448"/>
                      <a:pt x="960" y="448"/>
                    </a:cubicBezTo>
                    <a:cubicBezTo>
                      <a:pt x="677" y="448"/>
                      <a:pt x="448" y="677"/>
                      <a:pt x="448" y="960"/>
                    </a:cubicBezTo>
                    <a:cubicBezTo>
                      <a:pt x="448" y="1243"/>
                      <a:pt x="677" y="1472"/>
                      <a:pt x="960" y="1472"/>
                    </a:cubicBezTo>
                    <a:cubicBezTo>
                      <a:pt x="1060" y="1472"/>
                      <a:pt x="1158" y="1443"/>
                      <a:pt x="1241" y="1387"/>
                    </a:cubicBezTo>
                    <a:cubicBezTo>
                      <a:pt x="1254" y="1391"/>
                      <a:pt x="1267" y="1394"/>
                      <a:pt x="1280" y="1397"/>
                    </a:cubicBezTo>
                    <a:cubicBezTo>
                      <a:pt x="1280" y="1440"/>
                      <a:pt x="1280" y="1440"/>
                      <a:pt x="1280" y="1440"/>
                    </a:cubicBezTo>
                    <a:cubicBezTo>
                      <a:pt x="1262" y="1440"/>
                      <a:pt x="1248" y="1454"/>
                      <a:pt x="1248" y="1472"/>
                    </a:cubicBezTo>
                    <a:cubicBezTo>
                      <a:pt x="1248" y="1637"/>
                      <a:pt x="1248" y="1637"/>
                      <a:pt x="1248" y="1637"/>
                    </a:cubicBezTo>
                    <a:cubicBezTo>
                      <a:pt x="1202" y="1657"/>
                      <a:pt x="1153" y="1672"/>
                      <a:pt x="1103" y="1682"/>
                    </a:cubicBezTo>
                    <a:close/>
                    <a:moveTo>
                      <a:pt x="1050" y="653"/>
                    </a:moveTo>
                    <a:cubicBezTo>
                      <a:pt x="919" y="614"/>
                      <a:pt x="778" y="663"/>
                      <a:pt x="699" y="774"/>
                    </a:cubicBezTo>
                    <a:cubicBezTo>
                      <a:pt x="619" y="885"/>
                      <a:pt x="619" y="1035"/>
                      <a:pt x="699" y="1146"/>
                    </a:cubicBezTo>
                    <a:cubicBezTo>
                      <a:pt x="778" y="1257"/>
                      <a:pt x="919" y="1306"/>
                      <a:pt x="1050" y="1267"/>
                    </a:cubicBezTo>
                    <a:cubicBezTo>
                      <a:pt x="1084" y="1303"/>
                      <a:pt x="1124" y="1333"/>
                      <a:pt x="1168" y="1356"/>
                    </a:cubicBezTo>
                    <a:cubicBezTo>
                      <a:pt x="980" y="1456"/>
                      <a:pt x="747" y="1408"/>
                      <a:pt x="612" y="1243"/>
                    </a:cubicBezTo>
                    <a:cubicBezTo>
                      <a:pt x="478" y="1079"/>
                      <a:pt x="478" y="841"/>
                      <a:pt x="612" y="677"/>
                    </a:cubicBezTo>
                    <a:cubicBezTo>
                      <a:pt x="747" y="512"/>
                      <a:pt x="980" y="464"/>
                      <a:pt x="1168" y="564"/>
                    </a:cubicBezTo>
                    <a:cubicBezTo>
                      <a:pt x="1124" y="587"/>
                      <a:pt x="1084" y="617"/>
                      <a:pt x="1050" y="653"/>
                    </a:cubicBezTo>
                    <a:close/>
                    <a:moveTo>
                      <a:pt x="1006" y="708"/>
                    </a:moveTo>
                    <a:cubicBezTo>
                      <a:pt x="902" y="860"/>
                      <a:pt x="902" y="1060"/>
                      <a:pt x="1006" y="1212"/>
                    </a:cubicBezTo>
                    <a:cubicBezTo>
                      <a:pt x="905" y="1230"/>
                      <a:pt x="803" y="1187"/>
                      <a:pt x="746" y="1101"/>
                    </a:cubicBezTo>
                    <a:cubicBezTo>
                      <a:pt x="690" y="1016"/>
                      <a:pt x="690" y="904"/>
                      <a:pt x="746" y="819"/>
                    </a:cubicBezTo>
                    <a:cubicBezTo>
                      <a:pt x="803" y="733"/>
                      <a:pt x="905" y="690"/>
                      <a:pt x="1006" y="708"/>
                    </a:cubicBezTo>
                    <a:close/>
                    <a:moveTo>
                      <a:pt x="1344" y="1406"/>
                    </a:moveTo>
                    <a:cubicBezTo>
                      <a:pt x="1355" y="1407"/>
                      <a:pt x="1365" y="1408"/>
                      <a:pt x="1376" y="1408"/>
                    </a:cubicBezTo>
                    <a:cubicBezTo>
                      <a:pt x="1387" y="1408"/>
                      <a:pt x="1397" y="1407"/>
                      <a:pt x="1408" y="1406"/>
                    </a:cubicBezTo>
                    <a:cubicBezTo>
                      <a:pt x="1408" y="1440"/>
                      <a:pt x="1408" y="1440"/>
                      <a:pt x="1408" y="1440"/>
                    </a:cubicBezTo>
                    <a:cubicBezTo>
                      <a:pt x="1344" y="1440"/>
                      <a:pt x="1344" y="1440"/>
                      <a:pt x="1344" y="1440"/>
                    </a:cubicBezTo>
                    <a:lnTo>
                      <a:pt x="1344" y="1406"/>
                    </a:lnTo>
                    <a:close/>
                    <a:moveTo>
                      <a:pt x="1440" y="1792"/>
                    </a:moveTo>
                    <a:cubicBezTo>
                      <a:pt x="1440" y="1827"/>
                      <a:pt x="1411" y="1856"/>
                      <a:pt x="1376" y="1856"/>
                    </a:cubicBezTo>
                    <a:cubicBezTo>
                      <a:pt x="1341" y="1856"/>
                      <a:pt x="1312" y="1827"/>
                      <a:pt x="1312" y="1792"/>
                    </a:cubicBezTo>
                    <a:cubicBezTo>
                      <a:pt x="1312" y="1504"/>
                      <a:pt x="1312" y="1504"/>
                      <a:pt x="1312" y="1504"/>
                    </a:cubicBezTo>
                    <a:cubicBezTo>
                      <a:pt x="1440" y="1504"/>
                      <a:pt x="1440" y="1504"/>
                      <a:pt x="1440" y="1504"/>
                    </a:cubicBezTo>
                    <a:lnTo>
                      <a:pt x="1440" y="1792"/>
                    </a:lnTo>
                    <a:close/>
                    <a:moveTo>
                      <a:pt x="1664" y="1523"/>
                    </a:moveTo>
                    <a:cubicBezTo>
                      <a:pt x="1523" y="1664"/>
                      <a:pt x="1523" y="1664"/>
                      <a:pt x="1523" y="1664"/>
                    </a:cubicBezTo>
                    <a:cubicBezTo>
                      <a:pt x="1504" y="1649"/>
                      <a:pt x="1504" y="1649"/>
                      <a:pt x="1504" y="1649"/>
                    </a:cubicBezTo>
                    <a:cubicBezTo>
                      <a:pt x="1504" y="1472"/>
                      <a:pt x="1504" y="1472"/>
                      <a:pt x="1504" y="1472"/>
                    </a:cubicBezTo>
                    <a:cubicBezTo>
                      <a:pt x="1504" y="1454"/>
                      <a:pt x="1490" y="1440"/>
                      <a:pt x="1472" y="1440"/>
                    </a:cubicBezTo>
                    <a:cubicBezTo>
                      <a:pt x="1472" y="1397"/>
                      <a:pt x="1472" y="1397"/>
                      <a:pt x="1472" y="1397"/>
                    </a:cubicBezTo>
                    <a:cubicBezTo>
                      <a:pt x="1509" y="1389"/>
                      <a:pt x="1544" y="1377"/>
                      <a:pt x="1578" y="1359"/>
                    </a:cubicBezTo>
                    <a:cubicBezTo>
                      <a:pt x="1576" y="1363"/>
                      <a:pt x="1574" y="1366"/>
                      <a:pt x="1572" y="1369"/>
                    </a:cubicBezTo>
                    <a:cubicBezTo>
                      <a:pt x="1564" y="1380"/>
                      <a:pt x="1565" y="1395"/>
                      <a:pt x="1573" y="1406"/>
                    </a:cubicBezTo>
                    <a:lnTo>
                      <a:pt x="1664" y="1523"/>
                    </a:lnTo>
                    <a:close/>
                    <a:moveTo>
                      <a:pt x="1376" y="1344"/>
                    </a:moveTo>
                    <a:cubicBezTo>
                      <a:pt x="1164" y="1344"/>
                      <a:pt x="992" y="1172"/>
                      <a:pt x="992" y="960"/>
                    </a:cubicBezTo>
                    <a:cubicBezTo>
                      <a:pt x="992" y="748"/>
                      <a:pt x="1164" y="576"/>
                      <a:pt x="1376" y="576"/>
                    </a:cubicBezTo>
                    <a:cubicBezTo>
                      <a:pt x="1588" y="576"/>
                      <a:pt x="1760" y="748"/>
                      <a:pt x="1760" y="960"/>
                    </a:cubicBezTo>
                    <a:cubicBezTo>
                      <a:pt x="1760" y="1172"/>
                      <a:pt x="1588" y="1344"/>
                      <a:pt x="1376" y="1344"/>
                    </a:cubicBezTo>
                    <a:close/>
                    <a:moveTo>
                      <a:pt x="1856" y="1060"/>
                    </a:moveTo>
                    <a:cubicBezTo>
                      <a:pt x="1811" y="1065"/>
                      <a:pt x="1811" y="1065"/>
                      <a:pt x="1811" y="1065"/>
                    </a:cubicBezTo>
                    <a:cubicBezTo>
                      <a:pt x="1828" y="996"/>
                      <a:pt x="1828" y="924"/>
                      <a:pt x="1811" y="855"/>
                    </a:cubicBezTo>
                    <a:cubicBezTo>
                      <a:pt x="1856" y="860"/>
                      <a:pt x="1856" y="860"/>
                      <a:pt x="1856" y="860"/>
                    </a:cubicBezTo>
                    <a:lnTo>
                      <a:pt x="1856" y="106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Freeform 48">
                <a:extLst>
                  <a:ext uri="{FF2B5EF4-FFF2-40B4-BE49-F238E27FC236}">
                    <a16:creationId xmlns:a16="http://schemas.microsoft.com/office/drawing/2014/main" id="{9331FDD5-25B4-172F-6DC1-D98AC9C294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969963" y="4062413"/>
                <a:ext cx="217488" cy="434975"/>
              </a:xfrm>
              <a:custGeom>
                <a:avLst/>
                <a:gdLst>
                  <a:gd name="T0" fmla="*/ 0 w 320"/>
                  <a:gd name="T1" fmla="*/ 320 h 640"/>
                  <a:gd name="T2" fmla="*/ 320 w 320"/>
                  <a:gd name="T3" fmla="*/ 640 h 640"/>
                  <a:gd name="T4" fmla="*/ 320 w 320"/>
                  <a:gd name="T5" fmla="*/ 576 h 640"/>
                  <a:gd name="T6" fmla="*/ 64 w 320"/>
                  <a:gd name="T7" fmla="*/ 320 h 640"/>
                  <a:gd name="T8" fmla="*/ 320 w 320"/>
                  <a:gd name="T9" fmla="*/ 64 h 640"/>
                  <a:gd name="T10" fmla="*/ 320 w 320"/>
                  <a:gd name="T11" fmla="*/ 0 h 640"/>
                  <a:gd name="T12" fmla="*/ 0 w 320"/>
                  <a:gd name="T13" fmla="*/ 320 h 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0" h="640">
                    <a:moveTo>
                      <a:pt x="0" y="320"/>
                    </a:moveTo>
                    <a:cubicBezTo>
                      <a:pt x="0" y="497"/>
                      <a:pt x="143" y="640"/>
                      <a:pt x="320" y="640"/>
                    </a:cubicBezTo>
                    <a:cubicBezTo>
                      <a:pt x="320" y="576"/>
                      <a:pt x="320" y="576"/>
                      <a:pt x="320" y="576"/>
                    </a:cubicBezTo>
                    <a:cubicBezTo>
                      <a:pt x="179" y="576"/>
                      <a:pt x="64" y="461"/>
                      <a:pt x="64" y="320"/>
                    </a:cubicBezTo>
                    <a:cubicBezTo>
                      <a:pt x="64" y="179"/>
                      <a:pt x="179" y="64"/>
                      <a:pt x="320" y="64"/>
                    </a:cubicBezTo>
                    <a:cubicBezTo>
                      <a:pt x="320" y="0"/>
                      <a:pt x="320" y="0"/>
                      <a:pt x="320" y="0"/>
                    </a:cubicBezTo>
                    <a:cubicBezTo>
                      <a:pt x="143" y="0"/>
                      <a:pt x="0" y="143"/>
                      <a:pt x="0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66127680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0FC59-77C1-FEA1-E323-A1AF53062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6FA506-7D96-1DA6-10DD-4C61D76A2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07772"/>
            <a:ext cx="8368363" cy="40945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>
                <a:ea typeface="+mj-lt"/>
                <a:cs typeface="+mj-lt"/>
              </a:rPr>
              <a:t>CLASSIFIERS LES PLUS PERFORMANTS ?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295D69-F564-3932-4ED7-34B2DF4805CD}"/>
              </a:ext>
            </a:extLst>
          </p:cNvPr>
          <p:cNvSpPr/>
          <p:nvPr/>
        </p:nvSpPr>
        <p:spPr bwMode="auto">
          <a:xfrm>
            <a:off x="-3362" y="4688116"/>
            <a:ext cx="9147088" cy="458746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fr-FR" dirty="0">
                <a:ea typeface="Roboto"/>
                <a:cs typeface="Roboto"/>
              </a:rPr>
              <a:t>25</a:t>
            </a:r>
            <a:endParaRPr lang="fr-FR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BA7B1AA-D66E-D4D1-F703-3CE1F79A5B15}"/>
              </a:ext>
            </a:extLst>
          </p:cNvPr>
          <p:cNvGrpSpPr/>
          <p:nvPr/>
        </p:nvGrpSpPr>
        <p:grpSpPr>
          <a:xfrm>
            <a:off x="5871157" y="-643"/>
            <a:ext cx="3271482" cy="3271478"/>
            <a:chOff x="-1687513" y="3627438"/>
            <a:chExt cx="1303338" cy="1303337"/>
          </a:xfrm>
          <a:solidFill>
            <a:schemeClr val="bg1">
              <a:lumMod val="95000"/>
              <a:alpha val="50000"/>
            </a:schemeClr>
          </a:solidFill>
        </p:grpSpPr>
        <p:sp>
          <p:nvSpPr>
            <p:cNvPr id="6" name="Freeform 47">
              <a:extLst>
                <a:ext uri="{FF2B5EF4-FFF2-40B4-BE49-F238E27FC236}">
                  <a16:creationId xmlns:a16="http://schemas.microsoft.com/office/drawing/2014/main" id="{62B09D32-E3E3-6674-2B2C-ABF84FDBE3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687513" y="3627438"/>
              <a:ext cx="1303338" cy="1303337"/>
            </a:xfrm>
            <a:custGeom>
              <a:avLst/>
              <a:gdLst>
                <a:gd name="T0" fmla="*/ 1696 w 1920"/>
                <a:gd name="T1" fmla="*/ 647 h 1920"/>
                <a:gd name="T2" fmla="*/ 1729 w 1920"/>
                <a:gd name="T3" fmla="*/ 372 h 1920"/>
                <a:gd name="T4" fmla="*/ 1385 w 1920"/>
                <a:gd name="T5" fmla="*/ 282 h 1920"/>
                <a:gd name="T6" fmla="*/ 1088 w 1920"/>
                <a:gd name="T7" fmla="*/ 0 h 1920"/>
                <a:gd name="T8" fmla="*/ 781 w 1920"/>
                <a:gd name="T9" fmla="*/ 180 h 1920"/>
                <a:gd name="T10" fmla="*/ 372 w 1920"/>
                <a:gd name="T11" fmla="*/ 191 h 1920"/>
                <a:gd name="T12" fmla="*/ 282 w 1920"/>
                <a:gd name="T13" fmla="*/ 535 h 1920"/>
                <a:gd name="T14" fmla="*/ 0 w 1920"/>
                <a:gd name="T15" fmla="*/ 832 h 1920"/>
                <a:gd name="T16" fmla="*/ 180 w 1920"/>
                <a:gd name="T17" fmla="*/ 1139 h 1920"/>
                <a:gd name="T18" fmla="*/ 191 w 1920"/>
                <a:gd name="T19" fmla="*/ 1548 h 1920"/>
                <a:gd name="T20" fmla="*/ 535 w 1920"/>
                <a:gd name="T21" fmla="*/ 1638 h 1920"/>
                <a:gd name="T22" fmla="*/ 832 w 1920"/>
                <a:gd name="T23" fmla="*/ 1920 h 1920"/>
                <a:gd name="T24" fmla="*/ 1139 w 1920"/>
                <a:gd name="T25" fmla="*/ 1740 h 1920"/>
                <a:gd name="T26" fmla="*/ 1376 w 1920"/>
                <a:gd name="T27" fmla="*/ 1920 h 1920"/>
                <a:gd name="T28" fmla="*/ 1506 w 1920"/>
                <a:gd name="T29" fmla="*/ 1732 h 1920"/>
                <a:gd name="T30" fmla="*/ 1732 w 1920"/>
                <a:gd name="T31" fmla="*/ 1506 h 1920"/>
                <a:gd name="T32" fmla="*/ 1789 w 1920"/>
                <a:gd name="T33" fmla="*/ 1132 h 1920"/>
                <a:gd name="T34" fmla="*/ 1920 w 1920"/>
                <a:gd name="T35" fmla="*/ 832 h 1920"/>
                <a:gd name="T36" fmla="*/ 1078 w 1920"/>
                <a:gd name="T37" fmla="*/ 1709 h 1920"/>
                <a:gd name="T38" fmla="*/ 842 w 1920"/>
                <a:gd name="T39" fmla="*/ 1709 h 1920"/>
                <a:gd name="T40" fmla="*/ 514 w 1920"/>
                <a:gd name="T41" fmla="*/ 1573 h 1920"/>
                <a:gd name="T42" fmla="*/ 347 w 1920"/>
                <a:gd name="T43" fmla="*/ 1406 h 1920"/>
                <a:gd name="T44" fmla="*/ 211 w 1920"/>
                <a:gd name="T45" fmla="*/ 1078 h 1920"/>
                <a:gd name="T46" fmla="*/ 211 w 1920"/>
                <a:gd name="T47" fmla="*/ 842 h 1920"/>
                <a:gd name="T48" fmla="*/ 347 w 1920"/>
                <a:gd name="T49" fmla="*/ 514 h 1920"/>
                <a:gd name="T50" fmla="*/ 514 w 1920"/>
                <a:gd name="T51" fmla="*/ 347 h 1920"/>
                <a:gd name="T52" fmla="*/ 842 w 1920"/>
                <a:gd name="T53" fmla="*/ 211 h 1920"/>
                <a:gd name="T54" fmla="*/ 1078 w 1920"/>
                <a:gd name="T55" fmla="*/ 211 h 1920"/>
                <a:gd name="T56" fmla="*/ 1406 w 1920"/>
                <a:gd name="T57" fmla="*/ 347 h 1920"/>
                <a:gd name="T58" fmla="*/ 1573 w 1920"/>
                <a:gd name="T59" fmla="*/ 514 h 1920"/>
                <a:gd name="T60" fmla="*/ 1241 w 1920"/>
                <a:gd name="T61" fmla="*/ 533 h 1920"/>
                <a:gd name="T62" fmla="*/ 960 w 1920"/>
                <a:gd name="T63" fmla="*/ 1472 h 1920"/>
                <a:gd name="T64" fmla="*/ 1280 w 1920"/>
                <a:gd name="T65" fmla="*/ 1440 h 1920"/>
                <a:gd name="T66" fmla="*/ 1103 w 1920"/>
                <a:gd name="T67" fmla="*/ 1682 h 1920"/>
                <a:gd name="T68" fmla="*/ 699 w 1920"/>
                <a:gd name="T69" fmla="*/ 1146 h 1920"/>
                <a:gd name="T70" fmla="*/ 612 w 1920"/>
                <a:gd name="T71" fmla="*/ 1243 h 1920"/>
                <a:gd name="T72" fmla="*/ 1050 w 1920"/>
                <a:gd name="T73" fmla="*/ 653 h 1920"/>
                <a:gd name="T74" fmla="*/ 746 w 1920"/>
                <a:gd name="T75" fmla="*/ 1101 h 1920"/>
                <a:gd name="T76" fmla="*/ 1344 w 1920"/>
                <a:gd name="T77" fmla="*/ 1406 h 1920"/>
                <a:gd name="T78" fmla="*/ 1408 w 1920"/>
                <a:gd name="T79" fmla="*/ 1440 h 1920"/>
                <a:gd name="T80" fmla="*/ 1440 w 1920"/>
                <a:gd name="T81" fmla="*/ 1792 h 1920"/>
                <a:gd name="T82" fmla="*/ 1312 w 1920"/>
                <a:gd name="T83" fmla="*/ 1504 h 1920"/>
                <a:gd name="T84" fmla="*/ 1664 w 1920"/>
                <a:gd name="T85" fmla="*/ 1523 h 1920"/>
                <a:gd name="T86" fmla="*/ 1504 w 1920"/>
                <a:gd name="T87" fmla="*/ 1472 h 1920"/>
                <a:gd name="T88" fmla="*/ 1578 w 1920"/>
                <a:gd name="T89" fmla="*/ 1359 h 1920"/>
                <a:gd name="T90" fmla="*/ 1664 w 1920"/>
                <a:gd name="T91" fmla="*/ 1523 h 1920"/>
                <a:gd name="T92" fmla="*/ 1376 w 1920"/>
                <a:gd name="T93" fmla="*/ 576 h 1920"/>
                <a:gd name="T94" fmla="*/ 1856 w 1920"/>
                <a:gd name="T95" fmla="*/ 1060 h 1920"/>
                <a:gd name="T96" fmla="*/ 1856 w 1920"/>
                <a:gd name="T97" fmla="*/ 860 h 1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0" h="1920">
                  <a:moveTo>
                    <a:pt x="1892" y="800"/>
                  </a:moveTo>
                  <a:cubicBezTo>
                    <a:pt x="1790" y="787"/>
                    <a:pt x="1790" y="787"/>
                    <a:pt x="1790" y="787"/>
                  </a:cubicBezTo>
                  <a:cubicBezTo>
                    <a:pt x="1767" y="735"/>
                    <a:pt x="1736" y="688"/>
                    <a:pt x="1696" y="647"/>
                  </a:cubicBezTo>
                  <a:cubicBezTo>
                    <a:pt x="1680" y="608"/>
                    <a:pt x="1660" y="571"/>
                    <a:pt x="1638" y="535"/>
                  </a:cubicBezTo>
                  <a:cubicBezTo>
                    <a:pt x="1732" y="414"/>
                    <a:pt x="1732" y="414"/>
                    <a:pt x="1732" y="414"/>
                  </a:cubicBezTo>
                  <a:cubicBezTo>
                    <a:pt x="1742" y="401"/>
                    <a:pt x="1740" y="383"/>
                    <a:pt x="1729" y="372"/>
                  </a:cubicBezTo>
                  <a:cubicBezTo>
                    <a:pt x="1548" y="191"/>
                    <a:pt x="1548" y="191"/>
                    <a:pt x="1548" y="191"/>
                  </a:cubicBezTo>
                  <a:cubicBezTo>
                    <a:pt x="1537" y="179"/>
                    <a:pt x="1519" y="178"/>
                    <a:pt x="1506" y="188"/>
                  </a:cubicBezTo>
                  <a:cubicBezTo>
                    <a:pt x="1385" y="282"/>
                    <a:pt x="1385" y="282"/>
                    <a:pt x="1385" y="282"/>
                  </a:cubicBezTo>
                  <a:cubicBezTo>
                    <a:pt x="1309" y="234"/>
                    <a:pt x="1226" y="200"/>
                    <a:pt x="1139" y="180"/>
                  </a:cubicBezTo>
                  <a:cubicBezTo>
                    <a:pt x="1120" y="28"/>
                    <a:pt x="1120" y="28"/>
                    <a:pt x="1120" y="28"/>
                  </a:cubicBezTo>
                  <a:cubicBezTo>
                    <a:pt x="1118" y="12"/>
                    <a:pt x="1104" y="0"/>
                    <a:pt x="1088" y="0"/>
                  </a:cubicBezTo>
                  <a:cubicBezTo>
                    <a:pt x="832" y="0"/>
                    <a:pt x="832" y="0"/>
                    <a:pt x="832" y="0"/>
                  </a:cubicBezTo>
                  <a:cubicBezTo>
                    <a:pt x="816" y="0"/>
                    <a:pt x="802" y="12"/>
                    <a:pt x="800" y="28"/>
                  </a:cubicBezTo>
                  <a:cubicBezTo>
                    <a:pt x="781" y="180"/>
                    <a:pt x="781" y="180"/>
                    <a:pt x="781" y="180"/>
                  </a:cubicBezTo>
                  <a:cubicBezTo>
                    <a:pt x="694" y="200"/>
                    <a:pt x="611" y="234"/>
                    <a:pt x="535" y="282"/>
                  </a:cubicBezTo>
                  <a:cubicBezTo>
                    <a:pt x="414" y="188"/>
                    <a:pt x="414" y="188"/>
                    <a:pt x="414" y="188"/>
                  </a:cubicBezTo>
                  <a:cubicBezTo>
                    <a:pt x="401" y="178"/>
                    <a:pt x="383" y="179"/>
                    <a:pt x="372" y="191"/>
                  </a:cubicBezTo>
                  <a:cubicBezTo>
                    <a:pt x="191" y="372"/>
                    <a:pt x="191" y="372"/>
                    <a:pt x="191" y="372"/>
                  </a:cubicBezTo>
                  <a:cubicBezTo>
                    <a:pt x="179" y="383"/>
                    <a:pt x="178" y="401"/>
                    <a:pt x="188" y="414"/>
                  </a:cubicBezTo>
                  <a:cubicBezTo>
                    <a:pt x="282" y="535"/>
                    <a:pt x="282" y="535"/>
                    <a:pt x="282" y="535"/>
                  </a:cubicBezTo>
                  <a:cubicBezTo>
                    <a:pt x="234" y="611"/>
                    <a:pt x="200" y="694"/>
                    <a:pt x="180" y="781"/>
                  </a:cubicBezTo>
                  <a:cubicBezTo>
                    <a:pt x="28" y="800"/>
                    <a:pt x="28" y="800"/>
                    <a:pt x="28" y="800"/>
                  </a:cubicBezTo>
                  <a:cubicBezTo>
                    <a:pt x="12" y="802"/>
                    <a:pt x="0" y="816"/>
                    <a:pt x="0" y="832"/>
                  </a:cubicBezTo>
                  <a:cubicBezTo>
                    <a:pt x="0" y="1088"/>
                    <a:pt x="0" y="1088"/>
                    <a:pt x="0" y="1088"/>
                  </a:cubicBezTo>
                  <a:cubicBezTo>
                    <a:pt x="0" y="1104"/>
                    <a:pt x="12" y="1118"/>
                    <a:pt x="28" y="1120"/>
                  </a:cubicBezTo>
                  <a:cubicBezTo>
                    <a:pt x="180" y="1139"/>
                    <a:pt x="180" y="1139"/>
                    <a:pt x="180" y="1139"/>
                  </a:cubicBezTo>
                  <a:cubicBezTo>
                    <a:pt x="200" y="1226"/>
                    <a:pt x="234" y="1309"/>
                    <a:pt x="282" y="1385"/>
                  </a:cubicBezTo>
                  <a:cubicBezTo>
                    <a:pt x="188" y="1506"/>
                    <a:pt x="188" y="1506"/>
                    <a:pt x="188" y="1506"/>
                  </a:cubicBezTo>
                  <a:cubicBezTo>
                    <a:pt x="178" y="1519"/>
                    <a:pt x="179" y="1537"/>
                    <a:pt x="191" y="1548"/>
                  </a:cubicBezTo>
                  <a:cubicBezTo>
                    <a:pt x="372" y="1729"/>
                    <a:pt x="372" y="1729"/>
                    <a:pt x="372" y="1729"/>
                  </a:cubicBezTo>
                  <a:cubicBezTo>
                    <a:pt x="383" y="1741"/>
                    <a:pt x="401" y="1742"/>
                    <a:pt x="414" y="1732"/>
                  </a:cubicBezTo>
                  <a:cubicBezTo>
                    <a:pt x="535" y="1638"/>
                    <a:pt x="535" y="1638"/>
                    <a:pt x="535" y="1638"/>
                  </a:cubicBezTo>
                  <a:cubicBezTo>
                    <a:pt x="611" y="1686"/>
                    <a:pt x="694" y="1720"/>
                    <a:pt x="781" y="1740"/>
                  </a:cubicBezTo>
                  <a:cubicBezTo>
                    <a:pt x="800" y="1892"/>
                    <a:pt x="800" y="1892"/>
                    <a:pt x="800" y="1892"/>
                  </a:cubicBezTo>
                  <a:cubicBezTo>
                    <a:pt x="802" y="1908"/>
                    <a:pt x="816" y="1920"/>
                    <a:pt x="832" y="1920"/>
                  </a:cubicBezTo>
                  <a:cubicBezTo>
                    <a:pt x="1088" y="1920"/>
                    <a:pt x="1088" y="1920"/>
                    <a:pt x="1088" y="1920"/>
                  </a:cubicBezTo>
                  <a:cubicBezTo>
                    <a:pt x="1104" y="1920"/>
                    <a:pt x="1118" y="1908"/>
                    <a:pt x="1120" y="1892"/>
                  </a:cubicBezTo>
                  <a:cubicBezTo>
                    <a:pt x="1139" y="1740"/>
                    <a:pt x="1139" y="1740"/>
                    <a:pt x="1139" y="1740"/>
                  </a:cubicBezTo>
                  <a:cubicBezTo>
                    <a:pt x="1176" y="1731"/>
                    <a:pt x="1212" y="1720"/>
                    <a:pt x="1248" y="1706"/>
                  </a:cubicBezTo>
                  <a:cubicBezTo>
                    <a:pt x="1248" y="1792"/>
                    <a:pt x="1248" y="1792"/>
                    <a:pt x="1248" y="1792"/>
                  </a:cubicBezTo>
                  <a:cubicBezTo>
                    <a:pt x="1248" y="1863"/>
                    <a:pt x="1305" y="1920"/>
                    <a:pt x="1376" y="1920"/>
                  </a:cubicBezTo>
                  <a:cubicBezTo>
                    <a:pt x="1447" y="1920"/>
                    <a:pt x="1504" y="1863"/>
                    <a:pt x="1504" y="1792"/>
                  </a:cubicBezTo>
                  <a:cubicBezTo>
                    <a:pt x="1504" y="1730"/>
                    <a:pt x="1504" y="1730"/>
                    <a:pt x="1504" y="1730"/>
                  </a:cubicBezTo>
                  <a:cubicBezTo>
                    <a:pt x="1506" y="1732"/>
                    <a:pt x="1506" y="1732"/>
                    <a:pt x="1506" y="1732"/>
                  </a:cubicBezTo>
                  <a:cubicBezTo>
                    <a:pt x="1519" y="1742"/>
                    <a:pt x="1537" y="1741"/>
                    <a:pt x="1548" y="1729"/>
                  </a:cubicBezTo>
                  <a:cubicBezTo>
                    <a:pt x="1729" y="1548"/>
                    <a:pt x="1729" y="1548"/>
                    <a:pt x="1729" y="1548"/>
                  </a:cubicBezTo>
                  <a:cubicBezTo>
                    <a:pt x="1741" y="1537"/>
                    <a:pt x="1742" y="1519"/>
                    <a:pt x="1732" y="1506"/>
                  </a:cubicBezTo>
                  <a:cubicBezTo>
                    <a:pt x="1638" y="1385"/>
                    <a:pt x="1638" y="1385"/>
                    <a:pt x="1638" y="1385"/>
                  </a:cubicBezTo>
                  <a:cubicBezTo>
                    <a:pt x="1660" y="1349"/>
                    <a:pt x="1680" y="1312"/>
                    <a:pt x="1696" y="1273"/>
                  </a:cubicBezTo>
                  <a:cubicBezTo>
                    <a:pt x="1736" y="1232"/>
                    <a:pt x="1767" y="1185"/>
                    <a:pt x="1789" y="1132"/>
                  </a:cubicBezTo>
                  <a:cubicBezTo>
                    <a:pt x="1892" y="1120"/>
                    <a:pt x="1892" y="1120"/>
                    <a:pt x="1892" y="1120"/>
                  </a:cubicBezTo>
                  <a:cubicBezTo>
                    <a:pt x="1908" y="1118"/>
                    <a:pt x="1920" y="1104"/>
                    <a:pt x="1920" y="1088"/>
                  </a:cubicBezTo>
                  <a:cubicBezTo>
                    <a:pt x="1920" y="832"/>
                    <a:pt x="1920" y="832"/>
                    <a:pt x="1920" y="832"/>
                  </a:cubicBezTo>
                  <a:cubicBezTo>
                    <a:pt x="1920" y="816"/>
                    <a:pt x="1908" y="802"/>
                    <a:pt x="1892" y="800"/>
                  </a:cubicBezTo>
                  <a:close/>
                  <a:moveTo>
                    <a:pt x="1103" y="1682"/>
                  </a:moveTo>
                  <a:cubicBezTo>
                    <a:pt x="1090" y="1685"/>
                    <a:pt x="1080" y="1696"/>
                    <a:pt x="1078" y="1709"/>
                  </a:cubicBezTo>
                  <a:cubicBezTo>
                    <a:pt x="1060" y="1856"/>
                    <a:pt x="1060" y="1856"/>
                    <a:pt x="1060" y="1856"/>
                  </a:cubicBezTo>
                  <a:cubicBezTo>
                    <a:pt x="860" y="1856"/>
                    <a:pt x="860" y="1856"/>
                    <a:pt x="860" y="1856"/>
                  </a:cubicBezTo>
                  <a:cubicBezTo>
                    <a:pt x="842" y="1709"/>
                    <a:pt x="842" y="1709"/>
                    <a:pt x="842" y="1709"/>
                  </a:cubicBezTo>
                  <a:cubicBezTo>
                    <a:pt x="840" y="1696"/>
                    <a:pt x="830" y="1685"/>
                    <a:pt x="816" y="1682"/>
                  </a:cubicBezTo>
                  <a:cubicBezTo>
                    <a:pt x="722" y="1663"/>
                    <a:pt x="631" y="1626"/>
                    <a:pt x="551" y="1572"/>
                  </a:cubicBezTo>
                  <a:cubicBezTo>
                    <a:pt x="540" y="1564"/>
                    <a:pt x="525" y="1565"/>
                    <a:pt x="514" y="1573"/>
                  </a:cubicBezTo>
                  <a:cubicBezTo>
                    <a:pt x="397" y="1664"/>
                    <a:pt x="397" y="1664"/>
                    <a:pt x="397" y="1664"/>
                  </a:cubicBezTo>
                  <a:cubicBezTo>
                    <a:pt x="256" y="1523"/>
                    <a:pt x="256" y="1523"/>
                    <a:pt x="256" y="1523"/>
                  </a:cubicBezTo>
                  <a:cubicBezTo>
                    <a:pt x="347" y="1406"/>
                    <a:pt x="347" y="1406"/>
                    <a:pt x="347" y="1406"/>
                  </a:cubicBezTo>
                  <a:cubicBezTo>
                    <a:pt x="355" y="1395"/>
                    <a:pt x="356" y="1380"/>
                    <a:pt x="348" y="1369"/>
                  </a:cubicBezTo>
                  <a:cubicBezTo>
                    <a:pt x="294" y="1289"/>
                    <a:pt x="257" y="1199"/>
                    <a:pt x="238" y="1104"/>
                  </a:cubicBezTo>
                  <a:cubicBezTo>
                    <a:pt x="235" y="1090"/>
                    <a:pt x="224" y="1080"/>
                    <a:pt x="211" y="1078"/>
                  </a:cubicBezTo>
                  <a:cubicBezTo>
                    <a:pt x="64" y="1060"/>
                    <a:pt x="64" y="1060"/>
                    <a:pt x="64" y="1060"/>
                  </a:cubicBezTo>
                  <a:cubicBezTo>
                    <a:pt x="64" y="860"/>
                    <a:pt x="64" y="860"/>
                    <a:pt x="64" y="860"/>
                  </a:cubicBezTo>
                  <a:cubicBezTo>
                    <a:pt x="211" y="842"/>
                    <a:pt x="211" y="842"/>
                    <a:pt x="211" y="842"/>
                  </a:cubicBezTo>
                  <a:cubicBezTo>
                    <a:pt x="224" y="840"/>
                    <a:pt x="235" y="830"/>
                    <a:pt x="238" y="816"/>
                  </a:cubicBezTo>
                  <a:cubicBezTo>
                    <a:pt x="257" y="722"/>
                    <a:pt x="294" y="631"/>
                    <a:pt x="348" y="551"/>
                  </a:cubicBezTo>
                  <a:cubicBezTo>
                    <a:pt x="356" y="540"/>
                    <a:pt x="355" y="525"/>
                    <a:pt x="347" y="514"/>
                  </a:cubicBezTo>
                  <a:cubicBezTo>
                    <a:pt x="256" y="397"/>
                    <a:pt x="256" y="397"/>
                    <a:pt x="256" y="397"/>
                  </a:cubicBezTo>
                  <a:cubicBezTo>
                    <a:pt x="397" y="256"/>
                    <a:pt x="397" y="256"/>
                    <a:pt x="397" y="256"/>
                  </a:cubicBezTo>
                  <a:cubicBezTo>
                    <a:pt x="514" y="347"/>
                    <a:pt x="514" y="347"/>
                    <a:pt x="514" y="347"/>
                  </a:cubicBezTo>
                  <a:cubicBezTo>
                    <a:pt x="525" y="355"/>
                    <a:pt x="540" y="356"/>
                    <a:pt x="551" y="348"/>
                  </a:cubicBezTo>
                  <a:cubicBezTo>
                    <a:pt x="631" y="294"/>
                    <a:pt x="722" y="257"/>
                    <a:pt x="816" y="238"/>
                  </a:cubicBezTo>
                  <a:cubicBezTo>
                    <a:pt x="830" y="235"/>
                    <a:pt x="840" y="224"/>
                    <a:pt x="842" y="211"/>
                  </a:cubicBezTo>
                  <a:cubicBezTo>
                    <a:pt x="860" y="64"/>
                    <a:pt x="860" y="64"/>
                    <a:pt x="860" y="64"/>
                  </a:cubicBezTo>
                  <a:cubicBezTo>
                    <a:pt x="1060" y="64"/>
                    <a:pt x="1060" y="64"/>
                    <a:pt x="1060" y="64"/>
                  </a:cubicBezTo>
                  <a:cubicBezTo>
                    <a:pt x="1078" y="211"/>
                    <a:pt x="1078" y="211"/>
                    <a:pt x="1078" y="211"/>
                  </a:cubicBezTo>
                  <a:cubicBezTo>
                    <a:pt x="1080" y="224"/>
                    <a:pt x="1090" y="235"/>
                    <a:pt x="1104" y="238"/>
                  </a:cubicBezTo>
                  <a:cubicBezTo>
                    <a:pt x="1198" y="257"/>
                    <a:pt x="1289" y="294"/>
                    <a:pt x="1369" y="348"/>
                  </a:cubicBezTo>
                  <a:cubicBezTo>
                    <a:pt x="1380" y="356"/>
                    <a:pt x="1395" y="355"/>
                    <a:pt x="1406" y="347"/>
                  </a:cubicBezTo>
                  <a:cubicBezTo>
                    <a:pt x="1523" y="256"/>
                    <a:pt x="1523" y="256"/>
                    <a:pt x="1523" y="256"/>
                  </a:cubicBezTo>
                  <a:cubicBezTo>
                    <a:pt x="1664" y="397"/>
                    <a:pt x="1664" y="397"/>
                    <a:pt x="1664" y="397"/>
                  </a:cubicBezTo>
                  <a:cubicBezTo>
                    <a:pt x="1573" y="514"/>
                    <a:pt x="1573" y="514"/>
                    <a:pt x="1573" y="514"/>
                  </a:cubicBezTo>
                  <a:cubicBezTo>
                    <a:pt x="1565" y="525"/>
                    <a:pt x="1564" y="540"/>
                    <a:pt x="1572" y="551"/>
                  </a:cubicBezTo>
                  <a:cubicBezTo>
                    <a:pt x="1574" y="554"/>
                    <a:pt x="1576" y="557"/>
                    <a:pt x="1578" y="560"/>
                  </a:cubicBezTo>
                  <a:cubicBezTo>
                    <a:pt x="1474" y="507"/>
                    <a:pt x="1353" y="497"/>
                    <a:pt x="1241" y="533"/>
                  </a:cubicBezTo>
                  <a:cubicBezTo>
                    <a:pt x="1158" y="477"/>
                    <a:pt x="1060" y="448"/>
                    <a:pt x="960" y="448"/>
                  </a:cubicBezTo>
                  <a:cubicBezTo>
                    <a:pt x="677" y="448"/>
                    <a:pt x="448" y="677"/>
                    <a:pt x="448" y="960"/>
                  </a:cubicBezTo>
                  <a:cubicBezTo>
                    <a:pt x="448" y="1243"/>
                    <a:pt x="677" y="1472"/>
                    <a:pt x="960" y="1472"/>
                  </a:cubicBezTo>
                  <a:cubicBezTo>
                    <a:pt x="1060" y="1472"/>
                    <a:pt x="1158" y="1443"/>
                    <a:pt x="1241" y="1387"/>
                  </a:cubicBezTo>
                  <a:cubicBezTo>
                    <a:pt x="1254" y="1391"/>
                    <a:pt x="1267" y="1394"/>
                    <a:pt x="1280" y="1397"/>
                  </a:cubicBezTo>
                  <a:cubicBezTo>
                    <a:pt x="1280" y="1440"/>
                    <a:pt x="1280" y="1440"/>
                    <a:pt x="1280" y="1440"/>
                  </a:cubicBezTo>
                  <a:cubicBezTo>
                    <a:pt x="1262" y="1440"/>
                    <a:pt x="1248" y="1454"/>
                    <a:pt x="1248" y="1472"/>
                  </a:cubicBezTo>
                  <a:cubicBezTo>
                    <a:pt x="1248" y="1637"/>
                    <a:pt x="1248" y="1637"/>
                    <a:pt x="1248" y="1637"/>
                  </a:cubicBezTo>
                  <a:cubicBezTo>
                    <a:pt x="1202" y="1657"/>
                    <a:pt x="1153" y="1672"/>
                    <a:pt x="1103" y="1682"/>
                  </a:cubicBezTo>
                  <a:close/>
                  <a:moveTo>
                    <a:pt x="1050" y="653"/>
                  </a:moveTo>
                  <a:cubicBezTo>
                    <a:pt x="919" y="614"/>
                    <a:pt x="778" y="663"/>
                    <a:pt x="699" y="774"/>
                  </a:cubicBezTo>
                  <a:cubicBezTo>
                    <a:pt x="619" y="885"/>
                    <a:pt x="619" y="1035"/>
                    <a:pt x="699" y="1146"/>
                  </a:cubicBezTo>
                  <a:cubicBezTo>
                    <a:pt x="778" y="1257"/>
                    <a:pt x="919" y="1306"/>
                    <a:pt x="1050" y="1267"/>
                  </a:cubicBezTo>
                  <a:cubicBezTo>
                    <a:pt x="1084" y="1303"/>
                    <a:pt x="1124" y="1333"/>
                    <a:pt x="1168" y="1356"/>
                  </a:cubicBezTo>
                  <a:cubicBezTo>
                    <a:pt x="980" y="1456"/>
                    <a:pt x="747" y="1408"/>
                    <a:pt x="612" y="1243"/>
                  </a:cubicBezTo>
                  <a:cubicBezTo>
                    <a:pt x="478" y="1079"/>
                    <a:pt x="478" y="841"/>
                    <a:pt x="612" y="677"/>
                  </a:cubicBezTo>
                  <a:cubicBezTo>
                    <a:pt x="747" y="512"/>
                    <a:pt x="980" y="464"/>
                    <a:pt x="1168" y="564"/>
                  </a:cubicBezTo>
                  <a:cubicBezTo>
                    <a:pt x="1124" y="587"/>
                    <a:pt x="1084" y="617"/>
                    <a:pt x="1050" y="653"/>
                  </a:cubicBezTo>
                  <a:close/>
                  <a:moveTo>
                    <a:pt x="1006" y="708"/>
                  </a:moveTo>
                  <a:cubicBezTo>
                    <a:pt x="902" y="860"/>
                    <a:pt x="902" y="1060"/>
                    <a:pt x="1006" y="1212"/>
                  </a:cubicBezTo>
                  <a:cubicBezTo>
                    <a:pt x="905" y="1230"/>
                    <a:pt x="803" y="1187"/>
                    <a:pt x="746" y="1101"/>
                  </a:cubicBezTo>
                  <a:cubicBezTo>
                    <a:pt x="690" y="1016"/>
                    <a:pt x="690" y="904"/>
                    <a:pt x="746" y="819"/>
                  </a:cubicBezTo>
                  <a:cubicBezTo>
                    <a:pt x="803" y="733"/>
                    <a:pt x="905" y="690"/>
                    <a:pt x="1006" y="708"/>
                  </a:cubicBezTo>
                  <a:close/>
                  <a:moveTo>
                    <a:pt x="1344" y="1406"/>
                  </a:moveTo>
                  <a:cubicBezTo>
                    <a:pt x="1355" y="1407"/>
                    <a:pt x="1365" y="1408"/>
                    <a:pt x="1376" y="1408"/>
                  </a:cubicBezTo>
                  <a:cubicBezTo>
                    <a:pt x="1387" y="1408"/>
                    <a:pt x="1397" y="1407"/>
                    <a:pt x="1408" y="1406"/>
                  </a:cubicBezTo>
                  <a:cubicBezTo>
                    <a:pt x="1408" y="1440"/>
                    <a:pt x="1408" y="1440"/>
                    <a:pt x="1408" y="1440"/>
                  </a:cubicBezTo>
                  <a:cubicBezTo>
                    <a:pt x="1344" y="1440"/>
                    <a:pt x="1344" y="1440"/>
                    <a:pt x="1344" y="1440"/>
                  </a:cubicBezTo>
                  <a:lnTo>
                    <a:pt x="1344" y="1406"/>
                  </a:lnTo>
                  <a:close/>
                  <a:moveTo>
                    <a:pt x="1440" y="1792"/>
                  </a:moveTo>
                  <a:cubicBezTo>
                    <a:pt x="1440" y="1827"/>
                    <a:pt x="1411" y="1856"/>
                    <a:pt x="1376" y="1856"/>
                  </a:cubicBezTo>
                  <a:cubicBezTo>
                    <a:pt x="1341" y="1856"/>
                    <a:pt x="1312" y="1827"/>
                    <a:pt x="1312" y="1792"/>
                  </a:cubicBezTo>
                  <a:cubicBezTo>
                    <a:pt x="1312" y="1504"/>
                    <a:pt x="1312" y="1504"/>
                    <a:pt x="1312" y="1504"/>
                  </a:cubicBezTo>
                  <a:cubicBezTo>
                    <a:pt x="1440" y="1504"/>
                    <a:pt x="1440" y="1504"/>
                    <a:pt x="1440" y="1504"/>
                  </a:cubicBezTo>
                  <a:lnTo>
                    <a:pt x="1440" y="1792"/>
                  </a:lnTo>
                  <a:close/>
                  <a:moveTo>
                    <a:pt x="1664" y="1523"/>
                  </a:moveTo>
                  <a:cubicBezTo>
                    <a:pt x="1523" y="1664"/>
                    <a:pt x="1523" y="1664"/>
                    <a:pt x="1523" y="1664"/>
                  </a:cubicBezTo>
                  <a:cubicBezTo>
                    <a:pt x="1504" y="1649"/>
                    <a:pt x="1504" y="1649"/>
                    <a:pt x="1504" y="1649"/>
                  </a:cubicBezTo>
                  <a:cubicBezTo>
                    <a:pt x="1504" y="1472"/>
                    <a:pt x="1504" y="1472"/>
                    <a:pt x="1504" y="1472"/>
                  </a:cubicBezTo>
                  <a:cubicBezTo>
                    <a:pt x="1504" y="1454"/>
                    <a:pt x="1490" y="1440"/>
                    <a:pt x="1472" y="1440"/>
                  </a:cubicBezTo>
                  <a:cubicBezTo>
                    <a:pt x="1472" y="1397"/>
                    <a:pt x="1472" y="1397"/>
                    <a:pt x="1472" y="1397"/>
                  </a:cubicBezTo>
                  <a:cubicBezTo>
                    <a:pt x="1509" y="1389"/>
                    <a:pt x="1544" y="1377"/>
                    <a:pt x="1578" y="1359"/>
                  </a:cubicBezTo>
                  <a:cubicBezTo>
                    <a:pt x="1576" y="1363"/>
                    <a:pt x="1574" y="1366"/>
                    <a:pt x="1572" y="1369"/>
                  </a:cubicBezTo>
                  <a:cubicBezTo>
                    <a:pt x="1564" y="1380"/>
                    <a:pt x="1565" y="1395"/>
                    <a:pt x="1573" y="1406"/>
                  </a:cubicBezTo>
                  <a:lnTo>
                    <a:pt x="1664" y="1523"/>
                  </a:lnTo>
                  <a:close/>
                  <a:moveTo>
                    <a:pt x="1376" y="1344"/>
                  </a:moveTo>
                  <a:cubicBezTo>
                    <a:pt x="1164" y="1344"/>
                    <a:pt x="992" y="1172"/>
                    <a:pt x="992" y="960"/>
                  </a:cubicBezTo>
                  <a:cubicBezTo>
                    <a:pt x="992" y="748"/>
                    <a:pt x="1164" y="576"/>
                    <a:pt x="1376" y="576"/>
                  </a:cubicBezTo>
                  <a:cubicBezTo>
                    <a:pt x="1588" y="576"/>
                    <a:pt x="1760" y="748"/>
                    <a:pt x="1760" y="960"/>
                  </a:cubicBezTo>
                  <a:cubicBezTo>
                    <a:pt x="1760" y="1172"/>
                    <a:pt x="1588" y="1344"/>
                    <a:pt x="1376" y="1344"/>
                  </a:cubicBezTo>
                  <a:close/>
                  <a:moveTo>
                    <a:pt x="1856" y="1060"/>
                  </a:moveTo>
                  <a:cubicBezTo>
                    <a:pt x="1811" y="1065"/>
                    <a:pt x="1811" y="1065"/>
                    <a:pt x="1811" y="1065"/>
                  </a:cubicBezTo>
                  <a:cubicBezTo>
                    <a:pt x="1828" y="996"/>
                    <a:pt x="1828" y="924"/>
                    <a:pt x="1811" y="855"/>
                  </a:cubicBezTo>
                  <a:cubicBezTo>
                    <a:pt x="1856" y="860"/>
                    <a:pt x="1856" y="860"/>
                    <a:pt x="1856" y="860"/>
                  </a:cubicBezTo>
                  <a:lnTo>
                    <a:pt x="1856" y="10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48">
              <a:extLst>
                <a:ext uri="{FF2B5EF4-FFF2-40B4-BE49-F238E27FC236}">
                  <a16:creationId xmlns:a16="http://schemas.microsoft.com/office/drawing/2014/main" id="{62ED7768-8CD1-461D-0BB0-A4D058C38148}"/>
                </a:ext>
              </a:extLst>
            </p:cNvPr>
            <p:cNvSpPr>
              <a:spLocks/>
            </p:cNvSpPr>
            <p:nvPr/>
          </p:nvSpPr>
          <p:spPr bwMode="auto">
            <a:xfrm>
              <a:off x="-969963" y="4062413"/>
              <a:ext cx="217488" cy="434975"/>
            </a:xfrm>
            <a:custGeom>
              <a:avLst/>
              <a:gdLst>
                <a:gd name="T0" fmla="*/ 0 w 320"/>
                <a:gd name="T1" fmla="*/ 320 h 640"/>
                <a:gd name="T2" fmla="*/ 320 w 320"/>
                <a:gd name="T3" fmla="*/ 640 h 640"/>
                <a:gd name="T4" fmla="*/ 320 w 320"/>
                <a:gd name="T5" fmla="*/ 576 h 640"/>
                <a:gd name="T6" fmla="*/ 64 w 320"/>
                <a:gd name="T7" fmla="*/ 320 h 640"/>
                <a:gd name="T8" fmla="*/ 320 w 320"/>
                <a:gd name="T9" fmla="*/ 64 h 640"/>
                <a:gd name="T10" fmla="*/ 320 w 320"/>
                <a:gd name="T11" fmla="*/ 0 h 640"/>
                <a:gd name="T12" fmla="*/ 0 w 320"/>
                <a:gd name="T13" fmla="*/ 320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0" h="640">
                  <a:moveTo>
                    <a:pt x="0" y="320"/>
                  </a:moveTo>
                  <a:cubicBezTo>
                    <a:pt x="0" y="497"/>
                    <a:pt x="143" y="640"/>
                    <a:pt x="320" y="640"/>
                  </a:cubicBezTo>
                  <a:cubicBezTo>
                    <a:pt x="320" y="576"/>
                    <a:pt x="320" y="576"/>
                    <a:pt x="320" y="576"/>
                  </a:cubicBezTo>
                  <a:cubicBezTo>
                    <a:pt x="179" y="576"/>
                    <a:pt x="64" y="461"/>
                    <a:pt x="64" y="320"/>
                  </a:cubicBezTo>
                  <a:cubicBezTo>
                    <a:pt x="64" y="179"/>
                    <a:pt x="179" y="64"/>
                    <a:pt x="320" y="64"/>
                  </a:cubicBezTo>
                  <a:cubicBezTo>
                    <a:pt x="320" y="0"/>
                    <a:pt x="320" y="0"/>
                    <a:pt x="320" y="0"/>
                  </a:cubicBezTo>
                  <a:cubicBezTo>
                    <a:pt x="143" y="0"/>
                    <a:pt x="0" y="143"/>
                    <a:pt x="0" y="3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F71D204B-EB01-87D9-4FC9-8CA0A51EF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43" y="966108"/>
            <a:ext cx="8368393" cy="361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483693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E37D5-D3A6-D970-E210-9AA694519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B0C98-9C2D-ED8F-3035-D1329E23CF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6899" y="-577"/>
            <a:ext cx="8368363" cy="2093147"/>
          </a:xfrm>
          <a:prstGeom prst="rect">
            <a:avLst/>
          </a:prstGeom>
        </p:spPr>
        <p:txBody>
          <a:bodyPr/>
          <a:lstStyle/>
          <a:p>
            <a:pPr marL="171450" indent="-171450">
              <a:buChar char="•"/>
            </a:pP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Choix du </a:t>
            </a: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featurizer</a:t>
            </a:r>
            <a:endParaRPr lang="en-US" sz="2000">
              <a:solidFill>
                <a:schemeClr val="tx1">
                  <a:lumMod val="75000"/>
                  <a:lumOff val="25000"/>
                </a:schemeClr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C00C69D-AD08-5C2E-927E-57141A229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07772"/>
            <a:ext cx="8368363" cy="40945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>
                <a:ea typeface="+mj-lt"/>
                <a:cs typeface="+mj-lt"/>
              </a:rPr>
              <a:t>ÉTUDE DES FEATURIZERS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C2DB55-32A1-2A8A-14D0-E7E5BC8B35A8}"/>
              </a:ext>
            </a:extLst>
          </p:cNvPr>
          <p:cNvSpPr/>
          <p:nvPr/>
        </p:nvSpPr>
        <p:spPr bwMode="auto">
          <a:xfrm>
            <a:off x="-3362" y="4688116"/>
            <a:ext cx="9147088" cy="458746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fr-FR" dirty="0">
                <a:ea typeface="Roboto"/>
                <a:cs typeface="Roboto"/>
              </a:rPr>
              <a:t>26</a:t>
            </a:r>
            <a:endParaRPr lang="fr-F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9FFE9F-D776-A672-0DEE-E85EE7337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9393" y="1666875"/>
            <a:ext cx="4122964" cy="266019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DB96CC24-9E7E-E66D-8F1C-8A5D44061895}"/>
              </a:ext>
            </a:extLst>
          </p:cNvPr>
          <p:cNvGrpSpPr/>
          <p:nvPr/>
        </p:nvGrpSpPr>
        <p:grpSpPr>
          <a:xfrm>
            <a:off x="7976666" y="130917"/>
            <a:ext cx="971550" cy="971550"/>
            <a:chOff x="1228725" y="1070610"/>
            <a:chExt cx="971550" cy="97155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7137D87-6F25-2550-EB6A-2E7407D433B9}"/>
                </a:ext>
              </a:extLst>
            </p:cNvPr>
            <p:cNvSpPr/>
            <p:nvPr/>
          </p:nvSpPr>
          <p:spPr bwMode="auto">
            <a:xfrm>
              <a:off x="1228725" y="1070610"/>
              <a:ext cx="971550" cy="971550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DBEA34C0-A226-0201-7C0E-3D82CB158C07}"/>
                </a:ext>
              </a:extLst>
            </p:cNvPr>
            <p:cNvSpPr>
              <a:spLocks noEditPoints="1"/>
            </p:cNvSpPr>
            <p:nvPr/>
          </p:nvSpPr>
          <p:spPr bwMode="auto">
            <a:xfrm flipH="1">
              <a:off x="1465504" y="1309138"/>
              <a:ext cx="497992" cy="494494"/>
            </a:xfrm>
            <a:custGeom>
              <a:avLst/>
              <a:gdLst>
                <a:gd name="T0" fmla="*/ 2120 w 3986"/>
                <a:gd name="T1" fmla="*/ 444 h 3956"/>
                <a:gd name="T2" fmla="*/ 1803 w 3986"/>
                <a:gd name="T3" fmla="*/ 559 h 3956"/>
                <a:gd name="T4" fmla="*/ 1524 w 3986"/>
                <a:gd name="T5" fmla="*/ 765 h 3956"/>
                <a:gd name="T6" fmla="*/ 1316 w 3986"/>
                <a:gd name="T7" fmla="*/ 1043 h 3956"/>
                <a:gd name="T8" fmla="*/ 1200 w 3986"/>
                <a:gd name="T9" fmla="*/ 1358 h 3956"/>
                <a:gd name="T10" fmla="*/ 1177 w 3986"/>
                <a:gd name="T11" fmla="*/ 1688 h 3956"/>
                <a:gd name="T12" fmla="*/ 1246 w 3986"/>
                <a:gd name="T13" fmla="*/ 2012 h 3956"/>
                <a:gd name="T14" fmla="*/ 1408 w 3986"/>
                <a:gd name="T15" fmla="*/ 2311 h 3956"/>
                <a:gd name="T16" fmla="*/ 1658 w 3986"/>
                <a:gd name="T17" fmla="*/ 2558 h 3956"/>
                <a:gd name="T18" fmla="*/ 1959 w 3986"/>
                <a:gd name="T19" fmla="*/ 2719 h 3956"/>
                <a:gd name="T20" fmla="*/ 2286 w 3986"/>
                <a:gd name="T21" fmla="*/ 2787 h 3956"/>
                <a:gd name="T22" fmla="*/ 2618 w 3986"/>
                <a:gd name="T23" fmla="*/ 2765 h 3956"/>
                <a:gd name="T24" fmla="*/ 2934 w 3986"/>
                <a:gd name="T25" fmla="*/ 2650 h 3956"/>
                <a:gd name="T26" fmla="*/ 3214 w 3986"/>
                <a:gd name="T27" fmla="*/ 2443 h 3956"/>
                <a:gd name="T28" fmla="*/ 3422 w 3986"/>
                <a:gd name="T29" fmla="*/ 2166 h 3956"/>
                <a:gd name="T30" fmla="*/ 3538 w 3986"/>
                <a:gd name="T31" fmla="*/ 1852 h 3956"/>
                <a:gd name="T32" fmla="*/ 3561 w 3986"/>
                <a:gd name="T33" fmla="*/ 1522 h 3956"/>
                <a:gd name="T34" fmla="*/ 3491 w 3986"/>
                <a:gd name="T35" fmla="*/ 1197 h 3956"/>
                <a:gd name="T36" fmla="*/ 3330 w 3986"/>
                <a:gd name="T37" fmla="*/ 898 h 3956"/>
                <a:gd name="T38" fmla="*/ 3080 w 3986"/>
                <a:gd name="T39" fmla="*/ 651 h 3956"/>
                <a:gd name="T40" fmla="*/ 2780 w 3986"/>
                <a:gd name="T41" fmla="*/ 490 h 3956"/>
                <a:gd name="T42" fmla="*/ 2453 w 3986"/>
                <a:gd name="T43" fmla="*/ 421 h 3956"/>
                <a:gd name="T44" fmla="*/ 2560 w 3986"/>
                <a:gd name="T45" fmla="*/ 11 h 3956"/>
                <a:gd name="T46" fmla="*/ 2933 w 3986"/>
                <a:gd name="T47" fmla="*/ 100 h 3956"/>
                <a:gd name="T48" fmla="*/ 3280 w 3986"/>
                <a:gd name="T49" fmla="*/ 278 h 3956"/>
                <a:gd name="T50" fmla="*/ 3583 w 3986"/>
                <a:gd name="T51" fmla="*/ 543 h 3956"/>
                <a:gd name="T52" fmla="*/ 3806 w 3986"/>
                <a:gd name="T53" fmla="*/ 868 h 3956"/>
                <a:gd name="T54" fmla="*/ 3941 w 3986"/>
                <a:gd name="T55" fmla="*/ 1228 h 3956"/>
                <a:gd name="T56" fmla="*/ 3986 w 3986"/>
                <a:gd name="T57" fmla="*/ 1604 h 3956"/>
                <a:gd name="T58" fmla="*/ 3941 w 3986"/>
                <a:gd name="T59" fmla="*/ 1981 h 3956"/>
                <a:gd name="T60" fmla="*/ 3806 w 3986"/>
                <a:gd name="T61" fmla="*/ 2341 h 3956"/>
                <a:gd name="T62" fmla="*/ 3583 w 3986"/>
                <a:gd name="T63" fmla="*/ 2667 h 3956"/>
                <a:gd name="T64" fmla="*/ 3269 w 3986"/>
                <a:gd name="T65" fmla="*/ 2941 h 3956"/>
                <a:gd name="T66" fmla="*/ 2906 w 3986"/>
                <a:gd name="T67" fmla="*/ 3121 h 3956"/>
                <a:gd name="T68" fmla="*/ 2520 w 3986"/>
                <a:gd name="T69" fmla="*/ 3204 h 3956"/>
                <a:gd name="T70" fmla="*/ 2126 w 3986"/>
                <a:gd name="T71" fmla="*/ 3188 h 3956"/>
                <a:gd name="T72" fmla="*/ 1743 w 3986"/>
                <a:gd name="T73" fmla="*/ 3075 h 3956"/>
                <a:gd name="T74" fmla="*/ 1550 w 3986"/>
                <a:gd name="T75" fmla="*/ 2977 h 3956"/>
                <a:gd name="T76" fmla="*/ 1495 w 3986"/>
                <a:gd name="T77" fmla="*/ 2981 h 3956"/>
                <a:gd name="T78" fmla="*/ 574 w 3986"/>
                <a:gd name="T79" fmla="*/ 3876 h 3956"/>
                <a:gd name="T80" fmla="*/ 400 w 3986"/>
                <a:gd name="T81" fmla="*/ 3951 h 3956"/>
                <a:gd name="T82" fmla="*/ 227 w 3986"/>
                <a:gd name="T83" fmla="*/ 3939 h 3956"/>
                <a:gd name="T84" fmla="*/ 90 w 3986"/>
                <a:gd name="T85" fmla="*/ 3843 h 3956"/>
                <a:gd name="T86" fmla="*/ 6 w 3986"/>
                <a:gd name="T87" fmla="*/ 3689 h 3956"/>
                <a:gd name="T88" fmla="*/ 17 w 3986"/>
                <a:gd name="T89" fmla="*/ 3515 h 3956"/>
                <a:gd name="T90" fmla="*/ 112 w 3986"/>
                <a:gd name="T91" fmla="*/ 3345 h 3956"/>
                <a:gd name="T92" fmla="*/ 168 w 3986"/>
                <a:gd name="T93" fmla="*/ 3287 h 3956"/>
                <a:gd name="T94" fmla="*/ 247 w 3986"/>
                <a:gd name="T95" fmla="*/ 3208 h 3956"/>
                <a:gd name="T96" fmla="*/ 371 w 3986"/>
                <a:gd name="T97" fmla="*/ 3084 h 3956"/>
                <a:gd name="T98" fmla="*/ 522 w 3986"/>
                <a:gd name="T99" fmla="*/ 2935 h 3956"/>
                <a:gd name="T100" fmla="*/ 680 w 3986"/>
                <a:gd name="T101" fmla="*/ 2778 h 3956"/>
                <a:gd name="T102" fmla="*/ 828 w 3986"/>
                <a:gd name="T103" fmla="*/ 2631 h 3956"/>
                <a:gd name="T104" fmla="*/ 949 w 3986"/>
                <a:gd name="T105" fmla="*/ 2511 h 3956"/>
                <a:gd name="T106" fmla="*/ 991 w 3986"/>
                <a:gd name="T107" fmla="*/ 2441 h 3956"/>
                <a:gd name="T108" fmla="*/ 983 w 3986"/>
                <a:gd name="T109" fmla="*/ 2407 h 3956"/>
                <a:gd name="T110" fmla="*/ 818 w 3986"/>
                <a:gd name="T111" fmla="*/ 2039 h 3956"/>
                <a:gd name="T112" fmla="*/ 754 w 3986"/>
                <a:gd name="T113" fmla="*/ 1650 h 3956"/>
                <a:gd name="T114" fmla="*/ 788 w 3986"/>
                <a:gd name="T115" fmla="*/ 1260 h 3956"/>
                <a:gd name="T116" fmla="*/ 921 w 3986"/>
                <a:gd name="T117" fmla="*/ 887 h 3956"/>
                <a:gd name="T118" fmla="*/ 1152 w 3986"/>
                <a:gd name="T119" fmla="*/ 547 h 3956"/>
                <a:gd name="T120" fmla="*/ 1458 w 3986"/>
                <a:gd name="T121" fmla="*/ 278 h 3956"/>
                <a:gd name="T122" fmla="*/ 1806 w 3986"/>
                <a:gd name="T123" fmla="*/ 100 h 3956"/>
                <a:gd name="T124" fmla="*/ 2178 w 3986"/>
                <a:gd name="T125" fmla="*/ 11 h 3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986" h="3956">
                  <a:moveTo>
                    <a:pt x="2369" y="419"/>
                  </a:moveTo>
                  <a:lnTo>
                    <a:pt x="2286" y="421"/>
                  </a:lnTo>
                  <a:lnTo>
                    <a:pt x="2202" y="430"/>
                  </a:lnTo>
                  <a:lnTo>
                    <a:pt x="2120" y="444"/>
                  </a:lnTo>
                  <a:lnTo>
                    <a:pt x="2038" y="465"/>
                  </a:lnTo>
                  <a:lnTo>
                    <a:pt x="1959" y="490"/>
                  </a:lnTo>
                  <a:lnTo>
                    <a:pt x="1880" y="521"/>
                  </a:lnTo>
                  <a:lnTo>
                    <a:pt x="1803" y="559"/>
                  </a:lnTo>
                  <a:lnTo>
                    <a:pt x="1729" y="602"/>
                  </a:lnTo>
                  <a:lnTo>
                    <a:pt x="1658" y="651"/>
                  </a:lnTo>
                  <a:lnTo>
                    <a:pt x="1589" y="705"/>
                  </a:lnTo>
                  <a:lnTo>
                    <a:pt x="1524" y="765"/>
                  </a:lnTo>
                  <a:lnTo>
                    <a:pt x="1463" y="830"/>
                  </a:lnTo>
                  <a:lnTo>
                    <a:pt x="1408" y="898"/>
                  </a:lnTo>
                  <a:lnTo>
                    <a:pt x="1360" y="969"/>
                  </a:lnTo>
                  <a:lnTo>
                    <a:pt x="1316" y="1043"/>
                  </a:lnTo>
                  <a:lnTo>
                    <a:pt x="1278" y="1119"/>
                  </a:lnTo>
                  <a:lnTo>
                    <a:pt x="1246" y="1197"/>
                  </a:lnTo>
                  <a:lnTo>
                    <a:pt x="1221" y="1277"/>
                  </a:lnTo>
                  <a:lnTo>
                    <a:pt x="1200" y="1358"/>
                  </a:lnTo>
                  <a:lnTo>
                    <a:pt x="1186" y="1439"/>
                  </a:lnTo>
                  <a:lnTo>
                    <a:pt x="1177" y="1522"/>
                  </a:lnTo>
                  <a:lnTo>
                    <a:pt x="1175" y="1604"/>
                  </a:lnTo>
                  <a:lnTo>
                    <a:pt x="1177" y="1688"/>
                  </a:lnTo>
                  <a:lnTo>
                    <a:pt x="1186" y="1770"/>
                  </a:lnTo>
                  <a:lnTo>
                    <a:pt x="1200" y="1852"/>
                  </a:lnTo>
                  <a:lnTo>
                    <a:pt x="1221" y="1933"/>
                  </a:lnTo>
                  <a:lnTo>
                    <a:pt x="1246" y="2012"/>
                  </a:lnTo>
                  <a:lnTo>
                    <a:pt x="1278" y="2090"/>
                  </a:lnTo>
                  <a:lnTo>
                    <a:pt x="1316" y="2166"/>
                  </a:lnTo>
                  <a:lnTo>
                    <a:pt x="1360" y="2239"/>
                  </a:lnTo>
                  <a:lnTo>
                    <a:pt x="1408" y="2311"/>
                  </a:lnTo>
                  <a:lnTo>
                    <a:pt x="1463" y="2379"/>
                  </a:lnTo>
                  <a:lnTo>
                    <a:pt x="1524" y="2443"/>
                  </a:lnTo>
                  <a:lnTo>
                    <a:pt x="1589" y="2504"/>
                  </a:lnTo>
                  <a:lnTo>
                    <a:pt x="1658" y="2558"/>
                  </a:lnTo>
                  <a:lnTo>
                    <a:pt x="1729" y="2608"/>
                  </a:lnTo>
                  <a:lnTo>
                    <a:pt x="1803" y="2650"/>
                  </a:lnTo>
                  <a:lnTo>
                    <a:pt x="1880" y="2687"/>
                  </a:lnTo>
                  <a:lnTo>
                    <a:pt x="1959" y="2719"/>
                  </a:lnTo>
                  <a:lnTo>
                    <a:pt x="2038" y="2745"/>
                  </a:lnTo>
                  <a:lnTo>
                    <a:pt x="2120" y="2765"/>
                  </a:lnTo>
                  <a:lnTo>
                    <a:pt x="2202" y="2779"/>
                  </a:lnTo>
                  <a:lnTo>
                    <a:pt x="2286" y="2787"/>
                  </a:lnTo>
                  <a:lnTo>
                    <a:pt x="2369" y="2791"/>
                  </a:lnTo>
                  <a:lnTo>
                    <a:pt x="2453" y="2787"/>
                  </a:lnTo>
                  <a:lnTo>
                    <a:pt x="2536" y="2779"/>
                  </a:lnTo>
                  <a:lnTo>
                    <a:pt x="2618" y="2765"/>
                  </a:lnTo>
                  <a:lnTo>
                    <a:pt x="2700" y="2745"/>
                  </a:lnTo>
                  <a:lnTo>
                    <a:pt x="2780" y="2719"/>
                  </a:lnTo>
                  <a:lnTo>
                    <a:pt x="2858" y="2687"/>
                  </a:lnTo>
                  <a:lnTo>
                    <a:pt x="2934" y="2650"/>
                  </a:lnTo>
                  <a:lnTo>
                    <a:pt x="3009" y="2608"/>
                  </a:lnTo>
                  <a:lnTo>
                    <a:pt x="3080" y="2558"/>
                  </a:lnTo>
                  <a:lnTo>
                    <a:pt x="3148" y="2504"/>
                  </a:lnTo>
                  <a:lnTo>
                    <a:pt x="3214" y="2443"/>
                  </a:lnTo>
                  <a:lnTo>
                    <a:pt x="3275" y="2379"/>
                  </a:lnTo>
                  <a:lnTo>
                    <a:pt x="3330" y="2311"/>
                  </a:lnTo>
                  <a:lnTo>
                    <a:pt x="3378" y="2239"/>
                  </a:lnTo>
                  <a:lnTo>
                    <a:pt x="3422" y="2166"/>
                  </a:lnTo>
                  <a:lnTo>
                    <a:pt x="3460" y="2090"/>
                  </a:lnTo>
                  <a:lnTo>
                    <a:pt x="3491" y="2012"/>
                  </a:lnTo>
                  <a:lnTo>
                    <a:pt x="3517" y="1933"/>
                  </a:lnTo>
                  <a:lnTo>
                    <a:pt x="3538" y="1852"/>
                  </a:lnTo>
                  <a:lnTo>
                    <a:pt x="3552" y="1770"/>
                  </a:lnTo>
                  <a:lnTo>
                    <a:pt x="3561" y="1688"/>
                  </a:lnTo>
                  <a:lnTo>
                    <a:pt x="3563" y="1604"/>
                  </a:lnTo>
                  <a:lnTo>
                    <a:pt x="3561" y="1522"/>
                  </a:lnTo>
                  <a:lnTo>
                    <a:pt x="3552" y="1439"/>
                  </a:lnTo>
                  <a:lnTo>
                    <a:pt x="3538" y="1358"/>
                  </a:lnTo>
                  <a:lnTo>
                    <a:pt x="3517" y="1277"/>
                  </a:lnTo>
                  <a:lnTo>
                    <a:pt x="3491" y="1197"/>
                  </a:lnTo>
                  <a:lnTo>
                    <a:pt x="3460" y="1119"/>
                  </a:lnTo>
                  <a:lnTo>
                    <a:pt x="3422" y="1043"/>
                  </a:lnTo>
                  <a:lnTo>
                    <a:pt x="3378" y="969"/>
                  </a:lnTo>
                  <a:lnTo>
                    <a:pt x="3330" y="898"/>
                  </a:lnTo>
                  <a:lnTo>
                    <a:pt x="3275" y="830"/>
                  </a:lnTo>
                  <a:lnTo>
                    <a:pt x="3214" y="765"/>
                  </a:lnTo>
                  <a:lnTo>
                    <a:pt x="3148" y="705"/>
                  </a:lnTo>
                  <a:lnTo>
                    <a:pt x="3080" y="651"/>
                  </a:lnTo>
                  <a:lnTo>
                    <a:pt x="3009" y="602"/>
                  </a:lnTo>
                  <a:lnTo>
                    <a:pt x="2934" y="559"/>
                  </a:lnTo>
                  <a:lnTo>
                    <a:pt x="2858" y="521"/>
                  </a:lnTo>
                  <a:lnTo>
                    <a:pt x="2780" y="490"/>
                  </a:lnTo>
                  <a:lnTo>
                    <a:pt x="2700" y="465"/>
                  </a:lnTo>
                  <a:lnTo>
                    <a:pt x="2618" y="444"/>
                  </a:lnTo>
                  <a:lnTo>
                    <a:pt x="2536" y="430"/>
                  </a:lnTo>
                  <a:lnTo>
                    <a:pt x="2453" y="421"/>
                  </a:lnTo>
                  <a:lnTo>
                    <a:pt x="2369" y="419"/>
                  </a:lnTo>
                  <a:close/>
                  <a:moveTo>
                    <a:pt x="2369" y="0"/>
                  </a:moveTo>
                  <a:lnTo>
                    <a:pt x="2465" y="2"/>
                  </a:lnTo>
                  <a:lnTo>
                    <a:pt x="2560" y="11"/>
                  </a:lnTo>
                  <a:lnTo>
                    <a:pt x="2655" y="24"/>
                  </a:lnTo>
                  <a:lnTo>
                    <a:pt x="2748" y="45"/>
                  </a:lnTo>
                  <a:lnTo>
                    <a:pt x="2842" y="69"/>
                  </a:lnTo>
                  <a:lnTo>
                    <a:pt x="2933" y="100"/>
                  </a:lnTo>
                  <a:lnTo>
                    <a:pt x="3023" y="136"/>
                  </a:lnTo>
                  <a:lnTo>
                    <a:pt x="3111" y="177"/>
                  </a:lnTo>
                  <a:lnTo>
                    <a:pt x="3197" y="224"/>
                  </a:lnTo>
                  <a:lnTo>
                    <a:pt x="3280" y="278"/>
                  </a:lnTo>
                  <a:lnTo>
                    <a:pt x="3360" y="335"/>
                  </a:lnTo>
                  <a:lnTo>
                    <a:pt x="3438" y="399"/>
                  </a:lnTo>
                  <a:lnTo>
                    <a:pt x="3513" y="469"/>
                  </a:lnTo>
                  <a:lnTo>
                    <a:pt x="3583" y="543"/>
                  </a:lnTo>
                  <a:lnTo>
                    <a:pt x="3647" y="620"/>
                  </a:lnTo>
                  <a:lnTo>
                    <a:pt x="3705" y="700"/>
                  </a:lnTo>
                  <a:lnTo>
                    <a:pt x="3759" y="783"/>
                  </a:lnTo>
                  <a:lnTo>
                    <a:pt x="3806" y="868"/>
                  </a:lnTo>
                  <a:lnTo>
                    <a:pt x="3849" y="956"/>
                  </a:lnTo>
                  <a:lnTo>
                    <a:pt x="3885" y="1045"/>
                  </a:lnTo>
                  <a:lnTo>
                    <a:pt x="3916" y="1136"/>
                  </a:lnTo>
                  <a:lnTo>
                    <a:pt x="3941" y="1228"/>
                  </a:lnTo>
                  <a:lnTo>
                    <a:pt x="3961" y="1321"/>
                  </a:lnTo>
                  <a:lnTo>
                    <a:pt x="3974" y="1415"/>
                  </a:lnTo>
                  <a:lnTo>
                    <a:pt x="3983" y="1510"/>
                  </a:lnTo>
                  <a:lnTo>
                    <a:pt x="3986" y="1604"/>
                  </a:lnTo>
                  <a:lnTo>
                    <a:pt x="3983" y="1700"/>
                  </a:lnTo>
                  <a:lnTo>
                    <a:pt x="3974" y="1794"/>
                  </a:lnTo>
                  <a:lnTo>
                    <a:pt x="3961" y="1888"/>
                  </a:lnTo>
                  <a:lnTo>
                    <a:pt x="3941" y="1981"/>
                  </a:lnTo>
                  <a:lnTo>
                    <a:pt x="3916" y="2074"/>
                  </a:lnTo>
                  <a:lnTo>
                    <a:pt x="3885" y="2165"/>
                  </a:lnTo>
                  <a:lnTo>
                    <a:pt x="3849" y="2254"/>
                  </a:lnTo>
                  <a:lnTo>
                    <a:pt x="3806" y="2341"/>
                  </a:lnTo>
                  <a:lnTo>
                    <a:pt x="3759" y="2426"/>
                  </a:lnTo>
                  <a:lnTo>
                    <a:pt x="3705" y="2509"/>
                  </a:lnTo>
                  <a:lnTo>
                    <a:pt x="3647" y="2589"/>
                  </a:lnTo>
                  <a:lnTo>
                    <a:pt x="3583" y="2667"/>
                  </a:lnTo>
                  <a:lnTo>
                    <a:pt x="3513" y="2740"/>
                  </a:lnTo>
                  <a:lnTo>
                    <a:pt x="3434" y="2813"/>
                  </a:lnTo>
                  <a:lnTo>
                    <a:pt x="3353" y="2879"/>
                  </a:lnTo>
                  <a:lnTo>
                    <a:pt x="3269" y="2941"/>
                  </a:lnTo>
                  <a:lnTo>
                    <a:pt x="3181" y="2995"/>
                  </a:lnTo>
                  <a:lnTo>
                    <a:pt x="3092" y="3043"/>
                  </a:lnTo>
                  <a:lnTo>
                    <a:pt x="3000" y="3086"/>
                  </a:lnTo>
                  <a:lnTo>
                    <a:pt x="2906" y="3121"/>
                  </a:lnTo>
                  <a:lnTo>
                    <a:pt x="2812" y="3151"/>
                  </a:lnTo>
                  <a:lnTo>
                    <a:pt x="2715" y="3175"/>
                  </a:lnTo>
                  <a:lnTo>
                    <a:pt x="2618" y="3192"/>
                  </a:lnTo>
                  <a:lnTo>
                    <a:pt x="2520" y="3204"/>
                  </a:lnTo>
                  <a:lnTo>
                    <a:pt x="2421" y="3209"/>
                  </a:lnTo>
                  <a:lnTo>
                    <a:pt x="2323" y="3209"/>
                  </a:lnTo>
                  <a:lnTo>
                    <a:pt x="2224" y="3202"/>
                  </a:lnTo>
                  <a:lnTo>
                    <a:pt x="2126" y="3188"/>
                  </a:lnTo>
                  <a:lnTo>
                    <a:pt x="2028" y="3169"/>
                  </a:lnTo>
                  <a:lnTo>
                    <a:pt x="1932" y="3144"/>
                  </a:lnTo>
                  <a:lnTo>
                    <a:pt x="1836" y="3112"/>
                  </a:lnTo>
                  <a:lnTo>
                    <a:pt x="1743" y="3075"/>
                  </a:lnTo>
                  <a:lnTo>
                    <a:pt x="1650" y="3031"/>
                  </a:lnTo>
                  <a:lnTo>
                    <a:pt x="1560" y="2982"/>
                  </a:lnTo>
                  <a:lnTo>
                    <a:pt x="1558" y="2981"/>
                  </a:lnTo>
                  <a:lnTo>
                    <a:pt x="1550" y="2977"/>
                  </a:lnTo>
                  <a:lnTo>
                    <a:pt x="1540" y="2975"/>
                  </a:lnTo>
                  <a:lnTo>
                    <a:pt x="1526" y="2972"/>
                  </a:lnTo>
                  <a:lnTo>
                    <a:pt x="1510" y="2975"/>
                  </a:lnTo>
                  <a:lnTo>
                    <a:pt x="1495" y="2981"/>
                  </a:lnTo>
                  <a:lnTo>
                    <a:pt x="1478" y="2993"/>
                  </a:lnTo>
                  <a:lnTo>
                    <a:pt x="654" y="3810"/>
                  </a:lnTo>
                  <a:lnTo>
                    <a:pt x="615" y="3846"/>
                  </a:lnTo>
                  <a:lnTo>
                    <a:pt x="574" y="3876"/>
                  </a:lnTo>
                  <a:lnTo>
                    <a:pt x="533" y="3903"/>
                  </a:lnTo>
                  <a:lnTo>
                    <a:pt x="489" y="3924"/>
                  </a:lnTo>
                  <a:lnTo>
                    <a:pt x="444" y="3940"/>
                  </a:lnTo>
                  <a:lnTo>
                    <a:pt x="400" y="3951"/>
                  </a:lnTo>
                  <a:lnTo>
                    <a:pt x="355" y="3956"/>
                  </a:lnTo>
                  <a:lnTo>
                    <a:pt x="311" y="3956"/>
                  </a:lnTo>
                  <a:lnTo>
                    <a:pt x="269" y="3950"/>
                  </a:lnTo>
                  <a:lnTo>
                    <a:pt x="227" y="3939"/>
                  </a:lnTo>
                  <a:lnTo>
                    <a:pt x="187" y="3921"/>
                  </a:lnTo>
                  <a:lnTo>
                    <a:pt x="150" y="3898"/>
                  </a:lnTo>
                  <a:lnTo>
                    <a:pt x="114" y="3868"/>
                  </a:lnTo>
                  <a:lnTo>
                    <a:pt x="90" y="3843"/>
                  </a:lnTo>
                  <a:lnTo>
                    <a:pt x="60" y="3808"/>
                  </a:lnTo>
                  <a:lnTo>
                    <a:pt x="35" y="3770"/>
                  </a:lnTo>
                  <a:lnTo>
                    <a:pt x="17" y="3732"/>
                  </a:lnTo>
                  <a:lnTo>
                    <a:pt x="6" y="3689"/>
                  </a:lnTo>
                  <a:lnTo>
                    <a:pt x="0" y="3647"/>
                  </a:lnTo>
                  <a:lnTo>
                    <a:pt x="0" y="3604"/>
                  </a:lnTo>
                  <a:lnTo>
                    <a:pt x="6" y="3560"/>
                  </a:lnTo>
                  <a:lnTo>
                    <a:pt x="17" y="3515"/>
                  </a:lnTo>
                  <a:lnTo>
                    <a:pt x="33" y="3472"/>
                  </a:lnTo>
                  <a:lnTo>
                    <a:pt x="55" y="3429"/>
                  </a:lnTo>
                  <a:lnTo>
                    <a:pt x="80" y="3386"/>
                  </a:lnTo>
                  <a:lnTo>
                    <a:pt x="112" y="3345"/>
                  </a:lnTo>
                  <a:lnTo>
                    <a:pt x="147" y="3307"/>
                  </a:lnTo>
                  <a:lnTo>
                    <a:pt x="150" y="3304"/>
                  </a:lnTo>
                  <a:lnTo>
                    <a:pt x="157" y="3298"/>
                  </a:lnTo>
                  <a:lnTo>
                    <a:pt x="168" y="3287"/>
                  </a:lnTo>
                  <a:lnTo>
                    <a:pt x="182" y="3273"/>
                  </a:lnTo>
                  <a:lnTo>
                    <a:pt x="201" y="3253"/>
                  </a:lnTo>
                  <a:lnTo>
                    <a:pt x="223" y="3233"/>
                  </a:lnTo>
                  <a:lnTo>
                    <a:pt x="247" y="3208"/>
                  </a:lnTo>
                  <a:lnTo>
                    <a:pt x="275" y="3180"/>
                  </a:lnTo>
                  <a:lnTo>
                    <a:pt x="305" y="3151"/>
                  </a:lnTo>
                  <a:lnTo>
                    <a:pt x="337" y="3118"/>
                  </a:lnTo>
                  <a:lnTo>
                    <a:pt x="371" y="3084"/>
                  </a:lnTo>
                  <a:lnTo>
                    <a:pt x="407" y="3049"/>
                  </a:lnTo>
                  <a:lnTo>
                    <a:pt x="444" y="3012"/>
                  </a:lnTo>
                  <a:lnTo>
                    <a:pt x="483" y="2975"/>
                  </a:lnTo>
                  <a:lnTo>
                    <a:pt x="522" y="2935"/>
                  </a:lnTo>
                  <a:lnTo>
                    <a:pt x="562" y="2896"/>
                  </a:lnTo>
                  <a:lnTo>
                    <a:pt x="601" y="2856"/>
                  </a:lnTo>
                  <a:lnTo>
                    <a:pt x="641" y="2818"/>
                  </a:lnTo>
                  <a:lnTo>
                    <a:pt x="680" y="2778"/>
                  </a:lnTo>
                  <a:lnTo>
                    <a:pt x="719" y="2739"/>
                  </a:lnTo>
                  <a:lnTo>
                    <a:pt x="756" y="2702"/>
                  </a:lnTo>
                  <a:lnTo>
                    <a:pt x="793" y="2666"/>
                  </a:lnTo>
                  <a:lnTo>
                    <a:pt x="828" y="2631"/>
                  </a:lnTo>
                  <a:lnTo>
                    <a:pt x="862" y="2598"/>
                  </a:lnTo>
                  <a:lnTo>
                    <a:pt x="894" y="2567"/>
                  </a:lnTo>
                  <a:lnTo>
                    <a:pt x="923" y="2538"/>
                  </a:lnTo>
                  <a:lnTo>
                    <a:pt x="949" y="2511"/>
                  </a:lnTo>
                  <a:lnTo>
                    <a:pt x="973" y="2488"/>
                  </a:lnTo>
                  <a:lnTo>
                    <a:pt x="985" y="2472"/>
                  </a:lnTo>
                  <a:lnTo>
                    <a:pt x="990" y="2455"/>
                  </a:lnTo>
                  <a:lnTo>
                    <a:pt x="991" y="2441"/>
                  </a:lnTo>
                  <a:lnTo>
                    <a:pt x="990" y="2428"/>
                  </a:lnTo>
                  <a:lnTo>
                    <a:pt x="986" y="2417"/>
                  </a:lnTo>
                  <a:lnTo>
                    <a:pt x="984" y="2410"/>
                  </a:lnTo>
                  <a:lnTo>
                    <a:pt x="983" y="2407"/>
                  </a:lnTo>
                  <a:lnTo>
                    <a:pt x="932" y="2318"/>
                  </a:lnTo>
                  <a:lnTo>
                    <a:pt x="888" y="2226"/>
                  </a:lnTo>
                  <a:lnTo>
                    <a:pt x="850" y="2133"/>
                  </a:lnTo>
                  <a:lnTo>
                    <a:pt x="818" y="2039"/>
                  </a:lnTo>
                  <a:lnTo>
                    <a:pt x="793" y="1942"/>
                  </a:lnTo>
                  <a:lnTo>
                    <a:pt x="773" y="1846"/>
                  </a:lnTo>
                  <a:lnTo>
                    <a:pt x="760" y="1749"/>
                  </a:lnTo>
                  <a:lnTo>
                    <a:pt x="754" y="1650"/>
                  </a:lnTo>
                  <a:lnTo>
                    <a:pt x="753" y="1552"/>
                  </a:lnTo>
                  <a:lnTo>
                    <a:pt x="758" y="1455"/>
                  </a:lnTo>
                  <a:lnTo>
                    <a:pt x="770" y="1357"/>
                  </a:lnTo>
                  <a:lnTo>
                    <a:pt x="788" y="1260"/>
                  </a:lnTo>
                  <a:lnTo>
                    <a:pt x="811" y="1165"/>
                  </a:lnTo>
                  <a:lnTo>
                    <a:pt x="842" y="1071"/>
                  </a:lnTo>
                  <a:lnTo>
                    <a:pt x="878" y="978"/>
                  </a:lnTo>
                  <a:lnTo>
                    <a:pt x="921" y="887"/>
                  </a:lnTo>
                  <a:lnTo>
                    <a:pt x="969" y="798"/>
                  </a:lnTo>
                  <a:lnTo>
                    <a:pt x="1024" y="711"/>
                  </a:lnTo>
                  <a:lnTo>
                    <a:pt x="1085" y="628"/>
                  </a:lnTo>
                  <a:lnTo>
                    <a:pt x="1152" y="547"/>
                  </a:lnTo>
                  <a:lnTo>
                    <a:pt x="1226" y="469"/>
                  </a:lnTo>
                  <a:lnTo>
                    <a:pt x="1300" y="399"/>
                  </a:lnTo>
                  <a:lnTo>
                    <a:pt x="1378" y="335"/>
                  </a:lnTo>
                  <a:lnTo>
                    <a:pt x="1458" y="278"/>
                  </a:lnTo>
                  <a:lnTo>
                    <a:pt x="1542" y="224"/>
                  </a:lnTo>
                  <a:lnTo>
                    <a:pt x="1627" y="177"/>
                  </a:lnTo>
                  <a:lnTo>
                    <a:pt x="1716" y="136"/>
                  </a:lnTo>
                  <a:lnTo>
                    <a:pt x="1806" y="100"/>
                  </a:lnTo>
                  <a:lnTo>
                    <a:pt x="1897" y="69"/>
                  </a:lnTo>
                  <a:lnTo>
                    <a:pt x="1989" y="45"/>
                  </a:lnTo>
                  <a:lnTo>
                    <a:pt x="2083" y="24"/>
                  </a:lnTo>
                  <a:lnTo>
                    <a:pt x="2178" y="11"/>
                  </a:lnTo>
                  <a:lnTo>
                    <a:pt x="2274" y="2"/>
                  </a:lnTo>
                  <a:lnTo>
                    <a:pt x="2369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E7EA042-7AF4-A404-3C10-64CA7F643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63" y="1666875"/>
            <a:ext cx="4646841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343819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CF388-0B76-C9D0-0B98-639955D52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EB6135-E4AC-A7A1-4628-6DC50C8ACD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6899" y="-577"/>
            <a:ext cx="8368363" cy="2093147"/>
          </a:xfrm>
          <a:prstGeom prst="rect">
            <a:avLst/>
          </a:prstGeom>
        </p:spPr>
        <p:txBody>
          <a:bodyPr/>
          <a:lstStyle/>
          <a:p>
            <a:pPr marL="171450" indent="-171450">
              <a:buChar char="•"/>
            </a:pP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ngrams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DF9A94-D17C-B977-81AC-1364BF8A7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07772"/>
            <a:ext cx="8368363" cy="40945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>
                <a:ea typeface="+mj-lt"/>
                <a:cs typeface="+mj-lt"/>
              </a:rPr>
              <a:t>ÉTUDE DES FEATURIZERS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79BACC-B29A-6126-ACE0-89D513AD7CFC}"/>
              </a:ext>
            </a:extLst>
          </p:cNvPr>
          <p:cNvSpPr/>
          <p:nvPr/>
        </p:nvSpPr>
        <p:spPr bwMode="auto">
          <a:xfrm>
            <a:off x="-3362" y="4688116"/>
            <a:ext cx="9147088" cy="458746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fr-FR" dirty="0">
                <a:ea typeface="Roboto"/>
                <a:cs typeface="Roboto"/>
              </a:rPr>
              <a:t>27</a:t>
            </a:r>
            <a:endParaRPr lang="fr-FR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E8DEED-BC7B-697D-3F42-E4D46F955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9" y="1530802"/>
            <a:ext cx="8382002" cy="2823482"/>
          </a:xfrm>
          <a:prstGeom prst="rect">
            <a:avLst/>
          </a:prstGeom>
        </p:spPr>
      </p:pic>
      <p:grpSp>
        <p:nvGrpSpPr>
          <p:cNvPr id="6" name="Group 12">
            <a:extLst>
              <a:ext uri="{FF2B5EF4-FFF2-40B4-BE49-F238E27FC236}">
                <a16:creationId xmlns:a16="http://schemas.microsoft.com/office/drawing/2014/main" id="{06E7DD92-517F-03DB-1FE2-C4C608A8B92D}"/>
              </a:ext>
            </a:extLst>
          </p:cNvPr>
          <p:cNvGrpSpPr/>
          <p:nvPr/>
        </p:nvGrpSpPr>
        <p:grpSpPr>
          <a:xfrm>
            <a:off x="8077519" y="80491"/>
            <a:ext cx="971550" cy="971550"/>
            <a:chOff x="8119541" y="273792"/>
            <a:chExt cx="971550" cy="971550"/>
          </a:xfrm>
        </p:grpSpPr>
        <p:sp>
          <p:nvSpPr>
            <p:cNvPr id="7" name="Oval 10">
              <a:extLst>
                <a:ext uri="{FF2B5EF4-FFF2-40B4-BE49-F238E27FC236}">
                  <a16:creationId xmlns:a16="http://schemas.microsoft.com/office/drawing/2014/main" id="{8FDF71AA-0D34-9A78-2A51-49752D58EC74}"/>
                </a:ext>
              </a:extLst>
            </p:cNvPr>
            <p:cNvSpPr/>
            <p:nvPr/>
          </p:nvSpPr>
          <p:spPr bwMode="auto">
            <a:xfrm>
              <a:off x="8119541" y="273792"/>
              <a:ext cx="971550" cy="971550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575E5BD6-B11D-2FA2-1CBA-2081A16964FF}"/>
                </a:ext>
              </a:extLst>
            </p:cNvPr>
            <p:cNvSpPr>
              <a:spLocks noEditPoints="1"/>
            </p:cNvSpPr>
            <p:nvPr/>
          </p:nvSpPr>
          <p:spPr bwMode="auto">
            <a:xfrm flipH="1">
              <a:off x="8356320" y="512320"/>
              <a:ext cx="497992" cy="494494"/>
            </a:xfrm>
            <a:custGeom>
              <a:avLst/>
              <a:gdLst>
                <a:gd name="T0" fmla="*/ 2120 w 3986"/>
                <a:gd name="T1" fmla="*/ 444 h 3956"/>
                <a:gd name="T2" fmla="*/ 1803 w 3986"/>
                <a:gd name="T3" fmla="*/ 559 h 3956"/>
                <a:gd name="T4" fmla="*/ 1524 w 3986"/>
                <a:gd name="T5" fmla="*/ 765 h 3956"/>
                <a:gd name="T6" fmla="*/ 1316 w 3986"/>
                <a:gd name="T7" fmla="*/ 1043 h 3956"/>
                <a:gd name="T8" fmla="*/ 1200 w 3986"/>
                <a:gd name="T9" fmla="*/ 1358 h 3956"/>
                <a:gd name="T10" fmla="*/ 1177 w 3986"/>
                <a:gd name="T11" fmla="*/ 1688 h 3956"/>
                <a:gd name="T12" fmla="*/ 1246 w 3986"/>
                <a:gd name="T13" fmla="*/ 2012 h 3956"/>
                <a:gd name="T14" fmla="*/ 1408 w 3986"/>
                <a:gd name="T15" fmla="*/ 2311 h 3956"/>
                <a:gd name="T16" fmla="*/ 1658 w 3986"/>
                <a:gd name="T17" fmla="*/ 2558 h 3956"/>
                <a:gd name="T18" fmla="*/ 1959 w 3986"/>
                <a:gd name="T19" fmla="*/ 2719 h 3956"/>
                <a:gd name="T20" fmla="*/ 2286 w 3986"/>
                <a:gd name="T21" fmla="*/ 2787 h 3956"/>
                <a:gd name="T22" fmla="*/ 2618 w 3986"/>
                <a:gd name="T23" fmla="*/ 2765 h 3956"/>
                <a:gd name="T24" fmla="*/ 2934 w 3986"/>
                <a:gd name="T25" fmla="*/ 2650 h 3956"/>
                <a:gd name="T26" fmla="*/ 3214 w 3986"/>
                <a:gd name="T27" fmla="*/ 2443 h 3956"/>
                <a:gd name="T28" fmla="*/ 3422 w 3986"/>
                <a:gd name="T29" fmla="*/ 2166 h 3956"/>
                <a:gd name="T30" fmla="*/ 3538 w 3986"/>
                <a:gd name="T31" fmla="*/ 1852 h 3956"/>
                <a:gd name="T32" fmla="*/ 3561 w 3986"/>
                <a:gd name="T33" fmla="*/ 1522 h 3956"/>
                <a:gd name="T34" fmla="*/ 3491 w 3986"/>
                <a:gd name="T35" fmla="*/ 1197 h 3956"/>
                <a:gd name="T36" fmla="*/ 3330 w 3986"/>
                <a:gd name="T37" fmla="*/ 898 h 3956"/>
                <a:gd name="T38" fmla="*/ 3080 w 3986"/>
                <a:gd name="T39" fmla="*/ 651 h 3956"/>
                <a:gd name="T40" fmla="*/ 2780 w 3986"/>
                <a:gd name="T41" fmla="*/ 490 h 3956"/>
                <a:gd name="T42" fmla="*/ 2453 w 3986"/>
                <a:gd name="T43" fmla="*/ 421 h 3956"/>
                <a:gd name="T44" fmla="*/ 2560 w 3986"/>
                <a:gd name="T45" fmla="*/ 11 h 3956"/>
                <a:gd name="T46" fmla="*/ 2933 w 3986"/>
                <a:gd name="T47" fmla="*/ 100 h 3956"/>
                <a:gd name="T48" fmla="*/ 3280 w 3986"/>
                <a:gd name="T49" fmla="*/ 278 h 3956"/>
                <a:gd name="T50" fmla="*/ 3583 w 3986"/>
                <a:gd name="T51" fmla="*/ 543 h 3956"/>
                <a:gd name="T52" fmla="*/ 3806 w 3986"/>
                <a:gd name="T53" fmla="*/ 868 h 3956"/>
                <a:gd name="T54" fmla="*/ 3941 w 3986"/>
                <a:gd name="T55" fmla="*/ 1228 h 3956"/>
                <a:gd name="T56" fmla="*/ 3986 w 3986"/>
                <a:gd name="T57" fmla="*/ 1604 h 3956"/>
                <a:gd name="T58" fmla="*/ 3941 w 3986"/>
                <a:gd name="T59" fmla="*/ 1981 h 3956"/>
                <a:gd name="T60" fmla="*/ 3806 w 3986"/>
                <a:gd name="T61" fmla="*/ 2341 h 3956"/>
                <a:gd name="T62" fmla="*/ 3583 w 3986"/>
                <a:gd name="T63" fmla="*/ 2667 h 3956"/>
                <a:gd name="T64" fmla="*/ 3269 w 3986"/>
                <a:gd name="T65" fmla="*/ 2941 h 3956"/>
                <a:gd name="T66" fmla="*/ 2906 w 3986"/>
                <a:gd name="T67" fmla="*/ 3121 h 3956"/>
                <a:gd name="T68" fmla="*/ 2520 w 3986"/>
                <a:gd name="T69" fmla="*/ 3204 h 3956"/>
                <a:gd name="T70" fmla="*/ 2126 w 3986"/>
                <a:gd name="T71" fmla="*/ 3188 h 3956"/>
                <a:gd name="T72" fmla="*/ 1743 w 3986"/>
                <a:gd name="T73" fmla="*/ 3075 h 3956"/>
                <a:gd name="T74" fmla="*/ 1550 w 3986"/>
                <a:gd name="T75" fmla="*/ 2977 h 3956"/>
                <a:gd name="T76" fmla="*/ 1495 w 3986"/>
                <a:gd name="T77" fmla="*/ 2981 h 3956"/>
                <a:gd name="T78" fmla="*/ 574 w 3986"/>
                <a:gd name="T79" fmla="*/ 3876 h 3956"/>
                <a:gd name="T80" fmla="*/ 400 w 3986"/>
                <a:gd name="T81" fmla="*/ 3951 h 3956"/>
                <a:gd name="T82" fmla="*/ 227 w 3986"/>
                <a:gd name="T83" fmla="*/ 3939 h 3956"/>
                <a:gd name="T84" fmla="*/ 90 w 3986"/>
                <a:gd name="T85" fmla="*/ 3843 h 3956"/>
                <a:gd name="T86" fmla="*/ 6 w 3986"/>
                <a:gd name="T87" fmla="*/ 3689 h 3956"/>
                <a:gd name="T88" fmla="*/ 17 w 3986"/>
                <a:gd name="T89" fmla="*/ 3515 h 3956"/>
                <a:gd name="T90" fmla="*/ 112 w 3986"/>
                <a:gd name="T91" fmla="*/ 3345 h 3956"/>
                <a:gd name="T92" fmla="*/ 168 w 3986"/>
                <a:gd name="T93" fmla="*/ 3287 h 3956"/>
                <a:gd name="T94" fmla="*/ 247 w 3986"/>
                <a:gd name="T95" fmla="*/ 3208 h 3956"/>
                <a:gd name="T96" fmla="*/ 371 w 3986"/>
                <a:gd name="T97" fmla="*/ 3084 h 3956"/>
                <a:gd name="T98" fmla="*/ 522 w 3986"/>
                <a:gd name="T99" fmla="*/ 2935 h 3956"/>
                <a:gd name="T100" fmla="*/ 680 w 3986"/>
                <a:gd name="T101" fmla="*/ 2778 h 3956"/>
                <a:gd name="T102" fmla="*/ 828 w 3986"/>
                <a:gd name="T103" fmla="*/ 2631 h 3956"/>
                <a:gd name="T104" fmla="*/ 949 w 3986"/>
                <a:gd name="T105" fmla="*/ 2511 h 3956"/>
                <a:gd name="T106" fmla="*/ 991 w 3986"/>
                <a:gd name="T107" fmla="*/ 2441 h 3956"/>
                <a:gd name="T108" fmla="*/ 983 w 3986"/>
                <a:gd name="T109" fmla="*/ 2407 h 3956"/>
                <a:gd name="T110" fmla="*/ 818 w 3986"/>
                <a:gd name="T111" fmla="*/ 2039 h 3956"/>
                <a:gd name="T112" fmla="*/ 754 w 3986"/>
                <a:gd name="T113" fmla="*/ 1650 h 3956"/>
                <a:gd name="T114" fmla="*/ 788 w 3986"/>
                <a:gd name="T115" fmla="*/ 1260 h 3956"/>
                <a:gd name="T116" fmla="*/ 921 w 3986"/>
                <a:gd name="T117" fmla="*/ 887 h 3956"/>
                <a:gd name="T118" fmla="*/ 1152 w 3986"/>
                <a:gd name="T119" fmla="*/ 547 h 3956"/>
                <a:gd name="T120" fmla="*/ 1458 w 3986"/>
                <a:gd name="T121" fmla="*/ 278 h 3956"/>
                <a:gd name="T122" fmla="*/ 1806 w 3986"/>
                <a:gd name="T123" fmla="*/ 100 h 3956"/>
                <a:gd name="T124" fmla="*/ 2178 w 3986"/>
                <a:gd name="T125" fmla="*/ 11 h 3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986" h="3956">
                  <a:moveTo>
                    <a:pt x="2369" y="419"/>
                  </a:moveTo>
                  <a:lnTo>
                    <a:pt x="2286" y="421"/>
                  </a:lnTo>
                  <a:lnTo>
                    <a:pt x="2202" y="430"/>
                  </a:lnTo>
                  <a:lnTo>
                    <a:pt x="2120" y="444"/>
                  </a:lnTo>
                  <a:lnTo>
                    <a:pt x="2038" y="465"/>
                  </a:lnTo>
                  <a:lnTo>
                    <a:pt x="1959" y="490"/>
                  </a:lnTo>
                  <a:lnTo>
                    <a:pt x="1880" y="521"/>
                  </a:lnTo>
                  <a:lnTo>
                    <a:pt x="1803" y="559"/>
                  </a:lnTo>
                  <a:lnTo>
                    <a:pt x="1729" y="602"/>
                  </a:lnTo>
                  <a:lnTo>
                    <a:pt x="1658" y="651"/>
                  </a:lnTo>
                  <a:lnTo>
                    <a:pt x="1589" y="705"/>
                  </a:lnTo>
                  <a:lnTo>
                    <a:pt x="1524" y="765"/>
                  </a:lnTo>
                  <a:lnTo>
                    <a:pt x="1463" y="830"/>
                  </a:lnTo>
                  <a:lnTo>
                    <a:pt x="1408" y="898"/>
                  </a:lnTo>
                  <a:lnTo>
                    <a:pt x="1360" y="969"/>
                  </a:lnTo>
                  <a:lnTo>
                    <a:pt x="1316" y="1043"/>
                  </a:lnTo>
                  <a:lnTo>
                    <a:pt x="1278" y="1119"/>
                  </a:lnTo>
                  <a:lnTo>
                    <a:pt x="1246" y="1197"/>
                  </a:lnTo>
                  <a:lnTo>
                    <a:pt x="1221" y="1277"/>
                  </a:lnTo>
                  <a:lnTo>
                    <a:pt x="1200" y="1358"/>
                  </a:lnTo>
                  <a:lnTo>
                    <a:pt x="1186" y="1439"/>
                  </a:lnTo>
                  <a:lnTo>
                    <a:pt x="1177" y="1522"/>
                  </a:lnTo>
                  <a:lnTo>
                    <a:pt x="1175" y="1604"/>
                  </a:lnTo>
                  <a:lnTo>
                    <a:pt x="1177" y="1688"/>
                  </a:lnTo>
                  <a:lnTo>
                    <a:pt x="1186" y="1770"/>
                  </a:lnTo>
                  <a:lnTo>
                    <a:pt x="1200" y="1852"/>
                  </a:lnTo>
                  <a:lnTo>
                    <a:pt x="1221" y="1933"/>
                  </a:lnTo>
                  <a:lnTo>
                    <a:pt x="1246" y="2012"/>
                  </a:lnTo>
                  <a:lnTo>
                    <a:pt x="1278" y="2090"/>
                  </a:lnTo>
                  <a:lnTo>
                    <a:pt x="1316" y="2166"/>
                  </a:lnTo>
                  <a:lnTo>
                    <a:pt x="1360" y="2239"/>
                  </a:lnTo>
                  <a:lnTo>
                    <a:pt x="1408" y="2311"/>
                  </a:lnTo>
                  <a:lnTo>
                    <a:pt x="1463" y="2379"/>
                  </a:lnTo>
                  <a:lnTo>
                    <a:pt x="1524" y="2443"/>
                  </a:lnTo>
                  <a:lnTo>
                    <a:pt x="1589" y="2504"/>
                  </a:lnTo>
                  <a:lnTo>
                    <a:pt x="1658" y="2558"/>
                  </a:lnTo>
                  <a:lnTo>
                    <a:pt x="1729" y="2608"/>
                  </a:lnTo>
                  <a:lnTo>
                    <a:pt x="1803" y="2650"/>
                  </a:lnTo>
                  <a:lnTo>
                    <a:pt x="1880" y="2687"/>
                  </a:lnTo>
                  <a:lnTo>
                    <a:pt x="1959" y="2719"/>
                  </a:lnTo>
                  <a:lnTo>
                    <a:pt x="2038" y="2745"/>
                  </a:lnTo>
                  <a:lnTo>
                    <a:pt x="2120" y="2765"/>
                  </a:lnTo>
                  <a:lnTo>
                    <a:pt x="2202" y="2779"/>
                  </a:lnTo>
                  <a:lnTo>
                    <a:pt x="2286" y="2787"/>
                  </a:lnTo>
                  <a:lnTo>
                    <a:pt x="2369" y="2791"/>
                  </a:lnTo>
                  <a:lnTo>
                    <a:pt x="2453" y="2787"/>
                  </a:lnTo>
                  <a:lnTo>
                    <a:pt x="2536" y="2779"/>
                  </a:lnTo>
                  <a:lnTo>
                    <a:pt x="2618" y="2765"/>
                  </a:lnTo>
                  <a:lnTo>
                    <a:pt x="2700" y="2745"/>
                  </a:lnTo>
                  <a:lnTo>
                    <a:pt x="2780" y="2719"/>
                  </a:lnTo>
                  <a:lnTo>
                    <a:pt x="2858" y="2687"/>
                  </a:lnTo>
                  <a:lnTo>
                    <a:pt x="2934" y="2650"/>
                  </a:lnTo>
                  <a:lnTo>
                    <a:pt x="3009" y="2608"/>
                  </a:lnTo>
                  <a:lnTo>
                    <a:pt x="3080" y="2558"/>
                  </a:lnTo>
                  <a:lnTo>
                    <a:pt x="3148" y="2504"/>
                  </a:lnTo>
                  <a:lnTo>
                    <a:pt x="3214" y="2443"/>
                  </a:lnTo>
                  <a:lnTo>
                    <a:pt x="3275" y="2379"/>
                  </a:lnTo>
                  <a:lnTo>
                    <a:pt x="3330" y="2311"/>
                  </a:lnTo>
                  <a:lnTo>
                    <a:pt x="3378" y="2239"/>
                  </a:lnTo>
                  <a:lnTo>
                    <a:pt x="3422" y="2166"/>
                  </a:lnTo>
                  <a:lnTo>
                    <a:pt x="3460" y="2090"/>
                  </a:lnTo>
                  <a:lnTo>
                    <a:pt x="3491" y="2012"/>
                  </a:lnTo>
                  <a:lnTo>
                    <a:pt x="3517" y="1933"/>
                  </a:lnTo>
                  <a:lnTo>
                    <a:pt x="3538" y="1852"/>
                  </a:lnTo>
                  <a:lnTo>
                    <a:pt x="3552" y="1770"/>
                  </a:lnTo>
                  <a:lnTo>
                    <a:pt x="3561" y="1688"/>
                  </a:lnTo>
                  <a:lnTo>
                    <a:pt x="3563" y="1604"/>
                  </a:lnTo>
                  <a:lnTo>
                    <a:pt x="3561" y="1522"/>
                  </a:lnTo>
                  <a:lnTo>
                    <a:pt x="3552" y="1439"/>
                  </a:lnTo>
                  <a:lnTo>
                    <a:pt x="3538" y="1358"/>
                  </a:lnTo>
                  <a:lnTo>
                    <a:pt x="3517" y="1277"/>
                  </a:lnTo>
                  <a:lnTo>
                    <a:pt x="3491" y="1197"/>
                  </a:lnTo>
                  <a:lnTo>
                    <a:pt x="3460" y="1119"/>
                  </a:lnTo>
                  <a:lnTo>
                    <a:pt x="3422" y="1043"/>
                  </a:lnTo>
                  <a:lnTo>
                    <a:pt x="3378" y="969"/>
                  </a:lnTo>
                  <a:lnTo>
                    <a:pt x="3330" y="898"/>
                  </a:lnTo>
                  <a:lnTo>
                    <a:pt x="3275" y="830"/>
                  </a:lnTo>
                  <a:lnTo>
                    <a:pt x="3214" y="765"/>
                  </a:lnTo>
                  <a:lnTo>
                    <a:pt x="3148" y="705"/>
                  </a:lnTo>
                  <a:lnTo>
                    <a:pt x="3080" y="651"/>
                  </a:lnTo>
                  <a:lnTo>
                    <a:pt x="3009" y="602"/>
                  </a:lnTo>
                  <a:lnTo>
                    <a:pt x="2934" y="559"/>
                  </a:lnTo>
                  <a:lnTo>
                    <a:pt x="2858" y="521"/>
                  </a:lnTo>
                  <a:lnTo>
                    <a:pt x="2780" y="490"/>
                  </a:lnTo>
                  <a:lnTo>
                    <a:pt x="2700" y="465"/>
                  </a:lnTo>
                  <a:lnTo>
                    <a:pt x="2618" y="444"/>
                  </a:lnTo>
                  <a:lnTo>
                    <a:pt x="2536" y="430"/>
                  </a:lnTo>
                  <a:lnTo>
                    <a:pt x="2453" y="421"/>
                  </a:lnTo>
                  <a:lnTo>
                    <a:pt x="2369" y="419"/>
                  </a:lnTo>
                  <a:close/>
                  <a:moveTo>
                    <a:pt x="2369" y="0"/>
                  </a:moveTo>
                  <a:lnTo>
                    <a:pt x="2465" y="2"/>
                  </a:lnTo>
                  <a:lnTo>
                    <a:pt x="2560" y="11"/>
                  </a:lnTo>
                  <a:lnTo>
                    <a:pt x="2655" y="24"/>
                  </a:lnTo>
                  <a:lnTo>
                    <a:pt x="2748" y="45"/>
                  </a:lnTo>
                  <a:lnTo>
                    <a:pt x="2842" y="69"/>
                  </a:lnTo>
                  <a:lnTo>
                    <a:pt x="2933" y="100"/>
                  </a:lnTo>
                  <a:lnTo>
                    <a:pt x="3023" y="136"/>
                  </a:lnTo>
                  <a:lnTo>
                    <a:pt x="3111" y="177"/>
                  </a:lnTo>
                  <a:lnTo>
                    <a:pt x="3197" y="224"/>
                  </a:lnTo>
                  <a:lnTo>
                    <a:pt x="3280" y="278"/>
                  </a:lnTo>
                  <a:lnTo>
                    <a:pt x="3360" y="335"/>
                  </a:lnTo>
                  <a:lnTo>
                    <a:pt x="3438" y="399"/>
                  </a:lnTo>
                  <a:lnTo>
                    <a:pt x="3513" y="469"/>
                  </a:lnTo>
                  <a:lnTo>
                    <a:pt x="3583" y="543"/>
                  </a:lnTo>
                  <a:lnTo>
                    <a:pt x="3647" y="620"/>
                  </a:lnTo>
                  <a:lnTo>
                    <a:pt x="3705" y="700"/>
                  </a:lnTo>
                  <a:lnTo>
                    <a:pt x="3759" y="783"/>
                  </a:lnTo>
                  <a:lnTo>
                    <a:pt x="3806" y="868"/>
                  </a:lnTo>
                  <a:lnTo>
                    <a:pt x="3849" y="956"/>
                  </a:lnTo>
                  <a:lnTo>
                    <a:pt x="3885" y="1045"/>
                  </a:lnTo>
                  <a:lnTo>
                    <a:pt x="3916" y="1136"/>
                  </a:lnTo>
                  <a:lnTo>
                    <a:pt x="3941" y="1228"/>
                  </a:lnTo>
                  <a:lnTo>
                    <a:pt x="3961" y="1321"/>
                  </a:lnTo>
                  <a:lnTo>
                    <a:pt x="3974" y="1415"/>
                  </a:lnTo>
                  <a:lnTo>
                    <a:pt x="3983" y="1510"/>
                  </a:lnTo>
                  <a:lnTo>
                    <a:pt x="3986" y="1604"/>
                  </a:lnTo>
                  <a:lnTo>
                    <a:pt x="3983" y="1700"/>
                  </a:lnTo>
                  <a:lnTo>
                    <a:pt x="3974" y="1794"/>
                  </a:lnTo>
                  <a:lnTo>
                    <a:pt x="3961" y="1888"/>
                  </a:lnTo>
                  <a:lnTo>
                    <a:pt x="3941" y="1981"/>
                  </a:lnTo>
                  <a:lnTo>
                    <a:pt x="3916" y="2074"/>
                  </a:lnTo>
                  <a:lnTo>
                    <a:pt x="3885" y="2165"/>
                  </a:lnTo>
                  <a:lnTo>
                    <a:pt x="3849" y="2254"/>
                  </a:lnTo>
                  <a:lnTo>
                    <a:pt x="3806" y="2341"/>
                  </a:lnTo>
                  <a:lnTo>
                    <a:pt x="3759" y="2426"/>
                  </a:lnTo>
                  <a:lnTo>
                    <a:pt x="3705" y="2509"/>
                  </a:lnTo>
                  <a:lnTo>
                    <a:pt x="3647" y="2589"/>
                  </a:lnTo>
                  <a:lnTo>
                    <a:pt x="3583" y="2667"/>
                  </a:lnTo>
                  <a:lnTo>
                    <a:pt x="3513" y="2740"/>
                  </a:lnTo>
                  <a:lnTo>
                    <a:pt x="3434" y="2813"/>
                  </a:lnTo>
                  <a:lnTo>
                    <a:pt x="3353" y="2879"/>
                  </a:lnTo>
                  <a:lnTo>
                    <a:pt x="3269" y="2941"/>
                  </a:lnTo>
                  <a:lnTo>
                    <a:pt x="3181" y="2995"/>
                  </a:lnTo>
                  <a:lnTo>
                    <a:pt x="3092" y="3043"/>
                  </a:lnTo>
                  <a:lnTo>
                    <a:pt x="3000" y="3086"/>
                  </a:lnTo>
                  <a:lnTo>
                    <a:pt x="2906" y="3121"/>
                  </a:lnTo>
                  <a:lnTo>
                    <a:pt x="2812" y="3151"/>
                  </a:lnTo>
                  <a:lnTo>
                    <a:pt x="2715" y="3175"/>
                  </a:lnTo>
                  <a:lnTo>
                    <a:pt x="2618" y="3192"/>
                  </a:lnTo>
                  <a:lnTo>
                    <a:pt x="2520" y="3204"/>
                  </a:lnTo>
                  <a:lnTo>
                    <a:pt x="2421" y="3209"/>
                  </a:lnTo>
                  <a:lnTo>
                    <a:pt x="2323" y="3209"/>
                  </a:lnTo>
                  <a:lnTo>
                    <a:pt x="2224" y="3202"/>
                  </a:lnTo>
                  <a:lnTo>
                    <a:pt x="2126" y="3188"/>
                  </a:lnTo>
                  <a:lnTo>
                    <a:pt x="2028" y="3169"/>
                  </a:lnTo>
                  <a:lnTo>
                    <a:pt x="1932" y="3144"/>
                  </a:lnTo>
                  <a:lnTo>
                    <a:pt x="1836" y="3112"/>
                  </a:lnTo>
                  <a:lnTo>
                    <a:pt x="1743" y="3075"/>
                  </a:lnTo>
                  <a:lnTo>
                    <a:pt x="1650" y="3031"/>
                  </a:lnTo>
                  <a:lnTo>
                    <a:pt x="1560" y="2982"/>
                  </a:lnTo>
                  <a:lnTo>
                    <a:pt x="1558" y="2981"/>
                  </a:lnTo>
                  <a:lnTo>
                    <a:pt x="1550" y="2977"/>
                  </a:lnTo>
                  <a:lnTo>
                    <a:pt x="1540" y="2975"/>
                  </a:lnTo>
                  <a:lnTo>
                    <a:pt x="1526" y="2972"/>
                  </a:lnTo>
                  <a:lnTo>
                    <a:pt x="1510" y="2975"/>
                  </a:lnTo>
                  <a:lnTo>
                    <a:pt x="1495" y="2981"/>
                  </a:lnTo>
                  <a:lnTo>
                    <a:pt x="1478" y="2993"/>
                  </a:lnTo>
                  <a:lnTo>
                    <a:pt x="654" y="3810"/>
                  </a:lnTo>
                  <a:lnTo>
                    <a:pt x="615" y="3846"/>
                  </a:lnTo>
                  <a:lnTo>
                    <a:pt x="574" y="3876"/>
                  </a:lnTo>
                  <a:lnTo>
                    <a:pt x="533" y="3903"/>
                  </a:lnTo>
                  <a:lnTo>
                    <a:pt x="489" y="3924"/>
                  </a:lnTo>
                  <a:lnTo>
                    <a:pt x="444" y="3940"/>
                  </a:lnTo>
                  <a:lnTo>
                    <a:pt x="400" y="3951"/>
                  </a:lnTo>
                  <a:lnTo>
                    <a:pt x="355" y="3956"/>
                  </a:lnTo>
                  <a:lnTo>
                    <a:pt x="311" y="3956"/>
                  </a:lnTo>
                  <a:lnTo>
                    <a:pt x="269" y="3950"/>
                  </a:lnTo>
                  <a:lnTo>
                    <a:pt x="227" y="3939"/>
                  </a:lnTo>
                  <a:lnTo>
                    <a:pt x="187" y="3921"/>
                  </a:lnTo>
                  <a:lnTo>
                    <a:pt x="150" y="3898"/>
                  </a:lnTo>
                  <a:lnTo>
                    <a:pt x="114" y="3868"/>
                  </a:lnTo>
                  <a:lnTo>
                    <a:pt x="90" y="3843"/>
                  </a:lnTo>
                  <a:lnTo>
                    <a:pt x="60" y="3808"/>
                  </a:lnTo>
                  <a:lnTo>
                    <a:pt x="35" y="3770"/>
                  </a:lnTo>
                  <a:lnTo>
                    <a:pt x="17" y="3732"/>
                  </a:lnTo>
                  <a:lnTo>
                    <a:pt x="6" y="3689"/>
                  </a:lnTo>
                  <a:lnTo>
                    <a:pt x="0" y="3647"/>
                  </a:lnTo>
                  <a:lnTo>
                    <a:pt x="0" y="3604"/>
                  </a:lnTo>
                  <a:lnTo>
                    <a:pt x="6" y="3560"/>
                  </a:lnTo>
                  <a:lnTo>
                    <a:pt x="17" y="3515"/>
                  </a:lnTo>
                  <a:lnTo>
                    <a:pt x="33" y="3472"/>
                  </a:lnTo>
                  <a:lnTo>
                    <a:pt x="55" y="3429"/>
                  </a:lnTo>
                  <a:lnTo>
                    <a:pt x="80" y="3386"/>
                  </a:lnTo>
                  <a:lnTo>
                    <a:pt x="112" y="3345"/>
                  </a:lnTo>
                  <a:lnTo>
                    <a:pt x="147" y="3307"/>
                  </a:lnTo>
                  <a:lnTo>
                    <a:pt x="150" y="3304"/>
                  </a:lnTo>
                  <a:lnTo>
                    <a:pt x="157" y="3298"/>
                  </a:lnTo>
                  <a:lnTo>
                    <a:pt x="168" y="3287"/>
                  </a:lnTo>
                  <a:lnTo>
                    <a:pt x="182" y="3273"/>
                  </a:lnTo>
                  <a:lnTo>
                    <a:pt x="201" y="3253"/>
                  </a:lnTo>
                  <a:lnTo>
                    <a:pt x="223" y="3233"/>
                  </a:lnTo>
                  <a:lnTo>
                    <a:pt x="247" y="3208"/>
                  </a:lnTo>
                  <a:lnTo>
                    <a:pt x="275" y="3180"/>
                  </a:lnTo>
                  <a:lnTo>
                    <a:pt x="305" y="3151"/>
                  </a:lnTo>
                  <a:lnTo>
                    <a:pt x="337" y="3118"/>
                  </a:lnTo>
                  <a:lnTo>
                    <a:pt x="371" y="3084"/>
                  </a:lnTo>
                  <a:lnTo>
                    <a:pt x="407" y="3049"/>
                  </a:lnTo>
                  <a:lnTo>
                    <a:pt x="444" y="3012"/>
                  </a:lnTo>
                  <a:lnTo>
                    <a:pt x="483" y="2975"/>
                  </a:lnTo>
                  <a:lnTo>
                    <a:pt x="522" y="2935"/>
                  </a:lnTo>
                  <a:lnTo>
                    <a:pt x="562" y="2896"/>
                  </a:lnTo>
                  <a:lnTo>
                    <a:pt x="601" y="2856"/>
                  </a:lnTo>
                  <a:lnTo>
                    <a:pt x="641" y="2818"/>
                  </a:lnTo>
                  <a:lnTo>
                    <a:pt x="680" y="2778"/>
                  </a:lnTo>
                  <a:lnTo>
                    <a:pt x="719" y="2739"/>
                  </a:lnTo>
                  <a:lnTo>
                    <a:pt x="756" y="2702"/>
                  </a:lnTo>
                  <a:lnTo>
                    <a:pt x="793" y="2666"/>
                  </a:lnTo>
                  <a:lnTo>
                    <a:pt x="828" y="2631"/>
                  </a:lnTo>
                  <a:lnTo>
                    <a:pt x="862" y="2598"/>
                  </a:lnTo>
                  <a:lnTo>
                    <a:pt x="894" y="2567"/>
                  </a:lnTo>
                  <a:lnTo>
                    <a:pt x="923" y="2538"/>
                  </a:lnTo>
                  <a:lnTo>
                    <a:pt x="949" y="2511"/>
                  </a:lnTo>
                  <a:lnTo>
                    <a:pt x="973" y="2488"/>
                  </a:lnTo>
                  <a:lnTo>
                    <a:pt x="985" y="2472"/>
                  </a:lnTo>
                  <a:lnTo>
                    <a:pt x="990" y="2455"/>
                  </a:lnTo>
                  <a:lnTo>
                    <a:pt x="991" y="2441"/>
                  </a:lnTo>
                  <a:lnTo>
                    <a:pt x="990" y="2428"/>
                  </a:lnTo>
                  <a:lnTo>
                    <a:pt x="986" y="2417"/>
                  </a:lnTo>
                  <a:lnTo>
                    <a:pt x="984" y="2410"/>
                  </a:lnTo>
                  <a:lnTo>
                    <a:pt x="983" y="2407"/>
                  </a:lnTo>
                  <a:lnTo>
                    <a:pt x="932" y="2318"/>
                  </a:lnTo>
                  <a:lnTo>
                    <a:pt x="888" y="2226"/>
                  </a:lnTo>
                  <a:lnTo>
                    <a:pt x="850" y="2133"/>
                  </a:lnTo>
                  <a:lnTo>
                    <a:pt x="818" y="2039"/>
                  </a:lnTo>
                  <a:lnTo>
                    <a:pt x="793" y="1942"/>
                  </a:lnTo>
                  <a:lnTo>
                    <a:pt x="773" y="1846"/>
                  </a:lnTo>
                  <a:lnTo>
                    <a:pt x="760" y="1749"/>
                  </a:lnTo>
                  <a:lnTo>
                    <a:pt x="754" y="1650"/>
                  </a:lnTo>
                  <a:lnTo>
                    <a:pt x="753" y="1552"/>
                  </a:lnTo>
                  <a:lnTo>
                    <a:pt x="758" y="1455"/>
                  </a:lnTo>
                  <a:lnTo>
                    <a:pt x="770" y="1357"/>
                  </a:lnTo>
                  <a:lnTo>
                    <a:pt x="788" y="1260"/>
                  </a:lnTo>
                  <a:lnTo>
                    <a:pt x="811" y="1165"/>
                  </a:lnTo>
                  <a:lnTo>
                    <a:pt x="842" y="1071"/>
                  </a:lnTo>
                  <a:lnTo>
                    <a:pt x="878" y="978"/>
                  </a:lnTo>
                  <a:lnTo>
                    <a:pt x="921" y="887"/>
                  </a:lnTo>
                  <a:lnTo>
                    <a:pt x="969" y="798"/>
                  </a:lnTo>
                  <a:lnTo>
                    <a:pt x="1024" y="711"/>
                  </a:lnTo>
                  <a:lnTo>
                    <a:pt x="1085" y="628"/>
                  </a:lnTo>
                  <a:lnTo>
                    <a:pt x="1152" y="547"/>
                  </a:lnTo>
                  <a:lnTo>
                    <a:pt x="1226" y="469"/>
                  </a:lnTo>
                  <a:lnTo>
                    <a:pt x="1300" y="399"/>
                  </a:lnTo>
                  <a:lnTo>
                    <a:pt x="1378" y="335"/>
                  </a:lnTo>
                  <a:lnTo>
                    <a:pt x="1458" y="278"/>
                  </a:lnTo>
                  <a:lnTo>
                    <a:pt x="1542" y="224"/>
                  </a:lnTo>
                  <a:lnTo>
                    <a:pt x="1627" y="177"/>
                  </a:lnTo>
                  <a:lnTo>
                    <a:pt x="1716" y="136"/>
                  </a:lnTo>
                  <a:lnTo>
                    <a:pt x="1806" y="100"/>
                  </a:lnTo>
                  <a:lnTo>
                    <a:pt x="1897" y="69"/>
                  </a:lnTo>
                  <a:lnTo>
                    <a:pt x="1989" y="45"/>
                  </a:lnTo>
                  <a:lnTo>
                    <a:pt x="2083" y="24"/>
                  </a:lnTo>
                  <a:lnTo>
                    <a:pt x="2178" y="11"/>
                  </a:lnTo>
                  <a:lnTo>
                    <a:pt x="2274" y="2"/>
                  </a:lnTo>
                  <a:lnTo>
                    <a:pt x="2369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7007473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8644C-9820-8BF9-B317-0FB9A58E6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56B2155-7E90-BEF7-676C-1B30CFBB6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245" y="1823357"/>
            <a:ext cx="3829652" cy="318407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FBC30-2EC7-DF7A-98BF-5A6B82FEFD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6899" y="-577"/>
            <a:ext cx="8368363" cy="2093147"/>
          </a:xfrm>
          <a:prstGeom prst="rect">
            <a:avLst/>
          </a:prstGeom>
        </p:spPr>
        <p:txBody>
          <a:bodyPr/>
          <a:lstStyle/>
          <a:p>
            <a:pPr marL="171450" indent="-171450">
              <a:buChar char="•"/>
            </a:pP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Les </a:t>
            </a: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stopwords</a:t>
            </a: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, trop </a:t>
            </a: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présents</a:t>
            </a: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: non discriminants </a:t>
            </a:r>
          </a:p>
          <a:p>
            <a:pPr marL="171450" indent="-171450">
              <a:buChar char="•"/>
            </a:pP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Lemmatisation</a:t>
            </a: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: un impact </a:t>
            </a: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remarquable</a:t>
            </a: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E0C0CA-92A1-A1DB-CF13-3AB04B3AC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07772"/>
            <a:ext cx="8368363" cy="40945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>
                <a:ea typeface="+mj-lt"/>
                <a:cs typeface="+mj-lt"/>
              </a:rPr>
              <a:t>PRÉPROCESSING NÉCESSAIRE 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28C63F-4EA6-6A7D-AA36-6CC895BE1994}"/>
              </a:ext>
            </a:extLst>
          </p:cNvPr>
          <p:cNvSpPr/>
          <p:nvPr/>
        </p:nvSpPr>
        <p:spPr bwMode="auto">
          <a:xfrm>
            <a:off x="-3362" y="4688116"/>
            <a:ext cx="9147088" cy="458746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fr-FR" dirty="0">
                <a:ea typeface="Roboto"/>
                <a:cs typeface="Roboto"/>
              </a:rPr>
              <a:t>28</a:t>
            </a:r>
            <a:endParaRPr lang="fr-F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3DF369-45C9-BB29-D36F-AAAF746C5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174" y="1823356"/>
            <a:ext cx="3829652" cy="3184072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9A832B27-57D7-5E7D-8510-651B9CA39AD3}"/>
              </a:ext>
            </a:extLst>
          </p:cNvPr>
          <p:cNvGrpSpPr/>
          <p:nvPr/>
        </p:nvGrpSpPr>
        <p:grpSpPr>
          <a:xfrm>
            <a:off x="8545304" y="279777"/>
            <a:ext cx="402402" cy="673577"/>
            <a:chOff x="-1547813" y="1390650"/>
            <a:chExt cx="2068513" cy="3068638"/>
          </a:xfrm>
          <a:solidFill>
            <a:schemeClr val="accent2"/>
          </a:solidFill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C3921FB1-2B79-5582-53DB-F42108906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-1547813" y="1390650"/>
              <a:ext cx="2068513" cy="2109788"/>
            </a:xfrm>
            <a:custGeom>
              <a:avLst/>
              <a:gdLst>
                <a:gd name="T0" fmla="*/ 1407 w 2604"/>
                <a:gd name="T1" fmla="*/ 4 h 2659"/>
                <a:gd name="T2" fmla="*/ 1698 w 2604"/>
                <a:gd name="T3" fmla="*/ 57 h 2659"/>
                <a:gd name="T4" fmla="*/ 1964 w 2604"/>
                <a:gd name="T5" fmla="*/ 167 h 2659"/>
                <a:gd name="T6" fmla="*/ 2194 w 2604"/>
                <a:gd name="T7" fmla="*/ 327 h 2659"/>
                <a:gd name="T8" fmla="*/ 2380 w 2604"/>
                <a:gd name="T9" fmla="*/ 532 h 2659"/>
                <a:gd name="T10" fmla="*/ 2516 w 2604"/>
                <a:gd name="T11" fmla="*/ 773 h 2659"/>
                <a:gd name="T12" fmla="*/ 2588 w 2604"/>
                <a:gd name="T13" fmla="*/ 1021 h 2659"/>
                <a:gd name="T14" fmla="*/ 2603 w 2604"/>
                <a:gd name="T15" fmla="*/ 1267 h 2659"/>
                <a:gd name="T16" fmla="*/ 2564 w 2604"/>
                <a:gd name="T17" fmla="*/ 1502 h 2659"/>
                <a:gd name="T18" fmla="*/ 2472 w 2604"/>
                <a:gd name="T19" fmla="*/ 1720 h 2659"/>
                <a:gd name="T20" fmla="*/ 2326 w 2604"/>
                <a:gd name="T21" fmla="*/ 1909 h 2659"/>
                <a:gd name="T22" fmla="*/ 2165 w 2604"/>
                <a:gd name="T23" fmla="*/ 2041 h 2659"/>
                <a:gd name="T24" fmla="*/ 1999 w 2604"/>
                <a:gd name="T25" fmla="*/ 2144 h 2659"/>
                <a:gd name="T26" fmla="*/ 1844 w 2604"/>
                <a:gd name="T27" fmla="*/ 2241 h 2659"/>
                <a:gd name="T28" fmla="*/ 1737 w 2604"/>
                <a:gd name="T29" fmla="*/ 2351 h 2659"/>
                <a:gd name="T30" fmla="*/ 1679 w 2604"/>
                <a:gd name="T31" fmla="*/ 2484 h 2659"/>
                <a:gd name="T32" fmla="*/ 1663 w 2604"/>
                <a:gd name="T33" fmla="*/ 2659 h 2659"/>
                <a:gd name="T34" fmla="*/ 958 w 2604"/>
                <a:gd name="T35" fmla="*/ 2479 h 2659"/>
                <a:gd name="T36" fmla="*/ 998 w 2604"/>
                <a:gd name="T37" fmla="*/ 2250 h 2659"/>
                <a:gd name="T38" fmla="*/ 1066 w 2604"/>
                <a:gd name="T39" fmla="*/ 2060 h 2659"/>
                <a:gd name="T40" fmla="*/ 1155 w 2604"/>
                <a:gd name="T41" fmla="*/ 1908 h 2659"/>
                <a:gd name="T42" fmla="*/ 1259 w 2604"/>
                <a:gd name="T43" fmla="*/ 1785 h 2659"/>
                <a:gd name="T44" fmla="*/ 1371 w 2604"/>
                <a:gd name="T45" fmla="*/ 1688 h 2659"/>
                <a:gd name="T46" fmla="*/ 1483 w 2604"/>
                <a:gd name="T47" fmla="*/ 1609 h 2659"/>
                <a:gd name="T48" fmla="*/ 1590 w 2604"/>
                <a:gd name="T49" fmla="*/ 1547 h 2659"/>
                <a:gd name="T50" fmla="*/ 1765 w 2604"/>
                <a:gd name="T51" fmla="*/ 1438 h 2659"/>
                <a:gd name="T52" fmla="*/ 1850 w 2604"/>
                <a:gd name="T53" fmla="*/ 1338 h 2659"/>
                <a:gd name="T54" fmla="*/ 1879 w 2604"/>
                <a:gd name="T55" fmla="*/ 1238 h 2659"/>
                <a:gd name="T56" fmla="*/ 1877 w 2604"/>
                <a:gd name="T57" fmla="*/ 1146 h 2659"/>
                <a:gd name="T58" fmla="*/ 1858 w 2604"/>
                <a:gd name="T59" fmla="*/ 1078 h 2659"/>
                <a:gd name="T60" fmla="*/ 1815 w 2604"/>
                <a:gd name="T61" fmla="*/ 992 h 2659"/>
                <a:gd name="T62" fmla="*/ 1737 w 2604"/>
                <a:gd name="T63" fmla="*/ 889 h 2659"/>
                <a:gd name="T64" fmla="*/ 1627 w 2604"/>
                <a:gd name="T65" fmla="*/ 805 h 2659"/>
                <a:gd name="T66" fmla="*/ 1485 w 2604"/>
                <a:gd name="T67" fmla="*/ 746 h 2659"/>
                <a:gd name="T68" fmla="*/ 1305 w 2604"/>
                <a:gd name="T69" fmla="*/ 724 h 2659"/>
                <a:gd name="T70" fmla="*/ 1130 w 2604"/>
                <a:gd name="T71" fmla="*/ 746 h 2659"/>
                <a:gd name="T72" fmla="*/ 992 w 2604"/>
                <a:gd name="T73" fmla="*/ 804 h 2659"/>
                <a:gd name="T74" fmla="*/ 887 w 2604"/>
                <a:gd name="T75" fmla="*/ 887 h 2659"/>
                <a:gd name="T76" fmla="*/ 810 w 2604"/>
                <a:gd name="T77" fmla="*/ 983 h 2659"/>
                <a:gd name="T78" fmla="*/ 759 w 2604"/>
                <a:gd name="T79" fmla="*/ 1083 h 2659"/>
                <a:gd name="T80" fmla="*/ 729 w 2604"/>
                <a:gd name="T81" fmla="*/ 1175 h 2659"/>
                <a:gd name="T82" fmla="*/ 714 w 2604"/>
                <a:gd name="T83" fmla="*/ 1248 h 2659"/>
                <a:gd name="T84" fmla="*/ 0 w 2604"/>
                <a:gd name="T85" fmla="*/ 1185 h 2659"/>
                <a:gd name="T86" fmla="*/ 26 w 2604"/>
                <a:gd name="T87" fmla="*/ 1042 h 2659"/>
                <a:gd name="T88" fmla="*/ 75 w 2604"/>
                <a:gd name="T89" fmla="*/ 882 h 2659"/>
                <a:gd name="T90" fmla="*/ 150 w 2604"/>
                <a:gd name="T91" fmla="*/ 714 h 2659"/>
                <a:gd name="T92" fmla="*/ 250 w 2604"/>
                <a:gd name="T93" fmla="*/ 546 h 2659"/>
                <a:gd name="T94" fmla="*/ 379 w 2604"/>
                <a:gd name="T95" fmla="*/ 387 h 2659"/>
                <a:gd name="T96" fmla="*/ 537 w 2604"/>
                <a:gd name="T97" fmla="*/ 245 h 2659"/>
                <a:gd name="T98" fmla="*/ 727 w 2604"/>
                <a:gd name="T99" fmla="*/ 127 h 2659"/>
                <a:gd name="T100" fmla="*/ 951 w 2604"/>
                <a:gd name="T101" fmla="*/ 44 h 2659"/>
                <a:gd name="T102" fmla="*/ 1211 w 2604"/>
                <a:gd name="T103" fmla="*/ 3 h 26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604" h="2659">
                  <a:moveTo>
                    <a:pt x="1305" y="0"/>
                  </a:moveTo>
                  <a:lnTo>
                    <a:pt x="1305" y="0"/>
                  </a:lnTo>
                  <a:lnTo>
                    <a:pt x="1407" y="4"/>
                  </a:lnTo>
                  <a:lnTo>
                    <a:pt x="1507" y="14"/>
                  </a:lnTo>
                  <a:lnTo>
                    <a:pt x="1604" y="32"/>
                  </a:lnTo>
                  <a:lnTo>
                    <a:pt x="1698" y="57"/>
                  </a:lnTo>
                  <a:lnTo>
                    <a:pt x="1790" y="87"/>
                  </a:lnTo>
                  <a:lnTo>
                    <a:pt x="1878" y="124"/>
                  </a:lnTo>
                  <a:lnTo>
                    <a:pt x="1964" y="167"/>
                  </a:lnTo>
                  <a:lnTo>
                    <a:pt x="2044" y="214"/>
                  </a:lnTo>
                  <a:lnTo>
                    <a:pt x="2121" y="268"/>
                  </a:lnTo>
                  <a:lnTo>
                    <a:pt x="2194" y="327"/>
                  </a:lnTo>
                  <a:lnTo>
                    <a:pt x="2261" y="391"/>
                  </a:lnTo>
                  <a:lnTo>
                    <a:pt x="2324" y="459"/>
                  </a:lnTo>
                  <a:lnTo>
                    <a:pt x="2380" y="532"/>
                  </a:lnTo>
                  <a:lnTo>
                    <a:pt x="2432" y="609"/>
                  </a:lnTo>
                  <a:lnTo>
                    <a:pt x="2477" y="690"/>
                  </a:lnTo>
                  <a:lnTo>
                    <a:pt x="2516" y="773"/>
                  </a:lnTo>
                  <a:lnTo>
                    <a:pt x="2546" y="856"/>
                  </a:lnTo>
                  <a:lnTo>
                    <a:pt x="2570" y="938"/>
                  </a:lnTo>
                  <a:lnTo>
                    <a:pt x="2588" y="1021"/>
                  </a:lnTo>
                  <a:lnTo>
                    <a:pt x="2599" y="1105"/>
                  </a:lnTo>
                  <a:lnTo>
                    <a:pt x="2604" y="1187"/>
                  </a:lnTo>
                  <a:lnTo>
                    <a:pt x="2603" y="1267"/>
                  </a:lnTo>
                  <a:lnTo>
                    <a:pt x="2597" y="1347"/>
                  </a:lnTo>
                  <a:lnTo>
                    <a:pt x="2583" y="1426"/>
                  </a:lnTo>
                  <a:lnTo>
                    <a:pt x="2564" y="1502"/>
                  </a:lnTo>
                  <a:lnTo>
                    <a:pt x="2539" y="1577"/>
                  </a:lnTo>
                  <a:lnTo>
                    <a:pt x="2509" y="1649"/>
                  </a:lnTo>
                  <a:lnTo>
                    <a:pt x="2472" y="1720"/>
                  </a:lnTo>
                  <a:lnTo>
                    <a:pt x="2429" y="1786"/>
                  </a:lnTo>
                  <a:lnTo>
                    <a:pt x="2380" y="1849"/>
                  </a:lnTo>
                  <a:lnTo>
                    <a:pt x="2326" y="1909"/>
                  </a:lnTo>
                  <a:lnTo>
                    <a:pt x="2274" y="1958"/>
                  </a:lnTo>
                  <a:lnTo>
                    <a:pt x="2220" y="2001"/>
                  </a:lnTo>
                  <a:lnTo>
                    <a:pt x="2165" y="2041"/>
                  </a:lnTo>
                  <a:lnTo>
                    <a:pt x="2108" y="2078"/>
                  </a:lnTo>
                  <a:lnTo>
                    <a:pt x="2053" y="2112"/>
                  </a:lnTo>
                  <a:lnTo>
                    <a:pt x="1999" y="2144"/>
                  </a:lnTo>
                  <a:lnTo>
                    <a:pt x="1946" y="2174"/>
                  </a:lnTo>
                  <a:lnTo>
                    <a:pt x="1892" y="2208"/>
                  </a:lnTo>
                  <a:lnTo>
                    <a:pt x="1844" y="2241"/>
                  </a:lnTo>
                  <a:lnTo>
                    <a:pt x="1802" y="2276"/>
                  </a:lnTo>
                  <a:lnTo>
                    <a:pt x="1767" y="2313"/>
                  </a:lnTo>
                  <a:lnTo>
                    <a:pt x="1737" y="2351"/>
                  </a:lnTo>
                  <a:lnTo>
                    <a:pt x="1713" y="2392"/>
                  </a:lnTo>
                  <a:lnTo>
                    <a:pt x="1694" y="2437"/>
                  </a:lnTo>
                  <a:lnTo>
                    <a:pt x="1679" y="2484"/>
                  </a:lnTo>
                  <a:lnTo>
                    <a:pt x="1670" y="2538"/>
                  </a:lnTo>
                  <a:lnTo>
                    <a:pt x="1664" y="2595"/>
                  </a:lnTo>
                  <a:lnTo>
                    <a:pt x="1663" y="2659"/>
                  </a:lnTo>
                  <a:lnTo>
                    <a:pt x="949" y="2659"/>
                  </a:lnTo>
                  <a:lnTo>
                    <a:pt x="951" y="2566"/>
                  </a:lnTo>
                  <a:lnTo>
                    <a:pt x="958" y="2479"/>
                  </a:lnTo>
                  <a:lnTo>
                    <a:pt x="968" y="2399"/>
                  </a:lnTo>
                  <a:lnTo>
                    <a:pt x="982" y="2322"/>
                  </a:lnTo>
                  <a:lnTo>
                    <a:pt x="998" y="2250"/>
                  </a:lnTo>
                  <a:lnTo>
                    <a:pt x="1018" y="2182"/>
                  </a:lnTo>
                  <a:lnTo>
                    <a:pt x="1041" y="2119"/>
                  </a:lnTo>
                  <a:lnTo>
                    <a:pt x="1066" y="2060"/>
                  </a:lnTo>
                  <a:lnTo>
                    <a:pt x="1094" y="2005"/>
                  </a:lnTo>
                  <a:lnTo>
                    <a:pt x="1124" y="1955"/>
                  </a:lnTo>
                  <a:lnTo>
                    <a:pt x="1155" y="1908"/>
                  </a:lnTo>
                  <a:lnTo>
                    <a:pt x="1189" y="1863"/>
                  </a:lnTo>
                  <a:lnTo>
                    <a:pt x="1223" y="1822"/>
                  </a:lnTo>
                  <a:lnTo>
                    <a:pt x="1259" y="1785"/>
                  </a:lnTo>
                  <a:lnTo>
                    <a:pt x="1296" y="1749"/>
                  </a:lnTo>
                  <a:lnTo>
                    <a:pt x="1333" y="1717"/>
                  </a:lnTo>
                  <a:lnTo>
                    <a:pt x="1371" y="1688"/>
                  </a:lnTo>
                  <a:lnTo>
                    <a:pt x="1408" y="1659"/>
                  </a:lnTo>
                  <a:lnTo>
                    <a:pt x="1446" y="1634"/>
                  </a:lnTo>
                  <a:lnTo>
                    <a:pt x="1483" y="1609"/>
                  </a:lnTo>
                  <a:lnTo>
                    <a:pt x="1520" y="1588"/>
                  </a:lnTo>
                  <a:lnTo>
                    <a:pt x="1556" y="1566"/>
                  </a:lnTo>
                  <a:lnTo>
                    <a:pt x="1590" y="1547"/>
                  </a:lnTo>
                  <a:lnTo>
                    <a:pt x="1658" y="1511"/>
                  </a:lnTo>
                  <a:lnTo>
                    <a:pt x="1716" y="1475"/>
                  </a:lnTo>
                  <a:lnTo>
                    <a:pt x="1765" y="1438"/>
                  </a:lnTo>
                  <a:lnTo>
                    <a:pt x="1804" y="1402"/>
                  </a:lnTo>
                  <a:lnTo>
                    <a:pt x="1830" y="1371"/>
                  </a:lnTo>
                  <a:lnTo>
                    <a:pt x="1850" y="1338"/>
                  </a:lnTo>
                  <a:lnTo>
                    <a:pt x="1865" y="1304"/>
                  </a:lnTo>
                  <a:lnTo>
                    <a:pt x="1874" y="1271"/>
                  </a:lnTo>
                  <a:lnTo>
                    <a:pt x="1879" y="1238"/>
                  </a:lnTo>
                  <a:lnTo>
                    <a:pt x="1882" y="1205"/>
                  </a:lnTo>
                  <a:lnTo>
                    <a:pt x="1879" y="1174"/>
                  </a:lnTo>
                  <a:lnTo>
                    <a:pt x="1877" y="1146"/>
                  </a:lnTo>
                  <a:lnTo>
                    <a:pt x="1870" y="1120"/>
                  </a:lnTo>
                  <a:lnTo>
                    <a:pt x="1864" y="1097"/>
                  </a:lnTo>
                  <a:lnTo>
                    <a:pt x="1858" y="1078"/>
                  </a:lnTo>
                  <a:lnTo>
                    <a:pt x="1851" y="1064"/>
                  </a:lnTo>
                  <a:lnTo>
                    <a:pt x="1834" y="1028"/>
                  </a:lnTo>
                  <a:lnTo>
                    <a:pt x="1815" y="992"/>
                  </a:lnTo>
                  <a:lnTo>
                    <a:pt x="1792" y="956"/>
                  </a:lnTo>
                  <a:lnTo>
                    <a:pt x="1766" y="923"/>
                  </a:lnTo>
                  <a:lnTo>
                    <a:pt x="1737" y="889"/>
                  </a:lnTo>
                  <a:lnTo>
                    <a:pt x="1704" y="859"/>
                  </a:lnTo>
                  <a:lnTo>
                    <a:pt x="1668" y="830"/>
                  </a:lnTo>
                  <a:lnTo>
                    <a:pt x="1627" y="805"/>
                  </a:lnTo>
                  <a:lnTo>
                    <a:pt x="1583" y="782"/>
                  </a:lnTo>
                  <a:lnTo>
                    <a:pt x="1537" y="763"/>
                  </a:lnTo>
                  <a:lnTo>
                    <a:pt x="1485" y="746"/>
                  </a:lnTo>
                  <a:lnTo>
                    <a:pt x="1429" y="734"/>
                  </a:lnTo>
                  <a:lnTo>
                    <a:pt x="1369" y="727"/>
                  </a:lnTo>
                  <a:lnTo>
                    <a:pt x="1305" y="724"/>
                  </a:lnTo>
                  <a:lnTo>
                    <a:pt x="1242" y="727"/>
                  </a:lnTo>
                  <a:lnTo>
                    <a:pt x="1184" y="734"/>
                  </a:lnTo>
                  <a:lnTo>
                    <a:pt x="1130" y="746"/>
                  </a:lnTo>
                  <a:lnTo>
                    <a:pt x="1080" y="763"/>
                  </a:lnTo>
                  <a:lnTo>
                    <a:pt x="1035" y="782"/>
                  </a:lnTo>
                  <a:lnTo>
                    <a:pt x="992" y="804"/>
                  </a:lnTo>
                  <a:lnTo>
                    <a:pt x="954" y="829"/>
                  </a:lnTo>
                  <a:lnTo>
                    <a:pt x="919" y="857"/>
                  </a:lnTo>
                  <a:lnTo>
                    <a:pt x="887" y="887"/>
                  </a:lnTo>
                  <a:lnTo>
                    <a:pt x="858" y="918"/>
                  </a:lnTo>
                  <a:lnTo>
                    <a:pt x="833" y="950"/>
                  </a:lnTo>
                  <a:lnTo>
                    <a:pt x="810" y="983"/>
                  </a:lnTo>
                  <a:lnTo>
                    <a:pt x="792" y="1016"/>
                  </a:lnTo>
                  <a:lnTo>
                    <a:pt x="774" y="1050"/>
                  </a:lnTo>
                  <a:lnTo>
                    <a:pt x="759" y="1083"/>
                  </a:lnTo>
                  <a:lnTo>
                    <a:pt x="746" y="1115"/>
                  </a:lnTo>
                  <a:lnTo>
                    <a:pt x="736" y="1146"/>
                  </a:lnTo>
                  <a:lnTo>
                    <a:pt x="729" y="1175"/>
                  </a:lnTo>
                  <a:lnTo>
                    <a:pt x="722" y="1202"/>
                  </a:lnTo>
                  <a:lnTo>
                    <a:pt x="717" y="1226"/>
                  </a:lnTo>
                  <a:lnTo>
                    <a:pt x="714" y="1248"/>
                  </a:lnTo>
                  <a:lnTo>
                    <a:pt x="712" y="1266"/>
                  </a:lnTo>
                  <a:lnTo>
                    <a:pt x="712" y="1280"/>
                  </a:lnTo>
                  <a:lnTo>
                    <a:pt x="0" y="1185"/>
                  </a:lnTo>
                  <a:lnTo>
                    <a:pt x="6" y="1139"/>
                  </a:lnTo>
                  <a:lnTo>
                    <a:pt x="15" y="1092"/>
                  </a:lnTo>
                  <a:lnTo>
                    <a:pt x="26" y="1042"/>
                  </a:lnTo>
                  <a:lnTo>
                    <a:pt x="40" y="989"/>
                  </a:lnTo>
                  <a:lnTo>
                    <a:pt x="56" y="937"/>
                  </a:lnTo>
                  <a:lnTo>
                    <a:pt x="75" y="882"/>
                  </a:lnTo>
                  <a:lnTo>
                    <a:pt x="97" y="827"/>
                  </a:lnTo>
                  <a:lnTo>
                    <a:pt x="122" y="770"/>
                  </a:lnTo>
                  <a:lnTo>
                    <a:pt x="150" y="714"/>
                  </a:lnTo>
                  <a:lnTo>
                    <a:pt x="180" y="657"/>
                  </a:lnTo>
                  <a:lnTo>
                    <a:pt x="214" y="601"/>
                  </a:lnTo>
                  <a:lnTo>
                    <a:pt x="250" y="546"/>
                  </a:lnTo>
                  <a:lnTo>
                    <a:pt x="289" y="491"/>
                  </a:lnTo>
                  <a:lnTo>
                    <a:pt x="332" y="438"/>
                  </a:lnTo>
                  <a:lnTo>
                    <a:pt x="379" y="387"/>
                  </a:lnTo>
                  <a:lnTo>
                    <a:pt x="428" y="337"/>
                  </a:lnTo>
                  <a:lnTo>
                    <a:pt x="481" y="290"/>
                  </a:lnTo>
                  <a:lnTo>
                    <a:pt x="537" y="245"/>
                  </a:lnTo>
                  <a:lnTo>
                    <a:pt x="596" y="203"/>
                  </a:lnTo>
                  <a:lnTo>
                    <a:pt x="661" y="163"/>
                  </a:lnTo>
                  <a:lnTo>
                    <a:pt x="727" y="127"/>
                  </a:lnTo>
                  <a:lnTo>
                    <a:pt x="798" y="96"/>
                  </a:lnTo>
                  <a:lnTo>
                    <a:pt x="873" y="68"/>
                  </a:lnTo>
                  <a:lnTo>
                    <a:pt x="951" y="44"/>
                  </a:lnTo>
                  <a:lnTo>
                    <a:pt x="1033" y="26"/>
                  </a:lnTo>
                  <a:lnTo>
                    <a:pt x="1120" y="12"/>
                  </a:lnTo>
                  <a:lnTo>
                    <a:pt x="1211" y="3"/>
                  </a:lnTo>
                  <a:lnTo>
                    <a:pt x="1305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35DA5A2F-219A-8F7B-B14F-08817E11E2B1}"/>
                </a:ext>
              </a:extLst>
            </p:cNvPr>
            <p:cNvSpPr>
              <a:spLocks/>
            </p:cNvSpPr>
            <p:nvPr/>
          </p:nvSpPr>
          <p:spPr bwMode="auto">
            <a:xfrm>
              <a:off x="-887412" y="3692525"/>
              <a:ext cx="754063" cy="766763"/>
            </a:xfrm>
            <a:custGeom>
              <a:avLst/>
              <a:gdLst>
                <a:gd name="T0" fmla="*/ 473 w 949"/>
                <a:gd name="T1" fmla="*/ 0 h 967"/>
                <a:gd name="T2" fmla="*/ 532 w 949"/>
                <a:gd name="T3" fmla="*/ 3 h 967"/>
                <a:gd name="T4" fmla="*/ 590 w 949"/>
                <a:gd name="T5" fmla="*/ 15 h 967"/>
                <a:gd name="T6" fmla="*/ 646 w 949"/>
                <a:gd name="T7" fmla="*/ 33 h 967"/>
                <a:gd name="T8" fmla="*/ 697 w 949"/>
                <a:gd name="T9" fmla="*/ 57 h 967"/>
                <a:gd name="T10" fmla="*/ 745 w 949"/>
                <a:gd name="T11" fmla="*/ 87 h 967"/>
                <a:gd name="T12" fmla="*/ 789 w 949"/>
                <a:gd name="T13" fmla="*/ 121 h 967"/>
                <a:gd name="T14" fmla="*/ 828 w 949"/>
                <a:gd name="T15" fmla="*/ 162 h 967"/>
                <a:gd name="T16" fmla="*/ 863 w 949"/>
                <a:gd name="T17" fmla="*/ 207 h 967"/>
                <a:gd name="T18" fmla="*/ 892 w 949"/>
                <a:gd name="T19" fmla="*/ 256 h 967"/>
                <a:gd name="T20" fmla="*/ 916 w 949"/>
                <a:gd name="T21" fmla="*/ 308 h 967"/>
                <a:gd name="T22" fmla="*/ 934 w 949"/>
                <a:gd name="T23" fmla="*/ 363 h 967"/>
                <a:gd name="T24" fmla="*/ 945 w 949"/>
                <a:gd name="T25" fmla="*/ 422 h 967"/>
                <a:gd name="T26" fmla="*/ 949 w 949"/>
                <a:gd name="T27" fmla="*/ 483 h 967"/>
                <a:gd name="T28" fmla="*/ 945 w 949"/>
                <a:gd name="T29" fmla="*/ 543 h 967"/>
                <a:gd name="T30" fmla="*/ 934 w 949"/>
                <a:gd name="T31" fmla="*/ 602 h 967"/>
                <a:gd name="T32" fmla="*/ 916 w 949"/>
                <a:gd name="T33" fmla="*/ 658 h 967"/>
                <a:gd name="T34" fmla="*/ 892 w 949"/>
                <a:gd name="T35" fmla="*/ 711 h 967"/>
                <a:gd name="T36" fmla="*/ 863 w 949"/>
                <a:gd name="T37" fmla="*/ 759 h 967"/>
                <a:gd name="T38" fmla="*/ 828 w 949"/>
                <a:gd name="T39" fmla="*/ 804 h 967"/>
                <a:gd name="T40" fmla="*/ 789 w 949"/>
                <a:gd name="T41" fmla="*/ 844 h 967"/>
                <a:gd name="T42" fmla="*/ 745 w 949"/>
                <a:gd name="T43" fmla="*/ 880 h 967"/>
                <a:gd name="T44" fmla="*/ 697 w 949"/>
                <a:gd name="T45" fmla="*/ 909 h 967"/>
                <a:gd name="T46" fmla="*/ 646 w 949"/>
                <a:gd name="T47" fmla="*/ 934 h 967"/>
                <a:gd name="T48" fmla="*/ 590 w 949"/>
                <a:gd name="T49" fmla="*/ 952 h 967"/>
                <a:gd name="T50" fmla="*/ 532 w 949"/>
                <a:gd name="T51" fmla="*/ 963 h 967"/>
                <a:gd name="T52" fmla="*/ 473 w 949"/>
                <a:gd name="T53" fmla="*/ 967 h 967"/>
                <a:gd name="T54" fmla="*/ 414 w 949"/>
                <a:gd name="T55" fmla="*/ 963 h 967"/>
                <a:gd name="T56" fmla="*/ 356 w 949"/>
                <a:gd name="T57" fmla="*/ 952 h 967"/>
                <a:gd name="T58" fmla="*/ 302 w 949"/>
                <a:gd name="T59" fmla="*/ 934 h 967"/>
                <a:gd name="T60" fmla="*/ 250 w 949"/>
                <a:gd name="T61" fmla="*/ 909 h 967"/>
                <a:gd name="T62" fmla="*/ 203 w 949"/>
                <a:gd name="T63" fmla="*/ 880 h 967"/>
                <a:gd name="T64" fmla="*/ 158 w 949"/>
                <a:gd name="T65" fmla="*/ 844 h 967"/>
                <a:gd name="T66" fmla="*/ 119 w 949"/>
                <a:gd name="T67" fmla="*/ 804 h 967"/>
                <a:gd name="T68" fmla="*/ 84 w 949"/>
                <a:gd name="T69" fmla="*/ 759 h 967"/>
                <a:gd name="T70" fmla="*/ 55 w 949"/>
                <a:gd name="T71" fmla="*/ 711 h 967"/>
                <a:gd name="T72" fmla="*/ 31 w 949"/>
                <a:gd name="T73" fmla="*/ 658 h 967"/>
                <a:gd name="T74" fmla="*/ 14 w 949"/>
                <a:gd name="T75" fmla="*/ 602 h 967"/>
                <a:gd name="T76" fmla="*/ 2 w 949"/>
                <a:gd name="T77" fmla="*/ 543 h 967"/>
                <a:gd name="T78" fmla="*/ 0 w 949"/>
                <a:gd name="T79" fmla="*/ 483 h 967"/>
                <a:gd name="T80" fmla="*/ 2 w 949"/>
                <a:gd name="T81" fmla="*/ 422 h 967"/>
                <a:gd name="T82" fmla="*/ 14 w 949"/>
                <a:gd name="T83" fmla="*/ 363 h 967"/>
                <a:gd name="T84" fmla="*/ 31 w 949"/>
                <a:gd name="T85" fmla="*/ 308 h 967"/>
                <a:gd name="T86" fmla="*/ 55 w 949"/>
                <a:gd name="T87" fmla="*/ 256 h 967"/>
                <a:gd name="T88" fmla="*/ 84 w 949"/>
                <a:gd name="T89" fmla="*/ 207 h 967"/>
                <a:gd name="T90" fmla="*/ 119 w 949"/>
                <a:gd name="T91" fmla="*/ 162 h 967"/>
                <a:gd name="T92" fmla="*/ 158 w 949"/>
                <a:gd name="T93" fmla="*/ 121 h 967"/>
                <a:gd name="T94" fmla="*/ 203 w 949"/>
                <a:gd name="T95" fmla="*/ 87 h 967"/>
                <a:gd name="T96" fmla="*/ 250 w 949"/>
                <a:gd name="T97" fmla="*/ 57 h 967"/>
                <a:gd name="T98" fmla="*/ 302 w 949"/>
                <a:gd name="T99" fmla="*/ 33 h 967"/>
                <a:gd name="T100" fmla="*/ 356 w 949"/>
                <a:gd name="T101" fmla="*/ 15 h 967"/>
                <a:gd name="T102" fmla="*/ 414 w 949"/>
                <a:gd name="T103" fmla="*/ 3 h 967"/>
                <a:gd name="T104" fmla="*/ 473 w 949"/>
                <a:gd name="T105" fmla="*/ 0 h 9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9" h="967">
                  <a:moveTo>
                    <a:pt x="473" y="0"/>
                  </a:moveTo>
                  <a:lnTo>
                    <a:pt x="532" y="3"/>
                  </a:lnTo>
                  <a:lnTo>
                    <a:pt x="590" y="15"/>
                  </a:lnTo>
                  <a:lnTo>
                    <a:pt x="646" y="33"/>
                  </a:lnTo>
                  <a:lnTo>
                    <a:pt x="697" y="57"/>
                  </a:lnTo>
                  <a:lnTo>
                    <a:pt x="745" y="87"/>
                  </a:lnTo>
                  <a:lnTo>
                    <a:pt x="789" y="121"/>
                  </a:lnTo>
                  <a:lnTo>
                    <a:pt x="828" y="162"/>
                  </a:lnTo>
                  <a:lnTo>
                    <a:pt x="863" y="207"/>
                  </a:lnTo>
                  <a:lnTo>
                    <a:pt x="892" y="256"/>
                  </a:lnTo>
                  <a:lnTo>
                    <a:pt x="916" y="308"/>
                  </a:lnTo>
                  <a:lnTo>
                    <a:pt x="934" y="363"/>
                  </a:lnTo>
                  <a:lnTo>
                    <a:pt x="945" y="422"/>
                  </a:lnTo>
                  <a:lnTo>
                    <a:pt x="949" y="483"/>
                  </a:lnTo>
                  <a:lnTo>
                    <a:pt x="945" y="543"/>
                  </a:lnTo>
                  <a:lnTo>
                    <a:pt x="934" y="602"/>
                  </a:lnTo>
                  <a:lnTo>
                    <a:pt x="916" y="658"/>
                  </a:lnTo>
                  <a:lnTo>
                    <a:pt x="892" y="711"/>
                  </a:lnTo>
                  <a:lnTo>
                    <a:pt x="863" y="759"/>
                  </a:lnTo>
                  <a:lnTo>
                    <a:pt x="828" y="804"/>
                  </a:lnTo>
                  <a:lnTo>
                    <a:pt x="789" y="844"/>
                  </a:lnTo>
                  <a:lnTo>
                    <a:pt x="745" y="880"/>
                  </a:lnTo>
                  <a:lnTo>
                    <a:pt x="697" y="909"/>
                  </a:lnTo>
                  <a:lnTo>
                    <a:pt x="646" y="934"/>
                  </a:lnTo>
                  <a:lnTo>
                    <a:pt x="590" y="952"/>
                  </a:lnTo>
                  <a:lnTo>
                    <a:pt x="532" y="963"/>
                  </a:lnTo>
                  <a:lnTo>
                    <a:pt x="473" y="967"/>
                  </a:lnTo>
                  <a:lnTo>
                    <a:pt x="414" y="963"/>
                  </a:lnTo>
                  <a:lnTo>
                    <a:pt x="356" y="952"/>
                  </a:lnTo>
                  <a:lnTo>
                    <a:pt x="302" y="934"/>
                  </a:lnTo>
                  <a:lnTo>
                    <a:pt x="250" y="909"/>
                  </a:lnTo>
                  <a:lnTo>
                    <a:pt x="203" y="880"/>
                  </a:lnTo>
                  <a:lnTo>
                    <a:pt x="158" y="844"/>
                  </a:lnTo>
                  <a:lnTo>
                    <a:pt x="119" y="804"/>
                  </a:lnTo>
                  <a:lnTo>
                    <a:pt x="84" y="759"/>
                  </a:lnTo>
                  <a:lnTo>
                    <a:pt x="55" y="711"/>
                  </a:lnTo>
                  <a:lnTo>
                    <a:pt x="31" y="658"/>
                  </a:lnTo>
                  <a:lnTo>
                    <a:pt x="14" y="602"/>
                  </a:lnTo>
                  <a:lnTo>
                    <a:pt x="2" y="543"/>
                  </a:lnTo>
                  <a:lnTo>
                    <a:pt x="0" y="483"/>
                  </a:lnTo>
                  <a:lnTo>
                    <a:pt x="2" y="422"/>
                  </a:lnTo>
                  <a:lnTo>
                    <a:pt x="14" y="363"/>
                  </a:lnTo>
                  <a:lnTo>
                    <a:pt x="31" y="308"/>
                  </a:lnTo>
                  <a:lnTo>
                    <a:pt x="55" y="256"/>
                  </a:lnTo>
                  <a:lnTo>
                    <a:pt x="84" y="207"/>
                  </a:lnTo>
                  <a:lnTo>
                    <a:pt x="119" y="162"/>
                  </a:lnTo>
                  <a:lnTo>
                    <a:pt x="158" y="121"/>
                  </a:lnTo>
                  <a:lnTo>
                    <a:pt x="203" y="87"/>
                  </a:lnTo>
                  <a:lnTo>
                    <a:pt x="250" y="57"/>
                  </a:lnTo>
                  <a:lnTo>
                    <a:pt x="302" y="33"/>
                  </a:lnTo>
                  <a:lnTo>
                    <a:pt x="356" y="15"/>
                  </a:lnTo>
                  <a:lnTo>
                    <a:pt x="414" y="3"/>
                  </a:lnTo>
                  <a:lnTo>
                    <a:pt x="473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70593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7F339-090E-3326-AABA-3FF4CCFFD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CDBD8D-2FDD-5E67-A17C-C33603D9A6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6899" y="230744"/>
            <a:ext cx="8368363" cy="2093147"/>
          </a:xfrm>
          <a:prstGeom prst="rect">
            <a:avLst/>
          </a:prstGeom>
        </p:spPr>
        <p:txBody>
          <a:bodyPr/>
          <a:lstStyle/>
          <a:p>
            <a:pPr marL="171450" indent="-171450">
              <a:buChar char="•"/>
            </a:pP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Une intuition </a:t>
            </a: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confirmée</a:t>
            </a:r>
            <a:endParaRPr lang="en-US" err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buChar char="•"/>
            </a:pP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Une </a:t>
            </a: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croissance</a:t>
            </a: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des performances non </a:t>
            </a: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stricte</a:t>
            </a: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</a:t>
            </a: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néanmoins</a:t>
            </a:r>
            <a:endParaRPr lang="en-US" sz="2000">
              <a:solidFill>
                <a:schemeClr val="tx1">
                  <a:lumMod val="75000"/>
                  <a:lumOff val="25000"/>
                </a:schemeClr>
              </a:solidFill>
              <a:latin typeface="Calibri Light"/>
              <a:ea typeface="Calibri Light"/>
              <a:cs typeface="Calibri Light"/>
            </a:endParaRPr>
          </a:p>
          <a:p>
            <a:pPr marL="171450" indent="-171450">
              <a:buChar char="•"/>
            </a:pP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Pas de </a:t>
            </a: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piège</a:t>
            </a: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de </a:t>
            </a: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surapprentissage</a:t>
            </a: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</a:t>
            </a: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détecté</a:t>
            </a:r>
            <a:endParaRPr lang="en-US" err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DA5888-23DC-BE0A-1023-DFB21BD6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07772"/>
            <a:ext cx="8368363" cy="40945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>
                <a:ea typeface="+mj-lt"/>
                <a:cs typeface="+mj-lt"/>
              </a:rPr>
              <a:t>IMPACT DE L'APPRENTISSAGE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45E11B-F834-5CF3-03DE-C521657B8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70982"/>
            <a:ext cx="9144000" cy="304800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2C707214-3158-EB40-B514-E364AABFFBF3}"/>
              </a:ext>
            </a:extLst>
          </p:cNvPr>
          <p:cNvGrpSpPr/>
          <p:nvPr/>
        </p:nvGrpSpPr>
        <p:grpSpPr>
          <a:xfrm>
            <a:off x="7712865" y="209745"/>
            <a:ext cx="1303020" cy="1303020"/>
            <a:chOff x="4008120" y="1159444"/>
            <a:chExt cx="1303020" cy="1303020"/>
          </a:xfrm>
        </p:grpSpPr>
        <p:sp>
          <p:nvSpPr>
            <p:cNvPr id="9" name="Diamond 8">
              <a:extLst>
                <a:ext uri="{FF2B5EF4-FFF2-40B4-BE49-F238E27FC236}">
                  <a16:creationId xmlns:a16="http://schemas.microsoft.com/office/drawing/2014/main" id="{A309A79B-7C08-A5BF-6321-1817711FE527}"/>
                </a:ext>
              </a:extLst>
            </p:cNvPr>
            <p:cNvSpPr/>
            <p:nvPr/>
          </p:nvSpPr>
          <p:spPr bwMode="auto">
            <a:xfrm>
              <a:off x="4008120" y="1159444"/>
              <a:ext cx="1303020" cy="1303020"/>
            </a:xfrm>
            <a:prstGeom prst="diamond">
              <a:avLst/>
            </a:pr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C47299D-AB30-F749-1652-3BADFD04F829}"/>
                </a:ext>
              </a:extLst>
            </p:cNvPr>
            <p:cNvGrpSpPr/>
            <p:nvPr/>
          </p:nvGrpSpPr>
          <p:grpSpPr>
            <a:xfrm>
              <a:off x="4348697" y="1500603"/>
              <a:ext cx="621866" cy="620711"/>
              <a:chOff x="-1447800" y="2882900"/>
              <a:chExt cx="854075" cy="852488"/>
            </a:xfrm>
            <a:solidFill>
              <a:schemeClr val="bg1"/>
            </a:solidFill>
          </p:grpSpPr>
          <p:sp>
            <p:nvSpPr>
              <p:cNvPr id="12" name="Freeform 5">
                <a:extLst>
                  <a:ext uri="{FF2B5EF4-FFF2-40B4-BE49-F238E27FC236}">
                    <a16:creationId xmlns:a16="http://schemas.microsoft.com/office/drawing/2014/main" id="{5E90F734-F1FA-C1EC-9CC6-15A2242A1E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247775" y="2987675"/>
                <a:ext cx="642938" cy="474663"/>
              </a:xfrm>
              <a:custGeom>
                <a:avLst/>
                <a:gdLst>
                  <a:gd name="T0" fmla="*/ 4428 w 4517"/>
                  <a:gd name="T1" fmla="*/ 88 h 3346"/>
                  <a:gd name="T2" fmla="*/ 4109 w 4517"/>
                  <a:gd name="T3" fmla="*/ 88 h 3346"/>
                  <a:gd name="T4" fmla="*/ 1396 w 4517"/>
                  <a:gd name="T5" fmla="*/ 2794 h 3346"/>
                  <a:gd name="T6" fmla="*/ 417 w 4517"/>
                  <a:gd name="T7" fmla="*/ 1730 h 3346"/>
                  <a:gd name="T8" fmla="*/ 98 w 4517"/>
                  <a:gd name="T9" fmla="*/ 1717 h 3346"/>
                  <a:gd name="T10" fmla="*/ 84 w 4517"/>
                  <a:gd name="T11" fmla="*/ 2037 h 3346"/>
                  <a:gd name="T12" fmla="*/ 1223 w 4517"/>
                  <a:gd name="T13" fmla="*/ 3273 h 3346"/>
                  <a:gd name="T14" fmla="*/ 1384 w 4517"/>
                  <a:gd name="T15" fmla="*/ 3346 h 3346"/>
                  <a:gd name="T16" fmla="*/ 1389 w 4517"/>
                  <a:gd name="T17" fmla="*/ 3346 h 3346"/>
                  <a:gd name="T18" fmla="*/ 1549 w 4517"/>
                  <a:gd name="T19" fmla="*/ 3280 h 3346"/>
                  <a:gd name="T20" fmla="*/ 4428 w 4517"/>
                  <a:gd name="T21" fmla="*/ 408 h 3346"/>
                  <a:gd name="T22" fmla="*/ 4428 w 4517"/>
                  <a:gd name="T23" fmla="*/ 88 h 33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517" h="3346">
                    <a:moveTo>
                      <a:pt x="4428" y="88"/>
                    </a:moveTo>
                    <a:cubicBezTo>
                      <a:pt x="4340" y="0"/>
                      <a:pt x="4197" y="0"/>
                      <a:pt x="4109" y="88"/>
                    </a:cubicBezTo>
                    <a:cubicBezTo>
                      <a:pt x="1396" y="2794"/>
                      <a:pt x="1396" y="2794"/>
                      <a:pt x="1396" y="2794"/>
                    </a:cubicBezTo>
                    <a:cubicBezTo>
                      <a:pt x="417" y="1730"/>
                      <a:pt x="417" y="1730"/>
                      <a:pt x="417" y="1730"/>
                    </a:cubicBezTo>
                    <a:cubicBezTo>
                      <a:pt x="333" y="1639"/>
                      <a:pt x="190" y="1633"/>
                      <a:pt x="98" y="1717"/>
                    </a:cubicBezTo>
                    <a:cubicBezTo>
                      <a:pt x="6" y="1802"/>
                      <a:pt x="0" y="1945"/>
                      <a:pt x="84" y="2037"/>
                    </a:cubicBezTo>
                    <a:cubicBezTo>
                      <a:pt x="1223" y="3273"/>
                      <a:pt x="1223" y="3273"/>
                      <a:pt x="1223" y="3273"/>
                    </a:cubicBezTo>
                    <a:cubicBezTo>
                      <a:pt x="1264" y="3318"/>
                      <a:pt x="1323" y="3345"/>
                      <a:pt x="1384" y="3346"/>
                    </a:cubicBezTo>
                    <a:cubicBezTo>
                      <a:pt x="1386" y="3346"/>
                      <a:pt x="1387" y="3346"/>
                      <a:pt x="1389" y="3346"/>
                    </a:cubicBezTo>
                    <a:cubicBezTo>
                      <a:pt x="1449" y="3346"/>
                      <a:pt x="1506" y="3322"/>
                      <a:pt x="1549" y="3280"/>
                    </a:cubicBezTo>
                    <a:cubicBezTo>
                      <a:pt x="4428" y="408"/>
                      <a:pt x="4428" y="408"/>
                      <a:pt x="4428" y="408"/>
                    </a:cubicBezTo>
                    <a:cubicBezTo>
                      <a:pt x="4516" y="320"/>
                      <a:pt x="4517" y="177"/>
                      <a:pt x="4428" y="8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Freeform 6">
                <a:extLst>
                  <a:ext uri="{FF2B5EF4-FFF2-40B4-BE49-F238E27FC236}">
                    <a16:creationId xmlns:a16="http://schemas.microsoft.com/office/drawing/2014/main" id="{DAAAC9C1-FE80-3166-88AE-D0E8A210D6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447800" y="2882900"/>
                <a:ext cx="854075" cy="852488"/>
              </a:xfrm>
              <a:custGeom>
                <a:avLst/>
                <a:gdLst>
                  <a:gd name="T0" fmla="*/ 5774 w 6000"/>
                  <a:gd name="T1" fmla="*/ 2774 h 6000"/>
                  <a:gd name="T2" fmla="*/ 5548 w 6000"/>
                  <a:gd name="T3" fmla="*/ 3000 h 6000"/>
                  <a:gd name="T4" fmla="*/ 3000 w 6000"/>
                  <a:gd name="T5" fmla="*/ 5548 h 6000"/>
                  <a:gd name="T6" fmla="*/ 452 w 6000"/>
                  <a:gd name="T7" fmla="*/ 3000 h 6000"/>
                  <a:gd name="T8" fmla="*/ 3000 w 6000"/>
                  <a:gd name="T9" fmla="*/ 452 h 6000"/>
                  <a:gd name="T10" fmla="*/ 3226 w 6000"/>
                  <a:gd name="T11" fmla="*/ 226 h 6000"/>
                  <a:gd name="T12" fmla="*/ 3000 w 6000"/>
                  <a:gd name="T13" fmla="*/ 0 h 6000"/>
                  <a:gd name="T14" fmla="*/ 0 w 6000"/>
                  <a:gd name="T15" fmla="*/ 3000 h 6000"/>
                  <a:gd name="T16" fmla="*/ 3000 w 6000"/>
                  <a:gd name="T17" fmla="*/ 6000 h 6000"/>
                  <a:gd name="T18" fmla="*/ 6000 w 6000"/>
                  <a:gd name="T19" fmla="*/ 3000 h 6000"/>
                  <a:gd name="T20" fmla="*/ 5774 w 6000"/>
                  <a:gd name="T21" fmla="*/ 2774 h 6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000" h="6000">
                    <a:moveTo>
                      <a:pt x="5774" y="2774"/>
                    </a:moveTo>
                    <a:cubicBezTo>
                      <a:pt x="5649" y="2774"/>
                      <a:pt x="5548" y="2875"/>
                      <a:pt x="5548" y="3000"/>
                    </a:cubicBezTo>
                    <a:cubicBezTo>
                      <a:pt x="5548" y="4405"/>
                      <a:pt x="4405" y="5548"/>
                      <a:pt x="3000" y="5548"/>
                    </a:cubicBezTo>
                    <a:cubicBezTo>
                      <a:pt x="1595" y="5548"/>
                      <a:pt x="452" y="4405"/>
                      <a:pt x="452" y="3000"/>
                    </a:cubicBezTo>
                    <a:cubicBezTo>
                      <a:pt x="452" y="1595"/>
                      <a:pt x="1595" y="452"/>
                      <a:pt x="3000" y="452"/>
                    </a:cubicBezTo>
                    <a:cubicBezTo>
                      <a:pt x="3125" y="452"/>
                      <a:pt x="3226" y="351"/>
                      <a:pt x="3226" y="226"/>
                    </a:cubicBezTo>
                    <a:cubicBezTo>
                      <a:pt x="3226" y="101"/>
                      <a:pt x="3125" y="0"/>
                      <a:pt x="3000" y="0"/>
                    </a:cubicBezTo>
                    <a:cubicBezTo>
                      <a:pt x="1346" y="0"/>
                      <a:pt x="0" y="1346"/>
                      <a:pt x="0" y="3000"/>
                    </a:cubicBezTo>
                    <a:cubicBezTo>
                      <a:pt x="0" y="4654"/>
                      <a:pt x="1346" y="6000"/>
                      <a:pt x="3000" y="6000"/>
                    </a:cubicBezTo>
                    <a:cubicBezTo>
                      <a:pt x="4654" y="6000"/>
                      <a:pt x="6000" y="4654"/>
                      <a:pt x="6000" y="3000"/>
                    </a:cubicBezTo>
                    <a:cubicBezTo>
                      <a:pt x="6000" y="2875"/>
                      <a:pt x="5899" y="2774"/>
                      <a:pt x="5774" y="27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ACEE6E68-22AD-67D6-96C1-F1E665B528F0}"/>
              </a:ext>
            </a:extLst>
          </p:cNvPr>
          <p:cNvSpPr/>
          <p:nvPr/>
        </p:nvSpPr>
        <p:spPr bwMode="auto">
          <a:xfrm>
            <a:off x="-57790" y="4688116"/>
            <a:ext cx="9147088" cy="458746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1" algn="r"/>
            <a:r>
              <a:rPr lang="fr-FR" dirty="0">
                <a:ea typeface="Roboto"/>
                <a:cs typeface="Roboto"/>
              </a:rPr>
              <a:t>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730139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C8771-0376-A8A3-A9C7-7892B6EC0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6334DD-163D-0620-ED8D-D70F321A4A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6899" y="-577"/>
            <a:ext cx="8368363" cy="2093147"/>
          </a:xfrm>
          <a:prstGeom prst="rect">
            <a:avLst/>
          </a:prstGeom>
        </p:spPr>
        <p:txBody>
          <a:bodyPr/>
          <a:lstStyle/>
          <a:p>
            <a:pPr marL="171450" indent="-171450"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Et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si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on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voulait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détecter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le non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plagiat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?</a:t>
            </a:r>
            <a:endParaRPr lang="en-US" dirty="0" err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B3E26E-EABB-3077-2789-6B1483E4A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07772"/>
            <a:ext cx="8368363" cy="40945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dirty="0">
                <a:ea typeface="Roboto"/>
                <a:cs typeface="Roboto"/>
              </a:rPr>
              <a:t>UNE CLASSE PLUS FACILE À DETECTER 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DFC647-A965-CE29-B7AB-E953AB5F3257}"/>
              </a:ext>
            </a:extLst>
          </p:cNvPr>
          <p:cNvSpPr/>
          <p:nvPr/>
        </p:nvSpPr>
        <p:spPr bwMode="auto">
          <a:xfrm>
            <a:off x="-3362" y="4688116"/>
            <a:ext cx="9092660" cy="458746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1" algn="r"/>
            <a:r>
              <a:rPr lang="fr-FR" dirty="0">
                <a:ea typeface="Roboto"/>
                <a:cs typeface="Roboto"/>
              </a:rPr>
              <a:t>30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65A6D4-7EA0-E1D0-E2D4-1A2ABA47B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03" y="1421946"/>
            <a:ext cx="7980590" cy="3422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444108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E05D1-9CD9-EF12-87C5-5D87CD928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CFB31D-17CE-E6EA-AB67-6B52A550B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6899" y="230744"/>
            <a:ext cx="8368363" cy="2093147"/>
          </a:xfrm>
          <a:prstGeom prst="rect">
            <a:avLst/>
          </a:prstGeom>
        </p:spPr>
        <p:txBody>
          <a:bodyPr/>
          <a:lstStyle/>
          <a:p>
            <a:pPr marL="171450" indent="-171450">
              <a:buChar char="•"/>
            </a:pP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Un travail déjà fait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  <a:cs typeface="Roboto"/>
            </a:endParaRPr>
          </a:p>
          <a:p>
            <a:pPr marL="171450" indent="-171450">
              <a:buChar char="•"/>
            </a:pP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Scikit : </a:t>
            </a: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notre</a:t>
            </a: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</a:t>
            </a: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référence</a:t>
            </a:r>
          </a:p>
          <a:p>
            <a:pPr marL="171450" indent="-171450">
              <a:buChar char="•"/>
            </a:pP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Des performances </a:t>
            </a: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similaires</a:t>
            </a: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 à scikit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AF9572-7F0D-A911-B7B3-C71542447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07772"/>
            <a:ext cx="8368363" cy="40945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>
                <a:ea typeface="+mj-lt"/>
                <a:cs typeface="+mj-lt"/>
              </a:rPr>
              <a:t>COMPARAISONS 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4AF10A-E9FB-EE75-F23D-73039B0298AD}"/>
              </a:ext>
            </a:extLst>
          </p:cNvPr>
          <p:cNvSpPr/>
          <p:nvPr/>
        </p:nvSpPr>
        <p:spPr bwMode="auto">
          <a:xfrm>
            <a:off x="-3362" y="4688116"/>
            <a:ext cx="9147088" cy="458746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fr-FR" dirty="0">
                <a:ea typeface="Roboto"/>
                <a:cs typeface="Roboto"/>
              </a:rPr>
              <a:t>31</a:t>
            </a:r>
            <a:endParaRPr lang="fr-F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3F00C2-9A15-A7C2-64C5-39640D05B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872" y="2231570"/>
            <a:ext cx="3462259" cy="29119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835D6D-B43D-D902-46D9-6A63BE942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32" y="2231572"/>
            <a:ext cx="3462259" cy="291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362929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BCCBC-25C6-5171-E67D-D927AE121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46D3F4-D79B-EFE9-5FDB-C45818AD2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07772"/>
            <a:ext cx="8368363" cy="40945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>
                <a:ea typeface="+mj-lt"/>
                <a:cs typeface="+mj-lt"/>
              </a:rPr>
              <a:t>GUI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308ED9-83E9-B7D2-E357-EB5C87A9AFE9}"/>
              </a:ext>
            </a:extLst>
          </p:cNvPr>
          <p:cNvSpPr/>
          <p:nvPr/>
        </p:nvSpPr>
        <p:spPr bwMode="auto">
          <a:xfrm>
            <a:off x="-3362" y="4688116"/>
            <a:ext cx="9147088" cy="458746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fr-FR" dirty="0">
                <a:ea typeface="Roboto"/>
                <a:cs typeface="Roboto"/>
              </a:rPr>
              <a:t>32</a:t>
            </a:r>
            <a:endParaRPr lang="fr-FR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3211F3-A4B0-A073-F683-B57AC0E10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33" y="1032008"/>
            <a:ext cx="8746300" cy="340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700001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B811B-DF0F-E6AE-0BB3-35C0F1347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5E04CEE-CBE8-BBA4-8B1C-CEC31E1F1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82611"/>
            <a:ext cx="8368363" cy="40945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/>
              <a:t>LIMITES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2A6059D-EC27-0205-3666-88B13B34077C}"/>
              </a:ext>
            </a:extLst>
          </p:cNvPr>
          <p:cNvGrpSpPr/>
          <p:nvPr/>
        </p:nvGrpSpPr>
        <p:grpSpPr>
          <a:xfrm rot="10800000">
            <a:off x="533400" y="1079145"/>
            <a:ext cx="2788568" cy="3173094"/>
            <a:chOff x="533400" y="1079145"/>
            <a:chExt cx="2788568" cy="3173094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04492181-ED1A-DAA7-2105-3CAEFABB7B88}"/>
                </a:ext>
              </a:extLst>
            </p:cNvPr>
            <p:cNvGrpSpPr/>
            <p:nvPr/>
          </p:nvGrpSpPr>
          <p:grpSpPr>
            <a:xfrm>
              <a:off x="533400" y="1079145"/>
              <a:ext cx="2788568" cy="3173094"/>
              <a:chOff x="6248400" y="1724025"/>
              <a:chExt cx="1554163" cy="1768475"/>
            </a:xfrm>
            <a:solidFill>
              <a:schemeClr val="bg1">
                <a:lumMod val="95000"/>
                <a:alpha val="50000"/>
              </a:schemeClr>
            </a:solidFill>
          </p:grpSpPr>
          <p:sp>
            <p:nvSpPr>
              <p:cNvPr id="24" name="Freeform 5">
                <a:extLst>
                  <a:ext uri="{FF2B5EF4-FFF2-40B4-BE49-F238E27FC236}">
                    <a16:creationId xmlns:a16="http://schemas.microsoft.com/office/drawing/2014/main" id="{8B1A96D2-9031-E9FB-B82A-A5B469C856C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48400" y="2038350"/>
                <a:ext cx="1554163" cy="1454150"/>
              </a:xfrm>
              <a:custGeom>
                <a:avLst/>
                <a:gdLst>
                  <a:gd name="T0" fmla="*/ 5274 w 5274"/>
                  <a:gd name="T1" fmla="*/ 2297 h 4934"/>
                  <a:gd name="T2" fmla="*/ 3723 w 5274"/>
                  <a:gd name="T3" fmla="*/ 1770 h 4934"/>
                  <a:gd name="T4" fmla="*/ 3867 w 5274"/>
                  <a:gd name="T5" fmla="*/ 704 h 4934"/>
                  <a:gd name="T6" fmla="*/ 2989 w 5274"/>
                  <a:gd name="T7" fmla="*/ 0 h 4934"/>
                  <a:gd name="T8" fmla="*/ 2722 w 5274"/>
                  <a:gd name="T9" fmla="*/ 517 h 4934"/>
                  <a:gd name="T10" fmla="*/ 1231 w 5274"/>
                  <a:gd name="T11" fmla="*/ 1418 h 4934"/>
                  <a:gd name="T12" fmla="*/ 0 w 5274"/>
                  <a:gd name="T13" fmla="*/ 1594 h 4934"/>
                  <a:gd name="T14" fmla="*/ 176 w 5274"/>
                  <a:gd name="T15" fmla="*/ 4934 h 4934"/>
                  <a:gd name="T16" fmla="*/ 1707 w 5274"/>
                  <a:gd name="T17" fmla="*/ 4633 h 4934"/>
                  <a:gd name="T18" fmla="*/ 2922 w 5274"/>
                  <a:gd name="T19" fmla="*/ 4934 h 4934"/>
                  <a:gd name="T20" fmla="*/ 4922 w 5274"/>
                  <a:gd name="T21" fmla="*/ 4407 h 4934"/>
                  <a:gd name="T22" fmla="*/ 5274 w 5274"/>
                  <a:gd name="T23" fmla="*/ 3704 h 4934"/>
                  <a:gd name="T24" fmla="*/ 5274 w 5274"/>
                  <a:gd name="T25" fmla="*/ 3000 h 4934"/>
                  <a:gd name="T26" fmla="*/ 1407 w 5274"/>
                  <a:gd name="T27" fmla="*/ 4407 h 4934"/>
                  <a:gd name="T28" fmla="*/ 352 w 5274"/>
                  <a:gd name="T29" fmla="*/ 4582 h 4934"/>
                  <a:gd name="T30" fmla="*/ 1231 w 5274"/>
                  <a:gd name="T31" fmla="*/ 1770 h 4934"/>
                  <a:gd name="T32" fmla="*/ 1407 w 5274"/>
                  <a:gd name="T33" fmla="*/ 4407 h 4934"/>
                  <a:gd name="T34" fmla="*/ 4746 w 5274"/>
                  <a:gd name="T35" fmla="*/ 2825 h 4934"/>
                  <a:gd name="T36" fmla="*/ 4746 w 5274"/>
                  <a:gd name="T37" fmla="*/ 3176 h 4934"/>
                  <a:gd name="T38" fmla="*/ 4219 w 5274"/>
                  <a:gd name="T39" fmla="*/ 3352 h 4934"/>
                  <a:gd name="T40" fmla="*/ 4746 w 5274"/>
                  <a:gd name="T41" fmla="*/ 3528 h 4934"/>
                  <a:gd name="T42" fmla="*/ 4746 w 5274"/>
                  <a:gd name="T43" fmla="*/ 3879 h 4934"/>
                  <a:gd name="T44" fmla="*/ 4219 w 5274"/>
                  <a:gd name="T45" fmla="*/ 4055 h 4934"/>
                  <a:gd name="T46" fmla="*/ 4571 w 5274"/>
                  <a:gd name="T47" fmla="*/ 4407 h 4934"/>
                  <a:gd name="T48" fmla="*/ 2922 w 5274"/>
                  <a:gd name="T49" fmla="*/ 4582 h 4934"/>
                  <a:gd name="T50" fmla="*/ 1758 w 5274"/>
                  <a:gd name="T51" fmla="*/ 4280 h 4934"/>
                  <a:gd name="T52" fmla="*/ 2547 w 5274"/>
                  <a:gd name="T53" fmla="*/ 1592 h 4934"/>
                  <a:gd name="T54" fmla="*/ 3126 w 5274"/>
                  <a:gd name="T55" fmla="*/ 352 h 4934"/>
                  <a:gd name="T56" fmla="*/ 3516 w 5274"/>
                  <a:gd name="T57" fmla="*/ 704 h 4934"/>
                  <a:gd name="T58" fmla="*/ 3348 w 5274"/>
                  <a:gd name="T59" fmla="*/ 1770 h 4934"/>
                  <a:gd name="T60" fmla="*/ 2813 w 5274"/>
                  <a:gd name="T61" fmla="*/ 1946 h 4934"/>
                  <a:gd name="T62" fmla="*/ 4746 w 5274"/>
                  <a:gd name="T63" fmla="*/ 2121 h 4934"/>
                  <a:gd name="T64" fmla="*/ 4746 w 5274"/>
                  <a:gd name="T65" fmla="*/ 2473 h 4934"/>
                  <a:gd name="T66" fmla="*/ 4219 w 5274"/>
                  <a:gd name="T67" fmla="*/ 2649 h 49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5274" h="4934">
                    <a:moveTo>
                      <a:pt x="5139" y="2649"/>
                    </a:moveTo>
                    <a:cubicBezTo>
                      <a:pt x="5223" y="2555"/>
                      <a:pt x="5274" y="2432"/>
                      <a:pt x="5274" y="2297"/>
                    </a:cubicBezTo>
                    <a:cubicBezTo>
                      <a:pt x="5274" y="2007"/>
                      <a:pt x="5037" y="1770"/>
                      <a:pt x="4746" y="1770"/>
                    </a:cubicBezTo>
                    <a:cubicBezTo>
                      <a:pt x="3723" y="1770"/>
                      <a:pt x="3723" y="1770"/>
                      <a:pt x="3723" y="1770"/>
                    </a:cubicBezTo>
                    <a:cubicBezTo>
                      <a:pt x="3824" y="1462"/>
                      <a:pt x="3867" y="1054"/>
                      <a:pt x="3867" y="879"/>
                    </a:cubicBezTo>
                    <a:cubicBezTo>
                      <a:pt x="3867" y="704"/>
                      <a:pt x="3867" y="704"/>
                      <a:pt x="3867" y="704"/>
                    </a:cubicBezTo>
                    <a:cubicBezTo>
                      <a:pt x="3867" y="316"/>
                      <a:pt x="3552" y="0"/>
                      <a:pt x="3164" y="0"/>
                    </a:cubicBezTo>
                    <a:cubicBezTo>
                      <a:pt x="2989" y="0"/>
                      <a:pt x="2989" y="0"/>
                      <a:pt x="2989" y="0"/>
                    </a:cubicBezTo>
                    <a:cubicBezTo>
                      <a:pt x="2908" y="0"/>
                      <a:pt x="2838" y="55"/>
                      <a:pt x="2818" y="134"/>
                    </a:cubicBezTo>
                    <a:cubicBezTo>
                      <a:pt x="2722" y="517"/>
                      <a:pt x="2722" y="517"/>
                      <a:pt x="2722" y="517"/>
                    </a:cubicBezTo>
                    <a:cubicBezTo>
                      <a:pt x="2588" y="1053"/>
                      <a:pt x="2162" y="1645"/>
                      <a:pt x="1721" y="1753"/>
                    </a:cubicBezTo>
                    <a:cubicBezTo>
                      <a:pt x="1644" y="1557"/>
                      <a:pt x="1453" y="1418"/>
                      <a:pt x="1231" y="1418"/>
                    </a:cubicBezTo>
                    <a:cubicBezTo>
                      <a:pt x="176" y="1418"/>
                      <a:pt x="176" y="1418"/>
                      <a:pt x="176" y="1418"/>
                    </a:cubicBezTo>
                    <a:cubicBezTo>
                      <a:pt x="79" y="1418"/>
                      <a:pt x="0" y="1497"/>
                      <a:pt x="0" y="1594"/>
                    </a:cubicBezTo>
                    <a:cubicBezTo>
                      <a:pt x="0" y="4758"/>
                      <a:pt x="0" y="4758"/>
                      <a:pt x="0" y="4758"/>
                    </a:cubicBezTo>
                    <a:cubicBezTo>
                      <a:pt x="0" y="4855"/>
                      <a:pt x="79" y="4934"/>
                      <a:pt x="176" y="4934"/>
                    </a:cubicBezTo>
                    <a:cubicBezTo>
                      <a:pt x="1231" y="4934"/>
                      <a:pt x="1231" y="4934"/>
                      <a:pt x="1231" y="4934"/>
                    </a:cubicBezTo>
                    <a:cubicBezTo>
                      <a:pt x="1440" y="4934"/>
                      <a:pt x="1622" y="4811"/>
                      <a:pt x="1707" y="4633"/>
                    </a:cubicBezTo>
                    <a:cubicBezTo>
                      <a:pt x="2311" y="4835"/>
                      <a:pt x="2311" y="4835"/>
                      <a:pt x="2311" y="4835"/>
                    </a:cubicBezTo>
                    <a:cubicBezTo>
                      <a:pt x="2508" y="4901"/>
                      <a:pt x="2714" y="4934"/>
                      <a:pt x="2922" y="4934"/>
                    </a:cubicBezTo>
                    <a:cubicBezTo>
                      <a:pt x="4395" y="4934"/>
                      <a:pt x="4395" y="4934"/>
                      <a:pt x="4395" y="4934"/>
                    </a:cubicBezTo>
                    <a:cubicBezTo>
                      <a:pt x="4686" y="4934"/>
                      <a:pt x="4922" y="4697"/>
                      <a:pt x="4922" y="4407"/>
                    </a:cubicBezTo>
                    <a:cubicBezTo>
                      <a:pt x="4922" y="4338"/>
                      <a:pt x="4909" y="4272"/>
                      <a:pt x="4885" y="4212"/>
                    </a:cubicBezTo>
                    <a:cubicBezTo>
                      <a:pt x="5109" y="4151"/>
                      <a:pt x="5274" y="3946"/>
                      <a:pt x="5274" y="3704"/>
                    </a:cubicBezTo>
                    <a:cubicBezTo>
                      <a:pt x="5274" y="3569"/>
                      <a:pt x="5223" y="3445"/>
                      <a:pt x="5139" y="3352"/>
                    </a:cubicBezTo>
                    <a:cubicBezTo>
                      <a:pt x="5223" y="3259"/>
                      <a:pt x="5274" y="3135"/>
                      <a:pt x="5274" y="3000"/>
                    </a:cubicBezTo>
                    <a:cubicBezTo>
                      <a:pt x="5274" y="2866"/>
                      <a:pt x="5223" y="2742"/>
                      <a:pt x="5139" y="2649"/>
                    </a:cubicBezTo>
                    <a:close/>
                    <a:moveTo>
                      <a:pt x="1407" y="4407"/>
                    </a:moveTo>
                    <a:cubicBezTo>
                      <a:pt x="1407" y="4504"/>
                      <a:pt x="1328" y="4582"/>
                      <a:pt x="1231" y="4582"/>
                    </a:cubicBezTo>
                    <a:cubicBezTo>
                      <a:pt x="352" y="4582"/>
                      <a:pt x="352" y="4582"/>
                      <a:pt x="352" y="4582"/>
                    </a:cubicBezTo>
                    <a:cubicBezTo>
                      <a:pt x="352" y="1770"/>
                      <a:pt x="352" y="1770"/>
                      <a:pt x="352" y="1770"/>
                    </a:cubicBezTo>
                    <a:cubicBezTo>
                      <a:pt x="1231" y="1770"/>
                      <a:pt x="1231" y="1770"/>
                      <a:pt x="1231" y="1770"/>
                    </a:cubicBezTo>
                    <a:cubicBezTo>
                      <a:pt x="1328" y="1770"/>
                      <a:pt x="1407" y="1849"/>
                      <a:pt x="1407" y="1946"/>
                    </a:cubicBezTo>
                    <a:lnTo>
                      <a:pt x="1407" y="4407"/>
                    </a:lnTo>
                    <a:close/>
                    <a:moveTo>
                      <a:pt x="4395" y="2825"/>
                    </a:moveTo>
                    <a:cubicBezTo>
                      <a:pt x="4746" y="2825"/>
                      <a:pt x="4746" y="2825"/>
                      <a:pt x="4746" y="2825"/>
                    </a:cubicBezTo>
                    <a:cubicBezTo>
                      <a:pt x="4843" y="2825"/>
                      <a:pt x="4922" y="2903"/>
                      <a:pt x="4922" y="3000"/>
                    </a:cubicBezTo>
                    <a:cubicBezTo>
                      <a:pt x="4922" y="3097"/>
                      <a:pt x="4843" y="3176"/>
                      <a:pt x="4746" y="3176"/>
                    </a:cubicBezTo>
                    <a:cubicBezTo>
                      <a:pt x="4395" y="3176"/>
                      <a:pt x="4395" y="3176"/>
                      <a:pt x="4395" y="3176"/>
                    </a:cubicBezTo>
                    <a:cubicBezTo>
                      <a:pt x="4298" y="3176"/>
                      <a:pt x="4219" y="3255"/>
                      <a:pt x="4219" y="3352"/>
                    </a:cubicBezTo>
                    <a:cubicBezTo>
                      <a:pt x="4219" y="3449"/>
                      <a:pt x="4298" y="3528"/>
                      <a:pt x="4395" y="3528"/>
                    </a:cubicBezTo>
                    <a:cubicBezTo>
                      <a:pt x="4746" y="3528"/>
                      <a:pt x="4746" y="3528"/>
                      <a:pt x="4746" y="3528"/>
                    </a:cubicBezTo>
                    <a:cubicBezTo>
                      <a:pt x="4843" y="3528"/>
                      <a:pt x="4922" y="3607"/>
                      <a:pt x="4922" y="3704"/>
                    </a:cubicBezTo>
                    <a:cubicBezTo>
                      <a:pt x="4922" y="3800"/>
                      <a:pt x="4843" y="3879"/>
                      <a:pt x="4746" y="3879"/>
                    </a:cubicBezTo>
                    <a:cubicBezTo>
                      <a:pt x="4395" y="3879"/>
                      <a:pt x="4395" y="3879"/>
                      <a:pt x="4395" y="3879"/>
                    </a:cubicBezTo>
                    <a:cubicBezTo>
                      <a:pt x="4298" y="3879"/>
                      <a:pt x="4219" y="3958"/>
                      <a:pt x="4219" y="4055"/>
                    </a:cubicBezTo>
                    <a:cubicBezTo>
                      <a:pt x="4219" y="4152"/>
                      <a:pt x="4298" y="4231"/>
                      <a:pt x="4395" y="4231"/>
                    </a:cubicBezTo>
                    <a:cubicBezTo>
                      <a:pt x="4492" y="4231"/>
                      <a:pt x="4571" y="4310"/>
                      <a:pt x="4571" y="4407"/>
                    </a:cubicBezTo>
                    <a:cubicBezTo>
                      <a:pt x="4571" y="4504"/>
                      <a:pt x="4492" y="4582"/>
                      <a:pt x="4395" y="4582"/>
                    </a:cubicBezTo>
                    <a:cubicBezTo>
                      <a:pt x="2922" y="4582"/>
                      <a:pt x="2922" y="4582"/>
                      <a:pt x="2922" y="4582"/>
                    </a:cubicBezTo>
                    <a:cubicBezTo>
                      <a:pt x="2752" y="4582"/>
                      <a:pt x="2583" y="4555"/>
                      <a:pt x="2422" y="4501"/>
                    </a:cubicBezTo>
                    <a:cubicBezTo>
                      <a:pt x="1758" y="4280"/>
                      <a:pt x="1758" y="4280"/>
                      <a:pt x="1758" y="4280"/>
                    </a:cubicBezTo>
                    <a:cubicBezTo>
                      <a:pt x="1758" y="2105"/>
                      <a:pt x="1758" y="2105"/>
                      <a:pt x="1758" y="2105"/>
                    </a:cubicBezTo>
                    <a:cubicBezTo>
                      <a:pt x="2034" y="2052"/>
                      <a:pt x="2304" y="1878"/>
                      <a:pt x="2547" y="1592"/>
                    </a:cubicBezTo>
                    <a:cubicBezTo>
                      <a:pt x="2785" y="1313"/>
                      <a:pt x="2978" y="943"/>
                      <a:pt x="3063" y="602"/>
                    </a:cubicBezTo>
                    <a:cubicBezTo>
                      <a:pt x="3126" y="352"/>
                      <a:pt x="3126" y="352"/>
                      <a:pt x="3126" y="352"/>
                    </a:cubicBezTo>
                    <a:cubicBezTo>
                      <a:pt x="3164" y="352"/>
                      <a:pt x="3164" y="352"/>
                      <a:pt x="3164" y="352"/>
                    </a:cubicBezTo>
                    <a:cubicBezTo>
                      <a:pt x="3358" y="352"/>
                      <a:pt x="3516" y="510"/>
                      <a:pt x="3516" y="704"/>
                    </a:cubicBezTo>
                    <a:cubicBezTo>
                      <a:pt x="3516" y="879"/>
                      <a:pt x="3516" y="879"/>
                      <a:pt x="3516" y="879"/>
                    </a:cubicBezTo>
                    <a:cubicBezTo>
                      <a:pt x="3516" y="1115"/>
                      <a:pt x="3442" y="1568"/>
                      <a:pt x="3348" y="1770"/>
                    </a:cubicBezTo>
                    <a:cubicBezTo>
                      <a:pt x="2989" y="1770"/>
                      <a:pt x="2989" y="1770"/>
                      <a:pt x="2989" y="1770"/>
                    </a:cubicBezTo>
                    <a:cubicBezTo>
                      <a:pt x="2892" y="1770"/>
                      <a:pt x="2813" y="1849"/>
                      <a:pt x="2813" y="1946"/>
                    </a:cubicBezTo>
                    <a:cubicBezTo>
                      <a:pt x="2813" y="2043"/>
                      <a:pt x="2892" y="2121"/>
                      <a:pt x="2989" y="2121"/>
                    </a:cubicBezTo>
                    <a:cubicBezTo>
                      <a:pt x="4746" y="2121"/>
                      <a:pt x="4746" y="2121"/>
                      <a:pt x="4746" y="2121"/>
                    </a:cubicBezTo>
                    <a:cubicBezTo>
                      <a:pt x="4843" y="2121"/>
                      <a:pt x="4922" y="2200"/>
                      <a:pt x="4922" y="2297"/>
                    </a:cubicBezTo>
                    <a:cubicBezTo>
                      <a:pt x="4922" y="2394"/>
                      <a:pt x="4843" y="2473"/>
                      <a:pt x="4746" y="2473"/>
                    </a:cubicBezTo>
                    <a:cubicBezTo>
                      <a:pt x="4395" y="2473"/>
                      <a:pt x="4395" y="2473"/>
                      <a:pt x="4395" y="2473"/>
                    </a:cubicBezTo>
                    <a:cubicBezTo>
                      <a:pt x="4298" y="2473"/>
                      <a:pt x="4219" y="2552"/>
                      <a:pt x="4219" y="2649"/>
                    </a:cubicBezTo>
                    <a:cubicBezTo>
                      <a:pt x="4219" y="2746"/>
                      <a:pt x="4298" y="2825"/>
                      <a:pt x="4395" y="28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" name="Oval 6">
                <a:extLst>
                  <a:ext uri="{FF2B5EF4-FFF2-40B4-BE49-F238E27FC236}">
                    <a16:creationId xmlns:a16="http://schemas.microsoft.com/office/drawing/2014/main" id="{CA40FA04-E964-86BF-D21F-54200EB327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56363" y="3181350"/>
                <a:ext cx="103188" cy="1047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1BD4D44B-8AC5-12EA-8C2D-6BD1C8C0DE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81850" y="1724025"/>
                <a:ext cx="103188" cy="211138"/>
              </a:xfrm>
              <a:custGeom>
                <a:avLst/>
                <a:gdLst>
                  <a:gd name="T0" fmla="*/ 176 w 352"/>
                  <a:gd name="T1" fmla="*/ 0 h 715"/>
                  <a:gd name="T2" fmla="*/ 0 w 352"/>
                  <a:gd name="T3" fmla="*/ 176 h 715"/>
                  <a:gd name="T4" fmla="*/ 0 w 352"/>
                  <a:gd name="T5" fmla="*/ 539 h 715"/>
                  <a:gd name="T6" fmla="*/ 176 w 352"/>
                  <a:gd name="T7" fmla="*/ 715 h 715"/>
                  <a:gd name="T8" fmla="*/ 352 w 352"/>
                  <a:gd name="T9" fmla="*/ 539 h 715"/>
                  <a:gd name="T10" fmla="*/ 352 w 352"/>
                  <a:gd name="T11" fmla="*/ 176 h 715"/>
                  <a:gd name="T12" fmla="*/ 176 w 352"/>
                  <a:gd name="T13" fmla="*/ 0 h 7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2" h="715">
                    <a:moveTo>
                      <a:pt x="176" y="0"/>
                    </a:moveTo>
                    <a:cubicBezTo>
                      <a:pt x="79" y="0"/>
                      <a:pt x="0" y="79"/>
                      <a:pt x="0" y="176"/>
                    </a:cubicBezTo>
                    <a:cubicBezTo>
                      <a:pt x="0" y="539"/>
                      <a:pt x="0" y="539"/>
                      <a:pt x="0" y="539"/>
                    </a:cubicBezTo>
                    <a:cubicBezTo>
                      <a:pt x="0" y="636"/>
                      <a:pt x="79" y="715"/>
                      <a:pt x="176" y="715"/>
                    </a:cubicBezTo>
                    <a:cubicBezTo>
                      <a:pt x="273" y="715"/>
                      <a:pt x="352" y="636"/>
                      <a:pt x="352" y="539"/>
                    </a:cubicBezTo>
                    <a:cubicBezTo>
                      <a:pt x="352" y="176"/>
                      <a:pt x="352" y="176"/>
                      <a:pt x="352" y="176"/>
                    </a:cubicBezTo>
                    <a:cubicBezTo>
                      <a:pt x="352" y="79"/>
                      <a:pt x="273" y="0"/>
                      <a:pt x="17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F8EB4105-DFD4-C791-1776-F78283A202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46888" y="1858963"/>
                <a:ext cx="187325" cy="187325"/>
              </a:xfrm>
              <a:custGeom>
                <a:avLst/>
                <a:gdLst>
                  <a:gd name="T0" fmla="*/ 565 w 634"/>
                  <a:gd name="T1" fmla="*/ 317 h 634"/>
                  <a:gd name="T2" fmla="*/ 317 w 634"/>
                  <a:gd name="T3" fmla="*/ 69 h 634"/>
                  <a:gd name="T4" fmla="*/ 68 w 634"/>
                  <a:gd name="T5" fmla="*/ 69 h 634"/>
                  <a:gd name="T6" fmla="*/ 68 w 634"/>
                  <a:gd name="T7" fmla="*/ 317 h 634"/>
                  <a:gd name="T8" fmla="*/ 317 w 634"/>
                  <a:gd name="T9" fmla="*/ 566 h 634"/>
                  <a:gd name="T10" fmla="*/ 565 w 634"/>
                  <a:gd name="T11" fmla="*/ 566 h 634"/>
                  <a:gd name="T12" fmla="*/ 565 w 634"/>
                  <a:gd name="T13" fmla="*/ 317 h 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4" h="634">
                    <a:moveTo>
                      <a:pt x="565" y="317"/>
                    </a:moveTo>
                    <a:cubicBezTo>
                      <a:pt x="317" y="69"/>
                      <a:pt x="317" y="69"/>
                      <a:pt x="317" y="69"/>
                    </a:cubicBezTo>
                    <a:cubicBezTo>
                      <a:pt x="248" y="0"/>
                      <a:pt x="137" y="0"/>
                      <a:pt x="68" y="69"/>
                    </a:cubicBezTo>
                    <a:cubicBezTo>
                      <a:pt x="0" y="137"/>
                      <a:pt x="0" y="249"/>
                      <a:pt x="68" y="317"/>
                    </a:cubicBezTo>
                    <a:cubicBezTo>
                      <a:pt x="317" y="566"/>
                      <a:pt x="317" y="566"/>
                      <a:pt x="317" y="566"/>
                    </a:cubicBezTo>
                    <a:cubicBezTo>
                      <a:pt x="385" y="634"/>
                      <a:pt x="497" y="634"/>
                      <a:pt x="565" y="566"/>
                    </a:cubicBezTo>
                    <a:cubicBezTo>
                      <a:pt x="634" y="497"/>
                      <a:pt x="634" y="386"/>
                      <a:pt x="565" y="3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B235F98C-6C49-F6E5-CB8F-A9798E46B7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2675" y="1858963"/>
                <a:ext cx="187325" cy="187325"/>
              </a:xfrm>
              <a:custGeom>
                <a:avLst/>
                <a:gdLst>
                  <a:gd name="T0" fmla="*/ 566 w 635"/>
                  <a:gd name="T1" fmla="*/ 69 h 634"/>
                  <a:gd name="T2" fmla="*/ 317 w 635"/>
                  <a:gd name="T3" fmla="*/ 69 h 634"/>
                  <a:gd name="T4" fmla="*/ 69 w 635"/>
                  <a:gd name="T5" fmla="*/ 317 h 634"/>
                  <a:gd name="T6" fmla="*/ 69 w 635"/>
                  <a:gd name="T7" fmla="*/ 566 h 634"/>
                  <a:gd name="T8" fmla="*/ 317 w 635"/>
                  <a:gd name="T9" fmla="*/ 566 h 634"/>
                  <a:gd name="T10" fmla="*/ 566 w 635"/>
                  <a:gd name="T11" fmla="*/ 317 h 634"/>
                  <a:gd name="T12" fmla="*/ 566 w 635"/>
                  <a:gd name="T13" fmla="*/ 69 h 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5" h="634">
                    <a:moveTo>
                      <a:pt x="566" y="69"/>
                    </a:moveTo>
                    <a:cubicBezTo>
                      <a:pt x="497" y="0"/>
                      <a:pt x="386" y="0"/>
                      <a:pt x="317" y="69"/>
                    </a:cubicBezTo>
                    <a:cubicBezTo>
                      <a:pt x="69" y="317"/>
                      <a:pt x="69" y="317"/>
                      <a:pt x="69" y="317"/>
                    </a:cubicBezTo>
                    <a:cubicBezTo>
                      <a:pt x="0" y="386"/>
                      <a:pt x="0" y="497"/>
                      <a:pt x="69" y="566"/>
                    </a:cubicBezTo>
                    <a:cubicBezTo>
                      <a:pt x="138" y="634"/>
                      <a:pt x="249" y="634"/>
                      <a:pt x="317" y="566"/>
                    </a:cubicBezTo>
                    <a:cubicBezTo>
                      <a:pt x="566" y="317"/>
                      <a:pt x="566" y="317"/>
                      <a:pt x="566" y="317"/>
                    </a:cubicBezTo>
                    <a:cubicBezTo>
                      <a:pt x="635" y="249"/>
                      <a:pt x="635" y="137"/>
                      <a:pt x="566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97A25EAB-FE11-CAAB-32EC-3CE9672CB727}"/>
                </a:ext>
              </a:extLst>
            </p:cNvPr>
            <p:cNvGrpSpPr/>
            <p:nvPr/>
          </p:nvGrpSpPr>
          <p:grpSpPr>
            <a:xfrm>
              <a:off x="1150603" y="2091147"/>
              <a:ext cx="1554163" cy="1768475"/>
              <a:chOff x="6248400" y="1724025"/>
              <a:chExt cx="1554163" cy="1768475"/>
            </a:xfrm>
            <a:solidFill>
              <a:schemeClr val="accent6"/>
            </a:solidFill>
          </p:grpSpPr>
          <p:sp>
            <p:nvSpPr>
              <p:cNvPr id="75" name="Freeform 5">
                <a:extLst>
                  <a:ext uri="{FF2B5EF4-FFF2-40B4-BE49-F238E27FC236}">
                    <a16:creationId xmlns:a16="http://schemas.microsoft.com/office/drawing/2014/main" id="{297A7A47-8A15-2BAC-9136-AAC5D34250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48400" y="2038350"/>
                <a:ext cx="1554163" cy="1454150"/>
              </a:xfrm>
              <a:custGeom>
                <a:avLst/>
                <a:gdLst>
                  <a:gd name="T0" fmla="*/ 5274 w 5274"/>
                  <a:gd name="T1" fmla="*/ 2297 h 4934"/>
                  <a:gd name="T2" fmla="*/ 3723 w 5274"/>
                  <a:gd name="T3" fmla="*/ 1770 h 4934"/>
                  <a:gd name="T4" fmla="*/ 3867 w 5274"/>
                  <a:gd name="T5" fmla="*/ 704 h 4934"/>
                  <a:gd name="T6" fmla="*/ 2989 w 5274"/>
                  <a:gd name="T7" fmla="*/ 0 h 4934"/>
                  <a:gd name="T8" fmla="*/ 2722 w 5274"/>
                  <a:gd name="T9" fmla="*/ 517 h 4934"/>
                  <a:gd name="T10" fmla="*/ 1231 w 5274"/>
                  <a:gd name="T11" fmla="*/ 1418 h 4934"/>
                  <a:gd name="T12" fmla="*/ 0 w 5274"/>
                  <a:gd name="T13" fmla="*/ 1594 h 4934"/>
                  <a:gd name="T14" fmla="*/ 176 w 5274"/>
                  <a:gd name="T15" fmla="*/ 4934 h 4934"/>
                  <a:gd name="T16" fmla="*/ 1707 w 5274"/>
                  <a:gd name="T17" fmla="*/ 4633 h 4934"/>
                  <a:gd name="T18" fmla="*/ 2922 w 5274"/>
                  <a:gd name="T19" fmla="*/ 4934 h 4934"/>
                  <a:gd name="T20" fmla="*/ 4922 w 5274"/>
                  <a:gd name="T21" fmla="*/ 4407 h 4934"/>
                  <a:gd name="T22" fmla="*/ 5274 w 5274"/>
                  <a:gd name="T23" fmla="*/ 3704 h 4934"/>
                  <a:gd name="T24" fmla="*/ 5274 w 5274"/>
                  <a:gd name="T25" fmla="*/ 3000 h 4934"/>
                  <a:gd name="T26" fmla="*/ 1407 w 5274"/>
                  <a:gd name="T27" fmla="*/ 4407 h 4934"/>
                  <a:gd name="T28" fmla="*/ 352 w 5274"/>
                  <a:gd name="T29" fmla="*/ 4582 h 4934"/>
                  <a:gd name="T30" fmla="*/ 1231 w 5274"/>
                  <a:gd name="T31" fmla="*/ 1770 h 4934"/>
                  <a:gd name="T32" fmla="*/ 1407 w 5274"/>
                  <a:gd name="T33" fmla="*/ 4407 h 4934"/>
                  <a:gd name="T34" fmla="*/ 4746 w 5274"/>
                  <a:gd name="T35" fmla="*/ 2825 h 4934"/>
                  <a:gd name="T36" fmla="*/ 4746 w 5274"/>
                  <a:gd name="T37" fmla="*/ 3176 h 4934"/>
                  <a:gd name="T38" fmla="*/ 4219 w 5274"/>
                  <a:gd name="T39" fmla="*/ 3352 h 4934"/>
                  <a:gd name="T40" fmla="*/ 4746 w 5274"/>
                  <a:gd name="T41" fmla="*/ 3528 h 4934"/>
                  <a:gd name="T42" fmla="*/ 4746 w 5274"/>
                  <a:gd name="T43" fmla="*/ 3879 h 4934"/>
                  <a:gd name="T44" fmla="*/ 4219 w 5274"/>
                  <a:gd name="T45" fmla="*/ 4055 h 4934"/>
                  <a:gd name="T46" fmla="*/ 4571 w 5274"/>
                  <a:gd name="T47" fmla="*/ 4407 h 4934"/>
                  <a:gd name="T48" fmla="*/ 2922 w 5274"/>
                  <a:gd name="T49" fmla="*/ 4582 h 4934"/>
                  <a:gd name="T50" fmla="*/ 1758 w 5274"/>
                  <a:gd name="T51" fmla="*/ 4280 h 4934"/>
                  <a:gd name="T52" fmla="*/ 2547 w 5274"/>
                  <a:gd name="T53" fmla="*/ 1592 h 4934"/>
                  <a:gd name="T54" fmla="*/ 3126 w 5274"/>
                  <a:gd name="T55" fmla="*/ 352 h 4934"/>
                  <a:gd name="T56" fmla="*/ 3516 w 5274"/>
                  <a:gd name="T57" fmla="*/ 704 h 4934"/>
                  <a:gd name="T58" fmla="*/ 3348 w 5274"/>
                  <a:gd name="T59" fmla="*/ 1770 h 4934"/>
                  <a:gd name="T60" fmla="*/ 2813 w 5274"/>
                  <a:gd name="T61" fmla="*/ 1946 h 4934"/>
                  <a:gd name="T62" fmla="*/ 4746 w 5274"/>
                  <a:gd name="T63" fmla="*/ 2121 h 4934"/>
                  <a:gd name="T64" fmla="*/ 4746 w 5274"/>
                  <a:gd name="T65" fmla="*/ 2473 h 4934"/>
                  <a:gd name="T66" fmla="*/ 4219 w 5274"/>
                  <a:gd name="T67" fmla="*/ 2649 h 49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5274" h="4934">
                    <a:moveTo>
                      <a:pt x="5139" y="2649"/>
                    </a:moveTo>
                    <a:cubicBezTo>
                      <a:pt x="5223" y="2555"/>
                      <a:pt x="5274" y="2432"/>
                      <a:pt x="5274" y="2297"/>
                    </a:cubicBezTo>
                    <a:cubicBezTo>
                      <a:pt x="5274" y="2007"/>
                      <a:pt x="5037" y="1770"/>
                      <a:pt x="4746" y="1770"/>
                    </a:cubicBezTo>
                    <a:cubicBezTo>
                      <a:pt x="3723" y="1770"/>
                      <a:pt x="3723" y="1770"/>
                      <a:pt x="3723" y="1770"/>
                    </a:cubicBezTo>
                    <a:cubicBezTo>
                      <a:pt x="3824" y="1462"/>
                      <a:pt x="3867" y="1054"/>
                      <a:pt x="3867" y="879"/>
                    </a:cubicBezTo>
                    <a:cubicBezTo>
                      <a:pt x="3867" y="704"/>
                      <a:pt x="3867" y="704"/>
                      <a:pt x="3867" y="704"/>
                    </a:cubicBezTo>
                    <a:cubicBezTo>
                      <a:pt x="3867" y="316"/>
                      <a:pt x="3552" y="0"/>
                      <a:pt x="3164" y="0"/>
                    </a:cubicBezTo>
                    <a:cubicBezTo>
                      <a:pt x="2989" y="0"/>
                      <a:pt x="2989" y="0"/>
                      <a:pt x="2989" y="0"/>
                    </a:cubicBezTo>
                    <a:cubicBezTo>
                      <a:pt x="2908" y="0"/>
                      <a:pt x="2838" y="55"/>
                      <a:pt x="2818" y="134"/>
                    </a:cubicBezTo>
                    <a:cubicBezTo>
                      <a:pt x="2722" y="517"/>
                      <a:pt x="2722" y="517"/>
                      <a:pt x="2722" y="517"/>
                    </a:cubicBezTo>
                    <a:cubicBezTo>
                      <a:pt x="2588" y="1053"/>
                      <a:pt x="2162" y="1645"/>
                      <a:pt x="1721" y="1753"/>
                    </a:cubicBezTo>
                    <a:cubicBezTo>
                      <a:pt x="1644" y="1557"/>
                      <a:pt x="1453" y="1418"/>
                      <a:pt x="1231" y="1418"/>
                    </a:cubicBezTo>
                    <a:cubicBezTo>
                      <a:pt x="176" y="1418"/>
                      <a:pt x="176" y="1418"/>
                      <a:pt x="176" y="1418"/>
                    </a:cubicBezTo>
                    <a:cubicBezTo>
                      <a:pt x="79" y="1418"/>
                      <a:pt x="0" y="1497"/>
                      <a:pt x="0" y="1594"/>
                    </a:cubicBezTo>
                    <a:cubicBezTo>
                      <a:pt x="0" y="4758"/>
                      <a:pt x="0" y="4758"/>
                      <a:pt x="0" y="4758"/>
                    </a:cubicBezTo>
                    <a:cubicBezTo>
                      <a:pt x="0" y="4855"/>
                      <a:pt x="79" y="4934"/>
                      <a:pt x="176" y="4934"/>
                    </a:cubicBezTo>
                    <a:cubicBezTo>
                      <a:pt x="1231" y="4934"/>
                      <a:pt x="1231" y="4934"/>
                      <a:pt x="1231" y="4934"/>
                    </a:cubicBezTo>
                    <a:cubicBezTo>
                      <a:pt x="1440" y="4934"/>
                      <a:pt x="1622" y="4811"/>
                      <a:pt x="1707" y="4633"/>
                    </a:cubicBezTo>
                    <a:cubicBezTo>
                      <a:pt x="2311" y="4835"/>
                      <a:pt x="2311" y="4835"/>
                      <a:pt x="2311" y="4835"/>
                    </a:cubicBezTo>
                    <a:cubicBezTo>
                      <a:pt x="2508" y="4901"/>
                      <a:pt x="2714" y="4934"/>
                      <a:pt x="2922" y="4934"/>
                    </a:cubicBezTo>
                    <a:cubicBezTo>
                      <a:pt x="4395" y="4934"/>
                      <a:pt x="4395" y="4934"/>
                      <a:pt x="4395" y="4934"/>
                    </a:cubicBezTo>
                    <a:cubicBezTo>
                      <a:pt x="4686" y="4934"/>
                      <a:pt x="4922" y="4697"/>
                      <a:pt x="4922" y="4407"/>
                    </a:cubicBezTo>
                    <a:cubicBezTo>
                      <a:pt x="4922" y="4338"/>
                      <a:pt x="4909" y="4272"/>
                      <a:pt x="4885" y="4212"/>
                    </a:cubicBezTo>
                    <a:cubicBezTo>
                      <a:pt x="5109" y="4151"/>
                      <a:pt x="5274" y="3946"/>
                      <a:pt x="5274" y="3704"/>
                    </a:cubicBezTo>
                    <a:cubicBezTo>
                      <a:pt x="5274" y="3569"/>
                      <a:pt x="5223" y="3445"/>
                      <a:pt x="5139" y="3352"/>
                    </a:cubicBezTo>
                    <a:cubicBezTo>
                      <a:pt x="5223" y="3259"/>
                      <a:pt x="5274" y="3135"/>
                      <a:pt x="5274" y="3000"/>
                    </a:cubicBezTo>
                    <a:cubicBezTo>
                      <a:pt x="5274" y="2866"/>
                      <a:pt x="5223" y="2742"/>
                      <a:pt x="5139" y="2649"/>
                    </a:cubicBezTo>
                    <a:close/>
                    <a:moveTo>
                      <a:pt x="1407" y="4407"/>
                    </a:moveTo>
                    <a:cubicBezTo>
                      <a:pt x="1407" y="4504"/>
                      <a:pt x="1328" y="4582"/>
                      <a:pt x="1231" y="4582"/>
                    </a:cubicBezTo>
                    <a:cubicBezTo>
                      <a:pt x="352" y="4582"/>
                      <a:pt x="352" y="4582"/>
                      <a:pt x="352" y="4582"/>
                    </a:cubicBezTo>
                    <a:cubicBezTo>
                      <a:pt x="352" y="1770"/>
                      <a:pt x="352" y="1770"/>
                      <a:pt x="352" y="1770"/>
                    </a:cubicBezTo>
                    <a:cubicBezTo>
                      <a:pt x="1231" y="1770"/>
                      <a:pt x="1231" y="1770"/>
                      <a:pt x="1231" y="1770"/>
                    </a:cubicBezTo>
                    <a:cubicBezTo>
                      <a:pt x="1328" y="1770"/>
                      <a:pt x="1407" y="1849"/>
                      <a:pt x="1407" y="1946"/>
                    </a:cubicBezTo>
                    <a:lnTo>
                      <a:pt x="1407" y="4407"/>
                    </a:lnTo>
                    <a:close/>
                    <a:moveTo>
                      <a:pt x="4395" y="2825"/>
                    </a:moveTo>
                    <a:cubicBezTo>
                      <a:pt x="4746" y="2825"/>
                      <a:pt x="4746" y="2825"/>
                      <a:pt x="4746" y="2825"/>
                    </a:cubicBezTo>
                    <a:cubicBezTo>
                      <a:pt x="4843" y="2825"/>
                      <a:pt x="4922" y="2903"/>
                      <a:pt x="4922" y="3000"/>
                    </a:cubicBezTo>
                    <a:cubicBezTo>
                      <a:pt x="4922" y="3097"/>
                      <a:pt x="4843" y="3176"/>
                      <a:pt x="4746" y="3176"/>
                    </a:cubicBezTo>
                    <a:cubicBezTo>
                      <a:pt x="4395" y="3176"/>
                      <a:pt x="4395" y="3176"/>
                      <a:pt x="4395" y="3176"/>
                    </a:cubicBezTo>
                    <a:cubicBezTo>
                      <a:pt x="4298" y="3176"/>
                      <a:pt x="4219" y="3255"/>
                      <a:pt x="4219" y="3352"/>
                    </a:cubicBezTo>
                    <a:cubicBezTo>
                      <a:pt x="4219" y="3449"/>
                      <a:pt x="4298" y="3528"/>
                      <a:pt x="4395" y="3528"/>
                    </a:cubicBezTo>
                    <a:cubicBezTo>
                      <a:pt x="4746" y="3528"/>
                      <a:pt x="4746" y="3528"/>
                      <a:pt x="4746" y="3528"/>
                    </a:cubicBezTo>
                    <a:cubicBezTo>
                      <a:pt x="4843" y="3528"/>
                      <a:pt x="4922" y="3607"/>
                      <a:pt x="4922" y="3704"/>
                    </a:cubicBezTo>
                    <a:cubicBezTo>
                      <a:pt x="4922" y="3800"/>
                      <a:pt x="4843" y="3879"/>
                      <a:pt x="4746" y="3879"/>
                    </a:cubicBezTo>
                    <a:cubicBezTo>
                      <a:pt x="4395" y="3879"/>
                      <a:pt x="4395" y="3879"/>
                      <a:pt x="4395" y="3879"/>
                    </a:cubicBezTo>
                    <a:cubicBezTo>
                      <a:pt x="4298" y="3879"/>
                      <a:pt x="4219" y="3958"/>
                      <a:pt x="4219" y="4055"/>
                    </a:cubicBezTo>
                    <a:cubicBezTo>
                      <a:pt x="4219" y="4152"/>
                      <a:pt x="4298" y="4231"/>
                      <a:pt x="4395" y="4231"/>
                    </a:cubicBezTo>
                    <a:cubicBezTo>
                      <a:pt x="4492" y="4231"/>
                      <a:pt x="4571" y="4310"/>
                      <a:pt x="4571" y="4407"/>
                    </a:cubicBezTo>
                    <a:cubicBezTo>
                      <a:pt x="4571" y="4504"/>
                      <a:pt x="4492" y="4582"/>
                      <a:pt x="4395" y="4582"/>
                    </a:cubicBezTo>
                    <a:cubicBezTo>
                      <a:pt x="2922" y="4582"/>
                      <a:pt x="2922" y="4582"/>
                      <a:pt x="2922" y="4582"/>
                    </a:cubicBezTo>
                    <a:cubicBezTo>
                      <a:pt x="2752" y="4582"/>
                      <a:pt x="2583" y="4555"/>
                      <a:pt x="2422" y="4501"/>
                    </a:cubicBezTo>
                    <a:cubicBezTo>
                      <a:pt x="1758" y="4280"/>
                      <a:pt x="1758" y="4280"/>
                      <a:pt x="1758" y="4280"/>
                    </a:cubicBezTo>
                    <a:cubicBezTo>
                      <a:pt x="1758" y="2105"/>
                      <a:pt x="1758" y="2105"/>
                      <a:pt x="1758" y="2105"/>
                    </a:cubicBezTo>
                    <a:cubicBezTo>
                      <a:pt x="2034" y="2052"/>
                      <a:pt x="2304" y="1878"/>
                      <a:pt x="2547" y="1592"/>
                    </a:cubicBezTo>
                    <a:cubicBezTo>
                      <a:pt x="2785" y="1313"/>
                      <a:pt x="2978" y="943"/>
                      <a:pt x="3063" y="602"/>
                    </a:cubicBezTo>
                    <a:cubicBezTo>
                      <a:pt x="3126" y="352"/>
                      <a:pt x="3126" y="352"/>
                      <a:pt x="3126" y="352"/>
                    </a:cubicBezTo>
                    <a:cubicBezTo>
                      <a:pt x="3164" y="352"/>
                      <a:pt x="3164" y="352"/>
                      <a:pt x="3164" y="352"/>
                    </a:cubicBezTo>
                    <a:cubicBezTo>
                      <a:pt x="3358" y="352"/>
                      <a:pt x="3516" y="510"/>
                      <a:pt x="3516" y="704"/>
                    </a:cubicBezTo>
                    <a:cubicBezTo>
                      <a:pt x="3516" y="879"/>
                      <a:pt x="3516" y="879"/>
                      <a:pt x="3516" y="879"/>
                    </a:cubicBezTo>
                    <a:cubicBezTo>
                      <a:pt x="3516" y="1115"/>
                      <a:pt x="3442" y="1568"/>
                      <a:pt x="3348" y="1770"/>
                    </a:cubicBezTo>
                    <a:cubicBezTo>
                      <a:pt x="2989" y="1770"/>
                      <a:pt x="2989" y="1770"/>
                      <a:pt x="2989" y="1770"/>
                    </a:cubicBezTo>
                    <a:cubicBezTo>
                      <a:pt x="2892" y="1770"/>
                      <a:pt x="2813" y="1849"/>
                      <a:pt x="2813" y="1946"/>
                    </a:cubicBezTo>
                    <a:cubicBezTo>
                      <a:pt x="2813" y="2043"/>
                      <a:pt x="2892" y="2121"/>
                      <a:pt x="2989" y="2121"/>
                    </a:cubicBezTo>
                    <a:cubicBezTo>
                      <a:pt x="4746" y="2121"/>
                      <a:pt x="4746" y="2121"/>
                      <a:pt x="4746" y="2121"/>
                    </a:cubicBezTo>
                    <a:cubicBezTo>
                      <a:pt x="4843" y="2121"/>
                      <a:pt x="4922" y="2200"/>
                      <a:pt x="4922" y="2297"/>
                    </a:cubicBezTo>
                    <a:cubicBezTo>
                      <a:pt x="4922" y="2394"/>
                      <a:pt x="4843" y="2473"/>
                      <a:pt x="4746" y="2473"/>
                    </a:cubicBezTo>
                    <a:cubicBezTo>
                      <a:pt x="4395" y="2473"/>
                      <a:pt x="4395" y="2473"/>
                      <a:pt x="4395" y="2473"/>
                    </a:cubicBezTo>
                    <a:cubicBezTo>
                      <a:pt x="4298" y="2473"/>
                      <a:pt x="4219" y="2552"/>
                      <a:pt x="4219" y="2649"/>
                    </a:cubicBezTo>
                    <a:cubicBezTo>
                      <a:pt x="4219" y="2746"/>
                      <a:pt x="4298" y="2825"/>
                      <a:pt x="4395" y="28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Oval 6">
                <a:extLst>
                  <a:ext uri="{FF2B5EF4-FFF2-40B4-BE49-F238E27FC236}">
                    <a16:creationId xmlns:a16="http://schemas.microsoft.com/office/drawing/2014/main" id="{BC96CA95-87B0-C0D1-E6B6-98B5CF7AB3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56363" y="3181350"/>
                <a:ext cx="103188" cy="1047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Freeform 7">
                <a:extLst>
                  <a:ext uri="{FF2B5EF4-FFF2-40B4-BE49-F238E27FC236}">
                    <a16:creationId xmlns:a16="http://schemas.microsoft.com/office/drawing/2014/main" id="{280545F6-A3A4-BE52-7EC1-1DFBF6251B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81850" y="1724025"/>
                <a:ext cx="103188" cy="211138"/>
              </a:xfrm>
              <a:custGeom>
                <a:avLst/>
                <a:gdLst>
                  <a:gd name="T0" fmla="*/ 176 w 352"/>
                  <a:gd name="T1" fmla="*/ 0 h 715"/>
                  <a:gd name="T2" fmla="*/ 0 w 352"/>
                  <a:gd name="T3" fmla="*/ 176 h 715"/>
                  <a:gd name="T4" fmla="*/ 0 w 352"/>
                  <a:gd name="T5" fmla="*/ 539 h 715"/>
                  <a:gd name="T6" fmla="*/ 176 w 352"/>
                  <a:gd name="T7" fmla="*/ 715 h 715"/>
                  <a:gd name="T8" fmla="*/ 352 w 352"/>
                  <a:gd name="T9" fmla="*/ 539 h 715"/>
                  <a:gd name="T10" fmla="*/ 352 w 352"/>
                  <a:gd name="T11" fmla="*/ 176 h 715"/>
                  <a:gd name="T12" fmla="*/ 176 w 352"/>
                  <a:gd name="T13" fmla="*/ 0 h 7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2" h="715">
                    <a:moveTo>
                      <a:pt x="176" y="0"/>
                    </a:moveTo>
                    <a:cubicBezTo>
                      <a:pt x="79" y="0"/>
                      <a:pt x="0" y="79"/>
                      <a:pt x="0" y="176"/>
                    </a:cubicBezTo>
                    <a:cubicBezTo>
                      <a:pt x="0" y="539"/>
                      <a:pt x="0" y="539"/>
                      <a:pt x="0" y="539"/>
                    </a:cubicBezTo>
                    <a:cubicBezTo>
                      <a:pt x="0" y="636"/>
                      <a:pt x="79" y="715"/>
                      <a:pt x="176" y="715"/>
                    </a:cubicBezTo>
                    <a:cubicBezTo>
                      <a:pt x="273" y="715"/>
                      <a:pt x="352" y="636"/>
                      <a:pt x="352" y="539"/>
                    </a:cubicBezTo>
                    <a:cubicBezTo>
                      <a:pt x="352" y="176"/>
                      <a:pt x="352" y="176"/>
                      <a:pt x="352" y="176"/>
                    </a:cubicBezTo>
                    <a:cubicBezTo>
                      <a:pt x="352" y="79"/>
                      <a:pt x="273" y="0"/>
                      <a:pt x="17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Freeform 8">
                <a:extLst>
                  <a:ext uri="{FF2B5EF4-FFF2-40B4-BE49-F238E27FC236}">
                    <a16:creationId xmlns:a16="http://schemas.microsoft.com/office/drawing/2014/main" id="{EED88D84-5289-AFB8-26BC-EBEDFD8B82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46888" y="1858963"/>
                <a:ext cx="187325" cy="187325"/>
              </a:xfrm>
              <a:custGeom>
                <a:avLst/>
                <a:gdLst>
                  <a:gd name="T0" fmla="*/ 565 w 634"/>
                  <a:gd name="T1" fmla="*/ 317 h 634"/>
                  <a:gd name="T2" fmla="*/ 317 w 634"/>
                  <a:gd name="T3" fmla="*/ 69 h 634"/>
                  <a:gd name="T4" fmla="*/ 68 w 634"/>
                  <a:gd name="T5" fmla="*/ 69 h 634"/>
                  <a:gd name="T6" fmla="*/ 68 w 634"/>
                  <a:gd name="T7" fmla="*/ 317 h 634"/>
                  <a:gd name="T8" fmla="*/ 317 w 634"/>
                  <a:gd name="T9" fmla="*/ 566 h 634"/>
                  <a:gd name="T10" fmla="*/ 565 w 634"/>
                  <a:gd name="T11" fmla="*/ 566 h 634"/>
                  <a:gd name="T12" fmla="*/ 565 w 634"/>
                  <a:gd name="T13" fmla="*/ 317 h 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4" h="634">
                    <a:moveTo>
                      <a:pt x="565" y="317"/>
                    </a:moveTo>
                    <a:cubicBezTo>
                      <a:pt x="317" y="69"/>
                      <a:pt x="317" y="69"/>
                      <a:pt x="317" y="69"/>
                    </a:cubicBezTo>
                    <a:cubicBezTo>
                      <a:pt x="248" y="0"/>
                      <a:pt x="137" y="0"/>
                      <a:pt x="68" y="69"/>
                    </a:cubicBezTo>
                    <a:cubicBezTo>
                      <a:pt x="0" y="137"/>
                      <a:pt x="0" y="249"/>
                      <a:pt x="68" y="317"/>
                    </a:cubicBezTo>
                    <a:cubicBezTo>
                      <a:pt x="317" y="566"/>
                      <a:pt x="317" y="566"/>
                      <a:pt x="317" y="566"/>
                    </a:cubicBezTo>
                    <a:cubicBezTo>
                      <a:pt x="385" y="634"/>
                      <a:pt x="497" y="634"/>
                      <a:pt x="565" y="566"/>
                    </a:cubicBezTo>
                    <a:cubicBezTo>
                      <a:pt x="634" y="497"/>
                      <a:pt x="634" y="386"/>
                      <a:pt x="565" y="3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Freeform 9">
                <a:extLst>
                  <a:ext uri="{FF2B5EF4-FFF2-40B4-BE49-F238E27FC236}">
                    <a16:creationId xmlns:a16="http://schemas.microsoft.com/office/drawing/2014/main" id="{C235DA71-A009-D361-16D4-6F63608B55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2675" y="1858963"/>
                <a:ext cx="187325" cy="187325"/>
              </a:xfrm>
              <a:custGeom>
                <a:avLst/>
                <a:gdLst>
                  <a:gd name="T0" fmla="*/ 566 w 635"/>
                  <a:gd name="T1" fmla="*/ 69 h 634"/>
                  <a:gd name="T2" fmla="*/ 317 w 635"/>
                  <a:gd name="T3" fmla="*/ 69 h 634"/>
                  <a:gd name="T4" fmla="*/ 69 w 635"/>
                  <a:gd name="T5" fmla="*/ 317 h 634"/>
                  <a:gd name="T6" fmla="*/ 69 w 635"/>
                  <a:gd name="T7" fmla="*/ 566 h 634"/>
                  <a:gd name="T8" fmla="*/ 317 w 635"/>
                  <a:gd name="T9" fmla="*/ 566 h 634"/>
                  <a:gd name="T10" fmla="*/ 566 w 635"/>
                  <a:gd name="T11" fmla="*/ 317 h 634"/>
                  <a:gd name="T12" fmla="*/ 566 w 635"/>
                  <a:gd name="T13" fmla="*/ 69 h 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5" h="634">
                    <a:moveTo>
                      <a:pt x="566" y="69"/>
                    </a:moveTo>
                    <a:cubicBezTo>
                      <a:pt x="497" y="0"/>
                      <a:pt x="386" y="0"/>
                      <a:pt x="317" y="69"/>
                    </a:cubicBezTo>
                    <a:cubicBezTo>
                      <a:pt x="69" y="317"/>
                      <a:pt x="69" y="317"/>
                      <a:pt x="69" y="317"/>
                    </a:cubicBezTo>
                    <a:cubicBezTo>
                      <a:pt x="0" y="386"/>
                      <a:pt x="0" y="497"/>
                      <a:pt x="69" y="566"/>
                    </a:cubicBezTo>
                    <a:cubicBezTo>
                      <a:pt x="138" y="634"/>
                      <a:pt x="249" y="634"/>
                      <a:pt x="317" y="566"/>
                    </a:cubicBezTo>
                    <a:cubicBezTo>
                      <a:pt x="566" y="317"/>
                      <a:pt x="566" y="317"/>
                      <a:pt x="566" y="317"/>
                    </a:cubicBezTo>
                    <a:cubicBezTo>
                      <a:pt x="635" y="249"/>
                      <a:pt x="635" y="137"/>
                      <a:pt x="566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F6F7C94-48E3-A851-E721-94E32C414F02}"/>
              </a:ext>
            </a:extLst>
          </p:cNvPr>
          <p:cNvGrpSpPr/>
          <p:nvPr/>
        </p:nvGrpSpPr>
        <p:grpSpPr>
          <a:xfrm>
            <a:off x="3873915" y="979170"/>
            <a:ext cx="4882266" cy="1123950"/>
            <a:chOff x="3873915" y="979170"/>
            <a:chExt cx="4882266" cy="1123950"/>
          </a:xfrm>
        </p:grpSpPr>
        <p:sp>
          <p:nvSpPr>
            <p:cNvPr id="80" name="Round Same Side Corner Rectangle 46">
              <a:extLst>
                <a:ext uri="{FF2B5EF4-FFF2-40B4-BE49-F238E27FC236}">
                  <a16:creationId xmlns:a16="http://schemas.microsoft.com/office/drawing/2014/main" id="{FB3573F7-E10C-4966-730F-09B87AF805E6}"/>
                </a:ext>
              </a:extLst>
            </p:cNvPr>
            <p:cNvSpPr/>
            <p:nvPr/>
          </p:nvSpPr>
          <p:spPr bwMode="auto">
            <a:xfrm>
              <a:off x="3873915" y="1139567"/>
              <a:ext cx="4882266" cy="963553"/>
            </a:xfrm>
            <a:prstGeom prst="round2SameRect">
              <a:avLst>
                <a:gd name="adj1" fmla="val 0"/>
                <a:gd name="adj2" fmla="val 3392"/>
              </a:avLst>
            </a:prstGeom>
            <a:solidFill>
              <a:schemeClr val="bg1">
                <a:lumMod val="9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/>
            </a:p>
          </p:txBody>
        </p:sp>
        <p:sp>
          <p:nvSpPr>
            <p:cNvPr id="81" name="Round Same Side Corner Rectangle 2">
              <a:extLst>
                <a:ext uri="{FF2B5EF4-FFF2-40B4-BE49-F238E27FC236}">
                  <a16:creationId xmlns:a16="http://schemas.microsoft.com/office/drawing/2014/main" id="{417F7D53-7591-D28A-3F7D-E35417D6A118}"/>
                </a:ext>
              </a:extLst>
            </p:cNvPr>
            <p:cNvSpPr/>
            <p:nvPr/>
          </p:nvSpPr>
          <p:spPr bwMode="auto">
            <a:xfrm>
              <a:off x="3967092" y="979170"/>
              <a:ext cx="1900307" cy="346026"/>
            </a:xfrm>
            <a:prstGeom prst="round2SameRect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1" err="1">
                  <a:solidFill>
                    <a:schemeClr val="bg1"/>
                  </a:solidFill>
                </a:rPr>
                <a:t>Tailles</a:t>
              </a:r>
              <a:r>
                <a:rPr lang="en-US" sz="1400" b="1">
                  <a:solidFill>
                    <a:schemeClr val="bg1"/>
                  </a:solidFill>
                </a:rPr>
                <a:t> des données</a:t>
              </a:r>
              <a:endParaRPr lang="en-US" sz="1400" b="1">
                <a:solidFill>
                  <a:schemeClr val="bg1"/>
                </a:solidFill>
                <a:ea typeface="Roboto"/>
                <a:cs typeface="Roboto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E767CD7F-5438-06EA-9201-A2D55341A5A8}"/>
                </a:ext>
              </a:extLst>
            </p:cNvPr>
            <p:cNvSpPr/>
            <p:nvPr/>
          </p:nvSpPr>
          <p:spPr>
            <a:xfrm>
              <a:off x="3974542" y="1434298"/>
              <a:ext cx="4636058" cy="486095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60000"/>
                </a:lnSpc>
              </a:pPr>
              <a:r>
                <a:rPr lang="en-US" sz="105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Seulement</a:t>
              </a:r>
              <a:r>
                <a:rPr lang="en-US" sz="105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100 </a:t>
              </a:r>
              <a:r>
                <a:rPr lang="en-US" sz="105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textes</a:t>
              </a:r>
              <a:endParaRPr lang="en-US" sz="105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</a:endParaRPr>
            </a:p>
            <a:p>
              <a:pPr>
                <a:lnSpc>
                  <a:spcPct val="160000"/>
                </a:lnSpc>
              </a:pPr>
              <a:r>
                <a:rPr lang="en-US" sz="105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Roboto"/>
                  <a:cs typeface="Roboto"/>
                </a:rPr>
                <a:t>Textes</a:t>
              </a:r>
              <a:r>
                <a:rPr lang="en-US" sz="1050">
                  <a:solidFill>
                    <a:schemeClr val="tx1">
                      <a:lumMod val="75000"/>
                      <a:lumOff val="25000"/>
                    </a:schemeClr>
                  </a:solidFill>
                  <a:ea typeface="Roboto"/>
                  <a:cs typeface="Roboto"/>
                </a:rPr>
                <a:t> de longueurs </a:t>
              </a:r>
              <a:r>
                <a:rPr lang="en-US" sz="105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Roboto"/>
                  <a:cs typeface="Roboto"/>
                </a:rPr>
                <a:t>modestes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98083A1E-731C-5392-C926-D9102C47D1CE}"/>
              </a:ext>
            </a:extLst>
          </p:cNvPr>
          <p:cNvGrpSpPr/>
          <p:nvPr/>
        </p:nvGrpSpPr>
        <p:grpSpPr>
          <a:xfrm>
            <a:off x="3873915" y="2210564"/>
            <a:ext cx="4882266" cy="1123950"/>
            <a:chOff x="3873915" y="979170"/>
            <a:chExt cx="4882266" cy="1123950"/>
          </a:xfrm>
        </p:grpSpPr>
        <p:sp>
          <p:nvSpPr>
            <p:cNvPr id="93" name="Round Same Side Corner Rectangle 46">
              <a:extLst>
                <a:ext uri="{FF2B5EF4-FFF2-40B4-BE49-F238E27FC236}">
                  <a16:creationId xmlns:a16="http://schemas.microsoft.com/office/drawing/2014/main" id="{5837897B-AFA5-701A-6131-66D9B16C6751}"/>
                </a:ext>
              </a:extLst>
            </p:cNvPr>
            <p:cNvSpPr/>
            <p:nvPr/>
          </p:nvSpPr>
          <p:spPr bwMode="auto">
            <a:xfrm>
              <a:off x="3873915" y="1139567"/>
              <a:ext cx="4882266" cy="963553"/>
            </a:xfrm>
            <a:prstGeom prst="round2SameRect">
              <a:avLst>
                <a:gd name="adj1" fmla="val 0"/>
                <a:gd name="adj2" fmla="val 3392"/>
              </a:avLst>
            </a:prstGeom>
            <a:solidFill>
              <a:schemeClr val="bg1">
                <a:lumMod val="9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/>
            </a:p>
          </p:txBody>
        </p:sp>
        <p:sp>
          <p:nvSpPr>
            <p:cNvPr id="94" name="Round Same Side Corner Rectangle 2">
              <a:extLst>
                <a:ext uri="{FF2B5EF4-FFF2-40B4-BE49-F238E27FC236}">
                  <a16:creationId xmlns:a16="http://schemas.microsoft.com/office/drawing/2014/main" id="{99298961-F937-2712-778A-31C6C9234616}"/>
                </a:ext>
              </a:extLst>
            </p:cNvPr>
            <p:cNvSpPr/>
            <p:nvPr/>
          </p:nvSpPr>
          <p:spPr bwMode="auto">
            <a:xfrm>
              <a:off x="3967092" y="979170"/>
              <a:ext cx="1900307" cy="346026"/>
            </a:xfrm>
            <a:prstGeom prst="round2SameRect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ea typeface="Roboto"/>
                  <a:cs typeface="Roboto"/>
                </a:rPr>
                <a:t>Données </a:t>
              </a:r>
              <a:r>
                <a:rPr lang="en-US" sz="1400" b="1" err="1">
                  <a:solidFill>
                    <a:schemeClr val="bg1"/>
                  </a:solidFill>
                  <a:ea typeface="Roboto"/>
                  <a:cs typeface="Roboto"/>
                </a:rPr>
                <a:t>spécifiques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0B4DE242-157C-FFF7-5031-6DD650D3E370}"/>
                </a:ext>
              </a:extLst>
            </p:cNvPr>
            <p:cNvSpPr/>
            <p:nvPr/>
          </p:nvSpPr>
          <p:spPr>
            <a:xfrm>
              <a:off x="3974542" y="1434298"/>
              <a:ext cx="4636058" cy="486095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60000"/>
                </a:lnSpc>
              </a:pPr>
              <a:r>
                <a:rPr lang="en-US" sz="105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Roboto"/>
                  <a:cs typeface="Roboto"/>
                </a:rPr>
                <a:t>Sujets</a:t>
              </a:r>
              <a:r>
                <a:rPr lang="en-US" sz="1050">
                  <a:solidFill>
                    <a:schemeClr val="tx1">
                      <a:lumMod val="75000"/>
                      <a:lumOff val="25000"/>
                    </a:schemeClr>
                  </a:solidFill>
                  <a:ea typeface="Roboto"/>
                  <a:cs typeface="Roboto"/>
                </a:rPr>
                <a:t> </a:t>
              </a:r>
              <a:r>
                <a:rPr lang="en-US" sz="105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Roboto"/>
                  <a:cs typeface="Roboto"/>
                </a:rPr>
                <a:t>scientifiques</a:t>
              </a:r>
              <a:r>
                <a:rPr lang="en-US" sz="1050">
                  <a:solidFill>
                    <a:schemeClr val="tx1">
                      <a:lumMod val="75000"/>
                      <a:lumOff val="25000"/>
                    </a:schemeClr>
                  </a:solidFill>
                  <a:ea typeface="Roboto"/>
                  <a:cs typeface="Roboto"/>
                </a:rPr>
                <a:t> (Informatique)</a:t>
              </a:r>
              <a:endParaRPr lang="en-US" sz="105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60000"/>
                </a:lnSpc>
              </a:pPr>
              <a:r>
                <a:rPr lang="en-US" sz="105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19 participants</a:t>
              </a:r>
              <a:endParaRPr lang="en-US" sz="105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</a:endParaRP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AE9D7B8B-3E91-00A4-4610-5D1E2C61B2AC}"/>
              </a:ext>
            </a:extLst>
          </p:cNvPr>
          <p:cNvGrpSpPr/>
          <p:nvPr/>
        </p:nvGrpSpPr>
        <p:grpSpPr>
          <a:xfrm>
            <a:off x="3873915" y="3441958"/>
            <a:ext cx="4882266" cy="1020041"/>
            <a:chOff x="3873915" y="979170"/>
            <a:chExt cx="4882266" cy="1020041"/>
          </a:xfrm>
        </p:grpSpPr>
        <p:sp>
          <p:nvSpPr>
            <p:cNvPr id="97" name="Round Same Side Corner Rectangle 46">
              <a:extLst>
                <a:ext uri="{FF2B5EF4-FFF2-40B4-BE49-F238E27FC236}">
                  <a16:creationId xmlns:a16="http://schemas.microsoft.com/office/drawing/2014/main" id="{09ABE6C8-CFED-23F7-46BB-9DA7D5FF0A85}"/>
                </a:ext>
              </a:extLst>
            </p:cNvPr>
            <p:cNvSpPr/>
            <p:nvPr/>
          </p:nvSpPr>
          <p:spPr bwMode="auto">
            <a:xfrm>
              <a:off x="3873915" y="1139567"/>
              <a:ext cx="4882266" cy="859644"/>
            </a:xfrm>
            <a:prstGeom prst="round2SameRect">
              <a:avLst>
                <a:gd name="adj1" fmla="val 0"/>
                <a:gd name="adj2" fmla="val 3392"/>
              </a:avLst>
            </a:prstGeom>
            <a:solidFill>
              <a:schemeClr val="bg1">
                <a:lumMod val="9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/>
            </a:p>
          </p:txBody>
        </p:sp>
        <p:sp>
          <p:nvSpPr>
            <p:cNvPr id="98" name="Round Same Side Corner Rectangle 2">
              <a:extLst>
                <a:ext uri="{FF2B5EF4-FFF2-40B4-BE49-F238E27FC236}">
                  <a16:creationId xmlns:a16="http://schemas.microsoft.com/office/drawing/2014/main" id="{4FF7F360-B6A4-F419-3525-83E9A1BD25B7}"/>
                </a:ext>
              </a:extLst>
            </p:cNvPr>
            <p:cNvSpPr/>
            <p:nvPr/>
          </p:nvSpPr>
          <p:spPr bwMode="auto">
            <a:xfrm>
              <a:off x="3967092" y="979170"/>
              <a:ext cx="1900307" cy="346026"/>
            </a:xfrm>
            <a:prstGeom prst="round2SameRect">
              <a:avLst/>
            </a:pr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1" err="1">
                  <a:solidFill>
                    <a:schemeClr val="bg1"/>
                  </a:solidFill>
                </a:rPr>
                <a:t>Plagiat</a:t>
              </a:r>
              <a:r>
                <a:rPr lang="en-US" sz="1400" b="1">
                  <a:solidFill>
                    <a:schemeClr val="bg1"/>
                  </a:solidFill>
                </a:rPr>
                <a:t>, </a:t>
              </a:r>
              <a:r>
                <a:rPr lang="en-US" sz="1400" b="1" err="1">
                  <a:solidFill>
                    <a:schemeClr val="bg1"/>
                  </a:solidFill>
                </a:rPr>
                <a:t>vraiment</a:t>
              </a:r>
              <a:r>
                <a:rPr lang="en-US" sz="1400" b="1">
                  <a:solidFill>
                    <a:schemeClr val="bg1"/>
                  </a:solidFill>
                </a:rPr>
                <a:t> ?</a:t>
              </a:r>
              <a:endParaRPr lang="en-US" sz="1400">
                <a:solidFill>
                  <a:schemeClr val="bg1"/>
                </a:solidFill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297774A3-D881-CD04-C7C4-100B798A3121}"/>
                </a:ext>
              </a:extLst>
            </p:cNvPr>
            <p:cNvSpPr/>
            <p:nvPr/>
          </p:nvSpPr>
          <p:spPr>
            <a:xfrm>
              <a:off x="3994953" y="1345852"/>
              <a:ext cx="4636058" cy="486095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60000"/>
                </a:lnSpc>
              </a:pPr>
              <a:r>
                <a:rPr lang="en-US" sz="105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Qu'est</a:t>
              </a:r>
              <a:r>
                <a:rPr lang="en-US" sz="105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05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réellement</a:t>
              </a:r>
              <a:r>
                <a:rPr lang="en-US" sz="105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un </a:t>
              </a:r>
              <a:r>
                <a:rPr lang="en-US" sz="105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plagiat</a:t>
              </a:r>
              <a:r>
                <a:rPr lang="en-US" sz="105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?</a:t>
              </a:r>
              <a:endParaRPr lang="en-US" sz="105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</a:endParaRPr>
            </a:p>
            <a:p>
              <a:pPr>
                <a:lnSpc>
                  <a:spcPct val="160000"/>
                </a:lnSpc>
              </a:pPr>
              <a:r>
                <a:rPr lang="en-US" sz="1050">
                  <a:solidFill>
                    <a:schemeClr val="tx1">
                      <a:lumMod val="75000"/>
                      <a:lumOff val="25000"/>
                    </a:schemeClr>
                  </a:solidFill>
                  <a:ea typeface="Roboto"/>
                  <a:cs typeface="Roboto"/>
                </a:rPr>
                <a:t>Cas du near copy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83AB40EE-731C-3C04-D17C-12CF2C809A15}"/>
              </a:ext>
            </a:extLst>
          </p:cNvPr>
          <p:cNvSpPr/>
          <p:nvPr/>
        </p:nvSpPr>
        <p:spPr bwMode="auto">
          <a:xfrm>
            <a:off x="-3362" y="4688116"/>
            <a:ext cx="9147088" cy="458746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fr-FR" dirty="0">
                <a:ea typeface="Roboto"/>
                <a:cs typeface="Roboto"/>
              </a:rPr>
              <a:t>33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447751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20000" decel="6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accel="20000" decel="6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accel="20000" decel="6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FE45D-877D-1DDD-92A7-847DE27D3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Oval 56">
            <a:extLst>
              <a:ext uri="{FF2B5EF4-FFF2-40B4-BE49-F238E27FC236}">
                <a16:creationId xmlns:a16="http://schemas.microsoft.com/office/drawing/2014/main" id="{247330CE-55B5-EA68-976C-C06A9EAAD91C}"/>
              </a:ext>
            </a:extLst>
          </p:cNvPr>
          <p:cNvSpPr/>
          <p:nvPr/>
        </p:nvSpPr>
        <p:spPr bwMode="auto">
          <a:xfrm>
            <a:off x="3802536" y="1647265"/>
            <a:ext cx="1538930" cy="1538928"/>
          </a:xfrm>
          <a:prstGeom prst="ellipse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  <a:shade val="30000"/>
                  <a:satMod val="115000"/>
                </a:schemeClr>
              </a:gs>
              <a:gs pos="50000">
                <a:schemeClr val="tx1">
                  <a:lumMod val="75000"/>
                  <a:lumOff val="25000"/>
                  <a:shade val="67500"/>
                  <a:satMod val="115000"/>
                </a:schemeClr>
              </a:gs>
              <a:gs pos="100000">
                <a:schemeClr val="tx1">
                  <a:lumMod val="75000"/>
                  <a:lumOff val="2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9525">
            <a:noFill/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b="1" dirty="0" err="1">
                <a:solidFill>
                  <a:schemeClr val="bg1"/>
                </a:solidFill>
              </a:rPr>
              <a:t>Détection</a:t>
            </a:r>
            <a:r>
              <a:rPr lang="en-US" sz="1400" b="1" dirty="0">
                <a:solidFill>
                  <a:schemeClr val="bg1"/>
                </a:solidFill>
              </a:rPr>
              <a:t> de </a:t>
            </a:r>
            <a:r>
              <a:rPr lang="en-US" sz="1400" b="1" dirty="0" err="1">
                <a:solidFill>
                  <a:schemeClr val="bg1"/>
                </a:solidFill>
              </a:rPr>
              <a:t>plagiat</a:t>
            </a:r>
            <a:endParaRPr lang="en-US" sz="1400" b="1" dirty="0" err="1">
              <a:solidFill>
                <a:schemeClr val="bg1"/>
              </a:solidFill>
              <a:ea typeface="Roboto"/>
              <a:cs typeface="Roboto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9EA8A7-3E08-DB2B-9C3C-D47981065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82611"/>
            <a:ext cx="8368363" cy="40945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dirty="0"/>
              <a:t>CONCLUSION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8CAC030-CEDE-8AA8-CCC5-054972DC0BD4}"/>
              </a:ext>
            </a:extLst>
          </p:cNvPr>
          <p:cNvGrpSpPr/>
          <p:nvPr/>
        </p:nvGrpSpPr>
        <p:grpSpPr>
          <a:xfrm>
            <a:off x="4419600" y="3313488"/>
            <a:ext cx="304800" cy="1392081"/>
            <a:chOff x="4419600" y="3418921"/>
            <a:chExt cx="304800" cy="1392081"/>
          </a:xfrm>
        </p:grpSpPr>
        <p:sp>
          <p:nvSpPr>
            <p:cNvPr id="33" name="Rounded Rectangle 91">
              <a:extLst>
                <a:ext uri="{FF2B5EF4-FFF2-40B4-BE49-F238E27FC236}">
                  <a16:creationId xmlns:a16="http://schemas.microsoft.com/office/drawing/2014/main" id="{D4BF2357-23F8-D65F-9D2B-BDC8BCAA3669}"/>
                </a:ext>
              </a:extLst>
            </p:cNvPr>
            <p:cNvSpPr/>
            <p:nvPr/>
          </p:nvSpPr>
          <p:spPr bwMode="auto">
            <a:xfrm>
              <a:off x="4419600" y="3929867"/>
              <a:ext cx="304800" cy="881135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/>
            </a:p>
          </p:txBody>
        </p:sp>
        <p:sp>
          <p:nvSpPr>
            <p:cNvPr id="34" name="Rounded Rectangle 92">
              <a:extLst>
                <a:ext uri="{FF2B5EF4-FFF2-40B4-BE49-F238E27FC236}">
                  <a16:creationId xmlns:a16="http://schemas.microsoft.com/office/drawing/2014/main" id="{6B6B7C50-B022-03E7-B6DD-078E92CFEE89}"/>
                </a:ext>
              </a:extLst>
            </p:cNvPr>
            <p:cNvSpPr/>
            <p:nvPr/>
          </p:nvSpPr>
          <p:spPr bwMode="auto">
            <a:xfrm>
              <a:off x="4503124" y="3418921"/>
              <a:ext cx="137752" cy="59222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D64D4DE-62A1-7949-3538-DD533867FF4C}"/>
                </a:ext>
              </a:extLst>
            </p:cNvPr>
            <p:cNvSpPr/>
            <p:nvPr/>
          </p:nvSpPr>
          <p:spPr bwMode="auto">
            <a:xfrm>
              <a:off x="4419600" y="4054823"/>
              <a:ext cx="304800" cy="76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B33E55C-9677-C977-2C3E-D631A67270CF}"/>
                </a:ext>
              </a:extLst>
            </p:cNvPr>
            <p:cNvSpPr/>
            <p:nvPr/>
          </p:nvSpPr>
          <p:spPr bwMode="auto">
            <a:xfrm>
              <a:off x="4419600" y="4598287"/>
              <a:ext cx="304800" cy="76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/>
            </a:p>
          </p:txBody>
        </p:sp>
      </p:grpSp>
      <p:sp>
        <p:nvSpPr>
          <p:cNvPr id="58" name="Oval 57">
            <a:extLst>
              <a:ext uri="{FF2B5EF4-FFF2-40B4-BE49-F238E27FC236}">
                <a16:creationId xmlns:a16="http://schemas.microsoft.com/office/drawing/2014/main" id="{9B461DA4-FECE-71C6-5AE0-C2D68997E3D2}"/>
              </a:ext>
            </a:extLst>
          </p:cNvPr>
          <p:cNvSpPr/>
          <p:nvPr/>
        </p:nvSpPr>
        <p:spPr>
          <a:xfrm>
            <a:off x="2945145" y="3108728"/>
            <a:ext cx="566710" cy="56671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r>
              <a:rPr lang="en-US" sz="1400" b="1">
                <a:latin typeface="+mj-lt"/>
              </a:rPr>
              <a:t>03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6BD8019E-6408-9530-8859-77F35D1FCD35}"/>
              </a:ext>
            </a:extLst>
          </p:cNvPr>
          <p:cNvSpPr/>
          <p:nvPr/>
        </p:nvSpPr>
        <p:spPr>
          <a:xfrm>
            <a:off x="2477211" y="2130905"/>
            <a:ext cx="566710" cy="5667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r>
              <a:rPr lang="en-US" sz="1400" b="1">
                <a:latin typeface="+mj-lt"/>
              </a:rPr>
              <a:t>02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3EB347F0-BC6E-BD9F-BF15-4ED014CC819A}"/>
              </a:ext>
            </a:extLst>
          </p:cNvPr>
          <p:cNvSpPr/>
          <p:nvPr/>
        </p:nvSpPr>
        <p:spPr>
          <a:xfrm>
            <a:off x="2945145" y="1153082"/>
            <a:ext cx="566710" cy="5667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r>
              <a:rPr lang="en-US" sz="1400" b="1">
                <a:latin typeface="+mj-lt"/>
              </a:rPr>
              <a:t>01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75D7FDA-7FBB-69E2-7ACD-2A3481DBC004}"/>
              </a:ext>
            </a:extLst>
          </p:cNvPr>
          <p:cNvCxnSpPr>
            <a:stCxn id="60" idx="5"/>
          </p:cNvCxnSpPr>
          <p:nvPr/>
        </p:nvCxnSpPr>
        <p:spPr>
          <a:xfrm>
            <a:off x="3428862" y="1636799"/>
            <a:ext cx="300176" cy="228889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DDD20A1-9384-C5B1-1FA3-C0E6399EC31B}"/>
              </a:ext>
            </a:extLst>
          </p:cNvPr>
          <p:cNvCxnSpPr>
            <a:stCxn id="59" idx="6"/>
          </p:cNvCxnSpPr>
          <p:nvPr/>
        </p:nvCxnSpPr>
        <p:spPr>
          <a:xfrm>
            <a:off x="3043921" y="2414260"/>
            <a:ext cx="516667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AD101A2-7A78-6456-C34E-694D292C3E6D}"/>
              </a:ext>
            </a:extLst>
          </p:cNvPr>
          <p:cNvCxnSpPr>
            <a:cxnSpLocks/>
          </p:cNvCxnSpPr>
          <p:nvPr/>
        </p:nvCxnSpPr>
        <p:spPr>
          <a:xfrm flipV="1">
            <a:off x="3475200" y="2932489"/>
            <a:ext cx="300176" cy="259232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9332BA3F-D191-1936-1358-DF2C95E0BF0E}"/>
              </a:ext>
            </a:extLst>
          </p:cNvPr>
          <p:cNvSpPr/>
          <p:nvPr/>
        </p:nvSpPr>
        <p:spPr>
          <a:xfrm flipH="1">
            <a:off x="5632146" y="3108728"/>
            <a:ext cx="566710" cy="56671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r>
              <a:rPr lang="en-US" sz="1400" b="1">
                <a:latin typeface="+mj-lt"/>
              </a:rPr>
              <a:t>06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9F3D19B4-A9E0-789B-FAAF-EBB3D4A47969}"/>
              </a:ext>
            </a:extLst>
          </p:cNvPr>
          <p:cNvSpPr/>
          <p:nvPr/>
        </p:nvSpPr>
        <p:spPr>
          <a:xfrm flipH="1">
            <a:off x="6100080" y="2130905"/>
            <a:ext cx="566710" cy="56671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r>
              <a:rPr lang="en-US" sz="1400" b="1">
                <a:latin typeface="+mj-lt"/>
              </a:rPr>
              <a:t>05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06EF8A4E-E3EC-F578-1D89-B7DDD3623B15}"/>
              </a:ext>
            </a:extLst>
          </p:cNvPr>
          <p:cNvSpPr/>
          <p:nvPr/>
        </p:nvSpPr>
        <p:spPr>
          <a:xfrm flipH="1">
            <a:off x="5632146" y="1153082"/>
            <a:ext cx="566710" cy="56671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r>
              <a:rPr lang="en-US" sz="1400" b="1">
                <a:latin typeface="+mj-lt"/>
              </a:rPr>
              <a:t>04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C9126BB-2410-350B-3F94-3A6D6BE9A0A8}"/>
              </a:ext>
            </a:extLst>
          </p:cNvPr>
          <p:cNvCxnSpPr>
            <a:stCxn id="66" idx="5"/>
          </p:cNvCxnSpPr>
          <p:nvPr/>
        </p:nvCxnSpPr>
        <p:spPr>
          <a:xfrm flipH="1">
            <a:off x="5414963" y="1636799"/>
            <a:ext cx="300176" cy="228889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496BA07-2722-1D23-989B-5DACEDB2FE0C}"/>
              </a:ext>
            </a:extLst>
          </p:cNvPr>
          <p:cNvCxnSpPr>
            <a:stCxn id="65" idx="6"/>
          </p:cNvCxnSpPr>
          <p:nvPr/>
        </p:nvCxnSpPr>
        <p:spPr>
          <a:xfrm flipH="1">
            <a:off x="5583414" y="2414260"/>
            <a:ext cx="516666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567E1DC-0914-DBEE-993B-4AA75C42F99F}"/>
              </a:ext>
            </a:extLst>
          </p:cNvPr>
          <p:cNvCxnSpPr>
            <a:stCxn id="64" idx="7"/>
          </p:cNvCxnSpPr>
          <p:nvPr/>
        </p:nvCxnSpPr>
        <p:spPr>
          <a:xfrm flipH="1" flipV="1">
            <a:off x="5414963" y="2932489"/>
            <a:ext cx="300176" cy="259232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Inhaltsplatzhalter 4">
            <a:extLst>
              <a:ext uri="{FF2B5EF4-FFF2-40B4-BE49-F238E27FC236}">
                <a16:creationId xmlns:a16="http://schemas.microsoft.com/office/drawing/2014/main" id="{4562DCEB-639B-9972-EFAF-9D3C64250974}"/>
              </a:ext>
            </a:extLst>
          </p:cNvPr>
          <p:cNvSpPr txBox="1">
            <a:spLocks/>
          </p:cNvSpPr>
          <p:nvPr/>
        </p:nvSpPr>
        <p:spPr>
          <a:xfrm>
            <a:off x="305205" y="1309845"/>
            <a:ext cx="2459736" cy="1938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00" b="1" dirty="0" err="1">
                <a:solidFill>
                  <a:schemeClr val="accent1"/>
                </a:solidFill>
                <a:latin typeface="+mj-lt"/>
              </a:rPr>
              <a:t>Plagiat</a:t>
            </a:r>
            <a:r>
              <a:rPr lang="en-US" sz="1400" b="1" dirty="0">
                <a:solidFill>
                  <a:schemeClr val="accent1"/>
                </a:solidFill>
                <a:latin typeface="+mj-lt"/>
              </a:rPr>
              <a:t> </a:t>
            </a:r>
            <a:r>
              <a:rPr lang="en-US" sz="1400" b="1" dirty="0" err="1">
                <a:solidFill>
                  <a:schemeClr val="accent1"/>
                </a:solidFill>
                <a:latin typeface="+mj-lt"/>
              </a:rPr>
              <a:t>ou</a:t>
            </a:r>
            <a:r>
              <a:rPr lang="en-US" sz="1400" b="1" dirty="0">
                <a:solidFill>
                  <a:schemeClr val="accent1"/>
                </a:solidFill>
                <a:latin typeface="+mj-lt"/>
              </a:rPr>
              <a:t> pas </a:t>
            </a:r>
            <a:r>
              <a:rPr lang="en-US" sz="1400" b="1" dirty="0" err="1">
                <a:solidFill>
                  <a:schemeClr val="accent1"/>
                </a:solidFill>
                <a:latin typeface="+mj-lt"/>
              </a:rPr>
              <a:t>plagiat</a:t>
            </a:r>
            <a:r>
              <a:rPr lang="en-US" sz="1400" b="1" dirty="0">
                <a:solidFill>
                  <a:schemeClr val="accent1"/>
                </a:solidFill>
                <a:latin typeface="+mn-lt"/>
              </a:rPr>
              <a:t> ?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1" name="Inhaltsplatzhalter 4">
            <a:extLst>
              <a:ext uri="{FF2B5EF4-FFF2-40B4-BE49-F238E27FC236}">
                <a16:creationId xmlns:a16="http://schemas.microsoft.com/office/drawing/2014/main" id="{F9E67187-2CFA-8A6A-1A5C-4D6B7586E40F}"/>
              </a:ext>
            </a:extLst>
          </p:cNvPr>
          <p:cNvSpPr txBox="1">
            <a:spLocks/>
          </p:cNvSpPr>
          <p:nvPr/>
        </p:nvSpPr>
        <p:spPr>
          <a:xfrm>
            <a:off x="346026" y="2219632"/>
            <a:ext cx="1940267" cy="5262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00" b="1" dirty="0">
                <a:solidFill>
                  <a:schemeClr val="accent2"/>
                </a:solidFill>
                <a:latin typeface="+mj-lt"/>
              </a:rPr>
              <a:t>Développement de </a:t>
            </a:r>
            <a:r>
              <a:rPr lang="en-US" sz="1400" b="1" err="1">
                <a:solidFill>
                  <a:schemeClr val="accent2"/>
                </a:solidFill>
                <a:latin typeface="+mj-lt"/>
              </a:rPr>
              <a:t>modèles</a:t>
            </a:r>
            <a:r>
              <a:rPr lang="en-US" sz="1400" b="1" dirty="0">
                <a:solidFill>
                  <a:schemeClr val="accent2"/>
                </a:solidFill>
                <a:latin typeface="+mj-lt"/>
              </a:rPr>
              <a:t> de </a:t>
            </a:r>
            <a:r>
              <a:rPr lang="en-US" sz="1400" b="1" err="1">
                <a:solidFill>
                  <a:schemeClr val="accent2"/>
                </a:solidFill>
                <a:latin typeface="+mj-lt"/>
              </a:rPr>
              <a:t>détection</a:t>
            </a:r>
            <a:br>
              <a:rPr lang="en-US" sz="1400" b="1" dirty="0">
                <a:latin typeface="+mj-lt"/>
              </a:rPr>
            </a:b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72" name="Inhaltsplatzhalter 4">
            <a:extLst>
              <a:ext uri="{FF2B5EF4-FFF2-40B4-BE49-F238E27FC236}">
                <a16:creationId xmlns:a16="http://schemas.microsoft.com/office/drawing/2014/main" id="{FA8117F1-102F-318F-362B-7233E791DD80}"/>
              </a:ext>
            </a:extLst>
          </p:cNvPr>
          <p:cNvSpPr txBox="1">
            <a:spLocks/>
          </p:cNvSpPr>
          <p:nvPr/>
        </p:nvSpPr>
        <p:spPr>
          <a:xfrm>
            <a:off x="305205" y="3400779"/>
            <a:ext cx="2459736" cy="1938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00" b="1" dirty="0" err="1">
                <a:solidFill>
                  <a:schemeClr val="accent3"/>
                </a:solidFill>
                <a:latin typeface="+mj-lt"/>
              </a:rPr>
              <a:t>Expérmentations</a:t>
            </a:r>
            <a:endParaRPr lang="en-US" sz="1000" dirty="0" err="1">
              <a:solidFill>
                <a:schemeClr val="tx1">
                  <a:lumMod val="75000"/>
                  <a:lumOff val="25000"/>
                </a:schemeClr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73" name="Inhaltsplatzhalter 4">
            <a:extLst>
              <a:ext uri="{FF2B5EF4-FFF2-40B4-BE49-F238E27FC236}">
                <a16:creationId xmlns:a16="http://schemas.microsoft.com/office/drawing/2014/main" id="{B1F54C9A-D28A-0D73-E4A8-E66C534E5839}"/>
              </a:ext>
            </a:extLst>
          </p:cNvPr>
          <p:cNvSpPr txBox="1">
            <a:spLocks/>
          </p:cNvSpPr>
          <p:nvPr/>
        </p:nvSpPr>
        <p:spPr>
          <a:xfrm>
            <a:off x="6280104" y="1200988"/>
            <a:ext cx="2459736" cy="3877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  <a:latin typeface="+mj-lt"/>
              </a:rPr>
              <a:t>Un jeu de données </a:t>
            </a:r>
            <a:r>
              <a:rPr lang="en-US" sz="1400" b="1" dirty="0" err="1">
                <a:solidFill>
                  <a:schemeClr val="accent4"/>
                </a:solidFill>
                <a:latin typeface="+mj-lt"/>
              </a:rPr>
              <a:t>reprochable</a:t>
            </a:r>
            <a:endParaRPr lang="en-US" sz="1200" b="1" dirty="0" err="1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74" name="Inhaltsplatzhalter 4">
            <a:extLst>
              <a:ext uri="{FF2B5EF4-FFF2-40B4-BE49-F238E27FC236}">
                <a16:creationId xmlns:a16="http://schemas.microsoft.com/office/drawing/2014/main" id="{BF089FBF-60A4-16B7-B6FF-9C6BEE4A476A}"/>
              </a:ext>
            </a:extLst>
          </p:cNvPr>
          <p:cNvSpPr txBox="1">
            <a:spLocks/>
          </p:cNvSpPr>
          <p:nvPr/>
        </p:nvSpPr>
        <p:spPr>
          <a:xfrm>
            <a:off x="6816741" y="2219632"/>
            <a:ext cx="1940267" cy="3877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  <a:latin typeface="+mj-lt"/>
                <a:ea typeface="Roboto"/>
                <a:cs typeface="Roboto"/>
              </a:rPr>
              <a:t>Études </a:t>
            </a:r>
            <a:r>
              <a:rPr lang="en-US" sz="1400" b="1" dirty="0" err="1">
                <a:solidFill>
                  <a:schemeClr val="accent5"/>
                </a:solidFill>
                <a:latin typeface="+mj-lt"/>
                <a:ea typeface="Roboto"/>
                <a:cs typeface="Roboto"/>
              </a:rPr>
              <a:t>néanmoins</a:t>
            </a:r>
            <a:r>
              <a:rPr lang="en-US" sz="1400" b="1" dirty="0">
                <a:solidFill>
                  <a:schemeClr val="accent5"/>
                </a:solidFill>
                <a:latin typeface="+mj-lt"/>
                <a:ea typeface="Roboto"/>
                <a:cs typeface="Roboto"/>
              </a:rPr>
              <a:t> </a:t>
            </a:r>
            <a:r>
              <a:rPr lang="en-US" sz="1400" b="1" dirty="0" err="1">
                <a:solidFill>
                  <a:schemeClr val="accent5"/>
                </a:solidFill>
                <a:latin typeface="+mj-lt"/>
                <a:ea typeface="Roboto"/>
                <a:cs typeface="Roboto"/>
              </a:rPr>
              <a:t>valides</a:t>
            </a:r>
          </a:p>
        </p:txBody>
      </p:sp>
      <p:sp>
        <p:nvSpPr>
          <p:cNvPr id="75" name="Inhaltsplatzhalter 4">
            <a:extLst>
              <a:ext uri="{FF2B5EF4-FFF2-40B4-BE49-F238E27FC236}">
                <a16:creationId xmlns:a16="http://schemas.microsoft.com/office/drawing/2014/main" id="{343513A8-0C12-E7E0-4C16-42C2E5F6E841}"/>
              </a:ext>
            </a:extLst>
          </p:cNvPr>
          <p:cNvSpPr txBox="1">
            <a:spLocks/>
          </p:cNvSpPr>
          <p:nvPr/>
        </p:nvSpPr>
        <p:spPr>
          <a:xfrm>
            <a:off x="6293711" y="3298725"/>
            <a:ext cx="2459736" cy="1938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 err="1">
                <a:solidFill>
                  <a:schemeClr val="accent6"/>
                </a:solidFill>
                <a:latin typeface="+mj-lt"/>
              </a:rPr>
              <a:t>D'autres</a:t>
            </a:r>
            <a:r>
              <a:rPr lang="en-US" sz="1400" b="1" dirty="0">
                <a:solidFill>
                  <a:schemeClr val="accent6"/>
                </a:solidFill>
                <a:latin typeface="+mj-lt"/>
              </a:rPr>
              <a:t> jeux de données ?</a:t>
            </a:r>
            <a:endParaRPr lang="en-US" sz="1400" b="1" dirty="0">
              <a:solidFill>
                <a:schemeClr val="accent6"/>
              </a:solidFill>
              <a:latin typeface="+mj-lt"/>
              <a:ea typeface="Roboto"/>
              <a:cs typeface="Roboto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A78A3C-87D7-DDEC-932A-E15DD79578D5}"/>
              </a:ext>
            </a:extLst>
          </p:cNvPr>
          <p:cNvSpPr/>
          <p:nvPr/>
        </p:nvSpPr>
        <p:spPr bwMode="auto">
          <a:xfrm>
            <a:off x="-3362" y="4688116"/>
            <a:ext cx="9147088" cy="458746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fr-FR" dirty="0">
                <a:ea typeface="Roboto"/>
                <a:cs typeface="Roboto"/>
              </a:rPr>
              <a:t>34</a:t>
            </a:r>
            <a:endParaRPr lang="fr-FR" dirty="0"/>
          </a:p>
        </p:txBody>
      </p:sp>
      <p:sp>
        <p:nvSpPr>
          <p:cNvPr id="8" name="Donut 90">
            <a:extLst>
              <a:ext uri="{FF2B5EF4-FFF2-40B4-BE49-F238E27FC236}">
                <a16:creationId xmlns:a16="http://schemas.microsoft.com/office/drawing/2014/main" id="{5A511BF8-D53E-A075-C128-F9F196D4E10A}"/>
              </a:ext>
            </a:extLst>
          </p:cNvPr>
          <p:cNvSpPr/>
          <p:nvPr/>
        </p:nvSpPr>
        <p:spPr>
          <a:xfrm>
            <a:off x="3565350" y="1407611"/>
            <a:ext cx="2013300" cy="2013298"/>
          </a:xfrm>
          <a:prstGeom prst="donut">
            <a:avLst>
              <a:gd name="adj" fmla="val 609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9629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8" grpId="0" animBg="1"/>
      <p:bldP spid="59" grpId="0" animBg="1"/>
      <p:bldP spid="60" grpId="0" animBg="1"/>
      <p:bldP spid="64" grpId="0" animBg="1"/>
      <p:bldP spid="65" grpId="0" animBg="1"/>
      <p:bldP spid="66" grpId="0" animBg="1"/>
      <p:bldP spid="70" grpId="0"/>
      <p:bldP spid="71" grpId="0"/>
      <p:bldP spid="72" grpId="0"/>
      <p:bldP spid="73" grpId="0"/>
      <p:bldP spid="74" grpId="0"/>
      <p:bldP spid="7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73B67C25-C25D-46A6-BCF8-BD958CABD047}"/>
              </a:ext>
            </a:extLst>
          </p:cNvPr>
          <p:cNvGrpSpPr/>
          <p:nvPr/>
        </p:nvGrpSpPr>
        <p:grpSpPr>
          <a:xfrm>
            <a:off x="5038724" y="1344868"/>
            <a:ext cx="3724276" cy="2979862"/>
            <a:chOff x="5257800" y="1962150"/>
            <a:chExt cx="2676525" cy="2141538"/>
          </a:xfrm>
          <a:solidFill>
            <a:schemeClr val="bg1">
              <a:lumMod val="95000"/>
              <a:alpha val="50000"/>
            </a:schemeClr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3356ED62-81AD-4422-A5CF-2EF05ACEC3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57800" y="1962150"/>
              <a:ext cx="2676525" cy="2141538"/>
            </a:xfrm>
            <a:custGeom>
              <a:avLst/>
              <a:gdLst>
                <a:gd name="T0" fmla="*/ 5400 w 6000"/>
                <a:gd name="T1" fmla="*/ 0 h 4800"/>
                <a:gd name="T2" fmla="*/ 2800 w 6000"/>
                <a:gd name="T3" fmla="*/ 0 h 4800"/>
                <a:gd name="T4" fmla="*/ 2200 w 6000"/>
                <a:gd name="T5" fmla="*/ 600 h 4800"/>
                <a:gd name="T6" fmla="*/ 2200 w 6000"/>
                <a:gd name="T7" fmla="*/ 1800 h 4800"/>
                <a:gd name="T8" fmla="*/ 600 w 6000"/>
                <a:gd name="T9" fmla="*/ 1800 h 4800"/>
                <a:gd name="T10" fmla="*/ 0 w 6000"/>
                <a:gd name="T11" fmla="*/ 2400 h 4800"/>
                <a:gd name="T12" fmla="*/ 0 w 6000"/>
                <a:gd name="T13" fmla="*/ 3800 h 4800"/>
                <a:gd name="T14" fmla="*/ 500 w 6000"/>
                <a:gd name="T15" fmla="*/ 4392 h 4800"/>
                <a:gd name="T16" fmla="*/ 500 w 6000"/>
                <a:gd name="T17" fmla="*/ 4700 h 4800"/>
                <a:gd name="T18" fmla="*/ 600 w 6000"/>
                <a:gd name="T19" fmla="*/ 4800 h 4800"/>
                <a:gd name="T20" fmla="*/ 671 w 6000"/>
                <a:gd name="T21" fmla="*/ 4771 h 4800"/>
                <a:gd name="T22" fmla="*/ 1041 w 6000"/>
                <a:gd name="T23" fmla="*/ 4400 h 4800"/>
                <a:gd name="T24" fmla="*/ 3200 w 6000"/>
                <a:gd name="T25" fmla="*/ 4400 h 4800"/>
                <a:gd name="T26" fmla="*/ 3800 w 6000"/>
                <a:gd name="T27" fmla="*/ 3800 h 4800"/>
                <a:gd name="T28" fmla="*/ 3800 w 6000"/>
                <a:gd name="T29" fmla="*/ 2600 h 4800"/>
                <a:gd name="T30" fmla="*/ 4959 w 6000"/>
                <a:gd name="T31" fmla="*/ 2600 h 4800"/>
                <a:gd name="T32" fmla="*/ 5329 w 6000"/>
                <a:gd name="T33" fmla="*/ 2971 h 4800"/>
                <a:gd name="T34" fmla="*/ 5471 w 6000"/>
                <a:gd name="T35" fmla="*/ 2971 h 4800"/>
                <a:gd name="T36" fmla="*/ 5500 w 6000"/>
                <a:gd name="T37" fmla="*/ 2900 h 4800"/>
                <a:gd name="T38" fmla="*/ 5500 w 6000"/>
                <a:gd name="T39" fmla="*/ 2592 h 4800"/>
                <a:gd name="T40" fmla="*/ 6000 w 6000"/>
                <a:gd name="T41" fmla="*/ 2000 h 4800"/>
                <a:gd name="T42" fmla="*/ 6000 w 6000"/>
                <a:gd name="T43" fmla="*/ 600 h 4800"/>
                <a:gd name="T44" fmla="*/ 5400 w 6000"/>
                <a:gd name="T45" fmla="*/ 0 h 4800"/>
                <a:gd name="T46" fmla="*/ 3600 w 6000"/>
                <a:gd name="T47" fmla="*/ 3800 h 4800"/>
                <a:gd name="T48" fmla="*/ 3200 w 6000"/>
                <a:gd name="T49" fmla="*/ 4200 h 4800"/>
                <a:gd name="T50" fmla="*/ 1000 w 6000"/>
                <a:gd name="T51" fmla="*/ 4200 h 4800"/>
                <a:gd name="T52" fmla="*/ 929 w 6000"/>
                <a:gd name="T53" fmla="*/ 4229 h 4800"/>
                <a:gd name="T54" fmla="*/ 700 w 6000"/>
                <a:gd name="T55" fmla="*/ 4459 h 4800"/>
                <a:gd name="T56" fmla="*/ 700 w 6000"/>
                <a:gd name="T57" fmla="*/ 4300 h 4800"/>
                <a:gd name="T58" fmla="*/ 600 w 6000"/>
                <a:gd name="T59" fmla="*/ 4200 h 4800"/>
                <a:gd name="T60" fmla="*/ 200 w 6000"/>
                <a:gd name="T61" fmla="*/ 3800 h 4800"/>
                <a:gd name="T62" fmla="*/ 200 w 6000"/>
                <a:gd name="T63" fmla="*/ 2400 h 4800"/>
                <a:gd name="T64" fmla="*/ 600 w 6000"/>
                <a:gd name="T65" fmla="*/ 2000 h 4800"/>
                <a:gd name="T66" fmla="*/ 3200 w 6000"/>
                <a:gd name="T67" fmla="*/ 2000 h 4800"/>
                <a:gd name="T68" fmla="*/ 3600 w 6000"/>
                <a:gd name="T69" fmla="*/ 2400 h 4800"/>
                <a:gd name="T70" fmla="*/ 3600 w 6000"/>
                <a:gd name="T71" fmla="*/ 3800 h 4800"/>
                <a:gd name="T72" fmla="*/ 5800 w 6000"/>
                <a:gd name="T73" fmla="*/ 2000 h 4800"/>
                <a:gd name="T74" fmla="*/ 5400 w 6000"/>
                <a:gd name="T75" fmla="*/ 2400 h 4800"/>
                <a:gd name="T76" fmla="*/ 5300 w 6000"/>
                <a:gd name="T77" fmla="*/ 2500 h 4800"/>
                <a:gd name="T78" fmla="*/ 5300 w 6000"/>
                <a:gd name="T79" fmla="*/ 2659 h 4800"/>
                <a:gd name="T80" fmla="*/ 5071 w 6000"/>
                <a:gd name="T81" fmla="*/ 2429 h 4800"/>
                <a:gd name="T82" fmla="*/ 5000 w 6000"/>
                <a:gd name="T83" fmla="*/ 2400 h 4800"/>
                <a:gd name="T84" fmla="*/ 3800 w 6000"/>
                <a:gd name="T85" fmla="*/ 2400 h 4800"/>
                <a:gd name="T86" fmla="*/ 3200 w 6000"/>
                <a:gd name="T87" fmla="*/ 1800 h 4800"/>
                <a:gd name="T88" fmla="*/ 2400 w 6000"/>
                <a:gd name="T89" fmla="*/ 1800 h 4800"/>
                <a:gd name="T90" fmla="*/ 2400 w 6000"/>
                <a:gd name="T91" fmla="*/ 600 h 4800"/>
                <a:gd name="T92" fmla="*/ 2800 w 6000"/>
                <a:gd name="T93" fmla="*/ 200 h 4800"/>
                <a:gd name="T94" fmla="*/ 5400 w 6000"/>
                <a:gd name="T95" fmla="*/ 200 h 4800"/>
                <a:gd name="T96" fmla="*/ 5800 w 6000"/>
                <a:gd name="T97" fmla="*/ 600 h 4800"/>
                <a:gd name="T98" fmla="*/ 5800 w 6000"/>
                <a:gd name="T99" fmla="*/ 2000 h 4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6000" h="4800">
                  <a:moveTo>
                    <a:pt x="5400" y="0"/>
                  </a:moveTo>
                  <a:cubicBezTo>
                    <a:pt x="2800" y="0"/>
                    <a:pt x="2800" y="0"/>
                    <a:pt x="2800" y="0"/>
                  </a:cubicBezTo>
                  <a:cubicBezTo>
                    <a:pt x="2469" y="0"/>
                    <a:pt x="2200" y="269"/>
                    <a:pt x="2200" y="600"/>
                  </a:cubicBezTo>
                  <a:cubicBezTo>
                    <a:pt x="2200" y="1800"/>
                    <a:pt x="2200" y="1800"/>
                    <a:pt x="2200" y="1800"/>
                  </a:cubicBezTo>
                  <a:cubicBezTo>
                    <a:pt x="600" y="1800"/>
                    <a:pt x="600" y="1800"/>
                    <a:pt x="600" y="1800"/>
                  </a:cubicBezTo>
                  <a:cubicBezTo>
                    <a:pt x="269" y="1800"/>
                    <a:pt x="0" y="2069"/>
                    <a:pt x="0" y="2400"/>
                  </a:cubicBezTo>
                  <a:cubicBezTo>
                    <a:pt x="0" y="3800"/>
                    <a:pt x="0" y="3800"/>
                    <a:pt x="0" y="3800"/>
                  </a:cubicBezTo>
                  <a:cubicBezTo>
                    <a:pt x="0" y="4093"/>
                    <a:pt x="212" y="4343"/>
                    <a:pt x="500" y="4392"/>
                  </a:cubicBezTo>
                  <a:cubicBezTo>
                    <a:pt x="500" y="4700"/>
                    <a:pt x="500" y="4700"/>
                    <a:pt x="500" y="4700"/>
                  </a:cubicBezTo>
                  <a:cubicBezTo>
                    <a:pt x="500" y="4755"/>
                    <a:pt x="545" y="4800"/>
                    <a:pt x="600" y="4800"/>
                  </a:cubicBezTo>
                  <a:cubicBezTo>
                    <a:pt x="627" y="4800"/>
                    <a:pt x="652" y="4789"/>
                    <a:pt x="671" y="4771"/>
                  </a:cubicBezTo>
                  <a:cubicBezTo>
                    <a:pt x="1041" y="4400"/>
                    <a:pt x="1041" y="4400"/>
                    <a:pt x="1041" y="4400"/>
                  </a:cubicBezTo>
                  <a:cubicBezTo>
                    <a:pt x="3200" y="4400"/>
                    <a:pt x="3200" y="4400"/>
                    <a:pt x="3200" y="4400"/>
                  </a:cubicBezTo>
                  <a:cubicBezTo>
                    <a:pt x="3531" y="4400"/>
                    <a:pt x="3800" y="4131"/>
                    <a:pt x="3800" y="3800"/>
                  </a:cubicBezTo>
                  <a:cubicBezTo>
                    <a:pt x="3800" y="2600"/>
                    <a:pt x="3800" y="2600"/>
                    <a:pt x="3800" y="2600"/>
                  </a:cubicBezTo>
                  <a:cubicBezTo>
                    <a:pt x="4959" y="2600"/>
                    <a:pt x="4959" y="2600"/>
                    <a:pt x="4959" y="2600"/>
                  </a:cubicBezTo>
                  <a:cubicBezTo>
                    <a:pt x="5329" y="2971"/>
                    <a:pt x="5329" y="2971"/>
                    <a:pt x="5329" y="2971"/>
                  </a:cubicBezTo>
                  <a:cubicBezTo>
                    <a:pt x="5368" y="3010"/>
                    <a:pt x="5432" y="3010"/>
                    <a:pt x="5471" y="2971"/>
                  </a:cubicBezTo>
                  <a:cubicBezTo>
                    <a:pt x="5489" y="2952"/>
                    <a:pt x="5500" y="2927"/>
                    <a:pt x="5500" y="2900"/>
                  </a:cubicBezTo>
                  <a:cubicBezTo>
                    <a:pt x="5500" y="2592"/>
                    <a:pt x="5500" y="2592"/>
                    <a:pt x="5500" y="2592"/>
                  </a:cubicBezTo>
                  <a:cubicBezTo>
                    <a:pt x="5789" y="2543"/>
                    <a:pt x="6000" y="2293"/>
                    <a:pt x="6000" y="2000"/>
                  </a:cubicBezTo>
                  <a:cubicBezTo>
                    <a:pt x="6000" y="600"/>
                    <a:pt x="6000" y="600"/>
                    <a:pt x="6000" y="600"/>
                  </a:cubicBezTo>
                  <a:cubicBezTo>
                    <a:pt x="6000" y="269"/>
                    <a:pt x="5731" y="0"/>
                    <a:pt x="5400" y="0"/>
                  </a:cubicBezTo>
                  <a:close/>
                  <a:moveTo>
                    <a:pt x="3600" y="3800"/>
                  </a:moveTo>
                  <a:cubicBezTo>
                    <a:pt x="3600" y="4021"/>
                    <a:pt x="3421" y="4200"/>
                    <a:pt x="3200" y="4200"/>
                  </a:cubicBezTo>
                  <a:cubicBezTo>
                    <a:pt x="1000" y="4200"/>
                    <a:pt x="1000" y="4200"/>
                    <a:pt x="1000" y="4200"/>
                  </a:cubicBezTo>
                  <a:cubicBezTo>
                    <a:pt x="973" y="4200"/>
                    <a:pt x="948" y="4211"/>
                    <a:pt x="929" y="4229"/>
                  </a:cubicBezTo>
                  <a:cubicBezTo>
                    <a:pt x="700" y="4459"/>
                    <a:pt x="700" y="4459"/>
                    <a:pt x="700" y="4459"/>
                  </a:cubicBezTo>
                  <a:cubicBezTo>
                    <a:pt x="700" y="4300"/>
                    <a:pt x="700" y="4300"/>
                    <a:pt x="700" y="4300"/>
                  </a:cubicBezTo>
                  <a:cubicBezTo>
                    <a:pt x="700" y="4245"/>
                    <a:pt x="655" y="4200"/>
                    <a:pt x="600" y="4200"/>
                  </a:cubicBezTo>
                  <a:cubicBezTo>
                    <a:pt x="379" y="4200"/>
                    <a:pt x="200" y="4021"/>
                    <a:pt x="200" y="3800"/>
                  </a:cubicBezTo>
                  <a:cubicBezTo>
                    <a:pt x="200" y="2400"/>
                    <a:pt x="200" y="2400"/>
                    <a:pt x="200" y="2400"/>
                  </a:cubicBezTo>
                  <a:cubicBezTo>
                    <a:pt x="200" y="2179"/>
                    <a:pt x="379" y="2000"/>
                    <a:pt x="600" y="2000"/>
                  </a:cubicBezTo>
                  <a:cubicBezTo>
                    <a:pt x="3200" y="2000"/>
                    <a:pt x="3200" y="2000"/>
                    <a:pt x="3200" y="2000"/>
                  </a:cubicBezTo>
                  <a:cubicBezTo>
                    <a:pt x="3421" y="2000"/>
                    <a:pt x="3600" y="2179"/>
                    <a:pt x="3600" y="2400"/>
                  </a:cubicBezTo>
                  <a:lnTo>
                    <a:pt x="3600" y="3800"/>
                  </a:lnTo>
                  <a:close/>
                  <a:moveTo>
                    <a:pt x="5800" y="2000"/>
                  </a:moveTo>
                  <a:cubicBezTo>
                    <a:pt x="5800" y="2221"/>
                    <a:pt x="5621" y="2400"/>
                    <a:pt x="5400" y="2400"/>
                  </a:cubicBezTo>
                  <a:cubicBezTo>
                    <a:pt x="5345" y="2400"/>
                    <a:pt x="5300" y="2445"/>
                    <a:pt x="5300" y="2500"/>
                  </a:cubicBezTo>
                  <a:cubicBezTo>
                    <a:pt x="5300" y="2659"/>
                    <a:pt x="5300" y="2659"/>
                    <a:pt x="5300" y="2659"/>
                  </a:cubicBezTo>
                  <a:cubicBezTo>
                    <a:pt x="5071" y="2429"/>
                    <a:pt x="5071" y="2429"/>
                    <a:pt x="5071" y="2429"/>
                  </a:cubicBezTo>
                  <a:cubicBezTo>
                    <a:pt x="5052" y="2411"/>
                    <a:pt x="5027" y="2400"/>
                    <a:pt x="5000" y="2400"/>
                  </a:cubicBezTo>
                  <a:cubicBezTo>
                    <a:pt x="3800" y="2400"/>
                    <a:pt x="3800" y="2400"/>
                    <a:pt x="3800" y="2400"/>
                  </a:cubicBezTo>
                  <a:cubicBezTo>
                    <a:pt x="3800" y="2069"/>
                    <a:pt x="3531" y="1800"/>
                    <a:pt x="3200" y="1800"/>
                  </a:cubicBezTo>
                  <a:cubicBezTo>
                    <a:pt x="2400" y="1800"/>
                    <a:pt x="2400" y="1800"/>
                    <a:pt x="2400" y="1800"/>
                  </a:cubicBezTo>
                  <a:cubicBezTo>
                    <a:pt x="2400" y="600"/>
                    <a:pt x="2400" y="600"/>
                    <a:pt x="2400" y="600"/>
                  </a:cubicBezTo>
                  <a:cubicBezTo>
                    <a:pt x="2400" y="379"/>
                    <a:pt x="2579" y="200"/>
                    <a:pt x="2800" y="200"/>
                  </a:cubicBezTo>
                  <a:cubicBezTo>
                    <a:pt x="5400" y="200"/>
                    <a:pt x="5400" y="200"/>
                    <a:pt x="5400" y="200"/>
                  </a:cubicBezTo>
                  <a:cubicBezTo>
                    <a:pt x="5621" y="200"/>
                    <a:pt x="5800" y="379"/>
                    <a:pt x="5800" y="600"/>
                  </a:cubicBezTo>
                  <a:lnTo>
                    <a:pt x="5800" y="20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A9C2A56E-7355-479A-A1F9-D1C944D984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14988" y="3211513"/>
              <a:ext cx="268288" cy="268288"/>
            </a:xfrm>
            <a:custGeom>
              <a:avLst/>
              <a:gdLst>
                <a:gd name="T0" fmla="*/ 300 w 600"/>
                <a:gd name="T1" fmla="*/ 0 h 600"/>
                <a:gd name="T2" fmla="*/ 0 w 600"/>
                <a:gd name="T3" fmla="*/ 300 h 600"/>
                <a:gd name="T4" fmla="*/ 300 w 600"/>
                <a:gd name="T5" fmla="*/ 600 h 600"/>
                <a:gd name="T6" fmla="*/ 600 w 600"/>
                <a:gd name="T7" fmla="*/ 300 h 600"/>
                <a:gd name="T8" fmla="*/ 300 w 600"/>
                <a:gd name="T9" fmla="*/ 0 h 600"/>
                <a:gd name="T10" fmla="*/ 300 w 600"/>
                <a:gd name="T11" fmla="*/ 400 h 600"/>
                <a:gd name="T12" fmla="*/ 200 w 600"/>
                <a:gd name="T13" fmla="*/ 300 h 600"/>
                <a:gd name="T14" fmla="*/ 300 w 600"/>
                <a:gd name="T15" fmla="*/ 200 h 600"/>
                <a:gd name="T16" fmla="*/ 400 w 600"/>
                <a:gd name="T17" fmla="*/ 300 h 600"/>
                <a:gd name="T18" fmla="*/ 300 w 600"/>
                <a:gd name="T19" fmla="*/ 400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0" h="600">
                  <a:moveTo>
                    <a:pt x="300" y="0"/>
                  </a:moveTo>
                  <a:cubicBezTo>
                    <a:pt x="134" y="0"/>
                    <a:pt x="0" y="134"/>
                    <a:pt x="0" y="300"/>
                  </a:cubicBezTo>
                  <a:cubicBezTo>
                    <a:pt x="0" y="466"/>
                    <a:pt x="134" y="600"/>
                    <a:pt x="300" y="600"/>
                  </a:cubicBezTo>
                  <a:cubicBezTo>
                    <a:pt x="466" y="600"/>
                    <a:pt x="600" y="466"/>
                    <a:pt x="600" y="300"/>
                  </a:cubicBezTo>
                  <a:cubicBezTo>
                    <a:pt x="600" y="134"/>
                    <a:pt x="466" y="0"/>
                    <a:pt x="300" y="0"/>
                  </a:cubicBezTo>
                  <a:close/>
                  <a:moveTo>
                    <a:pt x="300" y="400"/>
                  </a:moveTo>
                  <a:cubicBezTo>
                    <a:pt x="245" y="400"/>
                    <a:pt x="200" y="355"/>
                    <a:pt x="200" y="300"/>
                  </a:cubicBezTo>
                  <a:cubicBezTo>
                    <a:pt x="200" y="245"/>
                    <a:pt x="245" y="200"/>
                    <a:pt x="300" y="200"/>
                  </a:cubicBezTo>
                  <a:cubicBezTo>
                    <a:pt x="355" y="200"/>
                    <a:pt x="400" y="245"/>
                    <a:pt x="400" y="300"/>
                  </a:cubicBezTo>
                  <a:cubicBezTo>
                    <a:pt x="400" y="355"/>
                    <a:pt x="355" y="400"/>
                    <a:pt x="300" y="40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889B84EC-39EC-4D4B-BBA2-450ACEF714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2175" y="3211513"/>
              <a:ext cx="266700" cy="268288"/>
            </a:xfrm>
            <a:custGeom>
              <a:avLst/>
              <a:gdLst>
                <a:gd name="T0" fmla="*/ 300 w 600"/>
                <a:gd name="T1" fmla="*/ 0 h 600"/>
                <a:gd name="T2" fmla="*/ 0 w 600"/>
                <a:gd name="T3" fmla="*/ 300 h 600"/>
                <a:gd name="T4" fmla="*/ 300 w 600"/>
                <a:gd name="T5" fmla="*/ 600 h 600"/>
                <a:gd name="T6" fmla="*/ 600 w 600"/>
                <a:gd name="T7" fmla="*/ 300 h 600"/>
                <a:gd name="T8" fmla="*/ 300 w 600"/>
                <a:gd name="T9" fmla="*/ 0 h 600"/>
                <a:gd name="T10" fmla="*/ 300 w 600"/>
                <a:gd name="T11" fmla="*/ 400 h 600"/>
                <a:gd name="T12" fmla="*/ 200 w 600"/>
                <a:gd name="T13" fmla="*/ 300 h 600"/>
                <a:gd name="T14" fmla="*/ 300 w 600"/>
                <a:gd name="T15" fmla="*/ 200 h 600"/>
                <a:gd name="T16" fmla="*/ 400 w 600"/>
                <a:gd name="T17" fmla="*/ 300 h 600"/>
                <a:gd name="T18" fmla="*/ 300 w 600"/>
                <a:gd name="T19" fmla="*/ 400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0" h="600">
                  <a:moveTo>
                    <a:pt x="300" y="0"/>
                  </a:moveTo>
                  <a:cubicBezTo>
                    <a:pt x="134" y="0"/>
                    <a:pt x="0" y="134"/>
                    <a:pt x="0" y="300"/>
                  </a:cubicBezTo>
                  <a:cubicBezTo>
                    <a:pt x="0" y="466"/>
                    <a:pt x="134" y="600"/>
                    <a:pt x="300" y="600"/>
                  </a:cubicBezTo>
                  <a:cubicBezTo>
                    <a:pt x="466" y="600"/>
                    <a:pt x="600" y="466"/>
                    <a:pt x="600" y="300"/>
                  </a:cubicBezTo>
                  <a:cubicBezTo>
                    <a:pt x="600" y="134"/>
                    <a:pt x="466" y="0"/>
                    <a:pt x="300" y="0"/>
                  </a:cubicBezTo>
                  <a:close/>
                  <a:moveTo>
                    <a:pt x="300" y="400"/>
                  </a:moveTo>
                  <a:cubicBezTo>
                    <a:pt x="245" y="400"/>
                    <a:pt x="200" y="355"/>
                    <a:pt x="200" y="300"/>
                  </a:cubicBezTo>
                  <a:cubicBezTo>
                    <a:pt x="200" y="245"/>
                    <a:pt x="245" y="200"/>
                    <a:pt x="300" y="200"/>
                  </a:cubicBezTo>
                  <a:cubicBezTo>
                    <a:pt x="355" y="200"/>
                    <a:pt x="400" y="245"/>
                    <a:pt x="400" y="300"/>
                  </a:cubicBezTo>
                  <a:cubicBezTo>
                    <a:pt x="400" y="355"/>
                    <a:pt x="355" y="400"/>
                    <a:pt x="300" y="40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593F6F63-FC04-45B4-9411-65520C3B77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29363" y="3211513"/>
              <a:ext cx="266700" cy="268288"/>
            </a:xfrm>
            <a:custGeom>
              <a:avLst/>
              <a:gdLst>
                <a:gd name="T0" fmla="*/ 300 w 600"/>
                <a:gd name="T1" fmla="*/ 0 h 600"/>
                <a:gd name="T2" fmla="*/ 0 w 600"/>
                <a:gd name="T3" fmla="*/ 300 h 600"/>
                <a:gd name="T4" fmla="*/ 300 w 600"/>
                <a:gd name="T5" fmla="*/ 600 h 600"/>
                <a:gd name="T6" fmla="*/ 600 w 600"/>
                <a:gd name="T7" fmla="*/ 300 h 600"/>
                <a:gd name="T8" fmla="*/ 300 w 600"/>
                <a:gd name="T9" fmla="*/ 0 h 600"/>
                <a:gd name="T10" fmla="*/ 300 w 600"/>
                <a:gd name="T11" fmla="*/ 400 h 600"/>
                <a:gd name="T12" fmla="*/ 200 w 600"/>
                <a:gd name="T13" fmla="*/ 300 h 600"/>
                <a:gd name="T14" fmla="*/ 300 w 600"/>
                <a:gd name="T15" fmla="*/ 200 h 600"/>
                <a:gd name="T16" fmla="*/ 400 w 600"/>
                <a:gd name="T17" fmla="*/ 300 h 600"/>
                <a:gd name="T18" fmla="*/ 300 w 600"/>
                <a:gd name="T19" fmla="*/ 400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0" h="600">
                  <a:moveTo>
                    <a:pt x="300" y="0"/>
                  </a:moveTo>
                  <a:cubicBezTo>
                    <a:pt x="134" y="0"/>
                    <a:pt x="0" y="134"/>
                    <a:pt x="0" y="300"/>
                  </a:cubicBezTo>
                  <a:cubicBezTo>
                    <a:pt x="0" y="466"/>
                    <a:pt x="134" y="600"/>
                    <a:pt x="300" y="600"/>
                  </a:cubicBezTo>
                  <a:cubicBezTo>
                    <a:pt x="466" y="600"/>
                    <a:pt x="600" y="466"/>
                    <a:pt x="600" y="300"/>
                  </a:cubicBezTo>
                  <a:cubicBezTo>
                    <a:pt x="600" y="134"/>
                    <a:pt x="466" y="0"/>
                    <a:pt x="300" y="0"/>
                  </a:cubicBezTo>
                  <a:close/>
                  <a:moveTo>
                    <a:pt x="300" y="400"/>
                  </a:moveTo>
                  <a:cubicBezTo>
                    <a:pt x="245" y="400"/>
                    <a:pt x="200" y="355"/>
                    <a:pt x="200" y="300"/>
                  </a:cubicBezTo>
                  <a:cubicBezTo>
                    <a:pt x="200" y="245"/>
                    <a:pt x="245" y="200"/>
                    <a:pt x="300" y="200"/>
                  </a:cubicBezTo>
                  <a:cubicBezTo>
                    <a:pt x="355" y="200"/>
                    <a:pt x="400" y="245"/>
                    <a:pt x="400" y="300"/>
                  </a:cubicBezTo>
                  <a:cubicBezTo>
                    <a:pt x="400" y="355"/>
                    <a:pt x="355" y="400"/>
                    <a:pt x="300" y="40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3B34325A-C3DE-4D14-BAFE-BD84126666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7163" y="2230438"/>
              <a:ext cx="803275" cy="889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Rectangle 10">
              <a:extLst>
                <a:ext uri="{FF2B5EF4-FFF2-40B4-BE49-F238E27FC236}">
                  <a16:creationId xmlns:a16="http://schemas.microsoft.com/office/drawing/2014/main" id="{8B978E16-6FB0-4DC0-BBF8-4FF1824AA6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99338" y="2230438"/>
              <a:ext cx="268288" cy="889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7093AC1E-BAE4-444C-BFC7-12D22EC407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7163" y="2408238"/>
              <a:ext cx="268288" cy="904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22CB6F25-FE6F-4DC5-AB44-2BEF5579CB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4350" y="2408238"/>
              <a:ext cx="534988" cy="904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Rectangle 13">
              <a:extLst>
                <a:ext uri="{FF2B5EF4-FFF2-40B4-BE49-F238E27FC236}">
                  <a16:creationId xmlns:a16="http://schemas.microsoft.com/office/drawing/2014/main" id="{ADC39566-0AE2-4186-A392-4ADA40DF4E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7163" y="2587625"/>
              <a:ext cx="1160463" cy="889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EE3931A4-2656-46D1-A9B9-63DD5FE0F0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3250" y="2765425"/>
              <a:ext cx="357188" cy="889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08E83024-390A-4D72-A0A4-7ECBDA53D1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99338" y="2765425"/>
              <a:ext cx="268288" cy="889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Rectangle 16">
              <a:extLst>
                <a:ext uri="{FF2B5EF4-FFF2-40B4-BE49-F238E27FC236}">
                  <a16:creationId xmlns:a16="http://schemas.microsoft.com/office/drawing/2014/main" id="{2B9FF416-87E0-44EB-A786-F8BAD5F259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8238" y="2408238"/>
              <a:ext cx="179388" cy="904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11C1D56-2956-494D-B948-017C6EE9A694}"/>
              </a:ext>
            </a:extLst>
          </p:cNvPr>
          <p:cNvGrpSpPr/>
          <p:nvPr/>
        </p:nvGrpSpPr>
        <p:grpSpPr>
          <a:xfrm>
            <a:off x="5562600" y="1764030"/>
            <a:ext cx="2676525" cy="2141538"/>
            <a:chOff x="5257800" y="1962150"/>
            <a:chExt cx="2676525" cy="2141538"/>
          </a:xfrm>
          <a:solidFill>
            <a:schemeClr val="accent5"/>
          </a:solidFill>
        </p:grpSpPr>
        <p:sp>
          <p:nvSpPr>
            <p:cNvPr id="34" name="Freeform 5">
              <a:extLst>
                <a:ext uri="{FF2B5EF4-FFF2-40B4-BE49-F238E27FC236}">
                  <a16:creationId xmlns:a16="http://schemas.microsoft.com/office/drawing/2014/main" id="{93BA8F11-8233-44FC-A347-34BAF36A0D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57800" y="1962150"/>
              <a:ext cx="2676525" cy="2141538"/>
            </a:xfrm>
            <a:custGeom>
              <a:avLst/>
              <a:gdLst>
                <a:gd name="T0" fmla="*/ 5400 w 6000"/>
                <a:gd name="T1" fmla="*/ 0 h 4800"/>
                <a:gd name="T2" fmla="*/ 2800 w 6000"/>
                <a:gd name="T3" fmla="*/ 0 h 4800"/>
                <a:gd name="T4" fmla="*/ 2200 w 6000"/>
                <a:gd name="T5" fmla="*/ 600 h 4800"/>
                <a:gd name="T6" fmla="*/ 2200 w 6000"/>
                <a:gd name="T7" fmla="*/ 1800 h 4800"/>
                <a:gd name="T8" fmla="*/ 600 w 6000"/>
                <a:gd name="T9" fmla="*/ 1800 h 4800"/>
                <a:gd name="T10" fmla="*/ 0 w 6000"/>
                <a:gd name="T11" fmla="*/ 2400 h 4800"/>
                <a:gd name="T12" fmla="*/ 0 w 6000"/>
                <a:gd name="T13" fmla="*/ 3800 h 4800"/>
                <a:gd name="T14" fmla="*/ 500 w 6000"/>
                <a:gd name="T15" fmla="*/ 4392 h 4800"/>
                <a:gd name="T16" fmla="*/ 500 w 6000"/>
                <a:gd name="T17" fmla="*/ 4700 h 4800"/>
                <a:gd name="T18" fmla="*/ 600 w 6000"/>
                <a:gd name="T19" fmla="*/ 4800 h 4800"/>
                <a:gd name="T20" fmla="*/ 671 w 6000"/>
                <a:gd name="T21" fmla="*/ 4771 h 4800"/>
                <a:gd name="T22" fmla="*/ 1041 w 6000"/>
                <a:gd name="T23" fmla="*/ 4400 h 4800"/>
                <a:gd name="T24" fmla="*/ 3200 w 6000"/>
                <a:gd name="T25" fmla="*/ 4400 h 4800"/>
                <a:gd name="T26" fmla="*/ 3800 w 6000"/>
                <a:gd name="T27" fmla="*/ 3800 h 4800"/>
                <a:gd name="T28" fmla="*/ 3800 w 6000"/>
                <a:gd name="T29" fmla="*/ 2600 h 4800"/>
                <a:gd name="T30" fmla="*/ 4959 w 6000"/>
                <a:gd name="T31" fmla="*/ 2600 h 4800"/>
                <a:gd name="T32" fmla="*/ 5329 w 6000"/>
                <a:gd name="T33" fmla="*/ 2971 h 4800"/>
                <a:gd name="T34" fmla="*/ 5471 w 6000"/>
                <a:gd name="T35" fmla="*/ 2971 h 4800"/>
                <a:gd name="T36" fmla="*/ 5500 w 6000"/>
                <a:gd name="T37" fmla="*/ 2900 h 4800"/>
                <a:gd name="T38" fmla="*/ 5500 w 6000"/>
                <a:gd name="T39" fmla="*/ 2592 h 4800"/>
                <a:gd name="T40" fmla="*/ 6000 w 6000"/>
                <a:gd name="T41" fmla="*/ 2000 h 4800"/>
                <a:gd name="T42" fmla="*/ 6000 w 6000"/>
                <a:gd name="T43" fmla="*/ 600 h 4800"/>
                <a:gd name="T44" fmla="*/ 5400 w 6000"/>
                <a:gd name="T45" fmla="*/ 0 h 4800"/>
                <a:gd name="T46" fmla="*/ 3600 w 6000"/>
                <a:gd name="T47" fmla="*/ 3800 h 4800"/>
                <a:gd name="T48" fmla="*/ 3200 w 6000"/>
                <a:gd name="T49" fmla="*/ 4200 h 4800"/>
                <a:gd name="T50" fmla="*/ 1000 w 6000"/>
                <a:gd name="T51" fmla="*/ 4200 h 4800"/>
                <a:gd name="T52" fmla="*/ 929 w 6000"/>
                <a:gd name="T53" fmla="*/ 4229 h 4800"/>
                <a:gd name="T54" fmla="*/ 700 w 6000"/>
                <a:gd name="T55" fmla="*/ 4459 h 4800"/>
                <a:gd name="T56" fmla="*/ 700 w 6000"/>
                <a:gd name="T57" fmla="*/ 4300 h 4800"/>
                <a:gd name="T58" fmla="*/ 600 w 6000"/>
                <a:gd name="T59" fmla="*/ 4200 h 4800"/>
                <a:gd name="T60" fmla="*/ 200 w 6000"/>
                <a:gd name="T61" fmla="*/ 3800 h 4800"/>
                <a:gd name="T62" fmla="*/ 200 w 6000"/>
                <a:gd name="T63" fmla="*/ 2400 h 4800"/>
                <a:gd name="T64" fmla="*/ 600 w 6000"/>
                <a:gd name="T65" fmla="*/ 2000 h 4800"/>
                <a:gd name="T66" fmla="*/ 3200 w 6000"/>
                <a:gd name="T67" fmla="*/ 2000 h 4800"/>
                <a:gd name="T68" fmla="*/ 3600 w 6000"/>
                <a:gd name="T69" fmla="*/ 2400 h 4800"/>
                <a:gd name="T70" fmla="*/ 3600 w 6000"/>
                <a:gd name="T71" fmla="*/ 3800 h 4800"/>
                <a:gd name="T72" fmla="*/ 5800 w 6000"/>
                <a:gd name="T73" fmla="*/ 2000 h 4800"/>
                <a:gd name="T74" fmla="*/ 5400 w 6000"/>
                <a:gd name="T75" fmla="*/ 2400 h 4800"/>
                <a:gd name="T76" fmla="*/ 5300 w 6000"/>
                <a:gd name="T77" fmla="*/ 2500 h 4800"/>
                <a:gd name="T78" fmla="*/ 5300 w 6000"/>
                <a:gd name="T79" fmla="*/ 2659 h 4800"/>
                <a:gd name="T80" fmla="*/ 5071 w 6000"/>
                <a:gd name="T81" fmla="*/ 2429 h 4800"/>
                <a:gd name="T82" fmla="*/ 5000 w 6000"/>
                <a:gd name="T83" fmla="*/ 2400 h 4800"/>
                <a:gd name="T84" fmla="*/ 3800 w 6000"/>
                <a:gd name="T85" fmla="*/ 2400 h 4800"/>
                <a:gd name="T86" fmla="*/ 3200 w 6000"/>
                <a:gd name="T87" fmla="*/ 1800 h 4800"/>
                <a:gd name="T88" fmla="*/ 2400 w 6000"/>
                <a:gd name="T89" fmla="*/ 1800 h 4800"/>
                <a:gd name="T90" fmla="*/ 2400 w 6000"/>
                <a:gd name="T91" fmla="*/ 600 h 4800"/>
                <a:gd name="T92" fmla="*/ 2800 w 6000"/>
                <a:gd name="T93" fmla="*/ 200 h 4800"/>
                <a:gd name="T94" fmla="*/ 5400 w 6000"/>
                <a:gd name="T95" fmla="*/ 200 h 4800"/>
                <a:gd name="T96" fmla="*/ 5800 w 6000"/>
                <a:gd name="T97" fmla="*/ 600 h 4800"/>
                <a:gd name="T98" fmla="*/ 5800 w 6000"/>
                <a:gd name="T99" fmla="*/ 2000 h 4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6000" h="4800">
                  <a:moveTo>
                    <a:pt x="5400" y="0"/>
                  </a:moveTo>
                  <a:cubicBezTo>
                    <a:pt x="2800" y="0"/>
                    <a:pt x="2800" y="0"/>
                    <a:pt x="2800" y="0"/>
                  </a:cubicBezTo>
                  <a:cubicBezTo>
                    <a:pt x="2469" y="0"/>
                    <a:pt x="2200" y="269"/>
                    <a:pt x="2200" y="600"/>
                  </a:cubicBezTo>
                  <a:cubicBezTo>
                    <a:pt x="2200" y="1800"/>
                    <a:pt x="2200" y="1800"/>
                    <a:pt x="2200" y="1800"/>
                  </a:cubicBezTo>
                  <a:cubicBezTo>
                    <a:pt x="600" y="1800"/>
                    <a:pt x="600" y="1800"/>
                    <a:pt x="600" y="1800"/>
                  </a:cubicBezTo>
                  <a:cubicBezTo>
                    <a:pt x="269" y="1800"/>
                    <a:pt x="0" y="2069"/>
                    <a:pt x="0" y="2400"/>
                  </a:cubicBezTo>
                  <a:cubicBezTo>
                    <a:pt x="0" y="3800"/>
                    <a:pt x="0" y="3800"/>
                    <a:pt x="0" y="3800"/>
                  </a:cubicBezTo>
                  <a:cubicBezTo>
                    <a:pt x="0" y="4093"/>
                    <a:pt x="212" y="4343"/>
                    <a:pt x="500" y="4392"/>
                  </a:cubicBezTo>
                  <a:cubicBezTo>
                    <a:pt x="500" y="4700"/>
                    <a:pt x="500" y="4700"/>
                    <a:pt x="500" y="4700"/>
                  </a:cubicBezTo>
                  <a:cubicBezTo>
                    <a:pt x="500" y="4755"/>
                    <a:pt x="545" y="4800"/>
                    <a:pt x="600" y="4800"/>
                  </a:cubicBezTo>
                  <a:cubicBezTo>
                    <a:pt x="627" y="4800"/>
                    <a:pt x="652" y="4789"/>
                    <a:pt x="671" y="4771"/>
                  </a:cubicBezTo>
                  <a:cubicBezTo>
                    <a:pt x="1041" y="4400"/>
                    <a:pt x="1041" y="4400"/>
                    <a:pt x="1041" y="4400"/>
                  </a:cubicBezTo>
                  <a:cubicBezTo>
                    <a:pt x="3200" y="4400"/>
                    <a:pt x="3200" y="4400"/>
                    <a:pt x="3200" y="4400"/>
                  </a:cubicBezTo>
                  <a:cubicBezTo>
                    <a:pt x="3531" y="4400"/>
                    <a:pt x="3800" y="4131"/>
                    <a:pt x="3800" y="3800"/>
                  </a:cubicBezTo>
                  <a:cubicBezTo>
                    <a:pt x="3800" y="2600"/>
                    <a:pt x="3800" y="2600"/>
                    <a:pt x="3800" y="2600"/>
                  </a:cubicBezTo>
                  <a:cubicBezTo>
                    <a:pt x="4959" y="2600"/>
                    <a:pt x="4959" y="2600"/>
                    <a:pt x="4959" y="2600"/>
                  </a:cubicBezTo>
                  <a:cubicBezTo>
                    <a:pt x="5329" y="2971"/>
                    <a:pt x="5329" y="2971"/>
                    <a:pt x="5329" y="2971"/>
                  </a:cubicBezTo>
                  <a:cubicBezTo>
                    <a:pt x="5368" y="3010"/>
                    <a:pt x="5432" y="3010"/>
                    <a:pt x="5471" y="2971"/>
                  </a:cubicBezTo>
                  <a:cubicBezTo>
                    <a:pt x="5489" y="2952"/>
                    <a:pt x="5500" y="2927"/>
                    <a:pt x="5500" y="2900"/>
                  </a:cubicBezTo>
                  <a:cubicBezTo>
                    <a:pt x="5500" y="2592"/>
                    <a:pt x="5500" y="2592"/>
                    <a:pt x="5500" y="2592"/>
                  </a:cubicBezTo>
                  <a:cubicBezTo>
                    <a:pt x="5789" y="2543"/>
                    <a:pt x="6000" y="2293"/>
                    <a:pt x="6000" y="2000"/>
                  </a:cubicBezTo>
                  <a:cubicBezTo>
                    <a:pt x="6000" y="600"/>
                    <a:pt x="6000" y="600"/>
                    <a:pt x="6000" y="600"/>
                  </a:cubicBezTo>
                  <a:cubicBezTo>
                    <a:pt x="6000" y="269"/>
                    <a:pt x="5731" y="0"/>
                    <a:pt x="5400" y="0"/>
                  </a:cubicBezTo>
                  <a:close/>
                  <a:moveTo>
                    <a:pt x="3600" y="3800"/>
                  </a:moveTo>
                  <a:cubicBezTo>
                    <a:pt x="3600" y="4021"/>
                    <a:pt x="3421" y="4200"/>
                    <a:pt x="3200" y="4200"/>
                  </a:cubicBezTo>
                  <a:cubicBezTo>
                    <a:pt x="1000" y="4200"/>
                    <a:pt x="1000" y="4200"/>
                    <a:pt x="1000" y="4200"/>
                  </a:cubicBezTo>
                  <a:cubicBezTo>
                    <a:pt x="973" y="4200"/>
                    <a:pt x="948" y="4211"/>
                    <a:pt x="929" y="4229"/>
                  </a:cubicBezTo>
                  <a:cubicBezTo>
                    <a:pt x="700" y="4459"/>
                    <a:pt x="700" y="4459"/>
                    <a:pt x="700" y="4459"/>
                  </a:cubicBezTo>
                  <a:cubicBezTo>
                    <a:pt x="700" y="4300"/>
                    <a:pt x="700" y="4300"/>
                    <a:pt x="700" y="4300"/>
                  </a:cubicBezTo>
                  <a:cubicBezTo>
                    <a:pt x="700" y="4245"/>
                    <a:pt x="655" y="4200"/>
                    <a:pt x="600" y="4200"/>
                  </a:cubicBezTo>
                  <a:cubicBezTo>
                    <a:pt x="379" y="4200"/>
                    <a:pt x="200" y="4021"/>
                    <a:pt x="200" y="3800"/>
                  </a:cubicBezTo>
                  <a:cubicBezTo>
                    <a:pt x="200" y="2400"/>
                    <a:pt x="200" y="2400"/>
                    <a:pt x="200" y="2400"/>
                  </a:cubicBezTo>
                  <a:cubicBezTo>
                    <a:pt x="200" y="2179"/>
                    <a:pt x="379" y="2000"/>
                    <a:pt x="600" y="2000"/>
                  </a:cubicBezTo>
                  <a:cubicBezTo>
                    <a:pt x="3200" y="2000"/>
                    <a:pt x="3200" y="2000"/>
                    <a:pt x="3200" y="2000"/>
                  </a:cubicBezTo>
                  <a:cubicBezTo>
                    <a:pt x="3421" y="2000"/>
                    <a:pt x="3600" y="2179"/>
                    <a:pt x="3600" y="2400"/>
                  </a:cubicBezTo>
                  <a:lnTo>
                    <a:pt x="3600" y="3800"/>
                  </a:lnTo>
                  <a:close/>
                  <a:moveTo>
                    <a:pt x="5800" y="2000"/>
                  </a:moveTo>
                  <a:cubicBezTo>
                    <a:pt x="5800" y="2221"/>
                    <a:pt x="5621" y="2400"/>
                    <a:pt x="5400" y="2400"/>
                  </a:cubicBezTo>
                  <a:cubicBezTo>
                    <a:pt x="5345" y="2400"/>
                    <a:pt x="5300" y="2445"/>
                    <a:pt x="5300" y="2500"/>
                  </a:cubicBezTo>
                  <a:cubicBezTo>
                    <a:pt x="5300" y="2659"/>
                    <a:pt x="5300" y="2659"/>
                    <a:pt x="5300" y="2659"/>
                  </a:cubicBezTo>
                  <a:cubicBezTo>
                    <a:pt x="5071" y="2429"/>
                    <a:pt x="5071" y="2429"/>
                    <a:pt x="5071" y="2429"/>
                  </a:cubicBezTo>
                  <a:cubicBezTo>
                    <a:pt x="5052" y="2411"/>
                    <a:pt x="5027" y="2400"/>
                    <a:pt x="5000" y="2400"/>
                  </a:cubicBezTo>
                  <a:cubicBezTo>
                    <a:pt x="3800" y="2400"/>
                    <a:pt x="3800" y="2400"/>
                    <a:pt x="3800" y="2400"/>
                  </a:cubicBezTo>
                  <a:cubicBezTo>
                    <a:pt x="3800" y="2069"/>
                    <a:pt x="3531" y="1800"/>
                    <a:pt x="3200" y="1800"/>
                  </a:cubicBezTo>
                  <a:cubicBezTo>
                    <a:pt x="2400" y="1800"/>
                    <a:pt x="2400" y="1800"/>
                    <a:pt x="2400" y="1800"/>
                  </a:cubicBezTo>
                  <a:cubicBezTo>
                    <a:pt x="2400" y="600"/>
                    <a:pt x="2400" y="600"/>
                    <a:pt x="2400" y="600"/>
                  </a:cubicBezTo>
                  <a:cubicBezTo>
                    <a:pt x="2400" y="379"/>
                    <a:pt x="2579" y="200"/>
                    <a:pt x="2800" y="200"/>
                  </a:cubicBezTo>
                  <a:cubicBezTo>
                    <a:pt x="5400" y="200"/>
                    <a:pt x="5400" y="200"/>
                    <a:pt x="5400" y="200"/>
                  </a:cubicBezTo>
                  <a:cubicBezTo>
                    <a:pt x="5621" y="200"/>
                    <a:pt x="5800" y="379"/>
                    <a:pt x="5800" y="600"/>
                  </a:cubicBezTo>
                  <a:lnTo>
                    <a:pt x="5800" y="20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6">
              <a:extLst>
                <a:ext uri="{FF2B5EF4-FFF2-40B4-BE49-F238E27FC236}">
                  <a16:creationId xmlns:a16="http://schemas.microsoft.com/office/drawing/2014/main" id="{4CC791EA-3D5C-46E6-B2CC-A561F2CE40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14988" y="3211513"/>
              <a:ext cx="268288" cy="268288"/>
            </a:xfrm>
            <a:custGeom>
              <a:avLst/>
              <a:gdLst>
                <a:gd name="T0" fmla="*/ 300 w 600"/>
                <a:gd name="T1" fmla="*/ 0 h 600"/>
                <a:gd name="T2" fmla="*/ 0 w 600"/>
                <a:gd name="T3" fmla="*/ 300 h 600"/>
                <a:gd name="T4" fmla="*/ 300 w 600"/>
                <a:gd name="T5" fmla="*/ 600 h 600"/>
                <a:gd name="T6" fmla="*/ 600 w 600"/>
                <a:gd name="T7" fmla="*/ 300 h 600"/>
                <a:gd name="T8" fmla="*/ 300 w 600"/>
                <a:gd name="T9" fmla="*/ 0 h 600"/>
                <a:gd name="T10" fmla="*/ 300 w 600"/>
                <a:gd name="T11" fmla="*/ 400 h 600"/>
                <a:gd name="T12" fmla="*/ 200 w 600"/>
                <a:gd name="T13" fmla="*/ 300 h 600"/>
                <a:gd name="T14" fmla="*/ 300 w 600"/>
                <a:gd name="T15" fmla="*/ 200 h 600"/>
                <a:gd name="T16" fmla="*/ 400 w 600"/>
                <a:gd name="T17" fmla="*/ 300 h 600"/>
                <a:gd name="T18" fmla="*/ 300 w 600"/>
                <a:gd name="T19" fmla="*/ 400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0" h="600">
                  <a:moveTo>
                    <a:pt x="300" y="0"/>
                  </a:moveTo>
                  <a:cubicBezTo>
                    <a:pt x="134" y="0"/>
                    <a:pt x="0" y="134"/>
                    <a:pt x="0" y="300"/>
                  </a:cubicBezTo>
                  <a:cubicBezTo>
                    <a:pt x="0" y="466"/>
                    <a:pt x="134" y="600"/>
                    <a:pt x="300" y="600"/>
                  </a:cubicBezTo>
                  <a:cubicBezTo>
                    <a:pt x="466" y="600"/>
                    <a:pt x="600" y="466"/>
                    <a:pt x="600" y="300"/>
                  </a:cubicBezTo>
                  <a:cubicBezTo>
                    <a:pt x="600" y="134"/>
                    <a:pt x="466" y="0"/>
                    <a:pt x="300" y="0"/>
                  </a:cubicBezTo>
                  <a:close/>
                  <a:moveTo>
                    <a:pt x="300" y="400"/>
                  </a:moveTo>
                  <a:cubicBezTo>
                    <a:pt x="245" y="400"/>
                    <a:pt x="200" y="355"/>
                    <a:pt x="200" y="300"/>
                  </a:cubicBezTo>
                  <a:cubicBezTo>
                    <a:pt x="200" y="245"/>
                    <a:pt x="245" y="200"/>
                    <a:pt x="300" y="200"/>
                  </a:cubicBezTo>
                  <a:cubicBezTo>
                    <a:pt x="355" y="200"/>
                    <a:pt x="400" y="245"/>
                    <a:pt x="400" y="300"/>
                  </a:cubicBezTo>
                  <a:cubicBezTo>
                    <a:pt x="400" y="355"/>
                    <a:pt x="355" y="400"/>
                    <a:pt x="300" y="40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7">
              <a:extLst>
                <a:ext uri="{FF2B5EF4-FFF2-40B4-BE49-F238E27FC236}">
                  <a16:creationId xmlns:a16="http://schemas.microsoft.com/office/drawing/2014/main" id="{D8EAC37D-A524-4DA4-B42A-34E8315B16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2175" y="3211513"/>
              <a:ext cx="266700" cy="268288"/>
            </a:xfrm>
            <a:custGeom>
              <a:avLst/>
              <a:gdLst>
                <a:gd name="T0" fmla="*/ 300 w 600"/>
                <a:gd name="T1" fmla="*/ 0 h 600"/>
                <a:gd name="T2" fmla="*/ 0 w 600"/>
                <a:gd name="T3" fmla="*/ 300 h 600"/>
                <a:gd name="T4" fmla="*/ 300 w 600"/>
                <a:gd name="T5" fmla="*/ 600 h 600"/>
                <a:gd name="T6" fmla="*/ 600 w 600"/>
                <a:gd name="T7" fmla="*/ 300 h 600"/>
                <a:gd name="T8" fmla="*/ 300 w 600"/>
                <a:gd name="T9" fmla="*/ 0 h 600"/>
                <a:gd name="T10" fmla="*/ 300 w 600"/>
                <a:gd name="T11" fmla="*/ 400 h 600"/>
                <a:gd name="T12" fmla="*/ 200 w 600"/>
                <a:gd name="T13" fmla="*/ 300 h 600"/>
                <a:gd name="T14" fmla="*/ 300 w 600"/>
                <a:gd name="T15" fmla="*/ 200 h 600"/>
                <a:gd name="T16" fmla="*/ 400 w 600"/>
                <a:gd name="T17" fmla="*/ 300 h 600"/>
                <a:gd name="T18" fmla="*/ 300 w 600"/>
                <a:gd name="T19" fmla="*/ 400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0" h="600">
                  <a:moveTo>
                    <a:pt x="300" y="0"/>
                  </a:moveTo>
                  <a:cubicBezTo>
                    <a:pt x="134" y="0"/>
                    <a:pt x="0" y="134"/>
                    <a:pt x="0" y="300"/>
                  </a:cubicBezTo>
                  <a:cubicBezTo>
                    <a:pt x="0" y="466"/>
                    <a:pt x="134" y="600"/>
                    <a:pt x="300" y="600"/>
                  </a:cubicBezTo>
                  <a:cubicBezTo>
                    <a:pt x="466" y="600"/>
                    <a:pt x="600" y="466"/>
                    <a:pt x="600" y="300"/>
                  </a:cubicBezTo>
                  <a:cubicBezTo>
                    <a:pt x="600" y="134"/>
                    <a:pt x="466" y="0"/>
                    <a:pt x="300" y="0"/>
                  </a:cubicBezTo>
                  <a:close/>
                  <a:moveTo>
                    <a:pt x="300" y="400"/>
                  </a:moveTo>
                  <a:cubicBezTo>
                    <a:pt x="245" y="400"/>
                    <a:pt x="200" y="355"/>
                    <a:pt x="200" y="300"/>
                  </a:cubicBezTo>
                  <a:cubicBezTo>
                    <a:pt x="200" y="245"/>
                    <a:pt x="245" y="200"/>
                    <a:pt x="300" y="200"/>
                  </a:cubicBezTo>
                  <a:cubicBezTo>
                    <a:pt x="355" y="200"/>
                    <a:pt x="400" y="245"/>
                    <a:pt x="400" y="300"/>
                  </a:cubicBezTo>
                  <a:cubicBezTo>
                    <a:pt x="400" y="355"/>
                    <a:pt x="355" y="400"/>
                    <a:pt x="300" y="40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8">
              <a:extLst>
                <a:ext uri="{FF2B5EF4-FFF2-40B4-BE49-F238E27FC236}">
                  <a16:creationId xmlns:a16="http://schemas.microsoft.com/office/drawing/2014/main" id="{CDFC3336-C91B-4AC5-BA83-B5B09FD79A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29363" y="3211513"/>
              <a:ext cx="266700" cy="268288"/>
            </a:xfrm>
            <a:custGeom>
              <a:avLst/>
              <a:gdLst>
                <a:gd name="T0" fmla="*/ 300 w 600"/>
                <a:gd name="T1" fmla="*/ 0 h 600"/>
                <a:gd name="T2" fmla="*/ 0 w 600"/>
                <a:gd name="T3" fmla="*/ 300 h 600"/>
                <a:gd name="T4" fmla="*/ 300 w 600"/>
                <a:gd name="T5" fmla="*/ 600 h 600"/>
                <a:gd name="T6" fmla="*/ 600 w 600"/>
                <a:gd name="T7" fmla="*/ 300 h 600"/>
                <a:gd name="T8" fmla="*/ 300 w 600"/>
                <a:gd name="T9" fmla="*/ 0 h 600"/>
                <a:gd name="T10" fmla="*/ 300 w 600"/>
                <a:gd name="T11" fmla="*/ 400 h 600"/>
                <a:gd name="T12" fmla="*/ 200 w 600"/>
                <a:gd name="T13" fmla="*/ 300 h 600"/>
                <a:gd name="T14" fmla="*/ 300 w 600"/>
                <a:gd name="T15" fmla="*/ 200 h 600"/>
                <a:gd name="T16" fmla="*/ 400 w 600"/>
                <a:gd name="T17" fmla="*/ 300 h 600"/>
                <a:gd name="T18" fmla="*/ 300 w 600"/>
                <a:gd name="T19" fmla="*/ 400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0" h="600">
                  <a:moveTo>
                    <a:pt x="300" y="0"/>
                  </a:moveTo>
                  <a:cubicBezTo>
                    <a:pt x="134" y="0"/>
                    <a:pt x="0" y="134"/>
                    <a:pt x="0" y="300"/>
                  </a:cubicBezTo>
                  <a:cubicBezTo>
                    <a:pt x="0" y="466"/>
                    <a:pt x="134" y="600"/>
                    <a:pt x="300" y="600"/>
                  </a:cubicBezTo>
                  <a:cubicBezTo>
                    <a:pt x="466" y="600"/>
                    <a:pt x="600" y="466"/>
                    <a:pt x="600" y="300"/>
                  </a:cubicBezTo>
                  <a:cubicBezTo>
                    <a:pt x="600" y="134"/>
                    <a:pt x="466" y="0"/>
                    <a:pt x="300" y="0"/>
                  </a:cubicBezTo>
                  <a:close/>
                  <a:moveTo>
                    <a:pt x="300" y="400"/>
                  </a:moveTo>
                  <a:cubicBezTo>
                    <a:pt x="245" y="400"/>
                    <a:pt x="200" y="355"/>
                    <a:pt x="200" y="300"/>
                  </a:cubicBezTo>
                  <a:cubicBezTo>
                    <a:pt x="200" y="245"/>
                    <a:pt x="245" y="200"/>
                    <a:pt x="300" y="200"/>
                  </a:cubicBezTo>
                  <a:cubicBezTo>
                    <a:pt x="355" y="200"/>
                    <a:pt x="400" y="245"/>
                    <a:pt x="400" y="300"/>
                  </a:cubicBezTo>
                  <a:cubicBezTo>
                    <a:pt x="400" y="355"/>
                    <a:pt x="355" y="400"/>
                    <a:pt x="300" y="40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Rectangle 9">
              <a:extLst>
                <a:ext uri="{FF2B5EF4-FFF2-40B4-BE49-F238E27FC236}">
                  <a16:creationId xmlns:a16="http://schemas.microsoft.com/office/drawing/2014/main" id="{2E584BFC-CF4E-4A68-9880-9ADF6CA08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7163" y="2230438"/>
              <a:ext cx="803275" cy="889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Rectangle 10">
              <a:extLst>
                <a:ext uri="{FF2B5EF4-FFF2-40B4-BE49-F238E27FC236}">
                  <a16:creationId xmlns:a16="http://schemas.microsoft.com/office/drawing/2014/main" id="{F4F77F32-DEBB-42BD-A152-0B79D9295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99338" y="2230438"/>
              <a:ext cx="268288" cy="889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11">
              <a:extLst>
                <a:ext uri="{FF2B5EF4-FFF2-40B4-BE49-F238E27FC236}">
                  <a16:creationId xmlns:a16="http://schemas.microsoft.com/office/drawing/2014/main" id="{259B3B13-64DA-4E6C-9B93-9B299B93D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7163" y="2408238"/>
              <a:ext cx="268288" cy="904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Rectangle 12">
              <a:extLst>
                <a:ext uri="{FF2B5EF4-FFF2-40B4-BE49-F238E27FC236}">
                  <a16:creationId xmlns:a16="http://schemas.microsoft.com/office/drawing/2014/main" id="{669FF130-4150-49BC-AE8D-82F98B95A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4350" y="2408238"/>
              <a:ext cx="534988" cy="904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Rectangle 13">
              <a:extLst>
                <a:ext uri="{FF2B5EF4-FFF2-40B4-BE49-F238E27FC236}">
                  <a16:creationId xmlns:a16="http://schemas.microsoft.com/office/drawing/2014/main" id="{315B4828-3114-405E-8451-2B6411D3EE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7163" y="2587625"/>
              <a:ext cx="1160463" cy="889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Rectangle 14">
              <a:extLst>
                <a:ext uri="{FF2B5EF4-FFF2-40B4-BE49-F238E27FC236}">
                  <a16:creationId xmlns:a16="http://schemas.microsoft.com/office/drawing/2014/main" id="{EB618706-E6C3-4A2E-B8B7-997F4A7DA5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3250" y="2765425"/>
              <a:ext cx="357188" cy="889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Rectangle 15">
              <a:extLst>
                <a:ext uri="{FF2B5EF4-FFF2-40B4-BE49-F238E27FC236}">
                  <a16:creationId xmlns:a16="http://schemas.microsoft.com/office/drawing/2014/main" id="{7FDDA5E9-4598-4613-8FC8-D34EBE82C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99338" y="2765425"/>
              <a:ext cx="268288" cy="889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Rectangle 16">
              <a:extLst>
                <a:ext uri="{FF2B5EF4-FFF2-40B4-BE49-F238E27FC236}">
                  <a16:creationId xmlns:a16="http://schemas.microsoft.com/office/drawing/2014/main" id="{0D3796E8-A2FC-4586-891D-4299F1E7B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8238" y="2408238"/>
              <a:ext cx="179388" cy="904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7819" y="282611"/>
            <a:ext cx="8368363" cy="40945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fr-FR"/>
              <a:t>Répartition des taches</a:t>
            </a:r>
          </a:p>
        </p:txBody>
      </p:sp>
      <p:sp>
        <p:nvSpPr>
          <p:cNvPr id="46" name="Inhaltsplatzhalter 4">
            <a:extLst>
              <a:ext uri="{FF2B5EF4-FFF2-40B4-BE49-F238E27FC236}">
                <a16:creationId xmlns:a16="http://schemas.microsoft.com/office/drawing/2014/main" id="{95F11AF1-8823-4520-8AC0-1A6D2B708039}"/>
              </a:ext>
            </a:extLst>
          </p:cNvPr>
          <p:cNvSpPr txBox="1">
            <a:spLocks/>
          </p:cNvSpPr>
          <p:nvPr/>
        </p:nvSpPr>
        <p:spPr>
          <a:xfrm>
            <a:off x="381000" y="1450791"/>
            <a:ext cx="2240586" cy="240772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1400" b="1" err="1">
                <a:solidFill>
                  <a:schemeClr val="accent1"/>
                </a:solidFill>
                <a:latin typeface="+mj-lt"/>
              </a:rPr>
              <a:t>Yendoumban</a:t>
            </a:r>
            <a:endParaRPr lang="en-US" err="1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2A0239C-05BE-4C65-AC1C-4A8F461DAE1A}"/>
              </a:ext>
            </a:extLst>
          </p:cNvPr>
          <p:cNvGrpSpPr/>
          <p:nvPr/>
        </p:nvGrpSpPr>
        <p:grpSpPr>
          <a:xfrm>
            <a:off x="381000" y="1369887"/>
            <a:ext cx="2240586" cy="394597"/>
            <a:chOff x="381000" y="1390650"/>
            <a:chExt cx="2468880" cy="411333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6BFB9B1-927C-416D-B593-57933A8342CA}"/>
                </a:ext>
              </a:extLst>
            </p:cNvPr>
            <p:cNvSpPr/>
            <p:nvPr/>
          </p:nvSpPr>
          <p:spPr bwMode="auto">
            <a:xfrm>
              <a:off x="381000" y="1390650"/>
              <a:ext cx="2468880" cy="18288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C47829C-9A3A-4C31-940E-F47061B337D7}"/>
                </a:ext>
              </a:extLst>
            </p:cNvPr>
            <p:cNvSpPr/>
            <p:nvPr/>
          </p:nvSpPr>
          <p:spPr bwMode="auto">
            <a:xfrm>
              <a:off x="381000" y="1756263"/>
              <a:ext cx="2468880" cy="4572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159809CD-B027-4451-B35C-E5F568EB3FFE}"/>
              </a:ext>
            </a:extLst>
          </p:cNvPr>
          <p:cNvSpPr/>
          <p:nvPr/>
        </p:nvSpPr>
        <p:spPr>
          <a:xfrm>
            <a:off x="381000" y="1875916"/>
            <a:ext cx="2240586" cy="215443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</a:rPr>
              <a:t>Modelisation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</a:rPr>
              <a:t>Pipeline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sz="105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</a:rPr>
              <a:t>Lemmatizer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</a:rPr>
              <a:t> / Tokenizer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</a:rPr>
              <a:t>AdaBoost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</a:rPr>
              <a:t>Bagging Classifier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</a:rPr>
              <a:t>Pré-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</a:rPr>
              <a:t>analyse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</a:rPr>
              <a:t> /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</a:rPr>
              <a:t>WordCloud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</a:rPr>
              <a:t>Expérimentations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</a:rPr>
              <a:t>GUI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</a:rPr>
              <a:t>Utils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513C6E6-1083-40F5-8394-3166EFD31DA7}"/>
              </a:ext>
            </a:extLst>
          </p:cNvPr>
          <p:cNvSpPr/>
          <p:nvPr/>
        </p:nvSpPr>
        <p:spPr>
          <a:xfrm>
            <a:off x="2804160" y="1875916"/>
            <a:ext cx="2240586" cy="215443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sz="105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</a:rPr>
              <a:t>Tokenizer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sz="105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</a:rPr>
              <a:t>CountVectorizer</a:t>
            </a:r>
            <a:endParaRPr lang="en-US" sz="1050">
              <a:solidFill>
                <a:schemeClr val="tx1">
                  <a:lumMod val="75000"/>
                  <a:lumOff val="25000"/>
                </a:schemeClr>
              </a:solidFill>
              <a:ea typeface="Roboto"/>
              <a:cs typeface="Roboto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sz="105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</a:rPr>
              <a:t>TF-IDF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sz="105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</a:rPr>
              <a:t>Naïve Bayes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sz="105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</a:rPr>
              <a:t>Logistic Regression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sz="105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</a:rPr>
              <a:t>Perceptron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sz="1050">
                <a:solidFill>
                  <a:schemeClr val="accent1"/>
                </a:solidFill>
                <a:ea typeface="Roboto"/>
                <a:cs typeface="Roboto"/>
              </a:rPr>
              <a:t>Decision Tree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sz="1050">
                <a:solidFill>
                  <a:schemeClr val="accent1"/>
                </a:solidFill>
                <a:ea typeface="Roboto"/>
                <a:cs typeface="Roboto"/>
              </a:rPr>
              <a:t>Word Cloud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sz="105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</a:rPr>
              <a:t>Main tests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DFCBB8B-E22B-4C7C-90F7-37EC4543B722}"/>
              </a:ext>
            </a:extLst>
          </p:cNvPr>
          <p:cNvGrpSpPr/>
          <p:nvPr/>
        </p:nvGrpSpPr>
        <p:grpSpPr>
          <a:xfrm>
            <a:off x="2778947" y="1372660"/>
            <a:ext cx="2240586" cy="394597"/>
            <a:chOff x="381000" y="1390650"/>
            <a:chExt cx="2468880" cy="411333"/>
          </a:xfrm>
          <a:solidFill>
            <a:schemeClr val="accent4"/>
          </a:solidFill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07BC9BF-C8A2-44B8-9B8F-3756B42FC155}"/>
                </a:ext>
              </a:extLst>
            </p:cNvPr>
            <p:cNvSpPr/>
            <p:nvPr/>
          </p:nvSpPr>
          <p:spPr bwMode="auto">
            <a:xfrm>
              <a:off x="381000" y="1390650"/>
              <a:ext cx="2468880" cy="182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26FB5A1D-F66F-44A3-802F-24C0007C8F6B}"/>
                </a:ext>
              </a:extLst>
            </p:cNvPr>
            <p:cNvSpPr/>
            <p:nvPr/>
          </p:nvSpPr>
          <p:spPr bwMode="auto">
            <a:xfrm>
              <a:off x="381000" y="1756263"/>
              <a:ext cx="2468880" cy="45720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</p:grpSp>
      <p:sp>
        <p:nvSpPr>
          <p:cNvPr id="61" name="Inhaltsplatzhalter 4">
            <a:extLst>
              <a:ext uri="{FF2B5EF4-FFF2-40B4-BE49-F238E27FC236}">
                <a16:creationId xmlns:a16="http://schemas.microsoft.com/office/drawing/2014/main" id="{BF1C7E50-729F-4B39-BB70-E5EA190BFD8C}"/>
              </a:ext>
            </a:extLst>
          </p:cNvPr>
          <p:cNvSpPr txBox="1">
            <a:spLocks/>
          </p:cNvSpPr>
          <p:nvPr/>
        </p:nvSpPr>
        <p:spPr>
          <a:xfrm>
            <a:off x="2778947" y="1439702"/>
            <a:ext cx="2240586" cy="240772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1400" b="1">
                <a:solidFill>
                  <a:schemeClr val="accent4"/>
                </a:solidFill>
                <a:latin typeface="+mj-lt"/>
              </a:rPr>
              <a:t>Hadjer</a:t>
            </a:r>
            <a:endParaRPr lang="fr-FR">
              <a:solidFill>
                <a:schemeClr val="accent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FDDE04-8CAA-D3CF-900C-020DEC6E51DA}"/>
              </a:ext>
            </a:extLst>
          </p:cNvPr>
          <p:cNvSpPr/>
          <p:nvPr/>
        </p:nvSpPr>
        <p:spPr bwMode="auto">
          <a:xfrm>
            <a:off x="-3362" y="4688116"/>
            <a:ext cx="9147088" cy="458746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fr-FR" dirty="0">
                <a:ea typeface="Roboto"/>
                <a:cs typeface="Roboto"/>
              </a:rPr>
              <a:t>35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261534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20000" decel="6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accel="20000" decel="6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2" accel="20000" decel="6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accel="20000" decel="6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50" grpId="0"/>
      <p:bldP spid="55" grpId="0"/>
      <p:bldP spid="6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ooter Text"/>
          <p:cNvSpPr txBox="1"/>
          <p:nvPr/>
        </p:nvSpPr>
        <p:spPr>
          <a:xfrm>
            <a:off x="2255520" y="1047750"/>
            <a:ext cx="463296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4800" b="1">
                <a:solidFill>
                  <a:schemeClr val="bg1"/>
                </a:solidFill>
              </a:rPr>
              <a:t>THANK YOU !</a:t>
            </a:r>
          </a:p>
        </p:txBody>
      </p:sp>
      <p:sp>
        <p:nvSpPr>
          <p:cNvPr id="19" name="Inhaltsplatzhalter 4">
            <a:extLst>
              <a:ext uri="{FF2B5EF4-FFF2-40B4-BE49-F238E27FC236}">
                <a16:creationId xmlns:a16="http://schemas.microsoft.com/office/drawing/2014/main" id="{CFAE0109-7DB8-4DB3-B15B-AF432FAEEFBC}"/>
              </a:ext>
            </a:extLst>
          </p:cNvPr>
          <p:cNvSpPr txBox="1">
            <a:spLocks/>
          </p:cNvSpPr>
          <p:nvPr/>
        </p:nvSpPr>
        <p:spPr>
          <a:xfrm>
            <a:off x="3011319" y="3105150"/>
            <a:ext cx="3121363" cy="153888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600">
                <a:latin typeface="+mj-lt"/>
              </a:rPr>
              <a:t>CHEDJARI EL MEUR Hadjer</a:t>
            </a:r>
          </a:p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600">
                <a:latin typeface="+mj-lt"/>
                <a:ea typeface="Roboto"/>
                <a:cs typeface="Roboto"/>
              </a:rPr>
              <a:t>NANMEDIGOU Yendoumban</a:t>
            </a:r>
            <a:endParaRPr lang="en-US" sz="1600">
              <a:latin typeface="+mj-lt"/>
            </a:endParaRPr>
          </a:p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600">
                <a:latin typeface="+mj-lt"/>
              </a:rPr>
              <a:t>Université de Caen Normandie</a:t>
            </a:r>
            <a:endParaRPr lang="en-US" sz="1600">
              <a:latin typeface="+mj-lt"/>
              <a:ea typeface="Roboto"/>
              <a:cs typeface="Roboto"/>
            </a:endParaRPr>
          </a:p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600" err="1">
                <a:latin typeface="+mj-lt"/>
              </a:rPr>
              <a:t>Projet</a:t>
            </a:r>
            <a:r>
              <a:rPr lang="en-US" sz="1600">
                <a:latin typeface="+mj-lt"/>
              </a:rPr>
              <a:t> 2</a:t>
            </a:r>
            <a:endParaRPr lang="en-US" sz="1600">
              <a:latin typeface="+mj-lt"/>
              <a:ea typeface="Roboto"/>
              <a:cs typeface="Roboto"/>
            </a:endParaRPr>
          </a:p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600">
                <a:latin typeface="+mj-lt"/>
              </a:rPr>
              <a:t>ADDAD </a:t>
            </a:r>
            <a:r>
              <a:rPr lang="en-US" sz="1600" err="1">
                <a:latin typeface="+mj-lt"/>
              </a:rPr>
              <a:t>Youva</a:t>
            </a:r>
            <a:endParaRPr lang="en-US" sz="1600" err="1">
              <a:latin typeface="+mj-lt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7184638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20000" decel="8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6" presetClass="entr" presetSubtype="37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9" grpId="0"/>
    </p:bldLst>
  </p:timing>
</p:sld>
</file>

<file path=ppt/theme/theme1.xml><?xml version="1.0" encoding="utf-8"?>
<a:theme xmlns:a="http://schemas.openxmlformats.org/drawingml/2006/main" name="Default Theme">
  <a:themeElements>
    <a:clrScheme name="08_Key">
      <a:dk1>
        <a:srgbClr val="262626"/>
      </a:dk1>
      <a:lt1>
        <a:srgbClr val="FFFFFF"/>
      </a:lt1>
      <a:dk2>
        <a:srgbClr val="262626"/>
      </a:dk2>
      <a:lt2>
        <a:srgbClr val="FFFFFF"/>
      </a:lt2>
      <a:accent1>
        <a:srgbClr val="494B69"/>
      </a:accent1>
      <a:accent2>
        <a:srgbClr val="695D7A"/>
      </a:accent2>
      <a:accent3>
        <a:srgbClr val="9F5B72"/>
      </a:accent3>
      <a:accent4>
        <a:srgbClr val="D8707C"/>
      </a:accent4>
      <a:accent5>
        <a:srgbClr val="FDA85A"/>
      </a:accent5>
      <a:accent6>
        <a:srgbClr val="FDCD5A"/>
      </a:accent6>
      <a:hlink>
        <a:srgbClr val="FFFFFF"/>
      </a:hlink>
      <a:folHlink>
        <a:srgbClr val="595959"/>
      </a:folHlink>
    </a:clrScheme>
    <a:fontScheme name="Custom 84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1"/>
        </a:solidFill>
        <a:ln w="9525">
          <a:noFill/>
          <a:round/>
          <a:headEnd/>
          <a:tailEnd/>
        </a:ln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>
          <a:defRPr/>
        </a:defPPr>
      </a:lstStyle>
    </a:sp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08_Key">
      <a:dk1>
        <a:srgbClr val="262626"/>
      </a:dk1>
      <a:lt1>
        <a:srgbClr val="FFFFFF"/>
      </a:lt1>
      <a:dk2>
        <a:srgbClr val="262626"/>
      </a:dk2>
      <a:lt2>
        <a:srgbClr val="FFFFFF"/>
      </a:lt2>
      <a:accent1>
        <a:srgbClr val="494B69"/>
      </a:accent1>
      <a:accent2>
        <a:srgbClr val="695D7A"/>
      </a:accent2>
      <a:accent3>
        <a:srgbClr val="9F5B72"/>
      </a:accent3>
      <a:accent4>
        <a:srgbClr val="D8707C"/>
      </a:accent4>
      <a:accent5>
        <a:srgbClr val="FDA85A"/>
      </a:accent5>
      <a:accent6>
        <a:srgbClr val="FDCD5A"/>
      </a:accent6>
      <a:hlink>
        <a:srgbClr val="FFFFFF"/>
      </a:hlink>
      <a:folHlink>
        <a:srgbClr val="595959"/>
      </a:folHlink>
    </a:clrScheme>
    <a:fontScheme name="Custom 76">
      <a:majorFont>
        <a:latin typeface="Roboto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idnight">
  <a:themeElements>
    <a:clrScheme name="Charcoal by APW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374151"/>
      </a:accent1>
      <a:accent2>
        <a:srgbClr val="6B7280"/>
      </a:accent2>
      <a:accent3>
        <a:srgbClr val="9CA3AF"/>
      </a:accent3>
      <a:accent4>
        <a:srgbClr val="F3F4F6"/>
      </a:accent4>
      <a:accent5>
        <a:srgbClr val="22D3EE"/>
      </a:accent5>
      <a:accent6>
        <a:srgbClr val="6E7889"/>
      </a:accent6>
      <a:hlink>
        <a:srgbClr val="467886"/>
      </a:hlink>
      <a:folHlink>
        <a:srgbClr val="96607D"/>
      </a:folHlink>
    </a:clrScheme>
    <a:fontScheme name="Custom 98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C746598-0177-42AF-8B6C-18A53CB3A4EE}">
  <we:reference id="wa200005566" version="1.0.0.0" store="en-US" storeType="omex"/>
  <we:alternateReferences>
    <we:reference id="wa200005566" version="1.0.0.0" store="omex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36</Slides>
  <Notes>0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Default Theme</vt:lpstr>
      <vt:lpstr>Custom Design</vt:lpstr>
      <vt:lpstr>Midnight</vt:lpstr>
      <vt:lpstr>PowerPoint Presentation</vt:lpstr>
      <vt:lpstr>PowerPoint Presentation</vt:lpstr>
      <vt:lpstr>Introduction</vt:lpstr>
      <vt:lpstr>Objectifs du projet</vt:lpstr>
      <vt:lpstr>PRÉ-ANALYSE DES DONNÉES</vt:lpstr>
      <vt:lpstr>Methodologie</vt:lpstr>
      <vt:lpstr>PowerPoint Presentation</vt:lpstr>
      <vt:lpstr>PowerPoint Presentation</vt:lpstr>
      <vt:lpstr>PowerPoint Presentation</vt:lpstr>
      <vt:lpstr>Classifiers</vt:lpstr>
      <vt:lpstr>PowerPoint Presentation</vt:lpstr>
      <vt:lpstr>PowerPoint Presentation</vt:lpstr>
      <vt:lpstr>PowerPoint Presentation</vt:lpstr>
      <vt:lpstr>PowerPoint Presentation</vt:lpstr>
      <vt:lpstr>Descente de Gradient et Arrêt Précoce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EXPÉRIMENTATIONS </vt:lpstr>
      <vt:lpstr>MÉTRIQUES ÉVALUÉES</vt:lpstr>
      <vt:lpstr>MÉTRIQUES ÉVALUÉES</vt:lpstr>
      <vt:lpstr>CLASSIFIERS LES PLUS PERFORMANTS ?</vt:lpstr>
      <vt:lpstr>CLASSIFIERS LES PLUS PERFORMANTS ?</vt:lpstr>
      <vt:lpstr>ÉTUDE DES FEATURIZERS</vt:lpstr>
      <vt:lpstr>ÉTUDE DES FEATURIZERS</vt:lpstr>
      <vt:lpstr>PRÉPROCESSING NÉCESSAIRE </vt:lpstr>
      <vt:lpstr>IMPACT DE L'APPRENTISSAGE</vt:lpstr>
      <vt:lpstr>UNE CLASSE PLUS FACILE À DETECTER ?</vt:lpstr>
      <vt:lpstr>COMPARAISONS </vt:lpstr>
      <vt:lpstr>GUI</vt:lpstr>
      <vt:lpstr>LIMITES</vt:lpstr>
      <vt:lpstr>CONCLUSION</vt:lpstr>
      <vt:lpstr>Répartition des taches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High Tech</dc:creator>
  <cp:revision>170</cp:revision>
  <dcterms:created xsi:type="dcterms:W3CDTF">2015-09-08T18:46:55Z</dcterms:created>
  <dcterms:modified xsi:type="dcterms:W3CDTF">2025-04-03T02:18:29Z</dcterms:modified>
</cp:coreProperties>
</file>