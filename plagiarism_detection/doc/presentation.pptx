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ink/ink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93" r:id="rId2"/>
  </p:sldMasterIdLst>
  <p:notesMasterIdLst>
    <p:notesMasterId r:id="rId45"/>
  </p:notesMasterIdLst>
  <p:handoutMasterIdLst>
    <p:handoutMasterId r:id="rId46"/>
  </p:handoutMasterIdLst>
  <p:sldIdLst>
    <p:sldId id="1479" r:id="rId3"/>
    <p:sldId id="1642" r:id="rId4"/>
    <p:sldId id="1645" r:id="rId5"/>
    <p:sldId id="1665" r:id="rId6"/>
    <p:sldId id="2141" r:id="rId7"/>
    <p:sldId id="2142" r:id="rId8"/>
    <p:sldId id="1639" r:id="rId9"/>
    <p:sldId id="2135" r:id="rId10"/>
    <p:sldId id="2136" r:id="rId11"/>
    <p:sldId id="1648" r:id="rId12"/>
    <p:sldId id="2137" r:id="rId13"/>
    <p:sldId id="2138" r:id="rId14"/>
    <p:sldId id="2139" r:id="rId15"/>
    <p:sldId id="1652" r:id="rId16"/>
    <p:sldId id="1649" r:id="rId17"/>
    <p:sldId id="1650" r:id="rId18"/>
    <p:sldId id="1651" r:id="rId19"/>
    <p:sldId id="2133" r:id="rId20"/>
    <p:sldId id="1664" r:id="rId21"/>
    <p:sldId id="2128" r:id="rId22"/>
    <p:sldId id="1655" r:id="rId23"/>
    <p:sldId id="1657" r:id="rId24"/>
    <p:sldId id="1659" r:id="rId25"/>
    <p:sldId id="1656" r:id="rId26"/>
    <p:sldId id="1661" r:id="rId27"/>
    <p:sldId id="1662" r:id="rId28"/>
    <p:sldId id="1660" r:id="rId29"/>
    <p:sldId id="1666" r:id="rId30"/>
    <p:sldId id="1663" r:id="rId31"/>
    <p:sldId id="1646" r:id="rId32"/>
    <p:sldId id="2140" r:id="rId33"/>
    <p:sldId id="2143" r:id="rId34"/>
    <p:sldId id="2134" r:id="rId35"/>
    <p:sldId id="2129" r:id="rId36"/>
    <p:sldId id="2144" r:id="rId37"/>
    <p:sldId id="2145" r:id="rId38"/>
    <p:sldId id="2146" r:id="rId39"/>
    <p:sldId id="1653" r:id="rId40"/>
    <p:sldId id="2147" r:id="rId41"/>
    <p:sldId id="1654" r:id="rId42"/>
    <p:sldId id="2132" r:id="rId43"/>
    <p:sldId id="1644" r:id="rId4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5C5C"/>
    <a:srgbClr val="D8707C"/>
    <a:srgbClr val="9F5B72"/>
    <a:srgbClr val="494B69"/>
    <a:srgbClr val="695D7A"/>
    <a:srgbClr val="FDA85A"/>
    <a:srgbClr val="5EAADE"/>
    <a:srgbClr val="38579A"/>
    <a:srgbClr val="E99BEB"/>
    <a:srgbClr val="515C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B74E42-25CD-18AF-3DF8-028E319FCDF3}" v="2056" dt="2025-02-03T00:34:40.562"/>
    <p1510:client id="{0B07E91B-FAEA-E47C-6080-EB120184F4E5}" v="76" dt="2025-02-03T21:21:43.770"/>
    <p1510:client id="{1027F845-761D-AC39-27C9-C852B40F8A97}" v="2" dt="2025-02-02T20:43:40.622"/>
    <p1510:client id="{15E4FCC5-16C3-6846-9CAE-80D41BF4FE9A}" v="223" dt="2025-02-04T12:46:42.142"/>
    <p1510:client id="{2056E658-3AA7-90F2-0E4B-210B0CA7DDEC}" v="1780" dt="2025-02-03T00:09:55.328"/>
    <p1510:client id="{4D2ABF31-AD54-2A2B-E56A-9025D7615F60}" v="4" dt="2025-02-02T15:32:47.210"/>
    <p1510:client id="{5F468B8B-17C4-7084-125E-28F046575988}" v="20" dt="2025-02-02T19:49:47.871"/>
    <p1510:client id="{67158F5B-C4B9-DD65-1074-AE12BF3EE9C2}" v="218" dt="2025-02-02T15:19:03.241"/>
    <p1510:client id="{7E6FA4DC-36CB-FB96-032E-DD2FBD04A436}" v="73" dt="2025-02-04T02:37:49.650"/>
    <p1510:client id="{7E7BDEA7-8411-98B5-E55C-022ED373A05F}" v="300" dt="2025-02-04T12:36:12.577"/>
    <p1510:client id="{84B2515E-FE88-2801-2679-77833A37F2EC}" v="17" dt="2025-02-04T14:03:19.517"/>
    <p1510:client id="{92AC10E2-50B9-F2EA-77CD-39012558D3EF}" v="17" dt="2025-02-04T00:16:31.968"/>
    <p1510:client id="{9F0BA58D-8FDF-9A44-2C68-1E0F7447343B}" v="162" dt="2025-02-02T18:08:21.756"/>
    <p1510:client id="{CFA2116C-FDB4-64C6-7D09-07F6426834CC}" v="1069" dt="2025-02-03T20:31:08.685"/>
    <p1510:client id="{D9D990D1-E044-8E1C-13C8-C8BB8A90AE6B}" v="67" dt="2025-02-04T14:07:26.966"/>
    <p1510:client id="{F455ECFF-0035-8401-5125-FE5CCFBB8108}" v="94" dt="2025-02-04T00:44:31.3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679_1AAC0A0F.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679_1AAC0A0F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67B_4EE16C3C.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678_6A14B38C.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6E98-4D2A-B569-BD5BF5C22DA8}"/>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3-6E98-4D2A-B569-BD5BF5C22DA8}"/>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5-6E98-4D2A-B569-BD5BF5C22DA8}"/>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7-6E98-4D2A-B569-BD5BF5C22DA8}"/>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9-6E98-4D2A-B569-BD5BF5C22DA8}"/>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2013</c:v>
                </c:pt>
                <c:pt idx="1">
                  <c:v>2014</c:v>
                </c:pt>
                <c:pt idx="2">
                  <c:v>2015</c:v>
                </c:pt>
                <c:pt idx="3">
                  <c:v>2016</c:v>
                </c:pt>
                <c:pt idx="4">
                  <c:v>2017</c:v>
                </c:pt>
              </c:numCache>
            </c:numRef>
          </c:cat>
          <c:val>
            <c:numRef>
              <c:f>Sheet1!$B$2:$B$6</c:f>
              <c:numCache>
                <c:formatCode>General</c:formatCode>
                <c:ptCount val="5"/>
                <c:pt idx="0">
                  <c:v>150</c:v>
                </c:pt>
                <c:pt idx="1">
                  <c:v>350</c:v>
                </c:pt>
                <c:pt idx="2">
                  <c:v>200</c:v>
                </c:pt>
                <c:pt idx="3">
                  <c:v>350</c:v>
                </c:pt>
                <c:pt idx="4">
                  <c:v>500</c:v>
                </c:pt>
              </c:numCache>
            </c:numRef>
          </c:val>
          <c:extLst>
            <c:ext xmlns:c16="http://schemas.microsoft.com/office/drawing/2014/chart" uri="{C3380CC4-5D6E-409C-BE32-E72D297353CC}">
              <c16:uniqueId val="{0000000A-6E98-4D2A-B569-BD5BF5C22DA8}"/>
            </c:ext>
          </c:extLst>
        </c:ser>
        <c:dLbls>
          <c:showLegendKey val="0"/>
          <c:showVal val="0"/>
          <c:showCatName val="0"/>
          <c:showSerName val="0"/>
          <c:showPercent val="0"/>
          <c:showBubbleSize val="0"/>
        </c:dLbls>
        <c:gapWidth val="32"/>
        <c:overlap val="26"/>
        <c:axId val="311814304"/>
        <c:axId val="311814864"/>
      </c:barChart>
      <c:catAx>
        <c:axId val="31181430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311814864"/>
        <c:crossesAt val="0"/>
        <c:auto val="1"/>
        <c:lblAlgn val="ctr"/>
        <c:lblOffset val="100"/>
        <c:noMultiLvlLbl val="0"/>
      </c:catAx>
      <c:valAx>
        <c:axId val="311814864"/>
        <c:scaling>
          <c:orientation val="minMax"/>
          <c:max val="500"/>
          <c:min val="0"/>
        </c:scaling>
        <c:delete val="1"/>
        <c:axPos val="b"/>
        <c:numFmt formatCode="General" sourceLinked="1"/>
        <c:majorTickMark val="none"/>
        <c:minorTickMark val="none"/>
        <c:tickLblPos val="nextTo"/>
        <c:crossAx val="311814304"/>
        <c:crosses val="autoZero"/>
        <c:crossBetween val="between"/>
        <c:majorUnit val="50"/>
      </c:valAx>
      <c:spPr>
        <a:noFill/>
        <a:ln>
          <a:noFill/>
        </a:ln>
        <a:effectLst/>
      </c:spPr>
    </c:plotArea>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80D7-412D-A3DB-4441AB7072D6}"/>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3-80D7-412D-A3DB-4441AB7072D6}"/>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5-80D7-412D-A3DB-4441AB7072D6}"/>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7-80D7-412D-A3DB-4441AB7072D6}"/>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9-80D7-412D-A3DB-4441AB7072D6}"/>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2013</c:v>
                </c:pt>
                <c:pt idx="1">
                  <c:v>2014</c:v>
                </c:pt>
                <c:pt idx="2">
                  <c:v>2015</c:v>
                </c:pt>
                <c:pt idx="3">
                  <c:v>2016</c:v>
                </c:pt>
                <c:pt idx="4">
                  <c:v>2017</c:v>
                </c:pt>
                <c:pt idx="5">
                  <c:v>2018</c:v>
                </c:pt>
              </c:numCache>
            </c:numRef>
          </c:cat>
          <c:val>
            <c:numRef>
              <c:f>Sheet1!$B$2:$B$7</c:f>
              <c:numCache>
                <c:formatCode>General</c:formatCode>
                <c:ptCount val="6"/>
                <c:pt idx="0">
                  <c:v>150</c:v>
                </c:pt>
                <c:pt idx="1">
                  <c:v>350</c:v>
                </c:pt>
                <c:pt idx="2">
                  <c:v>200</c:v>
                </c:pt>
                <c:pt idx="3">
                  <c:v>350</c:v>
                </c:pt>
                <c:pt idx="4">
                  <c:v>450</c:v>
                </c:pt>
                <c:pt idx="5">
                  <c:v>490</c:v>
                </c:pt>
              </c:numCache>
            </c:numRef>
          </c:val>
          <c:extLst>
            <c:ext xmlns:c16="http://schemas.microsoft.com/office/drawing/2014/chart" uri="{C3380CC4-5D6E-409C-BE32-E72D297353CC}">
              <c16:uniqueId val="{0000000A-80D7-412D-A3DB-4441AB7072D6}"/>
            </c:ext>
          </c:extLst>
        </c:ser>
        <c:dLbls>
          <c:showLegendKey val="0"/>
          <c:showVal val="0"/>
          <c:showCatName val="0"/>
          <c:showSerName val="0"/>
          <c:showPercent val="0"/>
          <c:showBubbleSize val="0"/>
        </c:dLbls>
        <c:gapWidth val="32"/>
        <c:axId val="479682768"/>
        <c:axId val="238852912"/>
      </c:barChart>
      <c:catAx>
        <c:axId val="47968276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38852912"/>
        <c:crossesAt val="0"/>
        <c:auto val="1"/>
        <c:lblAlgn val="ctr"/>
        <c:lblOffset val="100"/>
        <c:noMultiLvlLbl val="0"/>
      </c:catAx>
      <c:valAx>
        <c:axId val="238852912"/>
        <c:scaling>
          <c:orientation val="minMax"/>
          <c:max val="500"/>
          <c:min val="0"/>
        </c:scaling>
        <c:delete val="1"/>
        <c:axPos val="l"/>
        <c:numFmt formatCode="General" sourceLinked="1"/>
        <c:majorTickMark val="none"/>
        <c:minorTickMark val="none"/>
        <c:tickLblPos val="nextTo"/>
        <c:crossAx val="479682768"/>
        <c:crosses val="autoZero"/>
        <c:crossBetween val="between"/>
        <c:majorUnit val="50"/>
      </c:valAx>
      <c:spPr>
        <a:noFill/>
        <a:ln>
          <a:noFill/>
        </a:ln>
        <a:effectLst/>
      </c:spPr>
    </c:plotArea>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Element Title 1</c:v>
                </c:pt>
              </c:strCache>
            </c:strRef>
          </c:tx>
          <c:spPr>
            <a:solidFill>
              <a:schemeClr val="accent1"/>
            </a:solidFill>
            <a:ln>
              <a:noFill/>
            </a:ln>
            <a:effectLst/>
          </c:spPr>
          <c:invertIfNegative val="0"/>
          <c:cat>
            <c:strRef>
              <c:f>Sheet1!$A$2:$A$13</c:f>
              <c:strCache>
                <c:ptCount val="12"/>
                <c:pt idx="0">
                  <c:v>Jan</c:v>
                </c:pt>
                <c:pt idx="1">
                  <c:v>Feb</c:v>
                </c:pt>
                <c:pt idx="2">
                  <c:v>Mar</c:v>
                </c:pt>
                <c:pt idx="3">
                  <c:v>Abr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300</c:v>
                </c:pt>
                <c:pt idx="1">
                  <c:v>350</c:v>
                </c:pt>
                <c:pt idx="2">
                  <c:v>450</c:v>
                </c:pt>
                <c:pt idx="3">
                  <c:v>700</c:v>
                </c:pt>
                <c:pt idx="4">
                  <c:v>550</c:v>
                </c:pt>
                <c:pt idx="5">
                  <c:v>350</c:v>
                </c:pt>
                <c:pt idx="6">
                  <c:v>360</c:v>
                </c:pt>
                <c:pt idx="7">
                  <c:v>500</c:v>
                </c:pt>
                <c:pt idx="8">
                  <c:v>300</c:v>
                </c:pt>
                <c:pt idx="9">
                  <c:v>350</c:v>
                </c:pt>
                <c:pt idx="10">
                  <c:v>550</c:v>
                </c:pt>
                <c:pt idx="11">
                  <c:v>600</c:v>
                </c:pt>
              </c:numCache>
            </c:numRef>
          </c:val>
          <c:extLst>
            <c:ext xmlns:c16="http://schemas.microsoft.com/office/drawing/2014/chart" uri="{C3380CC4-5D6E-409C-BE32-E72D297353CC}">
              <c16:uniqueId val="{00000000-7CE3-40AD-999A-DC96B0941F00}"/>
            </c:ext>
          </c:extLst>
        </c:ser>
        <c:dLbls>
          <c:showLegendKey val="0"/>
          <c:showVal val="0"/>
          <c:showCatName val="0"/>
          <c:showSerName val="0"/>
          <c:showPercent val="0"/>
          <c:showBubbleSize val="0"/>
        </c:dLbls>
        <c:gapWidth val="150"/>
        <c:axId val="671915600"/>
        <c:axId val="671908320"/>
      </c:barChart>
      <c:lineChart>
        <c:grouping val="standard"/>
        <c:varyColors val="0"/>
        <c:ser>
          <c:idx val="1"/>
          <c:order val="1"/>
          <c:tx>
            <c:strRef>
              <c:f>Sheet1!$C$1</c:f>
              <c:strCache>
                <c:ptCount val="1"/>
                <c:pt idx="0">
                  <c:v>Element Title 2</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Sheet1!$A$2:$A$13</c:f>
              <c:strCache>
                <c:ptCount val="12"/>
                <c:pt idx="0">
                  <c:v>Jan</c:v>
                </c:pt>
                <c:pt idx="1">
                  <c:v>Feb</c:v>
                </c:pt>
                <c:pt idx="2">
                  <c:v>Mar</c:v>
                </c:pt>
                <c:pt idx="3">
                  <c:v>Abr</c:v>
                </c:pt>
                <c:pt idx="4">
                  <c:v>May</c:v>
                </c:pt>
                <c:pt idx="5">
                  <c:v>Jun</c:v>
                </c:pt>
                <c:pt idx="6">
                  <c:v>Jul</c:v>
                </c:pt>
                <c:pt idx="7">
                  <c:v>Aug</c:v>
                </c:pt>
                <c:pt idx="8">
                  <c:v>Sep</c:v>
                </c:pt>
                <c:pt idx="9">
                  <c:v>Oct</c:v>
                </c:pt>
                <c:pt idx="10">
                  <c:v>Nov</c:v>
                </c:pt>
                <c:pt idx="11">
                  <c:v>Dec</c:v>
                </c:pt>
              </c:strCache>
            </c:strRef>
          </c:cat>
          <c:val>
            <c:numRef>
              <c:f>Sheet1!$C$2:$C$13</c:f>
              <c:numCache>
                <c:formatCode>"$"#,##0</c:formatCode>
                <c:ptCount val="12"/>
                <c:pt idx="0">
                  <c:v>338578</c:v>
                </c:pt>
                <c:pt idx="1">
                  <c:v>391425</c:v>
                </c:pt>
                <c:pt idx="2">
                  <c:v>349787</c:v>
                </c:pt>
                <c:pt idx="3">
                  <c:v>298325</c:v>
                </c:pt>
                <c:pt idx="4">
                  <c:v>132654</c:v>
                </c:pt>
                <c:pt idx="5">
                  <c:v>108362</c:v>
                </c:pt>
                <c:pt idx="6">
                  <c:v>283654</c:v>
                </c:pt>
                <c:pt idx="7">
                  <c:v>343659</c:v>
                </c:pt>
                <c:pt idx="8">
                  <c:v>225632</c:v>
                </c:pt>
                <c:pt idx="9">
                  <c:v>148265</c:v>
                </c:pt>
                <c:pt idx="10">
                  <c:v>148113</c:v>
                </c:pt>
                <c:pt idx="11">
                  <c:v>151356</c:v>
                </c:pt>
              </c:numCache>
            </c:numRef>
          </c:val>
          <c:smooth val="0"/>
          <c:extLst>
            <c:ext xmlns:c16="http://schemas.microsoft.com/office/drawing/2014/chart" uri="{C3380CC4-5D6E-409C-BE32-E72D297353CC}">
              <c16:uniqueId val="{00000001-7CE3-40AD-999A-DC96B0941F00}"/>
            </c:ext>
          </c:extLst>
        </c:ser>
        <c:dLbls>
          <c:showLegendKey val="0"/>
          <c:showVal val="0"/>
          <c:showCatName val="0"/>
          <c:showSerName val="0"/>
          <c:showPercent val="0"/>
          <c:showBubbleSize val="0"/>
        </c:dLbls>
        <c:marker val="1"/>
        <c:smooth val="0"/>
        <c:axId val="671907760"/>
        <c:axId val="671918960"/>
      </c:lineChart>
      <c:valAx>
        <c:axId val="671918960"/>
        <c:scaling>
          <c:orientation val="minMax"/>
        </c:scaling>
        <c:delete val="0"/>
        <c:axPos val="l"/>
        <c:majorGridlines>
          <c:spPr>
            <a:ln w="9525" cap="flat" cmpd="sng" algn="ctr">
              <a:solidFill>
                <a:schemeClr val="tx1">
                  <a:lumMod val="15000"/>
                  <a:lumOff val="85000"/>
                </a:schemeClr>
              </a:solidFill>
              <a:round/>
            </a:ln>
            <a:effectLst/>
          </c:spPr>
        </c:majorGridlines>
        <c:numFmt formatCode="&quot;$&quot;#,##0"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671907760"/>
        <c:crosses val="autoZero"/>
        <c:crossBetween val="between"/>
      </c:valAx>
      <c:catAx>
        <c:axId val="671907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cap="all" spc="120" normalizeH="0" baseline="0">
                <a:solidFill>
                  <a:schemeClr val="tx1">
                    <a:lumMod val="65000"/>
                    <a:lumOff val="35000"/>
                  </a:schemeClr>
                </a:solidFill>
                <a:latin typeface="+mn-lt"/>
                <a:ea typeface="+mn-ea"/>
                <a:cs typeface="+mn-cs"/>
              </a:defRPr>
            </a:pPr>
            <a:endParaRPr lang="en-US"/>
          </a:p>
        </c:txPr>
        <c:crossAx val="671918960"/>
        <c:crosses val="autoZero"/>
        <c:auto val="0"/>
        <c:lblAlgn val="ctr"/>
        <c:lblOffset val="100"/>
        <c:noMultiLvlLbl val="0"/>
      </c:catAx>
      <c:valAx>
        <c:axId val="671908320"/>
        <c:scaling>
          <c:orientation val="minMax"/>
        </c:scaling>
        <c:delete val="0"/>
        <c:axPos val="r"/>
        <c:numFmt formatCode="General" sourceLinked="1"/>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671915600"/>
        <c:crosses val="max"/>
        <c:crossBetween val="between"/>
      </c:valAx>
      <c:catAx>
        <c:axId val="671915600"/>
        <c:scaling>
          <c:orientation val="minMax"/>
        </c:scaling>
        <c:delete val="1"/>
        <c:axPos val="b"/>
        <c:numFmt formatCode="General" sourceLinked="1"/>
        <c:majorTickMark val="out"/>
        <c:minorTickMark val="none"/>
        <c:tickLblPos val="nextTo"/>
        <c:crossAx val="671908320"/>
        <c:crosses val="autoZero"/>
        <c:auto val="1"/>
        <c:lblAlgn val="ctr"/>
        <c:lblOffset val="100"/>
        <c:noMultiLvlLbl val="0"/>
      </c:catAx>
      <c:spPr>
        <a:solidFill>
          <a:schemeClr val="bg1"/>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9FAB-4556-9389-82F03E1F86DB}"/>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9FAB-4556-9389-82F03E1F86DB}"/>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9FAB-4556-9389-82F03E1F86DB}"/>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9FAB-4556-9389-82F03E1F86DB}"/>
              </c:ext>
            </c:extLst>
          </c:dPt>
          <c:dLbls>
            <c:dLbl>
              <c:idx val="0"/>
              <c:numFmt formatCode="0%" sourceLinked="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1-9FAB-4556-9389-82F03E1F86DB}"/>
                </c:ext>
              </c:extLst>
            </c:dLbl>
            <c:dLbl>
              <c:idx val="1"/>
              <c:numFmt formatCode="0%" sourceLinked="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3-9FAB-4556-9389-82F03E1F86DB}"/>
                </c:ext>
              </c:extLst>
            </c:dLbl>
            <c:dLbl>
              <c:idx val="2"/>
              <c:numFmt formatCode="0%" sourceLinked="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5-9FAB-4556-9389-82F03E1F86DB}"/>
                </c:ext>
              </c:extLst>
            </c:dLbl>
            <c:dLbl>
              <c:idx val="3"/>
              <c:numFmt formatCode="0%" sourceLinked="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7-9FAB-4556-9389-82F03E1F86DB}"/>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0.00%</c:formatCode>
                <c:ptCount val="4"/>
                <c:pt idx="0">
                  <c:v>0.35</c:v>
                </c:pt>
                <c:pt idx="1">
                  <c:v>0.15</c:v>
                </c:pt>
                <c:pt idx="2">
                  <c:v>0.15</c:v>
                </c:pt>
                <c:pt idx="3">
                  <c:v>0.15</c:v>
                </c:pt>
              </c:numCache>
            </c:numRef>
          </c:val>
          <c:extLst>
            <c:ext xmlns:c16="http://schemas.microsoft.com/office/drawing/2014/chart" uri="{C3380CC4-5D6E-409C-BE32-E72D297353CC}">
              <c16:uniqueId val="{00000008-9FAB-4556-9389-82F03E1F86DB}"/>
            </c:ext>
          </c:extLst>
        </c:ser>
        <c:dLbls>
          <c:dLblPos val="outEnd"/>
          <c:showLegendKey val="0"/>
          <c:showVal val="0"/>
          <c:showCatName val="1"/>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D0CDCF-B072-4CC6-B2A3-B1C4F4AE3FFA}" type="datetimeFigureOut">
              <a:rPr lang="en-US" smtClean="0"/>
              <a:pPr/>
              <a:t>2/4/2025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8A0187-CA69-4ACB-9811-75164F281DE0}" type="slidenum">
              <a:rPr lang="en-US" smtClean="0"/>
              <a:pPr/>
              <a:t>‹#›</a:t>
            </a:fld>
            <a:endParaRPr lang="en-US"/>
          </a:p>
        </p:txBody>
      </p:sp>
    </p:spTree>
    <p:extLst>
      <p:ext uri="{BB962C8B-B14F-4D97-AF65-F5344CB8AC3E}">
        <p14:creationId xmlns:p14="http://schemas.microsoft.com/office/powerpoint/2010/main" val="29588819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2-02T00:03:03.927"/>
    </inkml:context>
    <inkml:brush xml:id="br0">
      <inkml:brushProperty name="width" value="0.1" units="cm"/>
      <inkml:brushProperty name="height" value="0.1" units="cm"/>
    </inkml:brush>
  </inkml:definitions>
  <inkml:trace contextRef="#ctx0" brushRef="#br0">22934 8080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2-02T00:03:03.927"/>
    </inkml:context>
    <inkml:brush xml:id="br0">
      <inkml:brushProperty name="width" value="0.1" units="cm"/>
      <inkml:brushProperty name="height" value="0.1" units="cm"/>
    </inkml:brush>
  </inkml:definitions>
  <inkml:trace contextRef="#ctx0" brushRef="#br0">22934 8080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63E9E0-D922-418E-8BFA-E41C87CB1E68}" type="datetimeFigureOut">
              <a:rPr lang="en-US" smtClean="0"/>
              <a:pPr/>
              <a:t>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7D2F9E-D167-4ED3-83EC-AE46EA34BEC3}" type="slidenum">
              <a:rPr lang="en-US" smtClean="0"/>
              <a:pPr/>
              <a:t>‹#›</a:t>
            </a:fld>
            <a:endParaRPr lang="en-US"/>
          </a:p>
        </p:txBody>
      </p:sp>
    </p:spTree>
    <p:extLst>
      <p:ext uri="{BB962C8B-B14F-4D97-AF65-F5344CB8AC3E}">
        <p14:creationId xmlns:p14="http://schemas.microsoft.com/office/powerpoint/2010/main" val="423772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561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A6174F8-1206-42B4-8253-0D1E82F521D8}"/>
              </a:ext>
            </a:extLst>
          </p:cNvPr>
          <p:cNvSpPr>
            <a:spLocks noGrp="1"/>
          </p:cNvSpPr>
          <p:nvPr>
            <p:ph type="body" sz="half" idx="2" hasCustomPrompt="1"/>
          </p:nvPr>
        </p:nvSpPr>
        <p:spPr>
          <a:xfrm>
            <a:off x="387819" y="730530"/>
            <a:ext cx="8368363" cy="173255"/>
          </a:xfrm>
          <a:prstGeom prst="rect">
            <a:avLst/>
          </a:prstGeom>
        </p:spPr>
        <p:txBody>
          <a:bodyPr wrap="none" lIns="0" tIns="0" rIns="0" bIns="0" anchor="ctr">
            <a:noAutofit/>
          </a:bodyPr>
          <a:lstStyle>
            <a:lvl1pPr marL="0" indent="0" algn="l">
              <a:buNone/>
              <a:defRPr sz="1100" b="0" baseline="0">
                <a:solidFill>
                  <a:schemeClr val="bg1">
                    <a:lumMod val="50000"/>
                  </a:schemeClr>
                </a:solidFill>
                <a:latin typeface="+mj-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EDITE SUBTITLE</a:t>
            </a:r>
          </a:p>
        </p:txBody>
      </p:sp>
      <p:sp>
        <p:nvSpPr>
          <p:cNvPr id="5" name="Title 2">
            <a:extLst>
              <a:ext uri="{FF2B5EF4-FFF2-40B4-BE49-F238E27FC236}">
                <a16:creationId xmlns:a16="http://schemas.microsoft.com/office/drawing/2014/main" id="{CE59A572-76E8-4055-881A-EC3A9E6FDA57}"/>
              </a:ext>
            </a:extLst>
          </p:cNvPr>
          <p:cNvSpPr>
            <a:spLocks noGrp="1"/>
          </p:cNvSpPr>
          <p:nvPr>
            <p:ph type="title"/>
          </p:nvPr>
        </p:nvSpPr>
        <p:spPr>
          <a:xfrm>
            <a:off x="387819" y="282611"/>
            <a:ext cx="8368363" cy="409459"/>
          </a:xfrm>
          <a:prstGeom prst="rect">
            <a:avLst/>
          </a:prstGeom>
        </p:spPr>
        <p:txBody>
          <a:bodyPr lIns="0" tIns="0" rIns="0" bIns="0" anchor="ctr"/>
          <a:lstStyle>
            <a:lvl1pPr algn="l">
              <a:defRPr sz="2800">
                <a:solidFill>
                  <a:schemeClr val="tx1">
                    <a:lumMod val="75000"/>
                    <a:lumOff val="25000"/>
                  </a:schemeClr>
                </a:solidFill>
                <a:latin typeface="+mj-lt"/>
              </a:defRPr>
            </a:lvl1pPr>
          </a:lstStyle>
          <a:p>
            <a:r>
              <a:rPr lang="en-US"/>
              <a:t>Click to edit Master title style</a:t>
            </a:r>
          </a:p>
        </p:txBody>
      </p:sp>
    </p:spTree>
    <p:extLst>
      <p:ext uri="{BB962C8B-B14F-4D97-AF65-F5344CB8AC3E}">
        <p14:creationId xmlns:p14="http://schemas.microsoft.com/office/powerpoint/2010/main" val="851271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PTD0008">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3949700" y="0"/>
            <a:ext cx="5194300" cy="5143500"/>
          </a:xfrm>
          <a:custGeom>
            <a:avLst/>
            <a:gdLst>
              <a:gd name="connsiteX0" fmla="*/ 1762115 w 5194300"/>
              <a:gd name="connsiteY0" fmla="*/ 0 h 5143500"/>
              <a:gd name="connsiteX1" fmla="*/ 3362315 w 5194300"/>
              <a:gd name="connsiteY1" fmla="*/ 0 h 5143500"/>
              <a:gd name="connsiteX2" fmla="*/ 3594100 w 5194300"/>
              <a:gd name="connsiteY2" fmla="*/ 0 h 5143500"/>
              <a:gd name="connsiteX3" fmla="*/ 5194300 w 5194300"/>
              <a:gd name="connsiteY3" fmla="*/ 0 h 5143500"/>
              <a:gd name="connsiteX4" fmla="*/ 3432185 w 5194300"/>
              <a:gd name="connsiteY4" fmla="*/ 5143500 h 5143500"/>
              <a:gd name="connsiteX5" fmla="*/ 1831985 w 5194300"/>
              <a:gd name="connsiteY5" fmla="*/ 5143500 h 5143500"/>
              <a:gd name="connsiteX6" fmla="*/ 1600200 w 5194300"/>
              <a:gd name="connsiteY6" fmla="*/ 5143500 h 5143500"/>
              <a:gd name="connsiteX7" fmla="*/ 0 w 51943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4300" h="5143500">
                <a:moveTo>
                  <a:pt x="1762115" y="0"/>
                </a:moveTo>
                <a:lnTo>
                  <a:pt x="3362315" y="0"/>
                </a:lnTo>
                <a:lnTo>
                  <a:pt x="3594100" y="0"/>
                </a:lnTo>
                <a:lnTo>
                  <a:pt x="5194300" y="0"/>
                </a:lnTo>
                <a:lnTo>
                  <a:pt x="3432185" y="5143500"/>
                </a:lnTo>
                <a:lnTo>
                  <a:pt x="1831985" y="5143500"/>
                </a:lnTo>
                <a:lnTo>
                  <a:pt x="1600200" y="5143500"/>
                </a:lnTo>
                <a:lnTo>
                  <a:pt x="0" y="5143500"/>
                </a:lnTo>
                <a:close/>
              </a:path>
            </a:pathLst>
          </a:custGeom>
          <a:solidFill>
            <a:schemeClr val="tx1">
              <a:lumMod val="10000"/>
              <a:lumOff val="90000"/>
            </a:schemeClr>
          </a:solidFill>
        </p:spPr>
        <p:txBody>
          <a:bodyPr wrap="square" tIns="1548000" bIns="274320" anchor="ctr">
            <a:noAutofit/>
          </a:bodyPr>
          <a:lstStyle>
            <a:lvl1pPr marL="0" indent="0" algn="ctr">
              <a:buNone/>
              <a:defRPr sz="1200">
                <a:solidFill>
                  <a:schemeClr val="tx1">
                    <a:lumMod val="75000"/>
                    <a:lumOff val="25000"/>
                  </a:schemeClr>
                </a:solidFill>
              </a:defRPr>
            </a:lvl1pPr>
          </a:lstStyle>
          <a:p>
            <a:endParaRPr lang="en-US"/>
          </a:p>
        </p:txBody>
      </p:sp>
    </p:spTree>
    <p:extLst>
      <p:ext uri="{BB962C8B-B14F-4D97-AF65-F5344CB8AC3E}">
        <p14:creationId xmlns:p14="http://schemas.microsoft.com/office/powerpoint/2010/main" val="144850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DT 10">
    <p:spTree>
      <p:nvGrpSpPr>
        <p:cNvPr id="1" name=""/>
        <p:cNvGrpSpPr/>
        <p:nvPr/>
      </p:nvGrpSpPr>
      <p:grpSpPr>
        <a:xfrm>
          <a:off x="0" y="0"/>
          <a:ext cx="0" cy="0"/>
          <a:chOff x="0" y="0"/>
          <a:chExt cx="0" cy="0"/>
        </a:xfrm>
      </p:grpSpPr>
      <p:sp>
        <p:nvSpPr>
          <p:cNvPr id="2" name="Rectangle 1"/>
          <p:cNvSpPr/>
          <p:nvPr userDrawn="1"/>
        </p:nvSpPr>
        <p:spPr bwMode="auto">
          <a:xfrm>
            <a:off x="0" y="0"/>
            <a:ext cx="9144000" cy="5143500"/>
          </a:xfrm>
          <a:prstGeom prst="rect">
            <a:avLst/>
          </a:prstGeom>
          <a:solidFill>
            <a:schemeClr val="accent2"/>
          </a:solidFill>
          <a:ln w="9525">
            <a:noFill/>
            <a:round/>
            <a:headEnd/>
            <a:tailEnd/>
          </a:ln>
        </p:spPr>
        <p:txBody>
          <a:bodyPr vert="horz" wrap="square" lIns="91440" tIns="45720" rIns="91440" bIns="45720" numCol="1" rtlCol="0" anchor="ctr" anchorCtr="0" compatLnSpc="1">
            <a:prstTxWarp prst="textNoShape">
              <a:avLst/>
            </a:prstTxWarp>
          </a:bodyPr>
          <a:lstStyle/>
          <a:p>
            <a:pPr algn="ctr"/>
            <a:endParaRPr lang="en-US" sz="2800">
              <a:solidFill>
                <a:schemeClr val="bg1"/>
              </a:solidFill>
            </a:endParaRPr>
          </a:p>
        </p:txBody>
      </p:sp>
    </p:spTree>
    <p:extLst>
      <p:ext uri="{BB962C8B-B14F-4D97-AF65-F5344CB8AC3E}">
        <p14:creationId xmlns:p14="http://schemas.microsoft.com/office/powerpoint/2010/main" val="580566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B235AB1-3A9D-4256-B6BB-6B3272A5686D}"/>
              </a:ext>
            </a:extLst>
          </p:cNvPr>
          <p:cNvSpPr>
            <a:spLocks noGrp="1"/>
          </p:cNvSpPr>
          <p:nvPr>
            <p:ph type="body" sz="half" idx="2" hasCustomPrompt="1"/>
          </p:nvPr>
        </p:nvSpPr>
        <p:spPr>
          <a:xfrm>
            <a:off x="387819" y="730530"/>
            <a:ext cx="8368363" cy="173255"/>
          </a:xfrm>
          <a:prstGeom prst="rect">
            <a:avLst/>
          </a:prstGeom>
        </p:spPr>
        <p:txBody>
          <a:bodyPr wrap="none" lIns="0" tIns="0" rIns="0" bIns="0" anchor="ctr">
            <a:noAutofit/>
          </a:bodyPr>
          <a:lstStyle>
            <a:lvl1pPr marL="0" indent="0" algn="l">
              <a:buNone/>
              <a:defRPr sz="1100" b="0" baseline="0">
                <a:solidFill>
                  <a:schemeClr val="bg1"/>
                </a:solidFill>
                <a:latin typeface="+mj-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EDITE SUBTITLE</a:t>
            </a:r>
          </a:p>
        </p:txBody>
      </p:sp>
      <p:sp>
        <p:nvSpPr>
          <p:cNvPr id="5" name="Title 2">
            <a:extLst>
              <a:ext uri="{FF2B5EF4-FFF2-40B4-BE49-F238E27FC236}">
                <a16:creationId xmlns:a16="http://schemas.microsoft.com/office/drawing/2014/main" id="{2C460F2B-268D-49B2-9922-3D4C88D7F60B}"/>
              </a:ext>
            </a:extLst>
          </p:cNvPr>
          <p:cNvSpPr>
            <a:spLocks noGrp="1"/>
          </p:cNvSpPr>
          <p:nvPr>
            <p:ph type="title"/>
          </p:nvPr>
        </p:nvSpPr>
        <p:spPr>
          <a:xfrm>
            <a:off x="387819" y="282611"/>
            <a:ext cx="8368363" cy="409459"/>
          </a:xfrm>
          <a:prstGeom prst="rect">
            <a:avLst/>
          </a:prstGeom>
        </p:spPr>
        <p:txBody>
          <a:bodyPr lIns="0" tIns="0" rIns="0" bIns="0" anchor="ctr"/>
          <a:lstStyle>
            <a:lvl1pPr algn="l">
              <a:defRPr sz="280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24768840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Inhaltsplatzhalter 4"/>
          <p:cNvSpPr txBox="1">
            <a:spLocks/>
          </p:cNvSpPr>
          <p:nvPr userDrawn="1"/>
        </p:nvSpPr>
        <p:spPr>
          <a:xfrm>
            <a:off x="5715000" y="4849915"/>
            <a:ext cx="3048000" cy="1384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000" kern="1200">
                <a:solidFill>
                  <a:schemeClr val="bg1">
                    <a:lumMod val="75000"/>
                  </a:schemeClr>
                </a:solidFill>
                <a:effectLst/>
                <a:latin typeface="Calibri Light" panose="020F0302020204030204" pitchFamily="34" charset="0"/>
                <a:ea typeface="+mn-ea"/>
                <a:cs typeface="+mn-cs"/>
              </a:rPr>
              <a:t>Copyright (C)</a:t>
            </a:r>
            <a:r>
              <a:rPr lang="en-US" sz="1000" kern="1200" baseline="0">
                <a:solidFill>
                  <a:schemeClr val="bg1">
                    <a:lumMod val="75000"/>
                  </a:schemeClr>
                </a:solidFill>
                <a:effectLst/>
                <a:latin typeface="Calibri Light" panose="020F0302020204030204" pitchFamily="34" charset="0"/>
                <a:ea typeface="+mn-ea"/>
                <a:cs typeface="+mn-cs"/>
              </a:rPr>
              <a:t> </a:t>
            </a:r>
            <a:r>
              <a:rPr lang="en-US" sz="1000" kern="1200">
                <a:solidFill>
                  <a:schemeClr val="bg1">
                    <a:lumMod val="75000"/>
                  </a:schemeClr>
                </a:solidFill>
                <a:effectLst/>
                <a:latin typeface="Calibri Light" panose="020F0302020204030204" pitchFamily="34" charset="0"/>
                <a:ea typeface="+mn-ea"/>
                <a:cs typeface="+mn-cs"/>
              </a:rPr>
              <a:t>SlideSalad.com All rights reserved.</a:t>
            </a:r>
          </a:p>
        </p:txBody>
      </p:sp>
      <p:sp>
        <p:nvSpPr>
          <p:cNvPr id="15" name="Inhaltsplatzhalter 4"/>
          <p:cNvSpPr txBox="1">
            <a:spLocks/>
          </p:cNvSpPr>
          <p:nvPr userDrawn="1"/>
        </p:nvSpPr>
        <p:spPr>
          <a:xfrm>
            <a:off x="400050" y="4849915"/>
            <a:ext cx="3048000" cy="1384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1000" kern="1200">
                <a:solidFill>
                  <a:schemeClr val="bg1">
                    <a:lumMod val="75000"/>
                  </a:schemeClr>
                </a:solidFill>
                <a:effectLst/>
                <a:latin typeface="Calibri Light" panose="020F0302020204030204" pitchFamily="34" charset="0"/>
                <a:ea typeface="+mn-ea"/>
                <a:cs typeface="+mn-cs"/>
              </a:rPr>
              <a:t>Free SlideSalad</a:t>
            </a:r>
            <a:r>
              <a:rPr lang="en-US" sz="1000" kern="1200" baseline="0">
                <a:solidFill>
                  <a:schemeClr val="bg1">
                    <a:lumMod val="75000"/>
                  </a:schemeClr>
                </a:solidFill>
                <a:effectLst/>
                <a:latin typeface="Calibri Light" panose="020F0302020204030204" pitchFamily="34" charset="0"/>
                <a:ea typeface="+mn-ea"/>
                <a:cs typeface="+mn-cs"/>
              </a:rPr>
              <a:t> PowerPoint Template</a:t>
            </a:r>
            <a:endParaRPr lang="en-US" sz="1000" kern="1200">
              <a:solidFill>
                <a:schemeClr val="bg1">
                  <a:lumMod val="75000"/>
                </a:schemeClr>
              </a:solidFill>
              <a:effectLst/>
              <a:latin typeface="Calibri Light" panose="020F0302020204030204" pitchFamily="34" charset="0"/>
              <a:ea typeface="+mn-ea"/>
              <a:cs typeface="+mn-cs"/>
            </a:endParaRPr>
          </a:p>
        </p:txBody>
      </p:sp>
      <p:cxnSp>
        <p:nvCxnSpPr>
          <p:cNvPr id="17" name="Straight Connector 16"/>
          <p:cNvCxnSpPr/>
          <p:nvPr userDrawn="1"/>
        </p:nvCxnSpPr>
        <p:spPr>
          <a:xfrm>
            <a:off x="0" y="4682490"/>
            <a:ext cx="914400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038599" y="4826200"/>
            <a:ext cx="1066802" cy="185928"/>
          </a:xfrm>
          <a:prstGeom prst="rect">
            <a:avLst/>
          </a:prstGeom>
        </p:spPr>
      </p:pic>
    </p:spTree>
  </p:cSld>
  <p:clrMap bg1="lt1" tx1="dk1" bg2="lt2" tx2="dk2" accent1="accent1" accent2="accent2" accent3="accent3" accent4="accent4" accent5="accent5" accent6="accent6" hlink="hlink" folHlink="folHlink"/>
  <p:sldLayoutIdLst>
    <p:sldLayoutId id="2147483915" r:id="rId1"/>
    <p:sldLayoutId id="2147484190" r:id="rId2"/>
    <p:sldLayoutId id="2147484210" r:id="rId3"/>
    <p:sldLayoutId id="2147484211" r:id="rId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9144000" cy="5143500"/>
          </a:xfrm>
          <a:prstGeom prst="rect">
            <a:avLst/>
          </a:prstGeom>
          <a:solidFill>
            <a:srgbClr val="72B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nhaltsplatzhalter 4"/>
          <p:cNvSpPr txBox="1">
            <a:spLocks/>
          </p:cNvSpPr>
          <p:nvPr userDrawn="1"/>
        </p:nvSpPr>
        <p:spPr>
          <a:xfrm>
            <a:off x="5715000" y="4849915"/>
            <a:ext cx="3048000" cy="1384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000" kern="1200">
                <a:solidFill>
                  <a:schemeClr val="bg1"/>
                </a:solidFill>
                <a:effectLst/>
                <a:latin typeface="Calibri Light" panose="020F0302020204030204" pitchFamily="34" charset="0"/>
                <a:ea typeface="+mn-ea"/>
                <a:cs typeface="+mn-cs"/>
              </a:rPr>
              <a:t>Copyright (C)</a:t>
            </a:r>
            <a:r>
              <a:rPr lang="en-US" sz="1000" kern="1200" baseline="0">
                <a:solidFill>
                  <a:schemeClr val="bg1"/>
                </a:solidFill>
                <a:effectLst/>
                <a:latin typeface="Calibri Light" panose="020F0302020204030204" pitchFamily="34" charset="0"/>
                <a:ea typeface="+mn-ea"/>
                <a:cs typeface="+mn-cs"/>
              </a:rPr>
              <a:t> </a:t>
            </a:r>
            <a:r>
              <a:rPr lang="en-US" sz="1000" kern="1200">
                <a:solidFill>
                  <a:schemeClr val="bg1"/>
                </a:solidFill>
                <a:effectLst/>
                <a:latin typeface="Calibri Light" panose="020F0302020204030204" pitchFamily="34" charset="0"/>
                <a:ea typeface="+mn-ea"/>
                <a:cs typeface="+mn-cs"/>
              </a:rPr>
              <a:t>SlideSalad.com All rights reserved.</a:t>
            </a:r>
          </a:p>
        </p:txBody>
      </p:sp>
      <p:sp>
        <p:nvSpPr>
          <p:cNvPr id="8" name="Inhaltsplatzhalter 4"/>
          <p:cNvSpPr txBox="1">
            <a:spLocks/>
          </p:cNvSpPr>
          <p:nvPr userDrawn="1"/>
        </p:nvSpPr>
        <p:spPr>
          <a:xfrm>
            <a:off x="400050" y="4849915"/>
            <a:ext cx="3048000" cy="1384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1000" kern="1200">
                <a:solidFill>
                  <a:schemeClr val="bg1"/>
                </a:solidFill>
                <a:effectLst/>
                <a:latin typeface="Calibri Light" panose="020F0302020204030204" pitchFamily="34" charset="0"/>
                <a:ea typeface="+mn-ea"/>
                <a:cs typeface="+mn-cs"/>
              </a:rPr>
              <a:t>Free SlideSalad</a:t>
            </a:r>
            <a:r>
              <a:rPr lang="en-US" sz="1000" kern="1200" baseline="0">
                <a:solidFill>
                  <a:schemeClr val="bg1"/>
                </a:solidFill>
                <a:effectLst/>
                <a:latin typeface="Calibri Light" panose="020F0302020204030204" pitchFamily="34" charset="0"/>
                <a:ea typeface="+mn-ea"/>
                <a:cs typeface="+mn-cs"/>
              </a:rPr>
              <a:t> PowerPoint Template</a:t>
            </a:r>
            <a:endParaRPr lang="en-US" sz="1000" kern="1200">
              <a:solidFill>
                <a:schemeClr val="bg1"/>
              </a:solidFill>
              <a:effectLst/>
              <a:latin typeface="Calibri Light" panose="020F0302020204030204" pitchFamily="34" charset="0"/>
              <a:ea typeface="+mn-ea"/>
              <a:cs typeface="+mn-cs"/>
            </a:endParaRP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38599" y="4826200"/>
            <a:ext cx="1066802" cy="185928"/>
          </a:xfrm>
          <a:prstGeom prst="rect">
            <a:avLst/>
          </a:prstGeom>
        </p:spPr>
      </p:pic>
      <p:cxnSp>
        <p:nvCxnSpPr>
          <p:cNvPr id="12" name="Straight Connector 11">
            <a:extLst>
              <a:ext uri="{FF2B5EF4-FFF2-40B4-BE49-F238E27FC236}">
                <a16:creationId xmlns:a16="http://schemas.microsoft.com/office/drawing/2014/main" id="{1033B07F-7277-437C-B588-EC1DB23275A6}"/>
              </a:ext>
            </a:extLst>
          </p:cNvPr>
          <p:cNvCxnSpPr/>
          <p:nvPr userDrawn="1"/>
        </p:nvCxnSpPr>
        <p:spPr>
          <a:xfrm>
            <a:off x="0" y="4682490"/>
            <a:ext cx="914400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3426"/>
      </p:ext>
    </p:extLst>
  </p:cSld>
  <p:clrMap bg1="lt1" tx1="dk1" bg2="lt2" tx2="dk2" accent1="accent1" accent2="accent2" accent3="accent3" accent4="accent4" accent5="accent5" accent6="accent6" hlink="hlink" folHlink="folHlink"/>
  <p:sldLayoutIdLst>
    <p:sldLayoutId id="214748420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654685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3" r="3"/>
          <a:stretch>
            <a:fillRect/>
          </a:stretch>
        </p:blipFill>
        <p:spPr/>
      </p:pic>
      <p:sp>
        <p:nvSpPr>
          <p:cNvPr id="6" name="Right Triangle 5"/>
          <p:cNvSpPr/>
          <p:nvPr/>
        </p:nvSpPr>
        <p:spPr>
          <a:xfrm flipH="1">
            <a:off x="7486650" y="352425"/>
            <a:ext cx="1657350" cy="4791075"/>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05562" y="2699661"/>
            <a:ext cx="1188720" cy="54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bg1"/>
              </a:solidFill>
            </a:endParaRPr>
          </a:p>
        </p:txBody>
      </p:sp>
      <p:sp>
        <p:nvSpPr>
          <p:cNvPr id="12" name="Title 2"/>
          <p:cNvSpPr txBox="1">
            <a:spLocks/>
          </p:cNvSpPr>
          <p:nvPr/>
        </p:nvSpPr>
        <p:spPr>
          <a:xfrm>
            <a:off x="405562" y="974168"/>
            <a:ext cx="4090238" cy="1661993"/>
          </a:xfrm>
          <a:prstGeom prst="rect">
            <a:avLst/>
          </a:prstGeom>
        </p:spPr>
        <p:txBody>
          <a:bodyPr wrap="square" lIns="0" tIns="0" rIns="0" bIns="0" anchor="t">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3600">
                <a:solidFill>
                  <a:schemeClr val="bg1"/>
                </a:solidFill>
                <a:ea typeface="+mj-lt"/>
                <a:cs typeface="+mj-lt"/>
              </a:rPr>
              <a:t>Analyse d'identité d'auteurs et détection de plagiat</a:t>
            </a:r>
            <a:endParaRPr lang="fr-FR">
              <a:solidFill>
                <a:schemeClr val="bg1"/>
              </a:solidFill>
              <a:ea typeface="Roboto"/>
              <a:cs typeface="Roboto"/>
            </a:endParaRPr>
          </a:p>
        </p:txBody>
      </p:sp>
      <p:sp>
        <p:nvSpPr>
          <p:cNvPr id="15" name="Inhaltsplatzhalter 4">
            <a:extLst>
              <a:ext uri="{FF2B5EF4-FFF2-40B4-BE49-F238E27FC236}">
                <a16:creationId xmlns:a16="http://schemas.microsoft.com/office/drawing/2014/main" id="{EA99C53D-F984-47B1-8B61-D910D62B1429}"/>
              </a:ext>
            </a:extLst>
          </p:cNvPr>
          <p:cNvSpPr txBox="1">
            <a:spLocks/>
          </p:cNvSpPr>
          <p:nvPr/>
        </p:nvSpPr>
        <p:spPr>
          <a:xfrm>
            <a:off x="383836" y="2930010"/>
            <a:ext cx="3121363" cy="1551707"/>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600"/>
              </a:spcAft>
              <a:buNone/>
            </a:pPr>
            <a:r>
              <a:rPr lang="en-US" sz="1600">
                <a:latin typeface="+mj-lt"/>
              </a:rPr>
              <a:t>CHEDJARI EL MEUR Hadjer</a:t>
            </a:r>
          </a:p>
          <a:p>
            <a:pPr marL="0" indent="0">
              <a:lnSpc>
                <a:spcPct val="100000"/>
              </a:lnSpc>
              <a:spcAft>
                <a:spcPts val="600"/>
              </a:spcAft>
              <a:buNone/>
            </a:pPr>
            <a:r>
              <a:rPr lang="en-US" sz="1600">
                <a:latin typeface="Roboto"/>
                <a:ea typeface="Roboto"/>
                <a:cs typeface="Roboto"/>
              </a:rPr>
              <a:t>NANMEDIGOU </a:t>
            </a:r>
            <a:r>
              <a:rPr lang="en-US" sz="1600" err="1">
                <a:latin typeface="Roboto"/>
                <a:ea typeface="Roboto"/>
                <a:cs typeface="Roboto"/>
              </a:rPr>
              <a:t>Yendoumban</a:t>
            </a:r>
          </a:p>
          <a:p>
            <a:pPr marL="272415" indent="-272415">
              <a:buNone/>
            </a:pPr>
            <a:r>
              <a:rPr lang="en-US" sz="1500">
                <a:latin typeface="Arial"/>
                <a:ea typeface="Roboto"/>
                <a:cs typeface="Arial"/>
              </a:rPr>
              <a:t>Université de Caen Normandie</a:t>
            </a:r>
          </a:p>
          <a:p>
            <a:pPr marL="0" indent="0">
              <a:lnSpc>
                <a:spcPct val="100000"/>
              </a:lnSpc>
              <a:spcAft>
                <a:spcPts val="600"/>
              </a:spcAft>
              <a:buNone/>
            </a:pPr>
            <a:r>
              <a:rPr lang="en-US" sz="1600" err="1">
                <a:latin typeface="+mj-lt"/>
              </a:rPr>
              <a:t>Projet</a:t>
            </a:r>
            <a:r>
              <a:rPr lang="en-US" sz="1600">
                <a:latin typeface="+mj-lt"/>
              </a:rPr>
              <a:t> 2</a:t>
            </a:r>
            <a:endParaRPr lang="en-US" sz="1600">
              <a:latin typeface="+mj-lt"/>
              <a:ea typeface="Roboto"/>
              <a:cs typeface="Roboto"/>
            </a:endParaRPr>
          </a:p>
          <a:p>
            <a:pPr marL="0" indent="0">
              <a:lnSpc>
                <a:spcPct val="100000"/>
              </a:lnSpc>
              <a:spcAft>
                <a:spcPts val="600"/>
              </a:spcAft>
              <a:buNone/>
            </a:pPr>
            <a:r>
              <a:rPr lang="en-US" sz="1600">
                <a:latin typeface="+mj-lt"/>
              </a:rPr>
              <a:t>ADDAD </a:t>
            </a:r>
            <a:r>
              <a:rPr lang="en-US" sz="1600" err="1">
                <a:latin typeface="+mj-lt"/>
              </a:rPr>
              <a:t>Youva</a:t>
            </a:r>
            <a:endParaRPr lang="en-US" sz="1600" err="1">
              <a:latin typeface="+mj-lt"/>
              <a:ea typeface="Roboto"/>
              <a:cs typeface="Roboto"/>
            </a:endParaRPr>
          </a:p>
        </p:txBody>
      </p:sp>
    </p:spTree>
    <p:extLst>
      <p:ext uri="{BB962C8B-B14F-4D97-AF65-F5344CB8AC3E}">
        <p14:creationId xmlns:p14="http://schemas.microsoft.com/office/powerpoint/2010/main" val="3773972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80000" fill="hold" grpId="0" nodeType="afterEffect">
                                  <p:stCondLst>
                                    <p:cond delay="0"/>
                                  </p:stCondLst>
                                  <p:iterate type="wd">
                                    <p:tmPct val="10000"/>
                                  </p:iterate>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par>
                          <p:cTn id="9" fill="hold">
                            <p:stCondLst>
                              <p:cond delay="800"/>
                            </p:stCondLst>
                            <p:childTnLst>
                              <p:par>
                                <p:cTn id="10" presetID="22" presetClass="entr" presetSubtype="8"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par>
                          <p:cTn id="13" fill="hold">
                            <p:stCondLst>
                              <p:cond delay="1300"/>
                            </p:stCondLst>
                            <p:childTnLst>
                              <p:par>
                                <p:cTn id="14" presetID="22" presetClass="entr" presetSubtype="8"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4F67FA-28F4-4288-9CC5-25C18E401CA3}"/>
              </a:ext>
            </a:extLst>
          </p:cNvPr>
          <p:cNvSpPr/>
          <p:nvPr/>
        </p:nvSpPr>
        <p:spPr bwMode="auto">
          <a:xfrm>
            <a:off x="4648200" y="255270"/>
            <a:ext cx="4148848" cy="4435813"/>
          </a:xfrm>
          <a:prstGeom prst="rect">
            <a:avLst/>
          </a:prstGeom>
          <a:solidFill>
            <a:schemeClr val="accent3"/>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graphicFrame>
        <p:nvGraphicFramePr>
          <p:cNvPr id="5" name="Table 4">
            <a:extLst>
              <a:ext uri="{FF2B5EF4-FFF2-40B4-BE49-F238E27FC236}">
                <a16:creationId xmlns:a16="http://schemas.microsoft.com/office/drawing/2014/main" id="{81E8F32B-49B6-4734-8E6A-50BA6E30C3DE}"/>
              </a:ext>
            </a:extLst>
          </p:cNvPr>
          <p:cNvGraphicFramePr>
            <a:graphicFrameLocks noGrp="1"/>
          </p:cNvGraphicFramePr>
          <p:nvPr>
            <p:extLst>
              <p:ext uri="{D42A27DB-BD31-4B8C-83A1-F6EECF244321}">
                <p14:modId xmlns:p14="http://schemas.microsoft.com/office/powerpoint/2010/main" val="911120717"/>
              </p:ext>
            </p:extLst>
          </p:nvPr>
        </p:nvGraphicFramePr>
        <p:xfrm>
          <a:off x="380999" y="491974"/>
          <a:ext cx="3963375" cy="3962404"/>
        </p:xfrm>
        <a:graphic>
          <a:graphicData uri="http://schemas.openxmlformats.org/drawingml/2006/table">
            <a:tbl>
              <a:tblPr firstRow="1" bandRow="1">
                <a:tableStyleId>{2D5ABB26-0587-4C30-8999-92F81FD0307C}</a:tableStyleId>
              </a:tblPr>
              <a:tblGrid>
                <a:gridCol w="3382592">
                  <a:extLst>
                    <a:ext uri="{9D8B030D-6E8A-4147-A177-3AD203B41FA5}">
                      <a16:colId xmlns:a16="http://schemas.microsoft.com/office/drawing/2014/main" val="20000"/>
                    </a:ext>
                  </a:extLst>
                </a:gridCol>
                <a:gridCol w="580783">
                  <a:extLst>
                    <a:ext uri="{9D8B030D-6E8A-4147-A177-3AD203B41FA5}">
                      <a16:colId xmlns:a16="http://schemas.microsoft.com/office/drawing/2014/main" val="20001"/>
                    </a:ext>
                  </a:extLst>
                </a:gridCol>
              </a:tblGrid>
              <a:tr h="434900">
                <a:tc>
                  <a:txBody>
                    <a:bodyPr/>
                    <a:lstStyle/>
                    <a:p>
                      <a:pPr marL="0" indent="0">
                        <a:lnSpc>
                          <a:spcPct val="100000"/>
                        </a:lnSpc>
                        <a:buNone/>
                      </a:pPr>
                      <a:r>
                        <a:rPr lang="en-US" sz="1400" b="1" kern="1200" err="1">
                          <a:solidFill>
                            <a:schemeClr val="tx1">
                              <a:lumMod val="90000"/>
                              <a:lumOff val="10000"/>
                            </a:schemeClr>
                          </a:solidFill>
                          <a:latin typeface="+mn-lt"/>
                          <a:ea typeface="+mn-ea"/>
                          <a:cs typeface="+mn-cs"/>
                        </a:rPr>
                        <a:t>Sommaire</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02</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440938">
                <a:tc>
                  <a:txBody>
                    <a:bodyPr/>
                    <a:lstStyle/>
                    <a:p>
                      <a:pPr marL="0" indent="0">
                        <a:lnSpc>
                          <a:spcPct val="100000"/>
                        </a:lnSpc>
                        <a:buNone/>
                      </a:pPr>
                      <a:r>
                        <a:rPr lang="en-US" sz="1400" b="1" kern="1200">
                          <a:solidFill>
                            <a:schemeClr val="tx1">
                              <a:lumMod val="90000"/>
                              <a:lumOff val="10000"/>
                            </a:schemeClr>
                          </a:solidFill>
                          <a:latin typeface="+mn-lt"/>
                          <a:ea typeface="+mn-ea"/>
                          <a:cs typeface="+mn-cs"/>
                        </a:rPr>
                        <a:t>Introduction</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03</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440938">
                <a:tc>
                  <a:txBody>
                    <a:bodyPr/>
                    <a:lstStyle/>
                    <a:p>
                      <a:pPr marL="0" indent="0">
                        <a:lnSpc>
                          <a:spcPct val="100000"/>
                        </a:lnSpc>
                        <a:buNone/>
                      </a:pPr>
                      <a:r>
                        <a:rPr lang="en-US" sz="1400" b="1" kern="1200" err="1">
                          <a:solidFill>
                            <a:schemeClr val="tx1">
                              <a:lumMod val="90000"/>
                              <a:lumOff val="10000"/>
                            </a:schemeClr>
                          </a:solidFill>
                          <a:latin typeface="+mn-lt"/>
                          <a:ea typeface="+mn-ea"/>
                          <a:cs typeface="+mn-cs"/>
                        </a:rPr>
                        <a:t>Objectifs</a:t>
                      </a:r>
                      <a:r>
                        <a:rPr lang="en-US" sz="1400" b="1" kern="1200">
                          <a:solidFill>
                            <a:schemeClr val="tx1">
                              <a:lumMod val="90000"/>
                              <a:lumOff val="10000"/>
                            </a:schemeClr>
                          </a:solidFill>
                          <a:latin typeface="+mn-lt"/>
                          <a:ea typeface="+mn-ea"/>
                          <a:cs typeface="+mn-cs"/>
                        </a:rPr>
                        <a:t> du </a:t>
                      </a:r>
                      <a:r>
                        <a:rPr lang="en-US" sz="1400" b="1" kern="1200" err="1">
                          <a:solidFill>
                            <a:schemeClr val="tx1">
                              <a:lumMod val="90000"/>
                              <a:lumOff val="10000"/>
                            </a:schemeClr>
                          </a:solidFill>
                          <a:latin typeface="+mn-lt"/>
                          <a:ea typeface="+mn-ea"/>
                          <a:cs typeface="+mn-cs"/>
                        </a:rPr>
                        <a:t>Projet</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04</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440938">
                <a:tc>
                  <a:txBody>
                    <a:bodyPr/>
                    <a:lstStyle/>
                    <a:p>
                      <a:pPr marL="0" indent="0">
                        <a:lnSpc>
                          <a:spcPct val="100000"/>
                        </a:lnSpc>
                        <a:buNone/>
                      </a:pPr>
                      <a:r>
                        <a:rPr lang="en-US" sz="1400" b="1" kern="1200" err="1">
                          <a:solidFill>
                            <a:schemeClr val="tx1">
                              <a:lumMod val="90000"/>
                              <a:lumOff val="10000"/>
                            </a:schemeClr>
                          </a:solidFill>
                          <a:latin typeface="+mn-lt"/>
                          <a:ea typeface="+mn-ea"/>
                          <a:cs typeface="+mn-cs"/>
                        </a:rPr>
                        <a:t>Methodologie</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05</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440938">
                <a:tc>
                  <a:txBody>
                    <a:bodyPr/>
                    <a:lstStyle/>
                    <a:p>
                      <a:pPr marL="0" indent="0">
                        <a:lnSpc>
                          <a:spcPct val="100000"/>
                        </a:lnSpc>
                        <a:buNone/>
                      </a:pPr>
                      <a:r>
                        <a:rPr lang="en-US" sz="1400" b="1" kern="1200" err="1">
                          <a:solidFill>
                            <a:schemeClr val="tx1">
                              <a:lumMod val="90000"/>
                              <a:lumOff val="10000"/>
                            </a:schemeClr>
                          </a:solidFill>
                          <a:latin typeface="+mn-lt"/>
                          <a:ea typeface="+mn-ea"/>
                          <a:cs typeface="+mn-cs"/>
                        </a:rPr>
                        <a:t>Featurizers</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06</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440938">
                <a:tc>
                  <a:txBody>
                    <a:bodyPr/>
                    <a:lstStyle/>
                    <a:p>
                      <a:pPr marL="0" indent="0">
                        <a:lnSpc>
                          <a:spcPct val="100000"/>
                        </a:lnSpc>
                        <a:buNone/>
                      </a:pPr>
                      <a:r>
                        <a:rPr lang="en-US" sz="1400" b="1" kern="1200">
                          <a:solidFill>
                            <a:schemeClr val="tx1">
                              <a:lumMod val="90000"/>
                              <a:lumOff val="10000"/>
                            </a:schemeClr>
                          </a:solidFill>
                          <a:latin typeface="+mn-lt"/>
                          <a:ea typeface="+mn-ea"/>
                          <a:cs typeface="+mn-cs"/>
                        </a:rPr>
                        <a:t>Classifiers</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10</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440938">
                <a:tc>
                  <a:txBody>
                    <a:bodyPr/>
                    <a:lstStyle/>
                    <a:p>
                      <a:pPr marL="0" indent="0">
                        <a:lnSpc>
                          <a:spcPct val="100000"/>
                        </a:lnSpc>
                        <a:buNone/>
                      </a:pPr>
                      <a:r>
                        <a:rPr lang="en-US" sz="1400" b="1" kern="1200">
                          <a:solidFill>
                            <a:schemeClr val="tx1">
                              <a:lumMod val="90000"/>
                              <a:lumOff val="10000"/>
                            </a:schemeClr>
                          </a:solidFill>
                          <a:latin typeface="+mn-lt"/>
                          <a:ea typeface="+mn-ea"/>
                          <a:cs typeface="+mn-cs"/>
                        </a:rPr>
                        <a:t>Experimentations</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14</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r h="440938">
                <a:tc>
                  <a:txBody>
                    <a:bodyPr/>
                    <a:lstStyle/>
                    <a:p>
                      <a:pPr marL="0" indent="0">
                        <a:lnSpc>
                          <a:spcPct val="100000"/>
                        </a:lnSpc>
                        <a:buNone/>
                      </a:pPr>
                      <a:r>
                        <a:rPr lang="en-US" sz="1400" b="1" kern="1200">
                          <a:solidFill>
                            <a:schemeClr val="tx1">
                              <a:lumMod val="90000"/>
                              <a:lumOff val="10000"/>
                            </a:schemeClr>
                          </a:solidFill>
                          <a:latin typeface="+mn-lt"/>
                          <a:ea typeface="+mn-ea"/>
                          <a:cs typeface="+mn-cs"/>
                        </a:rPr>
                        <a:t>Conclusion</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18</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r h="440938">
                <a:tc>
                  <a:txBody>
                    <a:bodyPr/>
                    <a:lstStyle/>
                    <a:p>
                      <a:pPr marL="0" marR="0" indent="0" algn="l" rtl="0" eaLnBrk="1" fontAlgn="auto" latinLnBrk="0" hangingPunct="1">
                        <a:lnSpc>
                          <a:spcPct val="100000"/>
                        </a:lnSpc>
                        <a:spcBef>
                          <a:spcPts val="0"/>
                        </a:spcBef>
                        <a:spcAft>
                          <a:spcPts val="0"/>
                        </a:spcAft>
                        <a:buClrTx/>
                        <a:buSzTx/>
                        <a:buFontTx/>
                        <a:buNone/>
                      </a:pPr>
                      <a:r>
                        <a:rPr lang="en-US" sz="1400" b="1" kern="1200">
                          <a:solidFill>
                            <a:schemeClr val="tx1">
                              <a:lumMod val="90000"/>
                              <a:lumOff val="10000"/>
                            </a:schemeClr>
                          </a:solidFill>
                          <a:latin typeface="+mn-lt"/>
                          <a:ea typeface="+mn-ea"/>
                          <a:cs typeface="+mn-cs"/>
                        </a:rPr>
                        <a:t>Répartition des </a:t>
                      </a:r>
                      <a:r>
                        <a:rPr lang="en-US" sz="1400" b="1" kern="1200" err="1">
                          <a:solidFill>
                            <a:schemeClr val="tx1">
                              <a:lumMod val="90000"/>
                              <a:lumOff val="10000"/>
                            </a:schemeClr>
                          </a:solidFill>
                          <a:latin typeface="+mn-lt"/>
                          <a:ea typeface="+mn-ea"/>
                          <a:cs typeface="+mn-cs"/>
                        </a:rPr>
                        <a:t>tâches</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1"/>
                      </a:solidFill>
                      <a:prstDash val="sysDot"/>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a:solidFill>
                            <a:schemeClr val="tx1">
                              <a:lumMod val="90000"/>
                              <a:lumOff val="10000"/>
                            </a:schemeClr>
                          </a:solidFill>
                        </a:rPr>
                        <a:t>19</a:t>
                      </a:r>
                    </a:p>
                  </a:txBody>
                  <a:tcPr marT="91440" marB="9144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8"/>
                  </a:ext>
                </a:extLst>
              </a:tr>
            </a:tbl>
          </a:graphicData>
        </a:graphic>
      </p:graphicFrame>
      <p:grpSp>
        <p:nvGrpSpPr>
          <p:cNvPr id="7" name="Group 6">
            <a:extLst>
              <a:ext uri="{FF2B5EF4-FFF2-40B4-BE49-F238E27FC236}">
                <a16:creationId xmlns:a16="http://schemas.microsoft.com/office/drawing/2014/main" id="{6065E8F1-E647-49A7-AF9D-272FB6EBAEE4}"/>
              </a:ext>
            </a:extLst>
          </p:cNvPr>
          <p:cNvGrpSpPr/>
          <p:nvPr/>
        </p:nvGrpSpPr>
        <p:grpSpPr>
          <a:xfrm>
            <a:off x="6196452" y="1581150"/>
            <a:ext cx="1052344" cy="1055788"/>
            <a:chOff x="-1219200" y="1365250"/>
            <a:chExt cx="1939925" cy="1946275"/>
          </a:xfrm>
          <a:solidFill>
            <a:schemeClr val="bg1"/>
          </a:solidFill>
        </p:grpSpPr>
        <p:sp>
          <p:nvSpPr>
            <p:cNvPr id="8" name="Freeform 6">
              <a:extLst>
                <a:ext uri="{FF2B5EF4-FFF2-40B4-BE49-F238E27FC236}">
                  <a16:creationId xmlns:a16="http://schemas.microsoft.com/office/drawing/2014/main" id="{85C6F236-E015-45C2-A5B8-49749A7AC28D}"/>
                </a:ext>
              </a:extLst>
            </p:cNvPr>
            <p:cNvSpPr>
              <a:spLocks noEditPoints="1"/>
            </p:cNvSpPr>
            <p:nvPr/>
          </p:nvSpPr>
          <p:spPr bwMode="auto">
            <a:xfrm>
              <a:off x="-1219200" y="1365250"/>
              <a:ext cx="1939925" cy="1946275"/>
            </a:xfrm>
            <a:custGeom>
              <a:avLst/>
              <a:gdLst>
                <a:gd name="T0" fmla="*/ 275 w 3666"/>
                <a:gd name="T1" fmla="*/ 157 h 3678"/>
                <a:gd name="T2" fmla="*/ 220 w 3666"/>
                <a:gd name="T3" fmla="*/ 179 h 3678"/>
                <a:gd name="T4" fmla="*/ 179 w 3666"/>
                <a:gd name="T5" fmla="*/ 221 h 3678"/>
                <a:gd name="T6" fmla="*/ 155 w 3666"/>
                <a:gd name="T7" fmla="*/ 275 h 3678"/>
                <a:gd name="T8" fmla="*/ 152 w 3666"/>
                <a:gd name="T9" fmla="*/ 3371 h 3678"/>
                <a:gd name="T10" fmla="*/ 164 w 3666"/>
                <a:gd name="T11" fmla="*/ 3431 h 3678"/>
                <a:gd name="T12" fmla="*/ 197 w 3666"/>
                <a:gd name="T13" fmla="*/ 3480 h 3678"/>
                <a:gd name="T14" fmla="*/ 245 w 3666"/>
                <a:gd name="T15" fmla="*/ 3512 h 3678"/>
                <a:gd name="T16" fmla="*/ 305 w 3666"/>
                <a:gd name="T17" fmla="*/ 3525 h 3678"/>
                <a:gd name="T18" fmla="*/ 3392 w 3666"/>
                <a:gd name="T19" fmla="*/ 3521 h 3678"/>
                <a:gd name="T20" fmla="*/ 3447 w 3666"/>
                <a:gd name="T21" fmla="*/ 3499 h 3678"/>
                <a:gd name="T22" fmla="*/ 3487 w 3666"/>
                <a:gd name="T23" fmla="*/ 3457 h 3678"/>
                <a:gd name="T24" fmla="*/ 3511 w 3666"/>
                <a:gd name="T25" fmla="*/ 3403 h 3678"/>
                <a:gd name="T26" fmla="*/ 3514 w 3666"/>
                <a:gd name="T27" fmla="*/ 307 h 3678"/>
                <a:gd name="T28" fmla="*/ 3502 w 3666"/>
                <a:gd name="T29" fmla="*/ 247 h 3678"/>
                <a:gd name="T30" fmla="*/ 3469 w 3666"/>
                <a:gd name="T31" fmla="*/ 198 h 3678"/>
                <a:gd name="T32" fmla="*/ 3421 w 3666"/>
                <a:gd name="T33" fmla="*/ 166 h 3678"/>
                <a:gd name="T34" fmla="*/ 3361 w 3666"/>
                <a:gd name="T35" fmla="*/ 153 h 3678"/>
                <a:gd name="T36" fmla="*/ 305 w 3666"/>
                <a:gd name="T37" fmla="*/ 0 h 3678"/>
                <a:gd name="T38" fmla="*/ 3406 w 3666"/>
                <a:gd name="T39" fmla="*/ 3 h 3678"/>
                <a:gd name="T40" fmla="*/ 3490 w 3666"/>
                <a:gd name="T41" fmla="*/ 28 h 3678"/>
                <a:gd name="T42" fmla="*/ 3562 w 3666"/>
                <a:gd name="T43" fmla="*/ 75 h 3678"/>
                <a:gd name="T44" fmla="*/ 3617 w 3666"/>
                <a:gd name="T45" fmla="*/ 140 h 3678"/>
                <a:gd name="T46" fmla="*/ 3654 w 3666"/>
                <a:gd name="T47" fmla="*/ 218 h 3678"/>
                <a:gd name="T48" fmla="*/ 3666 w 3666"/>
                <a:gd name="T49" fmla="*/ 307 h 3678"/>
                <a:gd name="T50" fmla="*/ 3663 w 3666"/>
                <a:gd name="T51" fmla="*/ 3416 h 3678"/>
                <a:gd name="T52" fmla="*/ 3638 w 3666"/>
                <a:gd name="T53" fmla="*/ 3501 h 3678"/>
                <a:gd name="T54" fmla="*/ 3592 w 3666"/>
                <a:gd name="T55" fmla="*/ 3572 h 3678"/>
                <a:gd name="T56" fmla="*/ 3528 w 3666"/>
                <a:gd name="T57" fmla="*/ 3629 h 3678"/>
                <a:gd name="T58" fmla="*/ 3449 w 3666"/>
                <a:gd name="T59" fmla="*/ 3665 h 3678"/>
                <a:gd name="T60" fmla="*/ 3361 w 3666"/>
                <a:gd name="T61" fmla="*/ 3678 h 3678"/>
                <a:gd name="T62" fmla="*/ 260 w 3666"/>
                <a:gd name="T63" fmla="*/ 3675 h 3678"/>
                <a:gd name="T64" fmla="*/ 177 w 3666"/>
                <a:gd name="T65" fmla="*/ 3649 h 3678"/>
                <a:gd name="T66" fmla="*/ 105 w 3666"/>
                <a:gd name="T67" fmla="*/ 3603 h 3678"/>
                <a:gd name="T68" fmla="*/ 48 w 3666"/>
                <a:gd name="T69" fmla="*/ 3538 h 3678"/>
                <a:gd name="T70" fmla="*/ 12 w 3666"/>
                <a:gd name="T71" fmla="*/ 3460 h 3678"/>
                <a:gd name="T72" fmla="*/ 0 w 3666"/>
                <a:gd name="T73" fmla="*/ 3371 h 3678"/>
                <a:gd name="T74" fmla="*/ 3 w 3666"/>
                <a:gd name="T75" fmla="*/ 261 h 3678"/>
                <a:gd name="T76" fmla="*/ 28 w 3666"/>
                <a:gd name="T77" fmla="*/ 177 h 3678"/>
                <a:gd name="T78" fmla="*/ 74 w 3666"/>
                <a:gd name="T79" fmla="*/ 106 h 3678"/>
                <a:gd name="T80" fmla="*/ 138 w 3666"/>
                <a:gd name="T81" fmla="*/ 49 h 3678"/>
                <a:gd name="T82" fmla="*/ 217 w 3666"/>
                <a:gd name="T83" fmla="*/ 13 h 3678"/>
                <a:gd name="T84" fmla="*/ 305 w 3666"/>
                <a:gd name="T85" fmla="*/ 0 h 3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666" h="3678">
                  <a:moveTo>
                    <a:pt x="305" y="153"/>
                  </a:moveTo>
                  <a:lnTo>
                    <a:pt x="275" y="157"/>
                  </a:lnTo>
                  <a:lnTo>
                    <a:pt x="245" y="166"/>
                  </a:lnTo>
                  <a:lnTo>
                    <a:pt x="220" y="179"/>
                  </a:lnTo>
                  <a:lnTo>
                    <a:pt x="197" y="198"/>
                  </a:lnTo>
                  <a:lnTo>
                    <a:pt x="179" y="221"/>
                  </a:lnTo>
                  <a:lnTo>
                    <a:pt x="164" y="247"/>
                  </a:lnTo>
                  <a:lnTo>
                    <a:pt x="155" y="275"/>
                  </a:lnTo>
                  <a:lnTo>
                    <a:pt x="152" y="307"/>
                  </a:lnTo>
                  <a:lnTo>
                    <a:pt x="152" y="3371"/>
                  </a:lnTo>
                  <a:lnTo>
                    <a:pt x="155" y="3403"/>
                  </a:lnTo>
                  <a:lnTo>
                    <a:pt x="164" y="3431"/>
                  </a:lnTo>
                  <a:lnTo>
                    <a:pt x="179" y="3457"/>
                  </a:lnTo>
                  <a:lnTo>
                    <a:pt x="197" y="3480"/>
                  </a:lnTo>
                  <a:lnTo>
                    <a:pt x="220" y="3499"/>
                  </a:lnTo>
                  <a:lnTo>
                    <a:pt x="245" y="3512"/>
                  </a:lnTo>
                  <a:lnTo>
                    <a:pt x="275" y="3521"/>
                  </a:lnTo>
                  <a:lnTo>
                    <a:pt x="305" y="3525"/>
                  </a:lnTo>
                  <a:lnTo>
                    <a:pt x="3361" y="3525"/>
                  </a:lnTo>
                  <a:lnTo>
                    <a:pt x="3392" y="3521"/>
                  </a:lnTo>
                  <a:lnTo>
                    <a:pt x="3421" y="3512"/>
                  </a:lnTo>
                  <a:lnTo>
                    <a:pt x="3447" y="3499"/>
                  </a:lnTo>
                  <a:lnTo>
                    <a:pt x="3469" y="3480"/>
                  </a:lnTo>
                  <a:lnTo>
                    <a:pt x="3487" y="3457"/>
                  </a:lnTo>
                  <a:lnTo>
                    <a:pt x="3502" y="3431"/>
                  </a:lnTo>
                  <a:lnTo>
                    <a:pt x="3511" y="3403"/>
                  </a:lnTo>
                  <a:lnTo>
                    <a:pt x="3514" y="3371"/>
                  </a:lnTo>
                  <a:lnTo>
                    <a:pt x="3514" y="307"/>
                  </a:lnTo>
                  <a:lnTo>
                    <a:pt x="3511" y="275"/>
                  </a:lnTo>
                  <a:lnTo>
                    <a:pt x="3502" y="247"/>
                  </a:lnTo>
                  <a:lnTo>
                    <a:pt x="3487" y="221"/>
                  </a:lnTo>
                  <a:lnTo>
                    <a:pt x="3469" y="198"/>
                  </a:lnTo>
                  <a:lnTo>
                    <a:pt x="3447" y="179"/>
                  </a:lnTo>
                  <a:lnTo>
                    <a:pt x="3421" y="166"/>
                  </a:lnTo>
                  <a:lnTo>
                    <a:pt x="3392" y="157"/>
                  </a:lnTo>
                  <a:lnTo>
                    <a:pt x="3361" y="153"/>
                  </a:lnTo>
                  <a:lnTo>
                    <a:pt x="305" y="153"/>
                  </a:lnTo>
                  <a:close/>
                  <a:moveTo>
                    <a:pt x="305" y="0"/>
                  </a:moveTo>
                  <a:lnTo>
                    <a:pt x="3361" y="0"/>
                  </a:lnTo>
                  <a:lnTo>
                    <a:pt x="3406" y="3"/>
                  </a:lnTo>
                  <a:lnTo>
                    <a:pt x="3449" y="13"/>
                  </a:lnTo>
                  <a:lnTo>
                    <a:pt x="3490" y="28"/>
                  </a:lnTo>
                  <a:lnTo>
                    <a:pt x="3528" y="49"/>
                  </a:lnTo>
                  <a:lnTo>
                    <a:pt x="3562" y="75"/>
                  </a:lnTo>
                  <a:lnTo>
                    <a:pt x="3592" y="106"/>
                  </a:lnTo>
                  <a:lnTo>
                    <a:pt x="3617" y="140"/>
                  </a:lnTo>
                  <a:lnTo>
                    <a:pt x="3638" y="177"/>
                  </a:lnTo>
                  <a:lnTo>
                    <a:pt x="3654" y="218"/>
                  </a:lnTo>
                  <a:lnTo>
                    <a:pt x="3663" y="261"/>
                  </a:lnTo>
                  <a:lnTo>
                    <a:pt x="3666" y="307"/>
                  </a:lnTo>
                  <a:lnTo>
                    <a:pt x="3666" y="3371"/>
                  </a:lnTo>
                  <a:lnTo>
                    <a:pt x="3663" y="3416"/>
                  </a:lnTo>
                  <a:lnTo>
                    <a:pt x="3654" y="3460"/>
                  </a:lnTo>
                  <a:lnTo>
                    <a:pt x="3638" y="3501"/>
                  </a:lnTo>
                  <a:lnTo>
                    <a:pt x="3617" y="3538"/>
                  </a:lnTo>
                  <a:lnTo>
                    <a:pt x="3592" y="3572"/>
                  </a:lnTo>
                  <a:lnTo>
                    <a:pt x="3562" y="3603"/>
                  </a:lnTo>
                  <a:lnTo>
                    <a:pt x="3528" y="3629"/>
                  </a:lnTo>
                  <a:lnTo>
                    <a:pt x="3490" y="3649"/>
                  </a:lnTo>
                  <a:lnTo>
                    <a:pt x="3449" y="3665"/>
                  </a:lnTo>
                  <a:lnTo>
                    <a:pt x="3406" y="3675"/>
                  </a:lnTo>
                  <a:lnTo>
                    <a:pt x="3361" y="3678"/>
                  </a:lnTo>
                  <a:lnTo>
                    <a:pt x="305" y="3678"/>
                  </a:lnTo>
                  <a:lnTo>
                    <a:pt x="260" y="3675"/>
                  </a:lnTo>
                  <a:lnTo>
                    <a:pt x="217" y="3665"/>
                  </a:lnTo>
                  <a:lnTo>
                    <a:pt x="177" y="3649"/>
                  </a:lnTo>
                  <a:lnTo>
                    <a:pt x="138" y="3629"/>
                  </a:lnTo>
                  <a:lnTo>
                    <a:pt x="105" y="3603"/>
                  </a:lnTo>
                  <a:lnTo>
                    <a:pt x="74" y="3572"/>
                  </a:lnTo>
                  <a:lnTo>
                    <a:pt x="48" y="3538"/>
                  </a:lnTo>
                  <a:lnTo>
                    <a:pt x="28" y="3501"/>
                  </a:lnTo>
                  <a:lnTo>
                    <a:pt x="12" y="3460"/>
                  </a:lnTo>
                  <a:lnTo>
                    <a:pt x="3" y="3416"/>
                  </a:lnTo>
                  <a:lnTo>
                    <a:pt x="0" y="3371"/>
                  </a:lnTo>
                  <a:lnTo>
                    <a:pt x="0" y="307"/>
                  </a:lnTo>
                  <a:lnTo>
                    <a:pt x="3" y="261"/>
                  </a:lnTo>
                  <a:lnTo>
                    <a:pt x="12" y="218"/>
                  </a:lnTo>
                  <a:lnTo>
                    <a:pt x="28" y="177"/>
                  </a:lnTo>
                  <a:lnTo>
                    <a:pt x="48" y="140"/>
                  </a:lnTo>
                  <a:lnTo>
                    <a:pt x="74" y="106"/>
                  </a:lnTo>
                  <a:lnTo>
                    <a:pt x="105" y="75"/>
                  </a:lnTo>
                  <a:lnTo>
                    <a:pt x="138" y="49"/>
                  </a:lnTo>
                  <a:lnTo>
                    <a:pt x="177" y="28"/>
                  </a:lnTo>
                  <a:lnTo>
                    <a:pt x="217" y="13"/>
                  </a:lnTo>
                  <a:lnTo>
                    <a:pt x="260" y="3"/>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CB62303F-637C-49A5-86C3-F6635BF12ACF}"/>
                </a:ext>
              </a:extLst>
            </p:cNvPr>
            <p:cNvSpPr>
              <a:spLocks noEditPoints="1"/>
            </p:cNvSpPr>
            <p:nvPr/>
          </p:nvSpPr>
          <p:spPr bwMode="auto">
            <a:xfrm>
              <a:off x="-895350" y="1689100"/>
              <a:ext cx="322263" cy="325438"/>
            </a:xfrm>
            <a:custGeom>
              <a:avLst/>
              <a:gdLst>
                <a:gd name="T0" fmla="*/ 275 w 611"/>
                <a:gd name="T1" fmla="*/ 157 h 613"/>
                <a:gd name="T2" fmla="*/ 220 w 611"/>
                <a:gd name="T3" fmla="*/ 179 h 613"/>
                <a:gd name="T4" fmla="*/ 178 w 611"/>
                <a:gd name="T5" fmla="*/ 221 h 613"/>
                <a:gd name="T6" fmla="*/ 156 w 611"/>
                <a:gd name="T7" fmla="*/ 275 h 613"/>
                <a:gd name="T8" fmla="*/ 156 w 611"/>
                <a:gd name="T9" fmla="*/ 337 h 613"/>
                <a:gd name="T10" fmla="*/ 178 w 611"/>
                <a:gd name="T11" fmla="*/ 392 h 613"/>
                <a:gd name="T12" fmla="*/ 220 w 611"/>
                <a:gd name="T13" fmla="*/ 433 h 613"/>
                <a:gd name="T14" fmla="*/ 275 w 611"/>
                <a:gd name="T15" fmla="*/ 457 h 613"/>
                <a:gd name="T16" fmla="*/ 336 w 611"/>
                <a:gd name="T17" fmla="*/ 457 h 613"/>
                <a:gd name="T18" fmla="*/ 391 w 611"/>
                <a:gd name="T19" fmla="*/ 433 h 613"/>
                <a:gd name="T20" fmla="*/ 433 w 611"/>
                <a:gd name="T21" fmla="*/ 392 h 613"/>
                <a:gd name="T22" fmla="*/ 455 w 611"/>
                <a:gd name="T23" fmla="*/ 337 h 613"/>
                <a:gd name="T24" fmla="*/ 455 w 611"/>
                <a:gd name="T25" fmla="*/ 275 h 613"/>
                <a:gd name="T26" fmla="*/ 433 w 611"/>
                <a:gd name="T27" fmla="*/ 221 h 613"/>
                <a:gd name="T28" fmla="*/ 391 w 611"/>
                <a:gd name="T29" fmla="*/ 179 h 613"/>
                <a:gd name="T30" fmla="*/ 336 w 611"/>
                <a:gd name="T31" fmla="*/ 157 h 613"/>
                <a:gd name="T32" fmla="*/ 305 w 611"/>
                <a:gd name="T33" fmla="*/ 0 h 613"/>
                <a:gd name="T34" fmla="*/ 393 w 611"/>
                <a:gd name="T35" fmla="*/ 13 h 613"/>
                <a:gd name="T36" fmla="*/ 472 w 611"/>
                <a:gd name="T37" fmla="*/ 49 h 613"/>
                <a:gd name="T38" fmla="*/ 536 w 611"/>
                <a:gd name="T39" fmla="*/ 105 h 613"/>
                <a:gd name="T40" fmla="*/ 582 w 611"/>
                <a:gd name="T41" fmla="*/ 177 h 613"/>
                <a:gd name="T42" fmla="*/ 608 w 611"/>
                <a:gd name="T43" fmla="*/ 261 h 613"/>
                <a:gd name="T44" fmla="*/ 608 w 611"/>
                <a:gd name="T45" fmla="*/ 352 h 613"/>
                <a:gd name="T46" fmla="*/ 582 w 611"/>
                <a:gd name="T47" fmla="*/ 436 h 613"/>
                <a:gd name="T48" fmla="*/ 536 w 611"/>
                <a:gd name="T49" fmla="*/ 508 h 613"/>
                <a:gd name="T50" fmla="*/ 472 w 611"/>
                <a:gd name="T51" fmla="*/ 563 h 613"/>
                <a:gd name="T52" fmla="*/ 393 w 611"/>
                <a:gd name="T53" fmla="*/ 599 h 613"/>
                <a:gd name="T54" fmla="*/ 305 w 611"/>
                <a:gd name="T55" fmla="*/ 613 h 613"/>
                <a:gd name="T56" fmla="*/ 218 w 611"/>
                <a:gd name="T57" fmla="*/ 599 h 613"/>
                <a:gd name="T58" fmla="*/ 139 w 611"/>
                <a:gd name="T59" fmla="*/ 563 h 613"/>
                <a:gd name="T60" fmla="*/ 75 w 611"/>
                <a:gd name="T61" fmla="*/ 508 h 613"/>
                <a:gd name="T62" fmla="*/ 28 w 611"/>
                <a:gd name="T63" fmla="*/ 436 h 613"/>
                <a:gd name="T64" fmla="*/ 2 w 611"/>
                <a:gd name="T65" fmla="*/ 352 h 613"/>
                <a:gd name="T66" fmla="*/ 2 w 611"/>
                <a:gd name="T67" fmla="*/ 261 h 613"/>
                <a:gd name="T68" fmla="*/ 28 w 611"/>
                <a:gd name="T69" fmla="*/ 177 h 613"/>
                <a:gd name="T70" fmla="*/ 75 w 611"/>
                <a:gd name="T71" fmla="*/ 105 h 613"/>
                <a:gd name="T72" fmla="*/ 139 w 611"/>
                <a:gd name="T73" fmla="*/ 49 h 613"/>
                <a:gd name="T74" fmla="*/ 218 w 611"/>
                <a:gd name="T75" fmla="*/ 13 h 613"/>
                <a:gd name="T76" fmla="*/ 305 w 611"/>
                <a:gd name="T77" fmla="*/ 0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11" h="613">
                  <a:moveTo>
                    <a:pt x="305" y="153"/>
                  </a:moveTo>
                  <a:lnTo>
                    <a:pt x="275" y="157"/>
                  </a:lnTo>
                  <a:lnTo>
                    <a:pt x="246" y="165"/>
                  </a:lnTo>
                  <a:lnTo>
                    <a:pt x="220" y="179"/>
                  </a:lnTo>
                  <a:lnTo>
                    <a:pt x="197" y="199"/>
                  </a:lnTo>
                  <a:lnTo>
                    <a:pt x="178" y="221"/>
                  </a:lnTo>
                  <a:lnTo>
                    <a:pt x="165" y="247"/>
                  </a:lnTo>
                  <a:lnTo>
                    <a:pt x="156" y="275"/>
                  </a:lnTo>
                  <a:lnTo>
                    <a:pt x="152" y="307"/>
                  </a:lnTo>
                  <a:lnTo>
                    <a:pt x="156" y="337"/>
                  </a:lnTo>
                  <a:lnTo>
                    <a:pt x="165" y="366"/>
                  </a:lnTo>
                  <a:lnTo>
                    <a:pt x="178" y="392"/>
                  </a:lnTo>
                  <a:lnTo>
                    <a:pt x="197" y="415"/>
                  </a:lnTo>
                  <a:lnTo>
                    <a:pt x="220" y="433"/>
                  </a:lnTo>
                  <a:lnTo>
                    <a:pt x="246" y="448"/>
                  </a:lnTo>
                  <a:lnTo>
                    <a:pt x="275" y="457"/>
                  </a:lnTo>
                  <a:lnTo>
                    <a:pt x="305" y="459"/>
                  </a:lnTo>
                  <a:lnTo>
                    <a:pt x="336" y="457"/>
                  </a:lnTo>
                  <a:lnTo>
                    <a:pt x="365" y="448"/>
                  </a:lnTo>
                  <a:lnTo>
                    <a:pt x="391" y="433"/>
                  </a:lnTo>
                  <a:lnTo>
                    <a:pt x="413" y="415"/>
                  </a:lnTo>
                  <a:lnTo>
                    <a:pt x="433" y="392"/>
                  </a:lnTo>
                  <a:lnTo>
                    <a:pt x="446" y="366"/>
                  </a:lnTo>
                  <a:lnTo>
                    <a:pt x="455" y="337"/>
                  </a:lnTo>
                  <a:lnTo>
                    <a:pt x="458" y="307"/>
                  </a:lnTo>
                  <a:lnTo>
                    <a:pt x="455" y="275"/>
                  </a:lnTo>
                  <a:lnTo>
                    <a:pt x="446" y="247"/>
                  </a:lnTo>
                  <a:lnTo>
                    <a:pt x="433" y="221"/>
                  </a:lnTo>
                  <a:lnTo>
                    <a:pt x="413" y="199"/>
                  </a:lnTo>
                  <a:lnTo>
                    <a:pt x="391" y="179"/>
                  </a:lnTo>
                  <a:lnTo>
                    <a:pt x="365" y="165"/>
                  </a:lnTo>
                  <a:lnTo>
                    <a:pt x="336" y="157"/>
                  </a:lnTo>
                  <a:lnTo>
                    <a:pt x="305" y="153"/>
                  </a:lnTo>
                  <a:close/>
                  <a:moveTo>
                    <a:pt x="305" y="0"/>
                  </a:moveTo>
                  <a:lnTo>
                    <a:pt x="350" y="3"/>
                  </a:lnTo>
                  <a:lnTo>
                    <a:pt x="393" y="13"/>
                  </a:lnTo>
                  <a:lnTo>
                    <a:pt x="434" y="28"/>
                  </a:lnTo>
                  <a:lnTo>
                    <a:pt x="472" y="49"/>
                  </a:lnTo>
                  <a:lnTo>
                    <a:pt x="506" y="75"/>
                  </a:lnTo>
                  <a:lnTo>
                    <a:pt x="536" y="105"/>
                  </a:lnTo>
                  <a:lnTo>
                    <a:pt x="562" y="140"/>
                  </a:lnTo>
                  <a:lnTo>
                    <a:pt x="582" y="177"/>
                  </a:lnTo>
                  <a:lnTo>
                    <a:pt x="598" y="218"/>
                  </a:lnTo>
                  <a:lnTo>
                    <a:pt x="608" y="261"/>
                  </a:lnTo>
                  <a:lnTo>
                    <a:pt x="611" y="307"/>
                  </a:lnTo>
                  <a:lnTo>
                    <a:pt x="608" y="352"/>
                  </a:lnTo>
                  <a:lnTo>
                    <a:pt x="598" y="395"/>
                  </a:lnTo>
                  <a:lnTo>
                    <a:pt x="582" y="436"/>
                  </a:lnTo>
                  <a:lnTo>
                    <a:pt x="562" y="473"/>
                  </a:lnTo>
                  <a:lnTo>
                    <a:pt x="536" y="508"/>
                  </a:lnTo>
                  <a:lnTo>
                    <a:pt x="506" y="537"/>
                  </a:lnTo>
                  <a:lnTo>
                    <a:pt x="472" y="563"/>
                  </a:lnTo>
                  <a:lnTo>
                    <a:pt x="434" y="585"/>
                  </a:lnTo>
                  <a:lnTo>
                    <a:pt x="393" y="599"/>
                  </a:lnTo>
                  <a:lnTo>
                    <a:pt x="350" y="610"/>
                  </a:lnTo>
                  <a:lnTo>
                    <a:pt x="305" y="613"/>
                  </a:lnTo>
                  <a:lnTo>
                    <a:pt x="260" y="610"/>
                  </a:lnTo>
                  <a:lnTo>
                    <a:pt x="218" y="599"/>
                  </a:lnTo>
                  <a:lnTo>
                    <a:pt x="177" y="585"/>
                  </a:lnTo>
                  <a:lnTo>
                    <a:pt x="139" y="563"/>
                  </a:lnTo>
                  <a:lnTo>
                    <a:pt x="105" y="537"/>
                  </a:lnTo>
                  <a:lnTo>
                    <a:pt x="75" y="508"/>
                  </a:lnTo>
                  <a:lnTo>
                    <a:pt x="49" y="473"/>
                  </a:lnTo>
                  <a:lnTo>
                    <a:pt x="28" y="436"/>
                  </a:lnTo>
                  <a:lnTo>
                    <a:pt x="13" y="395"/>
                  </a:lnTo>
                  <a:lnTo>
                    <a:pt x="2" y="352"/>
                  </a:lnTo>
                  <a:lnTo>
                    <a:pt x="0" y="307"/>
                  </a:lnTo>
                  <a:lnTo>
                    <a:pt x="2" y="261"/>
                  </a:lnTo>
                  <a:lnTo>
                    <a:pt x="13" y="218"/>
                  </a:lnTo>
                  <a:lnTo>
                    <a:pt x="28" y="177"/>
                  </a:lnTo>
                  <a:lnTo>
                    <a:pt x="49" y="140"/>
                  </a:lnTo>
                  <a:lnTo>
                    <a:pt x="75" y="105"/>
                  </a:lnTo>
                  <a:lnTo>
                    <a:pt x="105" y="75"/>
                  </a:lnTo>
                  <a:lnTo>
                    <a:pt x="139" y="49"/>
                  </a:lnTo>
                  <a:lnTo>
                    <a:pt x="177" y="28"/>
                  </a:lnTo>
                  <a:lnTo>
                    <a:pt x="218" y="13"/>
                  </a:lnTo>
                  <a:lnTo>
                    <a:pt x="260" y="3"/>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8">
              <a:extLst>
                <a:ext uri="{FF2B5EF4-FFF2-40B4-BE49-F238E27FC236}">
                  <a16:creationId xmlns:a16="http://schemas.microsoft.com/office/drawing/2014/main" id="{772120AB-F330-4B15-81A8-53D1E1E3CD89}"/>
                </a:ext>
              </a:extLst>
            </p:cNvPr>
            <p:cNvSpPr>
              <a:spLocks noEditPoints="1"/>
            </p:cNvSpPr>
            <p:nvPr/>
          </p:nvSpPr>
          <p:spPr bwMode="auto">
            <a:xfrm>
              <a:off x="-895350" y="2176463"/>
              <a:ext cx="322263" cy="323850"/>
            </a:xfrm>
            <a:custGeom>
              <a:avLst/>
              <a:gdLst>
                <a:gd name="T0" fmla="*/ 275 w 611"/>
                <a:gd name="T1" fmla="*/ 157 h 613"/>
                <a:gd name="T2" fmla="*/ 220 w 611"/>
                <a:gd name="T3" fmla="*/ 179 h 613"/>
                <a:gd name="T4" fmla="*/ 178 w 611"/>
                <a:gd name="T5" fmla="*/ 221 h 613"/>
                <a:gd name="T6" fmla="*/ 156 w 611"/>
                <a:gd name="T7" fmla="*/ 277 h 613"/>
                <a:gd name="T8" fmla="*/ 156 w 611"/>
                <a:gd name="T9" fmla="*/ 337 h 613"/>
                <a:gd name="T10" fmla="*/ 178 w 611"/>
                <a:gd name="T11" fmla="*/ 393 h 613"/>
                <a:gd name="T12" fmla="*/ 220 w 611"/>
                <a:gd name="T13" fmla="*/ 433 h 613"/>
                <a:gd name="T14" fmla="*/ 275 w 611"/>
                <a:gd name="T15" fmla="*/ 457 h 613"/>
                <a:gd name="T16" fmla="*/ 336 w 611"/>
                <a:gd name="T17" fmla="*/ 457 h 613"/>
                <a:gd name="T18" fmla="*/ 391 w 611"/>
                <a:gd name="T19" fmla="*/ 433 h 613"/>
                <a:gd name="T20" fmla="*/ 433 w 611"/>
                <a:gd name="T21" fmla="*/ 393 h 613"/>
                <a:gd name="T22" fmla="*/ 455 w 611"/>
                <a:gd name="T23" fmla="*/ 337 h 613"/>
                <a:gd name="T24" fmla="*/ 455 w 611"/>
                <a:gd name="T25" fmla="*/ 277 h 613"/>
                <a:gd name="T26" fmla="*/ 433 w 611"/>
                <a:gd name="T27" fmla="*/ 221 h 613"/>
                <a:gd name="T28" fmla="*/ 391 w 611"/>
                <a:gd name="T29" fmla="*/ 179 h 613"/>
                <a:gd name="T30" fmla="*/ 336 w 611"/>
                <a:gd name="T31" fmla="*/ 157 h 613"/>
                <a:gd name="T32" fmla="*/ 305 w 611"/>
                <a:gd name="T33" fmla="*/ 0 h 613"/>
                <a:gd name="T34" fmla="*/ 393 w 611"/>
                <a:gd name="T35" fmla="*/ 13 h 613"/>
                <a:gd name="T36" fmla="*/ 472 w 611"/>
                <a:gd name="T37" fmla="*/ 50 h 613"/>
                <a:gd name="T38" fmla="*/ 536 w 611"/>
                <a:gd name="T39" fmla="*/ 106 h 613"/>
                <a:gd name="T40" fmla="*/ 582 w 611"/>
                <a:gd name="T41" fmla="*/ 177 h 613"/>
                <a:gd name="T42" fmla="*/ 608 w 611"/>
                <a:gd name="T43" fmla="*/ 262 h 613"/>
                <a:gd name="T44" fmla="*/ 608 w 611"/>
                <a:gd name="T45" fmla="*/ 352 h 613"/>
                <a:gd name="T46" fmla="*/ 582 w 611"/>
                <a:gd name="T47" fmla="*/ 436 h 613"/>
                <a:gd name="T48" fmla="*/ 536 w 611"/>
                <a:gd name="T49" fmla="*/ 508 h 613"/>
                <a:gd name="T50" fmla="*/ 472 w 611"/>
                <a:gd name="T51" fmla="*/ 564 h 613"/>
                <a:gd name="T52" fmla="*/ 393 w 611"/>
                <a:gd name="T53" fmla="*/ 601 h 613"/>
                <a:gd name="T54" fmla="*/ 305 w 611"/>
                <a:gd name="T55" fmla="*/ 613 h 613"/>
                <a:gd name="T56" fmla="*/ 218 w 611"/>
                <a:gd name="T57" fmla="*/ 601 h 613"/>
                <a:gd name="T58" fmla="*/ 139 w 611"/>
                <a:gd name="T59" fmla="*/ 564 h 613"/>
                <a:gd name="T60" fmla="*/ 75 w 611"/>
                <a:gd name="T61" fmla="*/ 508 h 613"/>
                <a:gd name="T62" fmla="*/ 28 w 611"/>
                <a:gd name="T63" fmla="*/ 436 h 613"/>
                <a:gd name="T64" fmla="*/ 2 w 611"/>
                <a:gd name="T65" fmla="*/ 352 h 613"/>
                <a:gd name="T66" fmla="*/ 2 w 611"/>
                <a:gd name="T67" fmla="*/ 262 h 613"/>
                <a:gd name="T68" fmla="*/ 28 w 611"/>
                <a:gd name="T69" fmla="*/ 177 h 613"/>
                <a:gd name="T70" fmla="*/ 75 w 611"/>
                <a:gd name="T71" fmla="*/ 106 h 613"/>
                <a:gd name="T72" fmla="*/ 139 w 611"/>
                <a:gd name="T73" fmla="*/ 50 h 613"/>
                <a:gd name="T74" fmla="*/ 218 w 611"/>
                <a:gd name="T75" fmla="*/ 13 h 613"/>
                <a:gd name="T76" fmla="*/ 305 w 611"/>
                <a:gd name="T77" fmla="*/ 0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11" h="613">
                  <a:moveTo>
                    <a:pt x="305" y="153"/>
                  </a:moveTo>
                  <a:lnTo>
                    <a:pt x="275" y="157"/>
                  </a:lnTo>
                  <a:lnTo>
                    <a:pt x="246" y="166"/>
                  </a:lnTo>
                  <a:lnTo>
                    <a:pt x="220" y="179"/>
                  </a:lnTo>
                  <a:lnTo>
                    <a:pt x="197" y="199"/>
                  </a:lnTo>
                  <a:lnTo>
                    <a:pt x="178" y="221"/>
                  </a:lnTo>
                  <a:lnTo>
                    <a:pt x="165" y="247"/>
                  </a:lnTo>
                  <a:lnTo>
                    <a:pt x="156" y="277"/>
                  </a:lnTo>
                  <a:lnTo>
                    <a:pt x="152" y="306"/>
                  </a:lnTo>
                  <a:lnTo>
                    <a:pt x="156" y="337"/>
                  </a:lnTo>
                  <a:lnTo>
                    <a:pt x="165" y="367"/>
                  </a:lnTo>
                  <a:lnTo>
                    <a:pt x="178" y="393"/>
                  </a:lnTo>
                  <a:lnTo>
                    <a:pt x="197" y="415"/>
                  </a:lnTo>
                  <a:lnTo>
                    <a:pt x="220" y="433"/>
                  </a:lnTo>
                  <a:lnTo>
                    <a:pt x="246" y="448"/>
                  </a:lnTo>
                  <a:lnTo>
                    <a:pt x="275" y="457"/>
                  </a:lnTo>
                  <a:lnTo>
                    <a:pt x="305" y="461"/>
                  </a:lnTo>
                  <a:lnTo>
                    <a:pt x="336" y="457"/>
                  </a:lnTo>
                  <a:lnTo>
                    <a:pt x="365" y="448"/>
                  </a:lnTo>
                  <a:lnTo>
                    <a:pt x="391" y="433"/>
                  </a:lnTo>
                  <a:lnTo>
                    <a:pt x="413" y="415"/>
                  </a:lnTo>
                  <a:lnTo>
                    <a:pt x="433" y="393"/>
                  </a:lnTo>
                  <a:lnTo>
                    <a:pt x="446" y="367"/>
                  </a:lnTo>
                  <a:lnTo>
                    <a:pt x="455" y="337"/>
                  </a:lnTo>
                  <a:lnTo>
                    <a:pt x="458" y="306"/>
                  </a:lnTo>
                  <a:lnTo>
                    <a:pt x="455" y="277"/>
                  </a:lnTo>
                  <a:lnTo>
                    <a:pt x="446" y="247"/>
                  </a:lnTo>
                  <a:lnTo>
                    <a:pt x="433" y="221"/>
                  </a:lnTo>
                  <a:lnTo>
                    <a:pt x="413" y="199"/>
                  </a:lnTo>
                  <a:lnTo>
                    <a:pt x="391" y="179"/>
                  </a:lnTo>
                  <a:lnTo>
                    <a:pt x="365" y="166"/>
                  </a:lnTo>
                  <a:lnTo>
                    <a:pt x="336" y="157"/>
                  </a:lnTo>
                  <a:lnTo>
                    <a:pt x="305" y="153"/>
                  </a:lnTo>
                  <a:close/>
                  <a:moveTo>
                    <a:pt x="305" y="0"/>
                  </a:moveTo>
                  <a:lnTo>
                    <a:pt x="350" y="3"/>
                  </a:lnTo>
                  <a:lnTo>
                    <a:pt x="393" y="13"/>
                  </a:lnTo>
                  <a:lnTo>
                    <a:pt x="434" y="29"/>
                  </a:lnTo>
                  <a:lnTo>
                    <a:pt x="472" y="50"/>
                  </a:lnTo>
                  <a:lnTo>
                    <a:pt x="506" y="76"/>
                  </a:lnTo>
                  <a:lnTo>
                    <a:pt x="536" y="106"/>
                  </a:lnTo>
                  <a:lnTo>
                    <a:pt x="562" y="140"/>
                  </a:lnTo>
                  <a:lnTo>
                    <a:pt x="582" y="177"/>
                  </a:lnTo>
                  <a:lnTo>
                    <a:pt x="598" y="219"/>
                  </a:lnTo>
                  <a:lnTo>
                    <a:pt x="608" y="262"/>
                  </a:lnTo>
                  <a:lnTo>
                    <a:pt x="611" y="306"/>
                  </a:lnTo>
                  <a:lnTo>
                    <a:pt x="608" y="352"/>
                  </a:lnTo>
                  <a:lnTo>
                    <a:pt x="598" y="395"/>
                  </a:lnTo>
                  <a:lnTo>
                    <a:pt x="582" y="436"/>
                  </a:lnTo>
                  <a:lnTo>
                    <a:pt x="562" y="474"/>
                  </a:lnTo>
                  <a:lnTo>
                    <a:pt x="536" y="508"/>
                  </a:lnTo>
                  <a:lnTo>
                    <a:pt x="506" y="538"/>
                  </a:lnTo>
                  <a:lnTo>
                    <a:pt x="472" y="564"/>
                  </a:lnTo>
                  <a:lnTo>
                    <a:pt x="434" y="585"/>
                  </a:lnTo>
                  <a:lnTo>
                    <a:pt x="393" y="601"/>
                  </a:lnTo>
                  <a:lnTo>
                    <a:pt x="350" y="610"/>
                  </a:lnTo>
                  <a:lnTo>
                    <a:pt x="305" y="613"/>
                  </a:lnTo>
                  <a:lnTo>
                    <a:pt x="260" y="610"/>
                  </a:lnTo>
                  <a:lnTo>
                    <a:pt x="218" y="601"/>
                  </a:lnTo>
                  <a:lnTo>
                    <a:pt x="177" y="585"/>
                  </a:lnTo>
                  <a:lnTo>
                    <a:pt x="139" y="564"/>
                  </a:lnTo>
                  <a:lnTo>
                    <a:pt x="105" y="538"/>
                  </a:lnTo>
                  <a:lnTo>
                    <a:pt x="75" y="508"/>
                  </a:lnTo>
                  <a:lnTo>
                    <a:pt x="49" y="474"/>
                  </a:lnTo>
                  <a:lnTo>
                    <a:pt x="28" y="436"/>
                  </a:lnTo>
                  <a:lnTo>
                    <a:pt x="13" y="395"/>
                  </a:lnTo>
                  <a:lnTo>
                    <a:pt x="2" y="352"/>
                  </a:lnTo>
                  <a:lnTo>
                    <a:pt x="0" y="306"/>
                  </a:lnTo>
                  <a:lnTo>
                    <a:pt x="2" y="262"/>
                  </a:lnTo>
                  <a:lnTo>
                    <a:pt x="13" y="219"/>
                  </a:lnTo>
                  <a:lnTo>
                    <a:pt x="28" y="177"/>
                  </a:lnTo>
                  <a:lnTo>
                    <a:pt x="49" y="140"/>
                  </a:lnTo>
                  <a:lnTo>
                    <a:pt x="75" y="106"/>
                  </a:lnTo>
                  <a:lnTo>
                    <a:pt x="105" y="76"/>
                  </a:lnTo>
                  <a:lnTo>
                    <a:pt x="139" y="50"/>
                  </a:lnTo>
                  <a:lnTo>
                    <a:pt x="177" y="29"/>
                  </a:lnTo>
                  <a:lnTo>
                    <a:pt x="218" y="13"/>
                  </a:lnTo>
                  <a:lnTo>
                    <a:pt x="260" y="3"/>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9">
              <a:extLst>
                <a:ext uri="{FF2B5EF4-FFF2-40B4-BE49-F238E27FC236}">
                  <a16:creationId xmlns:a16="http://schemas.microsoft.com/office/drawing/2014/main" id="{7B26BCBA-53A4-4ADA-8231-534E390781FC}"/>
                </a:ext>
              </a:extLst>
            </p:cNvPr>
            <p:cNvSpPr>
              <a:spLocks noEditPoints="1"/>
            </p:cNvSpPr>
            <p:nvPr/>
          </p:nvSpPr>
          <p:spPr bwMode="auto">
            <a:xfrm>
              <a:off x="-895350" y="2662238"/>
              <a:ext cx="322263" cy="325438"/>
            </a:xfrm>
            <a:custGeom>
              <a:avLst/>
              <a:gdLst>
                <a:gd name="T0" fmla="*/ 275 w 611"/>
                <a:gd name="T1" fmla="*/ 156 h 613"/>
                <a:gd name="T2" fmla="*/ 220 w 611"/>
                <a:gd name="T3" fmla="*/ 180 h 613"/>
                <a:gd name="T4" fmla="*/ 178 w 611"/>
                <a:gd name="T5" fmla="*/ 220 h 613"/>
                <a:gd name="T6" fmla="*/ 156 w 611"/>
                <a:gd name="T7" fmla="*/ 276 h 613"/>
                <a:gd name="T8" fmla="*/ 156 w 611"/>
                <a:gd name="T9" fmla="*/ 338 h 613"/>
                <a:gd name="T10" fmla="*/ 178 w 611"/>
                <a:gd name="T11" fmla="*/ 392 h 613"/>
                <a:gd name="T12" fmla="*/ 220 w 611"/>
                <a:gd name="T13" fmla="*/ 434 h 613"/>
                <a:gd name="T14" fmla="*/ 275 w 611"/>
                <a:gd name="T15" fmla="*/ 456 h 613"/>
                <a:gd name="T16" fmla="*/ 336 w 611"/>
                <a:gd name="T17" fmla="*/ 456 h 613"/>
                <a:gd name="T18" fmla="*/ 391 w 611"/>
                <a:gd name="T19" fmla="*/ 434 h 613"/>
                <a:gd name="T20" fmla="*/ 433 w 611"/>
                <a:gd name="T21" fmla="*/ 392 h 613"/>
                <a:gd name="T22" fmla="*/ 455 w 611"/>
                <a:gd name="T23" fmla="*/ 338 h 613"/>
                <a:gd name="T24" fmla="*/ 455 w 611"/>
                <a:gd name="T25" fmla="*/ 276 h 613"/>
                <a:gd name="T26" fmla="*/ 433 w 611"/>
                <a:gd name="T27" fmla="*/ 220 h 613"/>
                <a:gd name="T28" fmla="*/ 391 w 611"/>
                <a:gd name="T29" fmla="*/ 180 h 613"/>
                <a:gd name="T30" fmla="*/ 336 w 611"/>
                <a:gd name="T31" fmla="*/ 156 h 613"/>
                <a:gd name="T32" fmla="*/ 305 w 611"/>
                <a:gd name="T33" fmla="*/ 0 h 613"/>
                <a:gd name="T34" fmla="*/ 393 w 611"/>
                <a:gd name="T35" fmla="*/ 13 h 613"/>
                <a:gd name="T36" fmla="*/ 472 w 611"/>
                <a:gd name="T37" fmla="*/ 50 h 613"/>
                <a:gd name="T38" fmla="*/ 536 w 611"/>
                <a:gd name="T39" fmla="*/ 105 h 613"/>
                <a:gd name="T40" fmla="*/ 582 w 611"/>
                <a:gd name="T41" fmla="*/ 177 h 613"/>
                <a:gd name="T42" fmla="*/ 608 w 611"/>
                <a:gd name="T43" fmla="*/ 261 h 613"/>
                <a:gd name="T44" fmla="*/ 608 w 611"/>
                <a:gd name="T45" fmla="*/ 351 h 613"/>
                <a:gd name="T46" fmla="*/ 582 w 611"/>
                <a:gd name="T47" fmla="*/ 436 h 613"/>
                <a:gd name="T48" fmla="*/ 536 w 611"/>
                <a:gd name="T49" fmla="*/ 507 h 613"/>
                <a:gd name="T50" fmla="*/ 472 w 611"/>
                <a:gd name="T51" fmla="*/ 564 h 613"/>
                <a:gd name="T52" fmla="*/ 393 w 611"/>
                <a:gd name="T53" fmla="*/ 600 h 613"/>
                <a:gd name="T54" fmla="*/ 305 w 611"/>
                <a:gd name="T55" fmla="*/ 613 h 613"/>
                <a:gd name="T56" fmla="*/ 218 w 611"/>
                <a:gd name="T57" fmla="*/ 600 h 613"/>
                <a:gd name="T58" fmla="*/ 139 w 611"/>
                <a:gd name="T59" fmla="*/ 564 h 613"/>
                <a:gd name="T60" fmla="*/ 75 w 611"/>
                <a:gd name="T61" fmla="*/ 507 h 613"/>
                <a:gd name="T62" fmla="*/ 28 w 611"/>
                <a:gd name="T63" fmla="*/ 436 h 613"/>
                <a:gd name="T64" fmla="*/ 2 w 611"/>
                <a:gd name="T65" fmla="*/ 351 h 613"/>
                <a:gd name="T66" fmla="*/ 2 w 611"/>
                <a:gd name="T67" fmla="*/ 261 h 613"/>
                <a:gd name="T68" fmla="*/ 28 w 611"/>
                <a:gd name="T69" fmla="*/ 177 h 613"/>
                <a:gd name="T70" fmla="*/ 75 w 611"/>
                <a:gd name="T71" fmla="*/ 105 h 613"/>
                <a:gd name="T72" fmla="*/ 139 w 611"/>
                <a:gd name="T73" fmla="*/ 50 h 613"/>
                <a:gd name="T74" fmla="*/ 218 w 611"/>
                <a:gd name="T75" fmla="*/ 13 h 613"/>
                <a:gd name="T76" fmla="*/ 305 w 611"/>
                <a:gd name="T77" fmla="*/ 0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11" h="613">
                  <a:moveTo>
                    <a:pt x="305" y="154"/>
                  </a:moveTo>
                  <a:lnTo>
                    <a:pt x="275" y="156"/>
                  </a:lnTo>
                  <a:lnTo>
                    <a:pt x="246" y="165"/>
                  </a:lnTo>
                  <a:lnTo>
                    <a:pt x="220" y="180"/>
                  </a:lnTo>
                  <a:lnTo>
                    <a:pt x="197" y="198"/>
                  </a:lnTo>
                  <a:lnTo>
                    <a:pt x="178" y="220"/>
                  </a:lnTo>
                  <a:lnTo>
                    <a:pt x="165" y="246"/>
                  </a:lnTo>
                  <a:lnTo>
                    <a:pt x="156" y="276"/>
                  </a:lnTo>
                  <a:lnTo>
                    <a:pt x="152" y="306"/>
                  </a:lnTo>
                  <a:lnTo>
                    <a:pt x="156" y="338"/>
                  </a:lnTo>
                  <a:lnTo>
                    <a:pt x="165" y="366"/>
                  </a:lnTo>
                  <a:lnTo>
                    <a:pt x="178" y="392"/>
                  </a:lnTo>
                  <a:lnTo>
                    <a:pt x="197" y="414"/>
                  </a:lnTo>
                  <a:lnTo>
                    <a:pt x="220" y="434"/>
                  </a:lnTo>
                  <a:lnTo>
                    <a:pt x="246" y="447"/>
                  </a:lnTo>
                  <a:lnTo>
                    <a:pt x="275" y="456"/>
                  </a:lnTo>
                  <a:lnTo>
                    <a:pt x="305" y="460"/>
                  </a:lnTo>
                  <a:lnTo>
                    <a:pt x="336" y="456"/>
                  </a:lnTo>
                  <a:lnTo>
                    <a:pt x="365" y="447"/>
                  </a:lnTo>
                  <a:lnTo>
                    <a:pt x="391" y="434"/>
                  </a:lnTo>
                  <a:lnTo>
                    <a:pt x="413" y="414"/>
                  </a:lnTo>
                  <a:lnTo>
                    <a:pt x="433" y="392"/>
                  </a:lnTo>
                  <a:lnTo>
                    <a:pt x="446" y="366"/>
                  </a:lnTo>
                  <a:lnTo>
                    <a:pt x="455" y="338"/>
                  </a:lnTo>
                  <a:lnTo>
                    <a:pt x="458" y="306"/>
                  </a:lnTo>
                  <a:lnTo>
                    <a:pt x="455" y="276"/>
                  </a:lnTo>
                  <a:lnTo>
                    <a:pt x="446" y="246"/>
                  </a:lnTo>
                  <a:lnTo>
                    <a:pt x="433" y="220"/>
                  </a:lnTo>
                  <a:lnTo>
                    <a:pt x="413" y="198"/>
                  </a:lnTo>
                  <a:lnTo>
                    <a:pt x="391" y="180"/>
                  </a:lnTo>
                  <a:lnTo>
                    <a:pt x="365" y="165"/>
                  </a:lnTo>
                  <a:lnTo>
                    <a:pt x="336" y="156"/>
                  </a:lnTo>
                  <a:lnTo>
                    <a:pt x="305" y="154"/>
                  </a:lnTo>
                  <a:close/>
                  <a:moveTo>
                    <a:pt x="305" y="0"/>
                  </a:moveTo>
                  <a:lnTo>
                    <a:pt x="350" y="3"/>
                  </a:lnTo>
                  <a:lnTo>
                    <a:pt x="393" y="13"/>
                  </a:lnTo>
                  <a:lnTo>
                    <a:pt x="434" y="28"/>
                  </a:lnTo>
                  <a:lnTo>
                    <a:pt x="472" y="50"/>
                  </a:lnTo>
                  <a:lnTo>
                    <a:pt x="506" y="75"/>
                  </a:lnTo>
                  <a:lnTo>
                    <a:pt x="536" y="105"/>
                  </a:lnTo>
                  <a:lnTo>
                    <a:pt x="562" y="140"/>
                  </a:lnTo>
                  <a:lnTo>
                    <a:pt x="582" y="177"/>
                  </a:lnTo>
                  <a:lnTo>
                    <a:pt x="598" y="218"/>
                  </a:lnTo>
                  <a:lnTo>
                    <a:pt x="608" y="261"/>
                  </a:lnTo>
                  <a:lnTo>
                    <a:pt x="611" y="306"/>
                  </a:lnTo>
                  <a:lnTo>
                    <a:pt x="608" y="351"/>
                  </a:lnTo>
                  <a:lnTo>
                    <a:pt x="598" y="395"/>
                  </a:lnTo>
                  <a:lnTo>
                    <a:pt x="582" y="436"/>
                  </a:lnTo>
                  <a:lnTo>
                    <a:pt x="562" y="473"/>
                  </a:lnTo>
                  <a:lnTo>
                    <a:pt x="536" y="507"/>
                  </a:lnTo>
                  <a:lnTo>
                    <a:pt x="506" y="538"/>
                  </a:lnTo>
                  <a:lnTo>
                    <a:pt x="472" y="564"/>
                  </a:lnTo>
                  <a:lnTo>
                    <a:pt x="434" y="585"/>
                  </a:lnTo>
                  <a:lnTo>
                    <a:pt x="393" y="600"/>
                  </a:lnTo>
                  <a:lnTo>
                    <a:pt x="350" y="610"/>
                  </a:lnTo>
                  <a:lnTo>
                    <a:pt x="305" y="613"/>
                  </a:lnTo>
                  <a:lnTo>
                    <a:pt x="260" y="610"/>
                  </a:lnTo>
                  <a:lnTo>
                    <a:pt x="218" y="600"/>
                  </a:lnTo>
                  <a:lnTo>
                    <a:pt x="177" y="585"/>
                  </a:lnTo>
                  <a:lnTo>
                    <a:pt x="139" y="564"/>
                  </a:lnTo>
                  <a:lnTo>
                    <a:pt x="105" y="538"/>
                  </a:lnTo>
                  <a:lnTo>
                    <a:pt x="75" y="507"/>
                  </a:lnTo>
                  <a:lnTo>
                    <a:pt x="49" y="473"/>
                  </a:lnTo>
                  <a:lnTo>
                    <a:pt x="28" y="436"/>
                  </a:lnTo>
                  <a:lnTo>
                    <a:pt x="13" y="395"/>
                  </a:lnTo>
                  <a:lnTo>
                    <a:pt x="2" y="351"/>
                  </a:lnTo>
                  <a:lnTo>
                    <a:pt x="0" y="306"/>
                  </a:lnTo>
                  <a:lnTo>
                    <a:pt x="2" y="261"/>
                  </a:lnTo>
                  <a:lnTo>
                    <a:pt x="13" y="218"/>
                  </a:lnTo>
                  <a:lnTo>
                    <a:pt x="28" y="177"/>
                  </a:lnTo>
                  <a:lnTo>
                    <a:pt x="49" y="140"/>
                  </a:lnTo>
                  <a:lnTo>
                    <a:pt x="75" y="105"/>
                  </a:lnTo>
                  <a:lnTo>
                    <a:pt x="105" y="75"/>
                  </a:lnTo>
                  <a:lnTo>
                    <a:pt x="139" y="50"/>
                  </a:lnTo>
                  <a:lnTo>
                    <a:pt x="177" y="28"/>
                  </a:lnTo>
                  <a:lnTo>
                    <a:pt x="218" y="13"/>
                  </a:lnTo>
                  <a:lnTo>
                    <a:pt x="260" y="3"/>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0">
              <a:extLst>
                <a:ext uri="{FF2B5EF4-FFF2-40B4-BE49-F238E27FC236}">
                  <a16:creationId xmlns:a16="http://schemas.microsoft.com/office/drawing/2014/main" id="{0A2CF598-03C8-42DA-B803-0D7C65AD68B6}"/>
                </a:ext>
              </a:extLst>
            </p:cNvPr>
            <p:cNvSpPr>
              <a:spLocks/>
            </p:cNvSpPr>
            <p:nvPr/>
          </p:nvSpPr>
          <p:spPr bwMode="auto">
            <a:xfrm>
              <a:off x="-411163" y="2297113"/>
              <a:ext cx="808038" cy="82550"/>
            </a:xfrm>
            <a:custGeom>
              <a:avLst/>
              <a:gdLst>
                <a:gd name="T0" fmla="*/ 76 w 1527"/>
                <a:gd name="T1" fmla="*/ 0 h 154"/>
                <a:gd name="T2" fmla="*/ 1451 w 1527"/>
                <a:gd name="T3" fmla="*/ 0 h 154"/>
                <a:gd name="T4" fmla="*/ 1471 w 1527"/>
                <a:gd name="T5" fmla="*/ 4 h 154"/>
                <a:gd name="T6" fmla="*/ 1490 w 1527"/>
                <a:gd name="T7" fmla="*/ 10 h 154"/>
                <a:gd name="T8" fmla="*/ 1505 w 1527"/>
                <a:gd name="T9" fmla="*/ 23 h 154"/>
                <a:gd name="T10" fmla="*/ 1517 w 1527"/>
                <a:gd name="T11" fmla="*/ 39 h 154"/>
                <a:gd name="T12" fmla="*/ 1525 w 1527"/>
                <a:gd name="T13" fmla="*/ 57 h 154"/>
                <a:gd name="T14" fmla="*/ 1527 w 1527"/>
                <a:gd name="T15" fmla="*/ 76 h 154"/>
                <a:gd name="T16" fmla="*/ 1525 w 1527"/>
                <a:gd name="T17" fmla="*/ 97 h 154"/>
                <a:gd name="T18" fmla="*/ 1517 w 1527"/>
                <a:gd name="T19" fmla="*/ 115 h 154"/>
                <a:gd name="T20" fmla="*/ 1505 w 1527"/>
                <a:gd name="T21" fmla="*/ 131 h 154"/>
                <a:gd name="T22" fmla="*/ 1490 w 1527"/>
                <a:gd name="T23" fmla="*/ 144 h 154"/>
                <a:gd name="T24" fmla="*/ 1471 w 1527"/>
                <a:gd name="T25" fmla="*/ 150 h 154"/>
                <a:gd name="T26" fmla="*/ 1451 w 1527"/>
                <a:gd name="T27" fmla="*/ 154 h 154"/>
                <a:gd name="T28" fmla="*/ 76 w 1527"/>
                <a:gd name="T29" fmla="*/ 154 h 154"/>
                <a:gd name="T30" fmla="*/ 56 w 1527"/>
                <a:gd name="T31" fmla="*/ 150 h 154"/>
                <a:gd name="T32" fmla="*/ 38 w 1527"/>
                <a:gd name="T33" fmla="*/ 144 h 154"/>
                <a:gd name="T34" fmla="*/ 22 w 1527"/>
                <a:gd name="T35" fmla="*/ 131 h 154"/>
                <a:gd name="T36" fmla="*/ 10 w 1527"/>
                <a:gd name="T37" fmla="*/ 115 h 154"/>
                <a:gd name="T38" fmla="*/ 2 w 1527"/>
                <a:gd name="T39" fmla="*/ 97 h 154"/>
                <a:gd name="T40" fmla="*/ 0 w 1527"/>
                <a:gd name="T41" fmla="*/ 76 h 154"/>
                <a:gd name="T42" fmla="*/ 2 w 1527"/>
                <a:gd name="T43" fmla="*/ 57 h 154"/>
                <a:gd name="T44" fmla="*/ 10 w 1527"/>
                <a:gd name="T45" fmla="*/ 39 h 154"/>
                <a:gd name="T46" fmla="*/ 22 w 1527"/>
                <a:gd name="T47" fmla="*/ 23 h 154"/>
                <a:gd name="T48" fmla="*/ 38 w 1527"/>
                <a:gd name="T49" fmla="*/ 10 h 154"/>
                <a:gd name="T50" fmla="*/ 56 w 1527"/>
                <a:gd name="T51" fmla="*/ 4 h 154"/>
                <a:gd name="T52" fmla="*/ 76 w 1527"/>
                <a:gd name="T5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27" h="154">
                  <a:moveTo>
                    <a:pt x="76" y="0"/>
                  </a:moveTo>
                  <a:lnTo>
                    <a:pt x="1451" y="0"/>
                  </a:lnTo>
                  <a:lnTo>
                    <a:pt x="1471" y="4"/>
                  </a:lnTo>
                  <a:lnTo>
                    <a:pt x="1490" y="10"/>
                  </a:lnTo>
                  <a:lnTo>
                    <a:pt x="1505" y="23"/>
                  </a:lnTo>
                  <a:lnTo>
                    <a:pt x="1517" y="39"/>
                  </a:lnTo>
                  <a:lnTo>
                    <a:pt x="1525" y="57"/>
                  </a:lnTo>
                  <a:lnTo>
                    <a:pt x="1527" y="76"/>
                  </a:lnTo>
                  <a:lnTo>
                    <a:pt x="1525" y="97"/>
                  </a:lnTo>
                  <a:lnTo>
                    <a:pt x="1517" y="115"/>
                  </a:lnTo>
                  <a:lnTo>
                    <a:pt x="1505" y="131"/>
                  </a:lnTo>
                  <a:lnTo>
                    <a:pt x="1490" y="144"/>
                  </a:lnTo>
                  <a:lnTo>
                    <a:pt x="1471" y="150"/>
                  </a:lnTo>
                  <a:lnTo>
                    <a:pt x="1451" y="154"/>
                  </a:lnTo>
                  <a:lnTo>
                    <a:pt x="76" y="154"/>
                  </a:lnTo>
                  <a:lnTo>
                    <a:pt x="56" y="150"/>
                  </a:lnTo>
                  <a:lnTo>
                    <a:pt x="38" y="144"/>
                  </a:lnTo>
                  <a:lnTo>
                    <a:pt x="22" y="131"/>
                  </a:lnTo>
                  <a:lnTo>
                    <a:pt x="10" y="115"/>
                  </a:lnTo>
                  <a:lnTo>
                    <a:pt x="2" y="97"/>
                  </a:lnTo>
                  <a:lnTo>
                    <a:pt x="0" y="76"/>
                  </a:lnTo>
                  <a:lnTo>
                    <a:pt x="2" y="57"/>
                  </a:lnTo>
                  <a:lnTo>
                    <a:pt x="10" y="39"/>
                  </a:lnTo>
                  <a:lnTo>
                    <a:pt x="22" y="23"/>
                  </a:lnTo>
                  <a:lnTo>
                    <a:pt x="38" y="10"/>
                  </a:lnTo>
                  <a:lnTo>
                    <a:pt x="56" y="4"/>
                  </a:lnTo>
                  <a:lnTo>
                    <a:pt x="7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11">
              <a:extLst>
                <a:ext uri="{FF2B5EF4-FFF2-40B4-BE49-F238E27FC236}">
                  <a16:creationId xmlns:a16="http://schemas.microsoft.com/office/drawing/2014/main" id="{06897DE7-500E-430E-828D-6ADEF2FB5BDD}"/>
                </a:ext>
              </a:extLst>
            </p:cNvPr>
            <p:cNvSpPr>
              <a:spLocks/>
            </p:cNvSpPr>
            <p:nvPr/>
          </p:nvSpPr>
          <p:spPr bwMode="auto">
            <a:xfrm>
              <a:off x="-411163" y="1811338"/>
              <a:ext cx="808038" cy="80963"/>
            </a:xfrm>
            <a:custGeom>
              <a:avLst/>
              <a:gdLst>
                <a:gd name="T0" fmla="*/ 76 w 1527"/>
                <a:gd name="T1" fmla="*/ 0 h 153"/>
                <a:gd name="T2" fmla="*/ 1451 w 1527"/>
                <a:gd name="T3" fmla="*/ 0 h 153"/>
                <a:gd name="T4" fmla="*/ 1471 w 1527"/>
                <a:gd name="T5" fmla="*/ 2 h 153"/>
                <a:gd name="T6" fmla="*/ 1490 w 1527"/>
                <a:gd name="T7" fmla="*/ 10 h 153"/>
                <a:gd name="T8" fmla="*/ 1505 w 1527"/>
                <a:gd name="T9" fmla="*/ 23 h 153"/>
                <a:gd name="T10" fmla="*/ 1517 w 1527"/>
                <a:gd name="T11" fmla="*/ 37 h 153"/>
                <a:gd name="T12" fmla="*/ 1525 w 1527"/>
                <a:gd name="T13" fmla="*/ 55 h 153"/>
                <a:gd name="T14" fmla="*/ 1527 w 1527"/>
                <a:gd name="T15" fmla="*/ 77 h 153"/>
                <a:gd name="T16" fmla="*/ 1525 w 1527"/>
                <a:gd name="T17" fmla="*/ 97 h 153"/>
                <a:gd name="T18" fmla="*/ 1517 w 1527"/>
                <a:gd name="T19" fmla="*/ 115 h 153"/>
                <a:gd name="T20" fmla="*/ 1505 w 1527"/>
                <a:gd name="T21" fmla="*/ 131 h 153"/>
                <a:gd name="T22" fmla="*/ 1490 w 1527"/>
                <a:gd name="T23" fmla="*/ 142 h 153"/>
                <a:gd name="T24" fmla="*/ 1471 w 1527"/>
                <a:gd name="T25" fmla="*/ 150 h 153"/>
                <a:gd name="T26" fmla="*/ 1451 w 1527"/>
                <a:gd name="T27" fmla="*/ 153 h 153"/>
                <a:gd name="T28" fmla="*/ 76 w 1527"/>
                <a:gd name="T29" fmla="*/ 153 h 153"/>
                <a:gd name="T30" fmla="*/ 56 w 1527"/>
                <a:gd name="T31" fmla="*/ 150 h 153"/>
                <a:gd name="T32" fmla="*/ 38 w 1527"/>
                <a:gd name="T33" fmla="*/ 142 h 153"/>
                <a:gd name="T34" fmla="*/ 22 w 1527"/>
                <a:gd name="T35" fmla="*/ 131 h 153"/>
                <a:gd name="T36" fmla="*/ 10 w 1527"/>
                <a:gd name="T37" fmla="*/ 115 h 153"/>
                <a:gd name="T38" fmla="*/ 2 w 1527"/>
                <a:gd name="T39" fmla="*/ 97 h 153"/>
                <a:gd name="T40" fmla="*/ 0 w 1527"/>
                <a:gd name="T41" fmla="*/ 77 h 153"/>
                <a:gd name="T42" fmla="*/ 2 w 1527"/>
                <a:gd name="T43" fmla="*/ 55 h 153"/>
                <a:gd name="T44" fmla="*/ 10 w 1527"/>
                <a:gd name="T45" fmla="*/ 37 h 153"/>
                <a:gd name="T46" fmla="*/ 22 w 1527"/>
                <a:gd name="T47" fmla="*/ 23 h 153"/>
                <a:gd name="T48" fmla="*/ 38 w 1527"/>
                <a:gd name="T49" fmla="*/ 10 h 153"/>
                <a:gd name="T50" fmla="*/ 56 w 1527"/>
                <a:gd name="T51" fmla="*/ 2 h 153"/>
                <a:gd name="T52" fmla="*/ 76 w 1527"/>
                <a:gd name="T53"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27" h="153">
                  <a:moveTo>
                    <a:pt x="76" y="0"/>
                  </a:moveTo>
                  <a:lnTo>
                    <a:pt x="1451" y="0"/>
                  </a:lnTo>
                  <a:lnTo>
                    <a:pt x="1471" y="2"/>
                  </a:lnTo>
                  <a:lnTo>
                    <a:pt x="1490" y="10"/>
                  </a:lnTo>
                  <a:lnTo>
                    <a:pt x="1505" y="23"/>
                  </a:lnTo>
                  <a:lnTo>
                    <a:pt x="1517" y="37"/>
                  </a:lnTo>
                  <a:lnTo>
                    <a:pt x="1525" y="55"/>
                  </a:lnTo>
                  <a:lnTo>
                    <a:pt x="1527" y="77"/>
                  </a:lnTo>
                  <a:lnTo>
                    <a:pt x="1525" y="97"/>
                  </a:lnTo>
                  <a:lnTo>
                    <a:pt x="1517" y="115"/>
                  </a:lnTo>
                  <a:lnTo>
                    <a:pt x="1505" y="131"/>
                  </a:lnTo>
                  <a:lnTo>
                    <a:pt x="1490" y="142"/>
                  </a:lnTo>
                  <a:lnTo>
                    <a:pt x="1471" y="150"/>
                  </a:lnTo>
                  <a:lnTo>
                    <a:pt x="1451" y="153"/>
                  </a:lnTo>
                  <a:lnTo>
                    <a:pt x="76" y="153"/>
                  </a:lnTo>
                  <a:lnTo>
                    <a:pt x="56" y="150"/>
                  </a:lnTo>
                  <a:lnTo>
                    <a:pt x="38" y="142"/>
                  </a:lnTo>
                  <a:lnTo>
                    <a:pt x="22" y="131"/>
                  </a:lnTo>
                  <a:lnTo>
                    <a:pt x="10" y="115"/>
                  </a:lnTo>
                  <a:lnTo>
                    <a:pt x="2" y="97"/>
                  </a:lnTo>
                  <a:lnTo>
                    <a:pt x="0" y="77"/>
                  </a:lnTo>
                  <a:lnTo>
                    <a:pt x="2" y="55"/>
                  </a:lnTo>
                  <a:lnTo>
                    <a:pt x="10" y="37"/>
                  </a:lnTo>
                  <a:lnTo>
                    <a:pt x="22" y="23"/>
                  </a:lnTo>
                  <a:lnTo>
                    <a:pt x="38" y="10"/>
                  </a:lnTo>
                  <a:lnTo>
                    <a:pt x="56" y="2"/>
                  </a:lnTo>
                  <a:lnTo>
                    <a:pt x="7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12">
              <a:extLst>
                <a:ext uri="{FF2B5EF4-FFF2-40B4-BE49-F238E27FC236}">
                  <a16:creationId xmlns:a16="http://schemas.microsoft.com/office/drawing/2014/main" id="{3BD7B26B-6C5C-41A6-84D8-EBA53A1C07A1}"/>
                </a:ext>
              </a:extLst>
            </p:cNvPr>
            <p:cNvSpPr>
              <a:spLocks/>
            </p:cNvSpPr>
            <p:nvPr/>
          </p:nvSpPr>
          <p:spPr bwMode="auto">
            <a:xfrm>
              <a:off x="-411163" y="2784475"/>
              <a:ext cx="808038" cy="80963"/>
            </a:xfrm>
            <a:custGeom>
              <a:avLst/>
              <a:gdLst>
                <a:gd name="T0" fmla="*/ 76 w 1527"/>
                <a:gd name="T1" fmla="*/ 0 h 154"/>
                <a:gd name="T2" fmla="*/ 1451 w 1527"/>
                <a:gd name="T3" fmla="*/ 0 h 154"/>
                <a:gd name="T4" fmla="*/ 1471 w 1527"/>
                <a:gd name="T5" fmla="*/ 4 h 154"/>
                <a:gd name="T6" fmla="*/ 1490 w 1527"/>
                <a:gd name="T7" fmla="*/ 12 h 154"/>
                <a:gd name="T8" fmla="*/ 1505 w 1527"/>
                <a:gd name="T9" fmla="*/ 23 h 154"/>
                <a:gd name="T10" fmla="*/ 1517 w 1527"/>
                <a:gd name="T11" fmla="*/ 39 h 154"/>
                <a:gd name="T12" fmla="*/ 1525 w 1527"/>
                <a:gd name="T13" fmla="*/ 57 h 154"/>
                <a:gd name="T14" fmla="*/ 1527 w 1527"/>
                <a:gd name="T15" fmla="*/ 77 h 154"/>
                <a:gd name="T16" fmla="*/ 1525 w 1527"/>
                <a:gd name="T17" fmla="*/ 97 h 154"/>
                <a:gd name="T18" fmla="*/ 1517 w 1527"/>
                <a:gd name="T19" fmla="*/ 117 h 154"/>
                <a:gd name="T20" fmla="*/ 1505 w 1527"/>
                <a:gd name="T21" fmla="*/ 131 h 154"/>
                <a:gd name="T22" fmla="*/ 1490 w 1527"/>
                <a:gd name="T23" fmla="*/ 144 h 154"/>
                <a:gd name="T24" fmla="*/ 1471 w 1527"/>
                <a:gd name="T25" fmla="*/ 152 h 154"/>
                <a:gd name="T26" fmla="*/ 1451 w 1527"/>
                <a:gd name="T27" fmla="*/ 154 h 154"/>
                <a:gd name="T28" fmla="*/ 76 w 1527"/>
                <a:gd name="T29" fmla="*/ 154 h 154"/>
                <a:gd name="T30" fmla="*/ 56 w 1527"/>
                <a:gd name="T31" fmla="*/ 152 h 154"/>
                <a:gd name="T32" fmla="*/ 38 w 1527"/>
                <a:gd name="T33" fmla="*/ 144 h 154"/>
                <a:gd name="T34" fmla="*/ 22 w 1527"/>
                <a:gd name="T35" fmla="*/ 131 h 154"/>
                <a:gd name="T36" fmla="*/ 10 w 1527"/>
                <a:gd name="T37" fmla="*/ 117 h 154"/>
                <a:gd name="T38" fmla="*/ 2 w 1527"/>
                <a:gd name="T39" fmla="*/ 97 h 154"/>
                <a:gd name="T40" fmla="*/ 0 w 1527"/>
                <a:gd name="T41" fmla="*/ 77 h 154"/>
                <a:gd name="T42" fmla="*/ 2 w 1527"/>
                <a:gd name="T43" fmla="*/ 57 h 154"/>
                <a:gd name="T44" fmla="*/ 10 w 1527"/>
                <a:gd name="T45" fmla="*/ 39 h 154"/>
                <a:gd name="T46" fmla="*/ 22 w 1527"/>
                <a:gd name="T47" fmla="*/ 23 h 154"/>
                <a:gd name="T48" fmla="*/ 38 w 1527"/>
                <a:gd name="T49" fmla="*/ 12 h 154"/>
                <a:gd name="T50" fmla="*/ 56 w 1527"/>
                <a:gd name="T51" fmla="*/ 4 h 154"/>
                <a:gd name="T52" fmla="*/ 76 w 1527"/>
                <a:gd name="T5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27" h="154">
                  <a:moveTo>
                    <a:pt x="76" y="0"/>
                  </a:moveTo>
                  <a:lnTo>
                    <a:pt x="1451" y="0"/>
                  </a:lnTo>
                  <a:lnTo>
                    <a:pt x="1471" y="4"/>
                  </a:lnTo>
                  <a:lnTo>
                    <a:pt x="1490" y="12"/>
                  </a:lnTo>
                  <a:lnTo>
                    <a:pt x="1505" y="23"/>
                  </a:lnTo>
                  <a:lnTo>
                    <a:pt x="1517" y="39"/>
                  </a:lnTo>
                  <a:lnTo>
                    <a:pt x="1525" y="57"/>
                  </a:lnTo>
                  <a:lnTo>
                    <a:pt x="1527" y="77"/>
                  </a:lnTo>
                  <a:lnTo>
                    <a:pt x="1525" y="97"/>
                  </a:lnTo>
                  <a:lnTo>
                    <a:pt x="1517" y="117"/>
                  </a:lnTo>
                  <a:lnTo>
                    <a:pt x="1505" y="131"/>
                  </a:lnTo>
                  <a:lnTo>
                    <a:pt x="1490" y="144"/>
                  </a:lnTo>
                  <a:lnTo>
                    <a:pt x="1471" y="152"/>
                  </a:lnTo>
                  <a:lnTo>
                    <a:pt x="1451" y="154"/>
                  </a:lnTo>
                  <a:lnTo>
                    <a:pt x="76" y="154"/>
                  </a:lnTo>
                  <a:lnTo>
                    <a:pt x="56" y="152"/>
                  </a:lnTo>
                  <a:lnTo>
                    <a:pt x="38" y="144"/>
                  </a:lnTo>
                  <a:lnTo>
                    <a:pt x="22" y="131"/>
                  </a:lnTo>
                  <a:lnTo>
                    <a:pt x="10" y="117"/>
                  </a:lnTo>
                  <a:lnTo>
                    <a:pt x="2" y="97"/>
                  </a:lnTo>
                  <a:lnTo>
                    <a:pt x="0" y="77"/>
                  </a:lnTo>
                  <a:lnTo>
                    <a:pt x="2" y="57"/>
                  </a:lnTo>
                  <a:lnTo>
                    <a:pt x="10" y="39"/>
                  </a:lnTo>
                  <a:lnTo>
                    <a:pt x="22" y="23"/>
                  </a:lnTo>
                  <a:lnTo>
                    <a:pt x="38" y="12"/>
                  </a:lnTo>
                  <a:lnTo>
                    <a:pt x="56" y="4"/>
                  </a:lnTo>
                  <a:lnTo>
                    <a:pt x="7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5" name="Title 2">
            <a:extLst>
              <a:ext uri="{FF2B5EF4-FFF2-40B4-BE49-F238E27FC236}">
                <a16:creationId xmlns:a16="http://schemas.microsoft.com/office/drawing/2014/main" id="{4350891D-4E62-46E4-87E5-A8E3313AA525}"/>
              </a:ext>
            </a:extLst>
          </p:cNvPr>
          <p:cNvSpPr txBox="1">
            <a:spLocks/>
          </p:cNvSpPr>
          <p:nvPr/>
        </p:nvSpPr>
        <p:spPr>
          <a:xfrm>
            <a:off x="5046224" y="2956330"/>
            <a:ext cx="3352800" cy="369332"/>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err="1">
                <a:solidFill>
                  <a:schemeClr val="bg1"/>
                </a:solidFill>
                <a:effectLst>
                  <a:outerShdw blurRad="60007" dist="310007" dir="7680000" sy="30000" kx="1300200" algn="ctr" rotWithShape="0">
                    <a:prstClr val="black">
                      <a:alpha val="13000"/>
                    </a:prstClr>
                  </a:outerShdw>
                </a:effectLst>
              </a:rPr>
              <a:t>Sommaire</a:t>
            </a:r>
            <a:r>
              <a:rPr lang="en-US" sz="2400">
                <a:solidFill>
                  <a:schemeClr val="bg1"/>
                </a:solidFill>
                <a:effectLst>
                  <a:outerShdw blurRad="60007" dist="310007" dir="7680000" sy="30000" kx="1300200" algn="ctr" rotWithShape="0">
                    <a:prstClr val="black">
                      <a:alpha val="13000"/>
                    </a:prstClr>
                  </a:outerShdw>
                </a:effectLst>
              </a:rPr>
              <a:t> </a:t>
            </a:r>
            <a:endParaRPr lang="fr-FR">
              <a:solidFill>
                <a:schemeClr val="bg1"/>
              </a:solidFill>
            </a:endParaRPr>
          </a:p>
        </p:txBody>
      </p:sp>
      <p:sp>
        <p:nvSpPr>
          <p:cNvPr id="2" name="Rectangle 1">
            <a:extLst>
              <a:ext uri="{FF2B5EF4-FFF2-40B4-BE49-F238E27FC236}">
                <a16:creationId xmlns:a16="http://schemas.microsoft.com/office/drawing/2014/main" id="{311207CF-346F-AA1E-FE4C-2C437091BEEA}"/>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11804753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4" accel="20000" decel="8000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ppt_x"/>
                                          </p:val>
                                        </p:tav>
                                        <p:tav tm="100000">
                                          <p:val>
                                            <p:strVal val="#ppt_x"/>
                                          </p:val>
                                        </p:tav>
                                      </p:tavLst>
                                    </p:anim>
                                    <p:anim calcmode="lin" valueType="num">
                                      <p:cBhvr additive="base">
                                        <p:cTn id="11" dur="500" fill="hold"/>
                                        <p:tgtEl>
                                          <p:spTgt spid="7"/>
                                        </p:tgtEl>
                                        <p:attrNameLst>
                                          <p:attrName>ppt_y</p:attrName>
                                        </p:attrNameLst>
                                      </p:cBhvr>
                                      <p:tavLst>
                                        <p:tav tm="0">
                                          <p:val>
                                            <p:strVal val="1+#ppt_h/2"/>
                                          </p:val>
                                        </p:tav>
                                        <p:tav tm="100000">
                                          <p:val>
                                            <p:strVal val="#ppt_y"/>
                                          </p:val>
                                        </p:tav>
                                      </p:tavLst>
                                    </p:anim>
                                  </p:childTnLst>
                                </p:cTn>
                              </p:par>
                              <p:par>
                                <p:cTn id="12" presetID="2" presetClass="entr" presetSubtype="4" accel="20000" decel="60000" fill="hold" grpId="0" nodeType="withEffect">
                                  <p:stCondLst>
                                    <p:cond delay="0"/>
                                  </p:stCondLst>
                                  <p:iterate type="wd">
                                    <p:tmPct val="10000"/>
                                  </p:iterate>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ppt_x"/>
                                          </p:val>
                                        </p:tav>
                                        <p:tav tm="100000">
                                          <p:val>
                                            <p:strVal val="#ppt_x"/>
                                          </p:val>
                                        </p:tav>
                                      </p:tavLst>
                                    </p:anim>
                                    <p:anim calcmode="lin" valueType="num">
                                      <p:cBhvr additive="base">
                                        <p:cTn id="1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3A7D6-0824-4EE6-B5FA-33B30FC4FB1E}"/>
              </a:ext>
            </a:extLst>
          </p:cNvPr>
          <p:cNvSpPr>
            <a:spLocks noGrp="1"/>
          </p:cNvSpPr>
          <p:nvPr>
            <p:ph type="title"/>
          </p:nvPr>
        </p:nvSpPr>
        <p:spPr/>
        <p:txBody>
          <a:bodyPr/>
          <a:lstStyle/>
          <a:p>
            <a:r>
              <a:rPr lang="en-US">
                <a:ea typeface="Roboto"/>
                <a:cs typeface="Roboto"/>
              </a:rPr>
              <a:t>Introduction</a:t>
            </a:r>
          </a:p>
        </p:txBody>
      </p:sp>
      <p:grpSp>
        <p:nvGrpSpPr>
          <p:cNvPr id="9" name="Group 8">
            <a:extLst>
              <a:ext uri="{FF2B5EF4-FFF2-40B4-BE49-F238E27FC236}">
                <a16:creationId xmlns:a16="http://schemas.microsoft.com/office/drawing/2014/main" id="{11938295-A178-4C19-9F7A-9E11DEF15291}"/>
              </a:ext>
            </a:extLst>
          </p:cNvPr>
          <p:cNvGrpSpPr/>
          <p:nvPr/>
        </p:nvGrpSpPr>
        <p:grpSpPr>
          <a:xfrm>
            <a:off x="942235" y="1066089"/>
            <a:ext cx="1918256" cy="3461485"/>
            <a:chOff x="495491" y="1087655"/>
            <a:chExt cx="1918256" cy="3461485"/>
          </a:xfrm>
        </p:grpSpPr>
        <p:sp>
          <p:nvSpPr>
            <p:cNvPr id="6" name="Rectangle: Top Corners Rounded 5">
              <a:extLst>
                <a:ext uri="{FF2B5EF4-FFF2-40B4-BE49-F238E27FC236}">
                  <a16:creationId xmlns:a16="http://schemas.microsoft.com/office/drawing/2014/main" id="{5EC9A66E-22A3-4414-9531-5780378DBF9F}"/>
                </a:ext>
              </a:extLst>
            </p:cNvPr>
            <p:cNvSpPr/>
            <p:nvPr/>
          </p:nvSpPr>
          <p:spPr bwMode="auto">
            <a:xfrm>
              <a:off x="495491" y="1087655"/>
              <a:ext cx="1918256" cy="722095"/>
            </a:xfrm>
            <a:prstGeom prst="round2SameRect">
              <a:avLst>
                <a:gd name="adj1" fmla="val 8975"/>
                <a:gd name="adj2" fmla="val 0"/>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sz="1600"/>
            </a:p>
          </p:txBody>
        </p:sp>
        <p:sp>
          <p:nvSpPr>
            <p:cNvPr id="7" name="Rectangle 6">
              <a:extLst>
                <a:ext uri="{FF2B5EF4-FFF2-40B4-BE49-F238E27FC236}">
                  <a16:creationId xmlns:a16="http://schemas.microsoft.com/office/drawing/2014/main" id="{53DE7687-02C0-45D8-AF5F-0EFED34BF488}"/>
                </a:ext>
              </a:extLst>
            </p:cNvPr>
            <p:cNvSpPr/>
            <p:nvPr/>
          </p:nvSpPr>
          <p:spPr bwMode="auto">
            <a:xfrm>
              <a:off x="495491" y="1809750"/>
              <a:ext cx="1918256" cy="2739390"/>
            </a:xfrm>
            <a:prstGeom prst="rect">
              <a:avLst/>
            </a:prstGeom>
            <a:solidFill>
              <a:schemeClr val="bg1">
                <a:lumMod val="95000"/>
              </a:schemeClr>
            </a:solidFill>
            <a:ln w="9525">
              <a:noFill/>
              <a:round/>
              <a:headEnd/>
              <a:tailEnd/>
            </a:ln>
          </p:spPr>
          <p:txBody>
            <a:bodyPr vert="horz" wrap="square" lIns="91440" tIns="640080" rIns="91440" bIns="45720" numCol="1" rtlCol="0" anchor="t" anchorCtr="0" compatLnSpc="1">
              <a:prstTxWarp prst="textNoShape">
                <a:avLst/>
              </a:prstTxWarp>
            </a:bodyPr>
            <a:lstStyle/>
            <a:p>
              <a:pPr algn="ctr"/>
              <a:r>
                <a:rPr lang="en-US" sz="1400" b="1" err="1">
                  <a:solidFill>
                    <a:schemeClr val="tx1">
                      <a:lumMod val="75000"/>
                      <a:lumOff val="25000"/>
                    </a:schemeClr>
                  </a:solidFill>
                </a:rPr>
                <a:t>Contexte</a:t>
              </a:r>
              <a:endParaRPr lang="en-US" sz="1000" err="1">
                <a:solidFill>
                  <a:schemeClr val="tx1">
                    <a:lumMod val="75000"/>
                    <a:lumOff val="25000"/>
                  </a:schemeClr>
                </a:solidFill>
              </a:endParaRPr>
            </a:p>
            <a:p>
              <a:pPr algn="ctr"/>
              <a:br>
                <a:rPr lang="en-US" sz="1600">
                  <a:solidFill>
                    <a:schemeClr val="tx1">
                      <a:lumMod val="75000"/>
                      <a:lumOff val="25000"/>
                    </a:schemeClr>
                  </a:solidFill>
                </a:rPr>
              </a:br>
              <a:r>
                <a:rPr lang="en-US" sz="1000">
                  <a:solidFill>
                    <a:srgbClr val="5C5C5C"/>
                  </a:solidFill>
                  <a:ea typeface="+mn-lt"/>
                  <a:cs typeface="+mn-lt"/>
                </a:rPr>
                <a:t>Avec la </a:t>
              </a:r>
              <a:r>
                <a:rPr lang="en-US" sz="1000" err="1">
                  <a:solidFill>
                    <a:srgbClr val="5C5C5C"/>
                  </a:solidFill>
                  <a:ea typeface="+mn-lt"/>
                  <a:cs typeface="+mn-lt"/>
                </a:rPr>
                <a:t>numérisation</a:t>
              </a:r>
              <a:r>
                <a:rPr lang="en-US" sz="1000">
                  <a:solidFill>
                    <a:srgbClr val="5C5C5C"/>
                  </a:solidFill>
                  <a:ea typeface="+mn-lt"/>
                  <a:cs typeface="+mn-lt"/>
                </a:rPr>
                <a:t> </a:t>
              </a:r>
              <a:r>
                <a:rPr lang="en-US" sz="1000" err="1">
                  <a:solidFill>
                    <a:srgbClr val="5C5C5C"/>
                  </a:solidFill>
                  <a:ea typeface="+mn-lt"/>
                  <a:cs typeface="+mn-lt"/>
                </a:rPr>
                <a:t>croissante</a:t>
              </a:r>
              <a:r>
                <a:rPr lang="en-US" sz="1000">
                  <a:solidFill>
                    <a:srgbClr val="5C5C5C"/>
                  </a:solidFill>
                  <a:ea typeface="+mn-lt"/>
                  <a:cs typeface="+mn-lt"/>
                </a:rPr>
                <a:t>, la diffusion de </a:t>
              </a:r>
              <a:r>
                <a:rPr lang="en-US" sz="1000" err="1">
                  <a:solidFill>
                    <a:srgbClr val="5C5C5C"/>
                  </a:solidFill>
                  <a:ea typeface="+mn-lt"/>
                  <a:cs typeface="+mn-lt"/>
                </a:rPr>
                <a:t>contenus</a:t>
              </a:r>
              <a:r>
                <a:rPr lang="en-US" sz="1000">
                  <a:solidFill>
                    <a:srgbClr val="5C5C5C"/>
                  </a:solidFill>
                  <a:ea typeface="+mn-lt"/>
                  <a:cs typeface="+mn-lt"/>
                </a:rPr>
                <a:t> </a:t>
              </a:r>
              <a:r>
                <a:rPr lang="en-US" sz="1000" err="1">
                  <a:solidFill>
                    <a:srgbClr val="5C5C5C"/>
                  </a:solidFill>
                  <a:ea typeface="+mn-lt"/>
                  <a:cs typeface="+mn-lt"/>
                </a:rPr>
                <a:t>académiques</a:t>
              </a:r>
              <a:r>
                <a:rPr lang="en-US" sz="1000">
                  <a:solidFill>
                    <a:srgbClr val="5C5C5C"/>
                  </a:solidFill>
                  <a:ea typeface="+mn-lt"/>
                  <a:cs typeface="+mn-lt"/>
                </a:rPr>
                <a:t> et </a:t>
              </a:r>
              <a:r>
                <a:rPr lang="en-US" sz="1000" err="1">
                  <a:solidFill>
                    <a:srgbClr val="5C5C5C"/>
                  </a:solidFill>
                  <a:ea typeface="+mn-lt"/>
                  <a:cs typeface="+mn-lt"/>
                </a:rPr>
                <a:t>professionnels</a:t>
              </a:r>
              <a:r>
                <a:rPr lang="en-US" sz="1000">
                  <a:solidFill>
                    <a:srgbClr val="5C5C5C"/>
                  </a:solidFill>
                  <a:ea typeface="+mn-lt"/>
                  <a:cs typeface="+mn-lt"/>
                </a:rPr>
                <a:t> </a:t>
              </a:r>
              <a:r>
                <a:rPr lang="en-US" sz="1000" err="1">
                  <a:solidFill>
                    <a:srgbClr val="5C5C5C"/>
                  </a:solidFill>
                  <a:ea typeface="+mn-lt"/>
                  <a:cs typeface="+mn-lt"/>
                </a:rPr>
                <a:t>est</a:t>
              </a:r>
              <a:r>
                <a:rPr lang="en-US" sz="1000">
                  <a:solidFill>
                    <a:srgbClr val="5C5C5C"/>
                  </a:solidFill>
                  <a:ea typeface="+mn-lt"/>
                  <a:cs typeface="+mn-lt"/>
                </a:rPr>
                <a:t> </a:t>
              </a:r>
              <a:r>
                <a:rPr lang="en-US" sz="1000" err="1">
                  <a:solidFill>
                    <a:srgbClr val="5C5C5C"/>
                  </a:solidFill>
                  <a:ea typeface="+mn-lt"/>
                  <a:cs typeface="+mn-lt"/>
                </a:rPr>
                <a:t>facilitée</a:t>
              </a:r>
              <a:r>
                <a:rPr lang="en-US" sz="1000">
                  <a:solidFill>
                    <a:srgbClr val="5C5C5C"/>
                  </a:solidFill>
                  <a:ea typeface="+mn-lt"/>
                  <a:cs typeface="+mn-lt"/>
                </a:rPr>
                <a:t>, </a:t>
              </a:r>
              <a:r>
                <a:rPr lang="en-US" sz="1000" err="1">
                  <a:solidFill>
                    <a:srgbClr val="5C5C5C"/>
                  </a:solidFill>
                  <a:ea typeface="+mn-lt"/>
                  <a:cs typeface="+mn-lt"/>
                </a:rPr>
                <a:t>mais</a:t>
              </a:r>
              <a:r>
                <a:rPr lang="en-US" sz="1000">
                  <a:solidFill>
                    <a:srgbClr val="5C5C5C"/>
                  </a:solidFill>
                  <a:ea typeface="+mn-lt"/>
                  <a:cs typeface="+mn-lt"/>
                </a:rPr>
                <a:t> </a:t>
              </a:r>
              <a:r>
                <a:rPr lang="en-US" sz="1000" err="1">
                  <a:solidFill>
                    <a:srgbClr val="5C5C5C"/>
                  </a:solidFill>
                  <a:ea typeface="+mn-lt"/>
                  <a:cs typeface="+mn-lt"/>
                </a:rPr>
                <a:t>cela</a:t>
              </a:r>
              <a:r>
                <a:rPr lang="en-US" sz="1000">
                  <a:solidFill>
                    <a:srgbClr val="5C5C5C"/>
                  </a:solidFill>
                  <a:ea typeface="+mn-lt"/>
                  <a:cs typeface="+mn-lt"/>
                </a:rPr>
                <a:t> </a:t>
              </a:r>
              <a:r>
                <a:rPr lang="en-US" sz="1000" err="1">
                  <a:solidFill>
                    <a:srgbClr val="5C5C5C"/>
                  </a:solidFill>
                  <a:ea typeface="+mn-lt"/>
                  <a:cs typeface="+mn-lt"/>
                </a:rPr>
                <a:t>augmente</a:t>
              </a:r>
              <a:r>
                <a:rPr lang="en-US" sz="1000">
                  <a:solidFill>
                    <a:srgbClr val="5C5C5C"/>
                  </a:solidFill>
                  <a:ea typeface="+mn-lt"/>
                  <a:cs typeface="+mn-lt"/>
                </a:rPr>
                <a:t> </a:t>
              </a:r>
              <a:r>
                <a:rPr lang="en-US" sz="1000" err="1">
                  <a:solidFill>
                    <a:srgbClr val="5C5C5C"/>
                  </a:solidFill>
                  <a:ea typeface="+mn-lt"/>
                  <a:cs typeface="+mn-lt"/>
                </a:rPr>
                <a:t>aussi</a:t>
              </a:r>
              <a:r>
                <a:rPr lang="en-US" sz="1000">
                  <a:solidFill>
                    <a:srgbClr val="5C5C5C"/>
                  </a:solidFill>
                  <a:ea typeface="+mn-lt"/>
                  <a:cs typeface="+mn-lt"/>
                </a:rPr>
                <a:t> les </a:t>
              </a:r>
              <a:r>
                <a:rPr lang="en-US" sz="1000" err="1">
                  <a:solidFill>
                    <a:srgbClr val="5C5C5C"/>
                  </a:solidFill>
                  <a:ea typeface="+mn-lt"/>
                  <a:cs typeface="+mn-lt"/>
                </a:rPr>
                <a:t>risques</a:t>
              </a:r>
              <a:r>
                <a:rPr lang="en-US" sz="1000">
                  <a:solidFill>
                    <a:srgbClr val="5C5C5C"/>
                  </a:solidFill>
                  <a:ea typeface="+mn-lt"/>
                  <a:cs typeface="+mn-lt"/>
                </a:rPr>
                <a:t> de </a:t>
              </a:r>
              <a:r>
                <a:rPr lang="en-US" sz="1000" err="1">
                  <a:solidFill>
                    <a:srgbClr val="5C5C5C"/>
                  </a:solidFill>
                  <a:ea typeface="+mn-lt"/>
                  <a:cs typeface="+mn-lt"/>
                </a:rPr>
                <a:t>plagiat</a:t>
              </a:r>
              <a:r>
                <a:rPr lang="en-US" sz="1000">
                  <a:solidFill>
                    <a:srgbClr val="5C5C5C"/>
                  </a:solidFill>
                  <a:ea typeface="+mn-lt"/>
                  <a:cs typeface="+mn-lt"/>
                </a:rPr>
                <a:t>.</a:t>
              </a:r>
              <a:endParaRPr lang="en-US" sz="1000">
                <a:solidFill>
                  <a:srgbClr val="5C5C5C"/>
                </a:solidFill>
                <a:ea typeface="Roboto"/>
                <a:cs typeface="Roboto"/>
              </a:endParaRPr>
            </a:p>
          </p:txBody>
        </p:sp>
      </p:grpSp>
      <p:grpSp>
        <p:nvGrpSpPr>
          <p:cNvPr id="22" name="Group 21">
            <a:extLst>
              <a:ext uri="{FF2B5EF4-FFF2-40B4-BE49-F238E27FC236}">
                <a16:creationId xmlns:a16="http://schemas.microsoft.com/office/drawing/2014/main" id="{84B944AA-3CC2-40E1-8DB7-3737E1420A72}"/>
              </a:ext>
            </a:extLst>
          </p:cNvPr>
          <p:cNvGrpSpPr/>
          <p:nvPr/>
        </p:nvGrpSpPr>
        <p:grpSpPr>
          <a:xfrm>
            <a:off x="3617650" y="1087655"/>
            <a:ext cx="1918256" cy="3461485"/>
            <a:chOff x="495491" y="1087655"/>
            <a:chExt cx="1918256" cy="3461485"/>
          </a:xfrm>
        </p:grpSpPr>
        <p:sp>
          <p:nvSpPr>
            <p:cNvPr id="23" name="Rectangle: Top Corners Rounded 22">
              <a:extLst>
                <a:ext uri="{FF2B5EF4-FFF2-40B4-BE49-F238E27FC236}">
                  <a16:creationId xmlns:a16="http://schemas.microsoft.com/office/drawing/2014/main" id="{0740AB7A-B05E-40F4-8C06-6FAEDBBA485F}"/>
                </a:ext>
              </a:extLst>
            </p:cNvPr>
            <p:cNvSpPr/>
            <p:nvPr/>
          </p:nvSpPr>
          <p:spPr bwMode="auto">
            <a:xfrm>
              <a:off x="495491" y="1087655"/>
              <a:ext cx="1918256" cy="722095"/>
            </a:xfrm>
            <a:prstGeom prst="round2SameRect">
              <a:avLst>
                <a:gd name="adj1" fmla="val 8975"/>
                <a:gd name="adj2" fmla="val 0"/>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sz="1600"/>
            </a:p>
          </p:txBody>
        </p:sp>
        <p:sp>
          <p:nvSpPr>
            <p:cNvPr id="24" name="Rectangle 23">
              <a:extLst>
                <a:ext uri="{FF2B5EF4-FFF2-40B4-BE49-F238E27FC236}">
                  <a16:creationId xmlns:a16="http://schemas.microsoft.com/office/drawing/2014/main" id="{5D39347A-69AB-4434-A1D5-E64998ED28F7}"/>
                </a:ext>
              </a:extLst>
            </p:cNvPr>
            <p:cNvSpPr/>
            <p:nvPr/>
          </p:nvSpPr>
          <p:spPr bwMode="auto">
            <a:xfrm>
              <a:off x="495491" y="1809750"/>
              <a:ext cx="1918256" cy="2739390"/>
            </a:xfrm>
            <a:prstGeom prst="rect">
              <a:avLst/>
            </a:prstGeom>
            <a:solidFill>
              <a:schemeClr val="bg1">
                <a:lumMod val="95000"/>
              </a:schemeClr>
            </a:solidFill>
            <a:ln w="9525">
              <a:noFill/>
              <a:round/>
              <a:headEnd/>
              <a:tailEnd/>
            </a:ln>
          </p:spPr>
          <p:txBody>
            <a:bodyPr vert="horz" wrap="square" lIns="91440" tIns="640080" rIns="91440" bIns="45720" numCol="1" rtlCol="0" anchor="t" anchorCtr="0" compatLnSpc="1">
              <a:prstTxWarp prst="textNoShape">
                <a:avLst/>
              </a:prstTxWarp>
            </a:bodyPr>
            <a:lstStyle/>
            <a:p>
              <a:pPr algn="ctr"/>
              <a:r>
                <a:rPr lang="en-US" sz="1400" b="1" err="1">
                  <a:solidFill>
                    <a:schemeClr val="tx1">
                      <a:lumMod val="75000"/>
                      <a:lumOff val="25000"/>
                    </a:schemeClr>
                  </a:solidFill>
                </a:rPr>
                <a:t>Pourquoi</a:t>
              </a:r>
              <a:r>
                <a:rPr lang="en-US" sz="1400" b="1">
                  <a:solidFill>
                    <a:schemeClr val="tx1">
                      <a:lumMod val="75000"/>
                      <a:lumOff val="25000"/>
                    </a:schemeClr>
                  </a:solidFill>
                </a:rPr>
                <a:t> ?</a:t>
              </a:r>
              <a:endParaRPr lang="fr-FR" sz="1000">
                <a:solidFill>
                  <a:schemeClr val="tx1">
                    <a:lumMod val="75000"/>
                    <a:lumOff val="25000"/>
                  </a:schemeClr>
                </a:solidFill>
              </a:endParaRPr>
            </a:p>
            <a:p>
              <a:pPr algn="ctr"/>
              <a:br>
                <a:rPr lang="en-US" sz="1600">
                  <a:solidFill>
                    <a:schemeClr val="tx1">
                      <a:lumMod val="75000"/>
                      <a:lumOff val="25000"/>
                    </a:schemeClr>
                  </a:solidFill>
                </a:rPr>
              </a:br>
              <a:r>
                <a:rPr lang="en-US" sz="1000">
                  <a:solidFill>
                    <a:srgbClr val="5C5C5C"/>
                  </a:solidFill>
                  <a:ea typeface="+mn-lt"/>
                  <a:cs typeface="+mn-lt"/>
                </a:rPr>
                <a:t>Le </a:t>
              </a:r>
              <a:r>
                <a:rPr lang="en-US" sz="1000" err="1">
                  <a:solidFill>
                    <a:srgbClr val="5C5C5C"/>
                  </a:solidFill>
                  <a:ea typeface="+mn-lt"/>
                  <a:cs typeface="+mn-lt"/>
                </a:rPr>
                <a:t>plagiat</a:t>
              </a:r>
              <a:r>
                <a:rPr lang="en-US" sz="1000">
                  <a:solidFill>
                    <a:srgbClr val="5C5C5C"/>
                  </a:solidFill>
                  <a:ea typeface="+mn-lt"/>
                  <a:cs typeface="+mn-lt"/>
                </a:rPr>
                <a:t> </a:t>
              </a:r>
              <a:r>
                <a:rPr lang="en-US" sz="1000" err="1">
                  <a:solidFill>
                    <a:srgbClr val="5C5C5C"/>
                  </a:solidFill>
                  <a:ea typeface="+mn-lt"/>
                  <a:cs typeface="+mn-lt"/>
                </a:rPr>
                <a:t>remet</a:t>
              </a:r>
              <a:r>
                <a:rPr lang="en-US" sz="1000">
                  <a:solidFill>
                    <a:srgbClr val="5C5C5C"/>
                  </a:solidFill>
                  <a:ea typeface="+mn-lt"/>
                  <a:cs typeface="+mn-lt"/>
                </a:rPr>
                <a:t> </a:t>
              </a:r>
              <a:r>
                <a:rPr lang="en-US" sz="1000" err="1">
                  <a:solidFill>
                    <a:srgbClr val="5C5C5C"/>
                  </a:solidFill>
                  <a:ea typeface="+mn-lt"/>
                  <a:cs typeface="+mn-lt"/>
                </a:rPr>
                <a:t>en</a:t>
              </a:r>
              <a:r>
                <a:rPr lang="en-US" sz="1000">
                  <a:solidFill>
                    <a:srgbClr val="5C5C5C"/>
                  </a:solidFill>
                  <a:ea typeface="+mn-lt"/>
                  <a:cs typeface="+mn-lt"/>
                </a:rPr>
                <a:t> cause la </a:t>
              </a:r>
              <a:r>
                <a:rPr lang="en-US" sz="1000" err="1">
                  <a:solidFill>
                    <a:srgbClr val="5C5C5C"/>
                  </a:solidFill>
                  <a:ea typeface="+mn-lt"/>
                  <a:cs typeface="+mn-lt"/>
                </a:rPr>
                <a:t>crédibilité</a:t>
              </a:r>
              <a:r>
                <a:rPr lang="en-US" sz="1000">
                  <a:solidFill>
                    <a:srgbClr val="5C5C5C"/>
                  </a:solidFill>
                  <a:ea typeface="+mn-lt"/>
                  <a:cs typeface="+mn-lt"/>
                </a:rPr>
                <a:t> des travaux et </a:t>
              </a:r>
              <a:r>
                <a:rPr lang="en-US" sz="1000" err="1">
                  <a:solidFill>
                    <a:srgbClr val="5C5C5C"/>
                  </a:solidFill>
                  <a:ea typeface="+mn-lt"/>
                  <a:cs typeface="+mn-lt"/>
                </a:rPr>
                <a:t>nécessite</a:t>
              </a:r>
              <a:r>
                <a:rPr lang="en-US" sz="1000">
                  <a:solidFill>
                    <a:srgbClr val="5C5C5C"/>
                  </a:solidFill>
                  <a:ea typeface="+mn-lt"/>
                  <a:cs typeface="+mn-lt"/>
                </a:rPr>
                <a:t> des </a:t>
              </a:r>
              <a:r>
                <a:rPr lang="en-US" sz="1000" err="1">
                  <a:solidFill>
                    <a:srgbClr val="5C5C5C"/>
                  </a:solidFill>
                  <a:ea typeface="+mn-lt"/>
                  <a:cs typeface="+mn-lt"/>
                </a:rPr>
                <a:t>outils</a:t>
              </a:r>
              <a:r>
                <a:rPr lang="en-US" sz="1000">
                  <a:solidFill>
                    <a:srgbClr val="5C5C5C"/>
                  </a:solidFill>
                  <a:ea typeface="+mn-lt"/>
                  <a:cs typeface="+mn-lt"/>
                </a:rPr>
                <a:t> </a:t>
              </a:r>
              <a:r>
                <a:rPr lang="en-US" sz="1000" err="1">
                  <a:solidFill>
                    <a:srgbClr val="5C5C5C"/>
                  </a:solidFill>
                  <a:ea typeface="+mn-lt"/>
                  <a:cs typeface="+mn-lt"/>
                </a:rPr>
                <a:t>fiables</a:t>
              </a:r>
              <a:r>
                <a:rPr lang="en-US" sz="1000">
                  <a:solidFill>
                    <a:srgbClr val="5C5C5C"/>
                  </a:solidFill>
                  <a:ea typeface="+mn-lt"/>
                  <a:cs typeface="+mn-lt"/>
                </a:rPr>
                <a:t> pour </a:t>
              </a:r>
              <a:r>
                <a:rPr lang="en-US" sz="1000" err="1">
                  <a:solidFill>
                    <a:srgbClr val="5C5C5C"/>
                  </a:solidFill>
                  <a:ea typeface="+mn-lt"/>
                  <a:cs typeface="+mn-lt"/>
                </a:rPr>
                <a:t>garantir</a:t>
              </a:r>
              <a:r>
                <a:rPr lang="en-US" sz="1000">
                  <a:solidFill>
                    <a:srgbClr val="5C5C5C"/>
                  </a:solidFill>
                  <a:ea typeface="+mn-lt"/>
                  <a:cs typeface="+mn-lt"/>
                </a:rPr>
                <a:t> </a:t>
              </a:r>
              <a:r>
                <a:rPr lang="en-US" sz="1000" err="1">
                  <a:solidFill>
                    <a:srgbClr val="5C5C5C"/>
                  </a:solidFill>
                  <a:ea typeface="+mn-lt"/>
                  <a:cs typeface="+mn-lt"/>
                </a:rPr>
                <a:t>l’authenticité</a:t>
              </a:r>
              <a:r>
                <a:rPr lang="en-US" sz="1000">
                  <a:solidFill>
                    <a:srgbClr val="5C5C5C"/>
                  </a:solidFill>
                  <a:ea typeface="+mn-lt"/>
                  <a:cs typeface="+mn-lt"/>
                </a:rPr>
                <a:t> des documents.</a:t>
              </a:r>
              <a:endParaRPr lang="fr-FR" sz="1000">
                <a:solidFill>
                  <a:srgbClr val="5C5C5C"/>
                </a:solidFill>
                <a:ea typeface="Roboto"/>
                <a:cs typeface="Roboto"/>
              </a:endParaRPr>
            </a:p>
          </p:txBody>
        </p:sp>
      </p:grpSp>
      <p:grpSp>
        <p:nvGrpSpPr>
          <p:cNvPr id="26" name="Group 25">
            <a:extLst>
              <a:ext uri="{FF2B5EF4-FFF2-40B4-BE49-F238E27FC236}">
                <a16:creationId xmlns:a16="http://schemas.microsoft.com/office/drawing/2014/main" id="{2E85C621-E261-4F94-ABC1-A0D050F1E5A3}"/>
              </a:ext>
            </a:extLst>
          </p:cNvPr>
          <p:cNvGrpSpPr/>
          <p:nvPr/>
        </p:nvGrpSpPr>
        <p:grpSpPr>
          <a:xfrm>
            <a:off x="6282282" y="1087655"/>
            <a:ext cx="1918256" cy="3461485"/>
            <a:chOff x="495491" y="1087655"/>
            <a:chExt cx="1918256" cy="3461485"/>
          </a:xfrm>
        </p:grpSpPr>
        <p:sp>
          <p:nvSpPr>
            <p:cNvPr id="27" name="Rectangle: Top Corners Rounded 26">
              <a:extLst>
                <a:ext uri="{FF2B5EF4-FFF2-40B4-BE49-F238E27FC236}">
                  <a16:creationId xmlns:a16="http://schemas.microsoft.com/office/drawing/2014/main" id="{224B3E0B-74F9-45E2-BC54-BFA1B95A9E0A}"/>
                </a:ext>
              </a:extLst>
            </p:cNvPr>
            <p:cNvSpPr/>
            <p:nvPr/>
          </p:nvSpPr>
          <p:spPr bwMode="auto">
            <a:xfrm>
              <a:off x="495491" y="1087655"/>
              <a:ext cx="1918256" cy="722095"/>
            </a:xfrm>
            <a:prstGeom prst="round2SameRect">
              <a:avLst>
                <a:gd name="adj1" fmla="val 8975"/>
                <a:gd name="adj2" fmla="val 0"/>
              </a:avLst>
            </a:prstGeom>
            <a:solidFill>
              <a:schemeClr val="accent3"/>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sz="1600"/>
            </a:p>
          </p:txBody>
        </p:sp>
        <p:sp>
          <p:nvSpPr>
            <p:cNvPr id="28" name="Rectangle 27">
              <a:extLst>
                <a:ext uri="{FF2B5EF4-FFF2-40B4-BE49-F238E27FC236}">
                  <a16:creationId xmlns:a16="http://schemas.microsoft.com/office/drawing/2014/main" id="{CE60B71A-8594-48E2-8982-C85086885F1F}"/>
                </a:ext>
              </a:extLst>
            </p:cNvPr>
            <p:cNvSpPr/>
            <p:nvPr/>
          </p:nvSpPr>
          <p:spPr bwMode="auto">
            <a:xfrm>
              <a:off x="495491" y="1809750"/>
              <a:ext cx="1918256" cy="2739390"/>
            </a:xfrm>
            <a:prstGeom prst="rect">
              <a:avLst/>
            </a:prstGeom>
            <a:solidFill>
              <a:schemeClr val="bg1">
                <a:lumMod val="95000"/>
              </a:schemeClr>
            </a:solidFill>
            <a:ln w="9525">
              <a:noFill/>
              <a:round/>
              <a:headEnd/>
              <a:tailEnd/>
            </a:ln>
          </p:spPr>
          <p:txBody>
            <a:bodyPr vert="horz" wrap="square" lIns="91440" tIns="640080" rIns="91440" bIns="45720" numCol="1" rtlCol="0" anchor="t" anchorCtr="0" compatLnSpc="1">
              <a:prstTxWarp prst="textNoShape">
                <a:avLst/>
              </a:prstTxWarp>
            </a:bodyPr>
            <a:lstStyle/>
            <a:p>
              <a:pPr algn="ctr"/>
              <a:r>
                <a:rPr lang="en-US" sz="1400" b="1" err="1">
                  <a:solidFill>
                    <a:schemeClr val="tx1">
                      <a:lumMod val="75000"/>
                      <a:lumOff val="25000"/>
                    </a:schemeClr>
                  </a:solidFill>
                </a:rPr>
                <a:t>Besoin</a:t>
              </a:r>
              <a:r>
                <a:rPr lang="en-US" sz="1400" b="1">
                  <a:solidFill>
                    <a:schemeClr val="tx1">
                      <a:lumMod val="75000"/>
                      <a:lumOff val="25000"/>
                    </a:schemeClr>
                  </a:solidFill>
                </a:rPr>
                <a:t> de Recherche</a:t>
              </a:r>
              <a:endParaRPr lang="en-US" sz="1000">
                <a:solidFill>
                  <a:schemeClr val="tx1">
                    <a:lumMod val="75000"/>
                    <a:lumOff val="25000"/>
                  </a:schemeClr>
                </a:solidFill>
              </a:endParaRPr>
            </a:p>
            <a:p>
              <a:pPr algn="ctr"/>
              <a:br>
                <a:rPr lang="en-US" sz="1600">
                  <a:solidFill>
                    <a:schemeClr val="tx1">
                      <a:lumMod val="75000"/>
                      <a:lumOff val="25000"/>
                    </a:schemeClr>
                  </a:solidFill>
                </a:rPr>
              </a:br>
              <a:r>
                <a:rPr lang="en-US" sz="1000">
                  <a:solidFill>
                    <a:srgbClr val="5C5C5C"/>
                  </a:solidFill>
                  <a:ea typeface="+mn-lt"/>
                  <a:cs typeface="+mn-lt"/>
                </a:rPr>
                <a:t>Face à </a:t>
              </a:r>
              <a:r>
                <a:rPr lang="en-US" sz="1000" err="1">
                  <a:solidFill>
                    <a:srgbClr val="5C5C5C"/>
                  </a:solidFill>
                  <a:ea typeface="+mn-lt"/>
                  <a:cs typeface="+mn-lt"/>
                </a:rPr>
                <a:t>ces</a:t>
              </a:r>
              <a:r>
                <a:rPr lang="en-US" sz="1000">
                  <a:solidFill>
                    <a:srgbClr val="5C5C5C"/>
                  </a:solidFill>
                  <a:ea typeface="+mn-lt"/>
                  <a:cs typeface="+mn-lt"/>
                </a:rPr>
                <a:t> </a:t>
              </a:r>
              <a:r>
                <a:rPr lang="en-US" sz="1000" err="1">
                  <a:solidFill>
                    <a:srgbClr val="5C5C5C"/>
                  </a:solidFill>
                  <a:ea typeface="+mn-lt"/>
                  <a:cs typeface="+mn-lt"/>
                </a:rPr>
                <a:t>enjeux</a:t>
              </a:r>
              <a:r>
                <a:rPr lang="en-US" sz="1000">
                  <a:solidFill>
                    <a:srgbClr val="5C5C5C"/>
                  </a:solidFill>
                  <a:ea typeface="+mn-lt"/>
                  <a:cs typeface="+mn-lt"/>
                </a:rPr>
                <a:t>, il </a:t>
              </a:r>
              <a:r>
                <a:rPr lang="en-US" sz="1000" err="1">
                  <a:solidFill>
                    <a:srgbClr val="5C5C5C"/>
                  </a:solidFill>
                  <a:ea typeface="+mn-lt"/>
                  <a:cs typeface="+mn-lt"/>
                </a:rPr>
                <a:t>est</a:t>
              </a:r>
              <a:r>
                <a:rPr lang="en-US" sz="1000">
                  <a:solidFill>
                    <a:srgbClr val="5C5C5C"/>
                  </a:solidFill>
                  <a:ea typeface="+mn-lt"/>
                  <a:cs typeface="+mn-lt"/>
                </a:rPr>
                <a:t> </a:t>
              </a:r>
              <a:r>
                <a:rPr lang="en-US" sz="1000" err="1">
                  <a:solidFill>
                    <a:srgbClr val="5C5C5C"/>
                  </a:solidFill>
                  <a:ea typeface="+mn-lt"/>
                  <a:cs typeface="+mn-lt"/>
                </a:rPr>
                <a:t>essentiel</a:t>
              </a:r>
              <a:r>
                <a:rPr lang="en-US" sz="1000">
                  <a:solidFill>
                    <a:srgbClr val="5C5C5C"/>
                  </a:solidFill>
                  <a:ea typeface="+mn-lt"/>
                  <a:cs typeface="+mn-lt"/>
                </a:rPr>
                <a:t> de </a:t>
              </a:r>
              <a:r>
                <a:rPr lang="en-US" sz="1000" err="1">
                  <a:solidFill>
                    <a:srgbClr val="5C5C5C"/>
                  </a:solidFill>
                  <a:ea typeface="+mn-lt"/>
                  <a:cs typeface="+mn-lt"/>
                </a:rPr>
                <a:t>développer</a:t>
              </a:r>
              <a:r>
                <a:rPr lang="en-US" sz="1000">
                  <a:solidFill>
                    <a:srgbClr val="5C5C5C"/>
                  </a:solidFill>
                  <a:ea typeface="+mn-lt"/>
                  <a:cs typeface="+mn-lt"/>
                </a:rPr>
                <a:t> des solutions </a:t>
              </a:r>
              <a:r>
                <a:rPr lang="en-US" sz="1000" err="1">
                  <a:solidFill>
                    <a:srgbClr val="5C5C5C"/>
                  </a:solidFill>
                  <a:ea typeface="+mn-lt"/>
                  <a:cs typeface="+mn-lt"/>
                </a:rPr>
                <a:t>automatisées</a:t>
              </a:r>
              <a:r>
                <a:rPr lang="en-US" sz="1000">
                  <a:solidFill>
                    <a:srgbClr val="5C5C5C"/>
                  </a:solidFill>
                  <a:ea typeface="+mn-lt"/>
                  <a:cs typeface="+mn-lt"/>
                </a:rPr>
                <a:t> </a:t>
              </a:r>
              <a:r>
                <a:rPr lang="en-US" sz="1000" err="1">
                  <a:solidFill>
                    <a:srgbClr val="5C5C5C"/>
                  </a:solidFill>
                  <a:ea typeface="+mn-lt"/>
                  <a:cs typeface="+mn-lt"/>
                </a:rPr>
                <a:t>capables</a:t>
              </a:r>
              <a:r>
                <a:rPr lang="en-US" sz="1000">
                  <a:solidFill>
                    <a:srgbClr val="5C5C5C"/>
                  </a:solidFill>
                  <a:ea typeface="+mn-lt"/>
                  <a:cs typeface="+mn-lt"/>
                </a:rPr>
                <a:t> de </a:t>
              </a:r>
              <a:r>
                <a:rPr lang="en-US" sz="1000" err="1">
                  <a:solidFill>
                    <a:srgbClr val="5C5C5C"/>
                  </a:solidFill>
                  <a:ea typeface="+mn-lt"/>
                  <a:cs typeface="+mn-lt"/>
                </a:rPr>
                <a:t>détecter</a:t>
              </a:r>
              <a:r>
                <a:rPr lang="en-US" sz="1000">
                  <a:solidFill>
                    <a:srgbClr val="5C5C5C"/>
                  </a:solidFill>
                  <a:ea typeface="+mn-lt"/>
                  <a:cs typeface="+mn-lt"/>
                </a:rPr>
                <a:t> </a:t>
              </a:r>
              <a:r>
                <a:rPr lang="en-US" sz="1000" err="1">
                  <a:solidFill>
                    <a:srgbClr val="5C5C5C"/>
                  </a:solidFill>
                  <a:ea typeface="+mn-lt"/>
                  <a:cs typeface="+mn-lt"/>
                </a:rPr>
                <a:t>efficacement</a:t>
              </a:r>
              <a:r>
                <a:rPr lang="en-US" sz="1000">
                  <a:solidFill>
                    <a:srgbClr val="5C5C5C"/>
                  </a:solidFill>
                  <a:ea typeface="+mn-lt"/>
                  <a:cs typeface="+mn-lt"/>
                </a:rPr>
                <a:t> les </a:t>
              </a:r>
              <a:r>
                <a:rPr lang="en-US" sz="1000" err="1">
                  <a:solidFill>
                    <a:srgbClr val="5C5C5C"/>
                  </a:solidFill>
                  <a:ea typeface="+mn-lt"/>
                  <a:cs typeface="+mn-lt"/>
                </a:rPr>
                <a:t>similarités</a:t>
              </a:r>
              <a:r>
                <a:rPr lang="en-US" sz="1000">
                  <a:solidFill>
                    <a:srgbClr val="5C5C5C"/>
                  </a:solidFill>
                  <a:ea typeface="+mn-lt"/>
                  <a:cs typeface="+mn-lt"/>
                </a:rPr>
                <a:t> entre </a:t>
              </a:r>
              <a:r>
                <a:rPr lang="en-US" sz="1000" err="1">
                  <a:solidFill>
                    <a:srgbClr val="5C5C5C"/>
                  </a:solidFill>
                  <a:ea typeface="+mn-lt"/>
                  <a:cs typeface="+mn-lt"/>
                </a:rPr>
                <a:t>textes</a:t>
              </a:r>
              <a:r>
                <a:rPr lang="en-US" sz="1000">
                  <a:solidFill>
                    <a:srgbClr val="5C5C5C"/>
                  </a:solidFill>
                  <a:ea typeface="+mn-lt"/>
                  <a:cs typeface="+mn-lt"/>
                </a:rPr>
                <a:t>.</a:t>
              </a:r>
              <a:endParaRPr lang="en-US" sz="1000">
                <a:solidFill>
                  <a:srgbClr val="5C5C5C"/>
                </a:solidFill>
                <a:ea typeface="Roboto"/>
                <a:cs typeface="Roboto"/>
              </a:endParaRPr>
            </a:p>
          </p:txBody>
        </p:sp>
      </p:grpSp>
      <p:sp>
        <p:nvSpPr>
          <p:cNvPr id="35" name="Oval 34">
            <a:extLst>
              <a:ext uri="{FF2B5EF4-FFF2-40B4-BE49-F238E27FC236}">
                <a16:creationId xmlns:a16="http://schemas.microsoft.com/office/drawing/2014/main" id="{D63770C0-D63B-4968-9F42-F10317CD2997}"/>
              </a:ext>
            </a:extLst>
          </p:cNvPr>
          <p:cNvSpPr/>
          <p:nvPr/>
        </p:nvSpPr>
        <p:spPr bwMode="auto">
          <a:xfrm>
            <a:off x="1516553" y="1415706"/>
            <a:ext cx="769620" cy="769620"/>
          </a:xfrm>
          <a:prstGeom prst="ellipse">
            <a:avLst/>
          </a:prstGeom>
          <a:solidFill>
            <a:schemeClr val="bg1"/>
          </a:solidFill>
          <a:ln w="28575">
            <a:solidFill>
              <a:schemeClr val="accent1"/>
            </a:solid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a:r>
              <a:rPr lang="en-US" b="1">
                <a:solidFill>
                  <a:schemeClr val="accent1"/>
                </a:solidFill>
              </a:rPr>
              <a:t>01</a:t>
            </a:r>
          </a:p>
        </p:txBody>
      </p:sp>
      <p:sp>
        <p:nvSpPr>
          <p:cNvPr id="36" name="Oval 35">
            <a:extLst>
              <a:ext uri="{FF2B5EF4-FFF2-40B4-BE49-F238E27FC236}">
                <a16:creationId xmlns:a16="http://schemas.microsoft.com/office/drawing/2014/main" id="{117DBB8F-9C0B-4B1A-B55F-E4DA686E814C}"/>
              </a:ext>
            </a:extLst>
          </p:cNvPr>
          <p:cNvSpPr/>
          <p:nvPr/>
        </p:nvSpPr>
        <p:spPr bwMode="auto">
          <a:xfrm>
            <a:off x="4191968" y="1437272"/>
            <a:ext cx="769620" cy="769620"/>
          </a:xfrm>
          <a:prstGeom prst="ellipse">
            <a:avLst/>
          </a:prstGeom>
          <a:solidFill>
            <a:schemeClr val="bg1"/>
          </a:solidFill>
          <a:ln w="28575">
            <a:solidFill>
              <a:schemeClr val="accent2"/>
            </a:solid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a:r>
              <a:rPr lang="en-US" b="1">
                <a:solidFill>
                  <a:schemeClr val="accent2"/>
                </a:solidFill>
              </a:rPr>
              <a:t>02</a:t>
            </a:r>
          </a:p>
        </p:txBody>
      </p:sp>
      <p:sp>
        <p:nvSpPr>
          <p:cNvPr id="37" name="Oval 36">
            <a:extLst>
              <a:ext uri="{FF2B5EF4-FFF2-40B4-BE49-F238E27FC236}">
                <a16:creationId xmlns:a16="http://schemas.microsoft.com/office/drawing/2014/main" id="{EF081A90-11D6-4642-A7A5-C19AAA10C619}"/>
              </a:ext>
            </a:extLst>
          </p:cNvPr>
          <p:cNvSpPr/>
          <p:nvPr/>
        </p:nvSpPr>
        <p:spPr bwMode="auto">
          <a:xfrm>
            <a:off x="6856600" y="1437272"/>
            <a:ext cx="769620" cy="769620"/>
          </a:xfrm>
          <a:prstGeom prst="ellipse">
            <a:avLst/>
          </a:prstGeom>
          <a:solidFill>
            <a:schemeClr val="bg1"/>
          </a:solidFill>
          <a:ln w="28575">
            <a:solidFill>
              <a:schemeClr val="accent3"/>
            </a:solid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a:r>
              <a:rPr lang="en-US" b="1">
                <a:solidFill>
                  <a:schemeClr val="accent3"/>
                </a:solidFill>
              </a:rPr>
              <a:t>03</a:t>
            </a:r>
          </a:p>
        </p:txBody>
      </p:sp>
      <p:sp>
        <p:nvSpPr>
          <p:cNvPr id="5" name="Rectangle 4">
            <a:extLst>
              <a:ext uri="{FF2B5EF4-FFF2-40B4-BE49-F238E27FC236}">
                <a16:creationId xmlns:a16="http://schemas.microsoft.com/office/drawing/2014/main" id="{ED6A78F3-A0F1-72F6-AE04-ECFAB5AB5769}"/>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26737044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par>
                                <p:cTn id="10" presetID="2" presetClass="entr" presetSubtype="4" accel="20000" decel="6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53" presetClass="entr" presetSubtype="16" fill="hold" grpId="0" nodeType="after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p:cTn id="17" dur="500" fill="hold"/>
                                        <p:tgtEl>
                                          <p:spTgt spid="36"/>
                                        </p:tgtEl>
                                        <p:attrNameLst>
                                          <p:attrName>ppt_w</p:attrName>
                                        </p:attrNameLst>
                                      </p:cBhvr>
                                      <p:tavLst>
                                        <p:tav tm="0">
                                          <p:val>
                                            <p:fltVal val="0"/>
                                          </p:val>
                                        </p:tav>
                                        <p:tav tm="100000">
                                          <p:val>
                                            <p:strVal val="#ppt_w"/>
                                          </p:val>
                                        </p:tav>
                                      </p:tavLst>
                                    </p:anim>
                                    <p:anim calcmode="lin" valueType="num">
                                      <p:cBhvr>
                                        <p:cTn id="18" dur="500" fill="hold"/>
                                        <p:tgtEl>
                                          <p:spTgt spid="36"/>
                                        </p:tgtEl>
                                        <p:attrNameLst>
                                          <p:attrName>ppt_h</p:attrName>
                                        </p:attrNameLst>
                                      </p:cBhvr>
                                      <p:tavLst>
                                        <p:tav tm="0">
                                          <p:val>
                                            <p:fltVal val="0"/>
                                          </p:val>
                                        </p:tav>
                                        <p:tav tm="100000">
                                          <p:val>
                                            <p:strVal val="#ppt_h"/>
                                          </p:val>
                                        </p:tav>
                                      </p:tavLst>
                                    </p:anim>
                                    <p:animEffect transition="in" filter="fade">
                                      <p:cBhvr>
                                        <p:cTn id="19" dur="500"/>
                                        <p:tgtEl>
                                          <p:spTgt spid="36"/>
                                        </p:tgtEl>
                                      </p:cBhvr>
                                    </p:animEffect>
                                  </p:childTnLst>
                                </p:cTn>
                              </p:par>
                              <p:par>
                                <p:cTn id="20" presetID="2" presetClass="entr" presetSubtype="4" accel="20000" decel="6000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1+#ppt_h/2"/>
                                          </p:val>
                                        </p:tav>
                                        <p:tav tm="100000">
                                          <p:val>
                                            <p:strVal val="#ppt_y"/>
                                          </p:val>
                                        </p:tav>
                                      </p:tavLst>
                                    </p:anim>
                                  </p:childTnLst>
                                </p:cTn>
                              </p:par>
                            </p:childTnLst>
                          </p:cTn>
                        </p:par>
                        <p:par>
                          <p:cTn id="24" fill="hold">
                            <p:stCondLst>
                              <p:cond delay="1000"/>
                            </p:stCondLst>
                            <p:childTnLst>
                              <p:par>
                                <p:cTn id="25" presetID="53" presetClass="entr" presetSubtype="16"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p:cTn id="27" dur="500" fill="hold"/>
                                        <p:tgtEl>
                                          <p:spTgt spid="37"/>
                                        </p:tgtEl>
                                        <p:attrNameLst>
                                          <p:attrName>ppt_w</p:attrName>
                                        </p:attrNameLst>
                                      </p:cBhvr>
                                      <p:tavLst>
                                        <p:tav tm="0">
                                          <p:val>
                                            <p:fltVal val="0"/>
                                          </p:val>
                                        </p:tav>
                                        <p:tav tm="100000">
                                          <p:val>
                                            <p:strVal val="#ppt_w"/>
                                          </p:val>
                                        </p:tav>
                                      </p:tavLst>
                                    </p:anim>
                                    <p:anim calcmode="lin" valueType="num">
                                      <p:cBhvr>
                                        <p:cTn id="28" dur="500" fill="hold"/>
                                        <p:tgtEl>
                                          <p:spTgt spid="37"/>
                                        </p:tgtEl>
                                        <p:attrNameLst>
                                          <p:attrName>ppt_h</p:attrName>
                                        </p:attrNameLst>
                                      </p:cBhvr>
                                      <p:tavLst>
                                        <p:tav tm="0">
                                          <p:val>
                                            <p:fltVal val="0"/>
                                          </p:val>
                                        </p:tav>
                                        <p:tav tm="100000">
                                          <p:val>
                                            <p:strVal val="#ppt_h"/>
                                          </p:val>
                                        </p:tav>
                                      </p:tavLst>
                                    </p:anim>
                                    <p:animEffect transition="in" filter="fade">
                                      <p:cBhvr>
                                        <p:cTn id="29" dur="500"/>
                                        <p:tgtEl>
                                          <p:spTgt spid="37"/>
                                        </p:tgtEl>
                                      </p:cBhvr>
                                    </p:animEffect>
                                  </p:childTnLst>
                                </p:cTn>
                              </p:par>
                              <p:par>
                                <p:cTn id="30" presetID="2" presetClass="entr" presetSubtype="4" accel="20000" decel="6000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500" fill="hold"/>
                                        <p:tgtEl>
                                          <p:spTgt spid="26"/>
                                        </p:tgtEl>
                                        <p:attrNameLst>
                                          <p:attrName>ppt_x</p:attrName>
                                        </p:attrNameLst>
                                      </p:cBhvr>
                                      <p:tavLst>
                                        <p:tav tm="0">
                                          <p:val>
                                            <p:strVal val="#ppt_x"/>
                                          </p:val>
                                        </p:tav>
                                        <p:tav tm="100000">
                                          <p:val>
                                            <p:strVal val="#ppt_x"/>
                                          </p:val>
                                        </p:tav>
                                      </p:tavLst>
                                    </p:anim>
                                    <p:anim calcmode="lin" valueType="num">
                                      <p:cBhvr additive="base">
                                        <p:cTn id="3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err="1"/>
              <a:t>Objectifs</a:t>
            </a:r>
            <a:r>
              <a:rPr lang="en-US"/>
              <a:t> du </a:t>
            </a:r>
            <a:r>
              <a:rPr lang="en-US" err="1"/>
              <a:t>projet</a:t>
            </a:r>
            <a:endParaRPr lang="fr-FR" err="1"/>
          </a:p>
        </p:txBody>
      </p:sp>
      <p:sp>
        <p:nvSpPr>
          <p:cNvPr id="8" name="Freeform 5">
            <a:extLst>
              <a:ext uri="{FF2B5EF4-FFF2-40B4-BE49-F238E27FC236}">
                <a16:creationId xmlns:a16="http://schemas.microsoft.com/office/drawing/2014/main" id="{42E09CA1-8C92-4646-AE3E-CDB182489B86}"/>
              </a:ext>
            </a:extLst>
          </p:cNvPr>
          <p:cNvSpPr>
            <a:spLocks noEditPoints="1"/>
          </p:cNvSpPr>
          <p:nvPr/>
        </p:nvSpPr>
        <p:spPr bwMode="auto">
          <a:xfrm>
            <a:off x="5411152" y="1168648"/>
            <a:ext cx="3328988" cy="3328988"/>
          </a:xfrm>
          <a:custGeom>
            <a:avLst/>
            <a:gdLst>
              <a:gd name="T0" fmla="*/ 1997 w 2048"/>
              <a:gd name="T1" fmla="*/ 390 h 2048"/>
              <a:gd name="T2" fmla="*/ 1960 w 2048"/>
              <a:gd name="T3" fmla="*/ 288 h 2048"/>
              <a:gd name="T4" fmla="*/ 1760 w 2048"/>
              <a:gd name="T5" fmla="*/ 88 h 2048"/>
              <a:gd name="T6" fmla="*/ 1658 w 2048"/>
              <a:gd name="T7" fmla="*/ 51 h 2048"/>
              <a:gd name="T8" fmla="*/ 1024 w 2048"/>
              <a:gd name="T9" fmla="*/ 0 h 2048"/>
              <a:gd name="T10" fmla="*/ 0 w 2048"/>
              <a:gd name="T11" fmla="*/ 1024 h 2048"/>
              <a:gd name="T12" fmla="*/ 1024 w 2048"/>
              <a:gd name="T13" fmla="*/ 2048 h 2048"/>
              <a:gd name="T14" fmla="*/ 2048 w 2048"/>
              <a:gd name="T15" fmla="*/ 1024 h 2048"/>
              <a:gd name="T16" fmla="*/ 1660 w 2048"/>
              <a:gd name="T17" fmla="*/ 333 h 2048"/>
              <a:gd name="T18" fmla="*/ 1821 w 2048"/>
              <a:gd name="T19" fmla="*/ 397 h 2048"/>
              <a:gd name="T20" fmla="*/ 1521 w 2048"/>
              <a:gd name="T21" fmla="*/ 527 h 2048"/>
              <a:gd name="T22" fmla="*/ 1651 w 2048"/>
              <a:gd name="T23" fmla="*/ 227 h 2048"/>
              <a:gd name="T24" fmla="*/ 1228 w 2048"/>
              <a:gd name="T25" fmla="*/ 1024 h 2048"/>
              <a:gd name="T26" fmla="*/ 820 w 2048"/>
              <a:gd name="T27" fmla="*/ 1024 h 2048"/>
              <a:gd name="T28" fmla="*/ 1119 w 2048"/>
              <a:gd name="T29" fmla="*/ 844 h 2048"/>
              <a:gd name="T30" fmla="*/ 982 w 2048"/>
              <a:gd name="T31" fmla="*/ 1066 h 2048"/>
              <a:gd name="T32" fmla="*/ 1066 w 2048"/>
              <a:gd name="T33" fmla="*/ 1066 h 2048"/>
              <a:gd name="T34" fmla="*/ 1228 w 2048"/>
              <a:gd name="T35" fmla="*/ 1024 h 2048"/>
              <a:gd name="T36" fmla="*/ 1024 w 2048"/>
              <a:gd name="T37" fmla="*/ 700 h 2048"/>
              <a:gd name="T38" fmla="*/ 1024 w 2048"/>
              <a:gd name="T39" fmla="*/ 1348 h 2048"/>
              <a:gd name="T40" fmla="*/ 1291 w 2048"/>
              <a:gd name="T41" fmla="*/ 841 h 2048"/>
              <a:gd name="T42" fmla="*/ 1588 w 2048"/>
              <a:gd name="T43" fmla="*/ 1024 h 2048"/>
              <a:gd name="T44" fmla="*/ 460 w 2048"/>
              <a:gd name="T45" fmla="*/ 1024 h 2048"/>
              <a:gd name="T46" fmla="*/ 1378 w 2048"/>
              <a:gd name="T47" fmla="*/ 585 h 2048"/>
              <a:gd name="T48" fmla="*/ 1663 w 2048"/>
              <a:gd name="T49" fmla="*/ 1663 h 2048"/>
              <a:gd name="T50" fmla="*/ 385 w 2048"/>
              <a:gd name="T51" fmla="*/ 1663 h 2048"/>
              <a:gd name="T52" fmla="*/ 385 w 2048"/>
              <a:gd name="T53" fmla="*/ 385 h 2048"/>
              <a:gd name="T54" fmla="*/ 1471 w 2048"/>
              <a:gd name="T55" fmla="*/ 238 h 2048"/>
              <a:gd name="T56" fmla="*/ 1385 w 2048"/>
              <a:gd name="T57" fmla="*/ 346 h 2048"/>
              <a:gd name="T58" fmla="*/ 1394 w 2048"/>
              <a:gd name="T59" fmla="*/ 449 h 2048"/>
              <a:gd name="T60" fmla="*/ 340 w 2048"/>
              <a:gd name="T61" fmla="*/ 1024 h 2048"/>
              <a:gd name="T62" fmla="*/ 1708 w 2048"/>
              <a:gd name="T63" fmla="*/ 1024 h 2048"/>
              <a:gd name="T64" fmla="*/ 1695 w 2048"/>
              <a:gd name="T65" fmla="*/ 662 h 2048"/>
              <a:gd name="T66" fmla="*/ 1701 w 2048"/>
              <a:gd name="T67" fmla="*/ 663 h 2048"/>
              <a:gd name="T68" fmla="*/ 1707 w 2048"/>
              <a:gd name="T69" fmla="*/ 662 h 2048"/>
              <a:gd name="T70" fmla="*/ 1713 w 2048"/>
              <a:gd name="T71" fmla="*/ 661 h 2048"/>
              <a:gd name="T72" fmla="*/ 1719 w 2048"/>
              <a:gd name="T73" fmla="*/ 659 h 2048"/>
              <a:gd name="T74" fmla="*/ 1725 w 2048"/>
              <a:gd name="T75" fmla="*/ 657 h 2048"/>
              <a:gd name="T76" fmla="*/ 1731 w 2048"/>
              <a:gd name="T77" fmla="*/ 654 h 2048"/>
              <a:gd name="T78" fmla="*/ 1736 w 2048"/>
              <a:gd name="T79" fmla="*/ 650 h 2048"/>
              <a:gd name="T80" fmla="*/ 1742 w 2048"/>
              <a:gd name="T81" fmla="*/ 645 h 2048"/>
              <a:gd name="T82" fmla="*/ 1928 w 2048"/>
              <a:gd name="T83" fmla="*/ 1024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8" h="2048">
                <a:moveTo>
                  <a:pt x="1898" y="490"/>
                </a:moveTo>
                <a:cubicBezTo>
                  <a:pt x="1997" y="390"/>
                  <a:pt x="1997" y="390"/>
                  <a:pt x="1997" y="390"/>
                </a:cubicBezTo>
                <a:cubicBezTo>
                  <a:pt x="2013" y="374"/>
                  <a:pt x="2019" y="349"/>
                  <a:pt x="2011" y="327"/>
                </a:cubicBezTo>
                <a:cubicBezTo>
                  <a:pt x="2003" y="305"/>
                  <a:pt x="1983" y="290"/>
                  <a:pt x="1960" y="288"/>
                </a:cubicBezTo>
                <a:cubicBezTo>
                  <a:pt x="1775" y="273"/>
                  <a:pt x="1775" y="273"/>
                  <a:pt x="1775" y="273"/>
                </a:cubicBezTo>
                <a:cubicBezTo>
                  <a:pt x="1760" y="88"/>
                  <a:pt x="1760" y="88"/>
                  <a:pt x="1760" y="88"/>
                </a:cubicBezTo>
                <a:cubicBezTo>
                  <a:pt x="1758" y="65"/>
                  <a:pt x="1743" y="45"/>
                  <a:pt x="1721" y="37"/>
                </a:cubicBezTo>
                <a:cubicBezTo>
                  <a:pt x="1699" y="29"/>
                  <a:pt x="1674" y="35"/>
                  <a:pt x="1658" y="51"/>
                </a:cubicBezTo>
                <a:cubicBezTo>
                  <a:pt x="1558" y="150"/>
                  <a:pt x="1558" y="150"/>
                  <a:pt x="1558" y="150"/>
                </a:cubicBezTo>
                <a:cubicBezTo>
                  <a:pt x="1398" y="52"/>
                  <a:pt x="1214" y="0"/>
                  <a:pt x="1024" y="0"/>
                </a:cubicBezTo>
                <a:cubicBezTo>
                  <a:pt x="750" y="0"/>
                  <a:pt x="493" y="107"/>
                  <a:pt x="300" y="300"/>
                </a:cubicBezTo>
                <a:cubicBezTo>
                  <a:pt x="107" y="493"/>
                  <a:pt x="0" y="750"/>
                  <a:pt x="0" y="1024"/>
                </a:cubicBezTo>
                <a:cubicBezTo>
                  <a:pt x="0" y="1298"/>
                  <a:pt x="107" y="1555"/>
                  <a:pt x="300" y="1748"/>
                </a:cubicBezTo>
                <a:cubicBezTo>
                  <a:pt x="493" y="1941"/>
                  <a:pt x="750" y="2048"/>
                  <a:pt x="1024" y="2048"/>
                </a:cubicBezTo>
                <a:cubicBezTo>
                  <a:pt x="1298" y="2048"/>
                  <a:pt x="1555" y="1941"/>
                  <a:pt x="1748" y="1748"/>
                </a:cubicBezTo>
                <a:cubicBezTo>
                  <a:pt x="1941" y="1555"/>
                  <a:pt x="2048" y="1298"/>
                  <a:pt x="2048" y="1024"/>
                </a:cubicBezTo>
                <a:cubicBezTo>
                  <a:pt x="2048" y="834"/>
                  <a:pt x="1996" y="650"/>
                  <a:pt x="1898" y="490"/>
                </a:cubicBezTo>
                <a:close/>
                <a:moveTo>
                  <a:pt x="1660" y="333"/>
                </a:moveTo>
                <a:cubicBezTo>
                  <a:pt x="1662" y="362"/>
                  <a:pt x="1686" y="386"/>
                  <a:pt x="1715" y="388"/>
                </a:cubicBezTo>
                <a:cubicBezTo>
                  <a:pt x="1821" y="397"/>
                  <a:pt x="1821" y="397"/>
                  <a:pt x="1821" y="397"/>
                </a:cubicBezTo>
                <a:cubicBezTo>
                  <a:pt x="1677" y="540"/>
                  <a:pt x="1677" y="540"/>
                  <a:pt x="1677" y="540"/>
                </a:cubicBezTo>
                <a:cubicBezTo>
                  <a:pt x="1521" y="527"/>
                  <a:pt x="1521" y="527"/>
                  <a:pt x="1521" y="527"/>
                </a:cubicBezTo>
                <a:cubicBezTo>
                  <a:pt x="1508" y="371"/>
                  <a:pt x="1508" y="371"/>
                  <a:pt x="1508" y="371"/>
                </a:cubicBezTo>
                <a:cubicBezTo>
                  <a:pt x="1651" y="227"/>
                  <a:pt x="1651" y="227"/>
                  <a:pt x="1651" y="227"/>
                </a:cubicBezTo>
                <a:lnTo>
                  <a:pt x="1660" y="333"/>
                </a:lnTo>
                <a:close/>
                <a:moveTo>
                  <a:pt x="1228" y="1024"/>
                </a:moveTo>
                <a:cubicBezTo>
                  <a:pt x="1228" y="1136"/>
                  <a:pt x="1136" y="1228"/>
                  <a:pt x="1024" y="1228"/>
                </a:cubicBezTo>
                <a:cubicBezTo>
                  <a:pt x="912" y="1228"/>
                  <a:pt x="820" y="1136"/>
                  <a:pt x="820" y="1024"/>
                </a:cubicBezTo>
                <a:cubicBezTo>
                  <a:pt x="820" y="912"/>
                  <a:pt x="912" y="820"/>
                  <a:pt x="1024" y="820"/>
                </a:cubicBezTo>
                <a:cubicBezTo>
                  <a:pt x="1058" y="820"/>
                  <a:pt x="1091" y="829"/>
                  <a:pt x="1119" y="844"/>
                </a:cubicBezTo>
                <a:cubicBezTo>
                  <a:pt x="982" y="982"/>
                  <a:pt x="982" y="982"/>
                  <a:pt x="982" y="982"/>
                </a:cubicBezTo>
                <a:cubicBezTo>
                  <a:pt x="958" y="1005"/>
                  <a:pt x="958" y="1043"/>
                  <a:pt x="982" y="1066"/>
                </a:cubicBezTo>
                <a:cubicBezTo>
                  <a:pt x="993" y="1078"/>
                  <a:pt x="1009" y="1084"/>
                  <a:pt x="1024" y="1084"/>
                </a:cubicBezTo>
                <a:cubicBezTo>
                  <a:pt x="1039" y="1084"/>
                  <a:pt x="1055" y="1078"/>
                  <a:pt x="1066" y="1066"/>
                </a:cubicBezTo>
                <a:cubicBezTo>
                  <a:pt x="1204" y="929"/>
                  <a:pt x="1204" y="929"/>
                  <a:pt x="1204" y="929"/>
                </a:cubicBezTo>
                <a:cubicBezTo>
                  <a:pt x="1219" y="957"/>
                  <a:pt x="1228" y="990"/>
                  <a:pt x="1228" y="1024"/>
                </a:cubicBezTo>
                <a:close/>
                <a:moveTo>
                  <a:pt x="1207" y="757"/>
                </a:moveTo>
                <a:cubicBezTo>
                  <a:pt x="1155" y="721"/>
                  <a:pt x="1092" y="700"/>
                  <a:pt x="1024" y="700"/>
                </a:cubicBezTo>
                <a:cubicBezTo>
                  <a:pt x="845" y="700"/>
                  <a:pt x="700" y="845"/>
                  <a:pt x="700" y="1024"/>
                </a:cubicBezTo>
                <a:cubicBezTo>
                  <a:pt x="700" y="1203"/>
                  <a:pt x="845" y="1348"/>
                  <a:pt x="1024" y="1348"/>
                </a:cubicBezTo>
                <a:cubicBezTo>
                  <a:pt x="1203" y="1348"/>
                  <a:pt x="1348" y="1203"/>
                  <a:pt x="1348" y="1024"/>
                </a:cubicBezTo>
                <a:cubicBezTo>
                  <a:pt x="1348" y="956"/>
                  <a:pt x="1327" y="893"/>
                  <a:pt x="1291" y="841"/>
                </a:cubicBezTo>
                <a:cubicBezTo>
                  <a:pt x="1463" y="670"/>
                  <a:pt x="1463" y="670"/>
                  <a:pt x="1463" y="670"/>
                </a:cubicBezTo>
                <a:cubicBezTo>
                  <a:pt x="1541" y="767"/>
                  <a:pt x="1588" y="890"/>
                  <a:pt x="1588" y="1024"/>
                </a:cubicBezTo>
                <a:cubicBezTo>
                  <a:pt x="1588" y="1335"/>
                  <a:pt x="1335" y="1588"/>
                  <a:pt x="1024" y="1588"/>
                </a:cubicBezTo>
                <a:cubicBezTo>
                  <a:pt x="713" y="1588"/>
                  <a:pt x="460" y="1335"/>
                  <a:pt x="460" y="1024"/>
                </a:cubicBezTo>
                <a:cubicBezTo>
                  <a:pt x="460" y="713"/>
                  <a:pt x="713" y="460"/>
                  <a:pt x="1024" y="460"/>
                </a:cubicBezTo>
                <a:cubicBezTo>
                  <a:pt x="1158" y="460"/>
                  <a:pt x="1281" y="507"/>
                  <a:pt x="1378" y="585"/>
                </a:cubicBezTo>
                <a:lnTo>
                  <a:pt x="1207" y="757"/>
                </a:lnTo>
                <a:close/>
                <a:moveTo>
                  <a:pt x="1663" y="1663"/>
                </a:moveTo>
                <a:cubicBezTo>
                  <a:pt x="1492" y="1834"/>
                  <a:pt x="1265" y="1928"/>
                  <a:pt x="1024" y="1928"/>
                </a:cubicBezTo>
                <a:cubicBezTo>
                  <a:pt x="783" y="1928"/>
                  <a:pt x="556" y="1834"/>
                  <a:pt x="385" y="1663"/>
                </a:cubicBezTo>
                <a:cubicBezTo>
                  <a:pt x="214" y="1492"/>
                  <a:pt x="120" y="1265"/>
                  <a:pt x="120" y="1024"/>
                </a:cubicBezTo>
                <a:cubicBezTo>
                  <a:pt x="120" y="783"/>
                  <a:pt x="214" y="556"/>
                  <a:pt x="385" y="385"/>
                </a:cubicBezTo>
                <a:cubicBezTo>
                  <a:pt x="556" y="214"/>
                  <a:pt x="783" y="120"/>
                  <a:pt x="1024" y="120"/>
                </a:cubicBezTo>
                <a:cubicBezTo>
                  <a:pt x="1182" y="120"/>
                  <a:pt x="1335" y="161"/>
                  <a:pt x="1471" y="238"/>
                </a:cubicBezTo>
                <a:cubicBezTo>
                  <a:pt x="1403" y="306"/>
                  <a:pt x="1403" y="306"/>
                  <a:pt x="1403" y="306"/>
                </a:cubicBezTo>
                <a:cubicBezTo>
                  <a:pt x="1392" y="317"/>
                  <a:pt x="1386" y="331"/>
                  <a:pt x="1385" y="346"/>
                </a:cubicBezTo>
                <a:cubicBezTo>
                  <a:pt x="1385" y="349"/>
                  <a:pt x="1385" y="351"/>
                  <a:pt x="1386" y="353"/>
                </a:cubicBezTo>
                <a:cubicBezTo>
                  <a:pt x="1394" y="449"/>
                  <a:pt x="1394" y="449"/>
                  <a:pt x="1394" y="449"/>
                </a:cubicBezTo>
                <a:cubicBezTo>
                  <a:pt x="1287" y="380"/>
                  <a:pt x="1160" y="340"/>
                  <a:pt x="1024" y="340"/>
                </a:cubicBezTo>
                <a:cubicBezTo>
                  <a:pt x="647" y="340"/>
                  <a:pt x="340" y="647"/>
                  <a:pt x="340" y="1024"/>
                </a:cubicBezTo>
                <a:cubicBezTo>
                  <a:pt x="340" y="1401"/>
                  <a:pt x="647" y="1708"/>
                  <a:pt x="1024" y="1708"/>
                </a:cubicBezTo>
                <a:cubicBezTo>
                  <a:pt x="1401" y="1708"/>
                  <a:pt x="1708" y="1401"/>
                  <a:pt x="1708" y="1024"/>
                </a:cubicBezTo>
                <a:cubicBezTo>
                  <a:pt x="1708" y="888"/>
                  <a:pt x="1668" y="761"/>
                  <a:pt x="1599" y="654"/>
                </a:cubicBezTo>
                <a:cubicBezTo>
                  <a:pt x="1695" y="662"/>
                  <a:pt x="1695" y="662"/>
                  <a:pt x="1695" y="662"/>
                </a:cubicBezTo>
                <a:cubicBezTo>
                  <a:pt x="1697" y="662"/>
                  <a:pt x="1698" y="663"/>
                  <a:pt x="1700" y="663"/>
                </a:cubicBezTo>
                <a:cubicBezTo>
                  <a:pt x="1700" y="663"/>
                  <a:pt x="1701" y="663"/>
                  <a:pt x="1701" y="663"/>
                </a:cubicBezTo>
                <a:cubicBezTo>
                  <a:pt x="1702" y="663"/>
                  <a:pt x="1702" y="662"/>
                  <a:pt x="1703" y="662"/>
                </a:cubicBezTo>
                <a:cubicBezTo>
                  <a:pt x="1705" y="662"/>
                  <a:pt x="1706" y="662"/>
                  <a:pt x="1707" y="662"/>
                </a:cubicBezTo>
                <a:cubicBezTo>
                  <a:pt x="1708" y="662"/>
                  <a:pt x="1709" y="662"/>
                  <a:pt x="1710" y="662"/>
                </a:cubicBezTo>
                <a:cubicBezTo>
                  <a:pt x="1711" y="662"/>
                  <a:pt x="1712" y="661"/>
                  <a:pt x="1713" y="661"/>
                </a:cubicBezTo>
                <a:cubicBezTo>
                  <a:pt x="1714" y="661"/>
                  <a:pt x="1715" y="661"/>
                  <a:pt x="1716" y="660"/>
                </a:cubicBezTo>
                <a:cubicBezTo>
                  <a:pt x="1717" y="660"/>
                  <a:pt x="1718" y="660"/>
                  <a:pt x="1719" y="659"/>
                </a:cubicBezTo>
                <a:cubicBezTo>
                  <a:pt x="1720" y="659"/>
                  <a:pt x="1721" y="659"/>
                  <a:pt x="1722" y="658"/>
                </a:cubicBezTo>
                <a:cubicBezTo>
                  <a:pt x="1723" y="658"/>
                  <a:pt x="1724" y="658"/>
                  <a:pt x="1725" y="657"/>
                </a:cubicBezTo>
                <a:cubicBezTo>
                  <a:pt x="1726" y="657"/>
                  <a:pt x="1727" y="656"/>
                  <a:pt x="1727" y="656"/>
                </a:cubicBezTo>
                <a:cubicBezTo>
                  <a:pt x="1728" y="655"/>
                  <a:pt x="1730" y="655"/>
                  <a:pt x="1731" y="654"/>
                </a:cubicBezTo>
                <a:cubicBezTo>
                  <a:pt x="1731" y="654"/>
                  <a:pt x="1732" y="653"/>
                  <a:pt x="1733" y="653"/>
                </a:cubicBezTo>
                <a:cubicBezTo>
                  <a:pt x="1734" y="652"/>
                  <a:pt x="1735" y="651"/>
                  <a:pt x="1736" y="650"/>
                </a:cubicBezTo>
                <a:cubicBezTo>
                  <a:pt x="1737" y="650"/>
                  <a:pt x="1737" y="650"/>
                  <a:pt x="1738" y="649"/>
                </a:cubicBezTo>
                <a:cubicBezTo>
                  <a:pt x="1739" y="648"/>
                  <a:pt x="1741" y="646"/>
                  <a:pt x="1742" y="645"/>
                </a:cubicBezTo>
                <a:cubicBezTo>
                  <a:pt x="1810" y="577"/>
                  <a:pt x="1810" y="577"/>
                  <a:pt x="1810" y="577"/>
                </a:cubicBezTo>
                <a:cubicBezTo>
                  <a:pt x="1887" y="713"/>
                  <a:pt x="1928" y="866"/>
                  <a:pt x="1928" y="1024"/>
                </a:cubicBezTo>
                <a:cubicBezTo>
                  <a:pt x="1928" y="1265"/>
                  <a:pt x="1834" y="1492"/>
                  <a:pt x="1663" y="1663"/>
                </a:cubicBezTo>
                <a:close/>
              </a:path>
            </a:pathLst>
          </a:custGeom>
          <a:solidFill>
            <a:schemeClr val="bg1">
              <a:lumMod val="95000"/>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5">
            <a:extLst>
              <a:ext uri="{FF2B5EF4-FFF2-40B4-BE49-F238E27FC236}">
                <a16:creationId xmlns:a16="http://schemas.microsoft.com/office/drawing/2014/main" id="{C291BBA4-0C45-4D25-8388-35B7259BE2A2}"/>
              </a:ext>
            </a:extLst>
          </p:cNvPr>
          <p:cNvSpPr>
            <a:spLocks noEditPoints="1"/>
          </p:cNvSpPr>
          <p:nvPr/>
        </p:nvSpPr>
        <p:spPr bwMode="auto">
          <a:xfrm>
            <a:off x="6085522" y="1843018"/>
            <a:ext cx="1980248" cy="1980248"/>
          </a:xfrm>
          <a:custGeom>
            <a:avLst/>
            <a:gdLst>
              <a:gd name="T0" fmla="*/ 1997 w 2048"/>
              <a:gd name="T1" fmla="*/ 390 h 2048"/>
              <a:gd name="T2" fmla="*/ 1960 w 2048"/>
              <a:gd name="T3" fmla="*/ 288 h 2048"/>
              <a:gd name="T4" fmla="*/ 1760 w 2048"/>
              <a:gd name="T5" fmla="*/ 88 h 2048"/>
              <a:gd name="T6" fmla="*/ 1658 w 2048"/>
              <a:gd name="T7" fmla="*/ 51 h 2048"/>
              <a:gd name="T8" fmla="*/ 1024 w 2048"/>
              <a:gd name="T9" fmla="*/ 0 h 2048"/>
              <a:gd name="T10" fmla="*/ 0 w 2048"/>
              <a:gd name="T11" fmla="*/ 1024 h 2048"/>
              <a:gd name="T12" fmla="*/ 1024 w 2048"/>
              <a:gd name="T13" fmla="*/ 2048 h 2048"/>
              <a:gd name="T14" fmla="*/ 2048 w 2048"/>
              <a:gd name="T15" fmla="*/ 1024 h 2048"/>
              <a:gd name="T16" fmla="*/ 1660 w 2048"/>
              <a:gd name="T17" fmla="*/ 333 h 2048"/>
              <a:gd name="T18" fmla="*/ 1821 w 2048"/>
              <a:gd name="T19" fmla="*/ 397 h 2048"/>
              <a:gd name="T20" fmla="*/ 1521 w 2048"/>
              <a:gd name="T21" fmla="*/ 527 h 2048"/>
              <a:gd name="T22" fmla="*/ 1651 w 2048"/>
              <a:gd name="T23" fmla="*/ 227 h 2048"/>
              <a:gd name="T24" fmla="*/ 1228 w 2048"/>
              <a:gd name="T25" fmla="*/ 1024 h 2048"/>
              <a:gd name="T26" fmla="*/ 820 w 2048"/>
              <a:gd name="T27" fmla="*/ 1024 h 2048"/>
              <a:gd name="T28" fmla="*/ 1119 w 2048"/>
              <a:gd name="T29" fmla="*/ 844 h 2048"/>
              <a:gd name="T30" fmla="*/ 982 w 2048"/>
              <a:gd name="T31" fmla="*/ 1066 h 2048"/>
              <a:gd name="T32" fmla="*/ 1066 w 2048"/>
              <a:gd name="T33" fmla="*/ 1066 h 2048"/>
              <a:gd name="T34" fmla="*/ 1228 w 2048"/>
              <a:gd name="T35" fmla="*/ 1024 h 2048"/>
              <a:gd name="T36" fmla="*/ 1024 w 2048"/>
              <a:gd name="T37" fmla="*/ 700 h 2048"/>
              <a:gd name="T38" fmla="*/ 1024 w 2048"/>
              <a:gd name="T39" fmla="*/ 1348 h 2048"/>
              <a:gd name="T40" fmla="*/ 1291 w 2048"/>
              <a:gd name="T41" fmla="*/ 841 h 2048"/>
              <a:gd name="T42" fmla="*/ 1588 w 2048"/>
              <a:gd name="T43" fmla="*/ 1024 h 2048"/>
              <a:gd name="T44" fmla="*/ 460 w 2048"/>
              <a:gd name="T45" fmla="*/ 1024 h 2048"/>
              <a:gd name="T46" fmla="*/ 1378 w 2048"/>
              <a:gd name="T47" fmla="*/ 585 h 2048"/>
              <a:gd name="T48" fmla="*/ 1663 w 2048"/>
              <a:gd name="T49" fmla="*/ 1663 h 2048"/>
              <a:gd name="T50" fmla="*/ 385 w 2048"/>
              <a:gd name="T51" fmla="*/ 1663 h 2048"/>
              <a:gd name="T52" fmla="*/ 385 w 2048"/>
              <a:gd name="T53" fmla="*/ 385 h 2048"/>
              <a:gd name="T54" fmla="*/ 1471 w 2048"/>
              <a:gd name="T55" fmla="*/ 238 h 2048"/>
              <a:gd name="T56" fmla="*/ 1385 w 2048"/>
              <a:gd name="T57" fmla="*/ 346 h 2048"/>
              <a:gd name="T58" fmla="*/ 1394 w 2048"/>
              <a:gd name="T59" fmla="*/ 449 h 2048"/>
              <a:gd name="T60" fmla="*/ 340 w 2048"/>
              <a:gd name="T61" fmla="*/ 1024 h 2048"/>
              <a:gd name="T62" fmla="*/ 1708 w 2048"/>
              <a:gd name="T63" fmla="*/ 1024 h 2048"/>
              <a:gd name="T64" fmla="*/ 1695 w 2048"/>
              <a:gd name="T65" fmla="*/ 662 h 2048"/>
              <a:gd name="T66" fmla="*/ 1701 w 2048"/>
              <a:gd name="T67" fmla="*/ 663 h 2048"/>
              <a:gd name="T68" fmla="*/ 1707 w 2048"/>
              <a:gd name="T69" fmla="*/ 662 h 2048"/>
              <a:gd name="T70" fmla="*/ 1713 w 2048"/>
              <a:gd name="T71" fmla="*/ 661 h 2048"/>
              <a:gd name="T72" fmla="*/ 1719 w 2048"/>
              <a:gd name="T73" fmla="*/ 659 h 2048"/>
              <a:gd name="T74" fmla="*/ 1725 w 2048"/>
              <a:gd name="T75" fmla="*/ 657 h 2048"/>
              <a:gd name="T76" fmla="*/ 1731 w 2048"/>
              <a:gd name="T77" fmla="*/ 654 h 2048"/>
              <a:gd name="T78" fmla="*/ 1736 w 2048"/>
              <a:gd name="T79" fmla="*/ 650 h 2048"/>
              <a:gd name="T80" fmla="*/ 1742 w 2048"/>
              <a:gd name="T81" fmla="*/ 645 h 2048"/>
              <a:gd name="T82" fmla="*/ 1928 w 2048"/>
              <a:gd name="T83" fmla="*/ 1024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8" h="2048">
                <a:moveTo>
                  <a:pt x="1898" y="490"/>
                </a:moveTo>
                <a:cubicBezTo>
                  <a:pt x="1997" y="390"/>
                  <a:pt x="1997" y="390"/>
                  <a:pt x="1997" y="390"/>
                </a:cubicBezTo>
                <a:cubicBezTo>
                  <a:pt x="2013" y="374"/>
                  <a:pt x="2019" y="349"/>
                  <a:pt x="2011" y="327"/>
                </a:cubicBezTo>
                <a:cubicBezTo>
                  <a:pt x="2003" y="305"/>
                  <a:pt x="1983" y="290"/>
                  <a:pt x="1960" y="288"/>
                </a:cubicBezTo>
                <a:cubicBezTo>
                  <a:pt x="1775" y="273"/>
                  <a:pt x="1775" y="273"/>
                  <a:pt x="1775" y="273"/>
                </a:cubicBezTo>
                <a:cubicBezTo>
                  <a:pt x="1760" y="88"/>
                  <a:pt x="1760" y="88"/>
                  <a:pt x="1760" y="88"/>
                </a:cubicBezTo>
                <a:cubicBezTo>
                  <a:pt x="1758" y="65"/>
                  <a:pt x="1743" y="45"/>
                  <a:pt x="1721" y="37"/>
                </a:cubicBezTo>
                <a:cubicBezTo>
                  <a:pt x="1699" y="29"/>
                  <a:pt x="1674" y="35"/>
                  <a:pt x="1658" y="51"/>
                </a:cubicBezTo>
                <a:cubicBezTo>
                  <a:pt x="1558" y="150"/>
                  <a:pt x="1558" y="150"/>
                  <a:pt x="1558" y="150"/>
                </a:cubicBezTo>
                <a:cubicBezTo>
                  <a:pt x="1398" y="52"/>
                  <a:pt x="1214" y="0"/>
                  <a:pt x="1024" y="0"/>
                </a:cubicBezTo>
                <a:cubicBezTo>
                  <a:pt x="750" y="0"/>
                  <a:pt x="493" y="107"/>
                  <a:pt x="300" y="300"/>
                </a:cubicBezTo>
                <a:cubicBezTo>
                  <a:pt x="107" y="493"/>
                  <a:pt x="0" y="750"/>
                  <a:pt x="0" y="1024"/>
                </a:cubicBezTo>
                <a:cubicBezTo>
                  <a:pt x="0" y="1298"/>
                  <a:pt x="107" y="1555"/>
                  <a:pt x="300" y="1748"/>
                </a:cubicBezTo>
                <a:cubicBezTo>
                  <a:pt x="493" y="1941"/>
                  <a:pt x="750" y="2048"/>
                  <a:pt x="1024" y="2048"/>
                </a:cubicBezTo>
                <a:cubicBezTo>
                  <a:pt x="1298" y="2048"/>
                  <a:pt x="1555" y="1941"/>
                  <a:pt x="1748" y="1748"/>
                </a:cubicBezTo>
                <a:cubicBezTo>
                  <a:pt x="1941" y="1555"/>
                  <a:pt x="2048" y="1298"/>
                  <a:pt x="2048" y="1024"/>
                </a:cubicBezTo>
                <a:cubicBezTo>
                  <a:pt x="2048" y="834"/>
                  <a:pt x="1996" y="650"/>
                  <a:pt x="1898" y="490"/>
                </a:cubicBezTo>
                <a:close/>
                <a:moveTo>
                  <a:pt x="1660" y="333"/>
                </a:moveTo>
                <a:cubicBezTo>
                  <a:pt x="1662" y="362"/>
                  <a:pt x="1686" y="386"/>
                  <a:pt x="1715" y="388"/>
                </a:cubicBezTo>
                <a:cubicBezTo>
                  <a:pt x="1821" y="397"/>
                  <a:pt x="1821" y="397"/>
                  <a:pt x="1821" y="397"/>
                </a:cubicBezTo>
                <a:cubicBezTo>
                  <a:pt x="1677" y="540"/>
                  <a:pt x="1677" y="540"/>
                  <a:pt x="1677" y="540"/>
                </a:cubicBezTo>
                <a:cubicBezTo>
                  <a:pt x="1521" y="527"/>
                  <a:pt x="1521" y="527"/>
                  <a:pt x="1521" y="527"/>
                </a:cubicBezTo>
                <a:cubicBezTo>
                  <a:pt x="1508" y="371"/>
                  <a:pt x="1508" y="371"/>
                  <a:pt x="1508" y="371"/>
                </a:cubicBezTo>
                <a:cubicBezTo>
                  <a:pt x="1651" y="227"/>
                  <a:pt x="1651" y="227"/>
                  <a:pt x="1651" y="227"/>
                </a:cubicBezTo>
                <a:lnTo>
                  <a:pt x="1660" y="333"/>
                </a:lnTo>
                <a:close/>
                <a:moveTo>
                  <a:pt x="1228" y="1024"/>
                </a:moveTo>
                <a:cubicBezTo>
                  <a:pt x="1228" y="1136"/>
                  <a:pt x="1136" y="1228"/>
                  <a:pt x="1024" y="1228"/>
                </a:cubicBezTo>
                <a:cubicBezTo>
                  <a:pt x="912" y="1228"/>
                  <a:pt x="820" y="1136"/>
                  <a:pt x="820" y="1024"/>
                </a:cubicBezTo>
                <a:cubicBezTo>
                  <a:pt x="820" y="912"/>
                  <a:pt x="912" y="820"/>
                  <a:pt x="1024" y="820"/>
                </a:cubicBezTo>
                <a:cubicBezTo>
                  <a:pt x="1058" y="820"/>
                  <a:pt x="1091" y="829"/>
                  <a:pt x="1119" y="844"/>
                </a:cubicBezTo>
                <a:cubicBezTo>
                  <a:pt x="982" y="982"/>
                  <a:pt x="982" y="982"/>
                  <a:pt x="982" y="982"/>
                </a:cubicBezTo>
                <a:cubicBezTo>
                  <a:pt x="958" y="1005"/>
                  <a:pt x="958" y="1043"/>
                  <a:pt x="982" y="1066"/>
                </a:cubicBezTo>
                <a:cubicBezTo>
                  <a:pt x="993" y="1078"/>
                  <a:pt x="1009" y="1084"/>
                  <a:pt x="1024" y="1084"/>
                </a:cubicBezTo>
                <a:cubicBezTo>
                  <a:pt x="1039" y="1084"/>
                  <a:pt x="1055" y="1078"/>
                  <a:pt x="1066" y="1066"/>
                </a:cubicBezTo>
                <a:cubicBezTo>
                  <a:pt x="1204" y="929"/>
                  <a:pt x="1204" y="929"/>
                  <a:pt x="1204" y="929"/>
                </a:cubicBezTo>
                <a:cubicBezTo>
                  <a:pt x="1219" y="957"/>
                  <a:pt x="1228" y="990"/>
                  <a:pt x="1228" y="1024"/>
                </a:cubicBezTo>
                <a:close/>
                <a:moveTo>
                  <a:pt x="1207" y="757"/>
                </a:moveTo>
                <a:cubicBezTo>
                  <a:pt x="1155" y="721"/>
                  <a:pt x="1092" y="700"/>
                  <a:pt x="1024" y="700"/>
                </a:cubicBezTo>
                <a:cubicBezTo>
                  <a:pt x="845" y="700"/>
                  <a:pt x="700" y="845"/>
                  <a:pt x="700" y="1024"/>
                </a:cubicBezTo>
                <a:cubicBezTo>
                  <a:pt x="700" y="1203"/>
                  <a:pt x="845" y="1348"/>
                  <a:pt x="1024" y="1348"/>
                </a:cubicBezTo>
                <a:cubicBezTo>
                  <a:pt x="1203" y="1348"/>
                  <a:pt x="1348" y="1203"/>
                  <a:pt x="1348" y="1024"/>
                </a:cubicBezTo>
                <a:cubicBezTo>
                  <a:pt x="1348" y="956"/>
                  <a:pt x="1327" y="893"/>
                  <a:pt x="1291" y="841"/>
                </a:cubicBezTo>
                <a:cubicBezTo>
                  <a:pt x="1463" y="670"/>
                  <a:pt x="1463" y="670"/>
                  <a:pt x="1463" y="670"/>
                </a:cubicBezTo>
                <a:cubicBezTo>
                  <a:pt x="1541" y="767"/>
                  <a:pt x="1588" y="890"/>
                  <a:pt x="1588" y="1024"/>
                </a:cubicBezTo>
                <a:cubicBezTo>
                  <a:pt x="1588" y="1335"/>
                  <a:pt x="1335" y="1588"/>
                  <a:pt x="1024" y="1588"/>
                </a:cubicBezTo>
                <a:cubicBezTo>
                  <a:pt x="713" y="1588"/>
                  <a:pt x="460" y="1335"/>
                  <a:pt x="460" y="1024"/>
                </a:cubicBezTo>
                <a:cubicBezTo>
                  <a:pt x="460" y="713"/>
                  <a:pt x="713" y="460"/>
                  <a:pt x="1024" y="460"/>
                </a:cubicBezTo>
                <a:cubicBezTo>
                  <a:pt x="1158" y="460"/>
                  <a:pt x="1281" y="507"/>
                  <a:pt x="1378" y="585"/>
                </a:cubicBezTo>
                <a:lnTo>
                  <a:pt x="1207" y="757"/>
                </a:lnTo>
                <a:close/>
                <a:moveTo>
                  <a:pt x="1663" y="1663"/>
                </a:moveTo>
                <a:cubicBezTo>
                  <a:pt x="1492" y="1834"/>
                  <a:pt x="1265" y="1928"/>
                  <a:pt x="1024" y="1928"/>
                </a:cubicBezTo>
                <a:cubicBezTo>
                  <a:pt x="783" y="1928"/>
                  <a:pt x="556" y="1834"/>
                  <a:pt x="385" y="1663"/>
                </a:cubicBezTo>
                <a:cubicBezTo>
                  <a:pt x="214" y="1492"/>
                  <a:pt x="120" y="1265"/>
                  <a:pt x="120" y="1024"/>
                </a:cubicBezTo>
                <a:cubicBezTo>
                  <a:pt x="120" y="783"/>
                  <a:pt x="214" y="556"/>
                  <a:pt x="385" y="385"/>
                </a:cubicBezTo>
                <a:cubicBezTo>
                  <a:pt x="556" y="214"/>
                  <a:pt x="783" y="120"/>
                  <a:pt x="1024" y="120"/>
                </a:cubicBezTo>
                <a:cubicBezTo>
                  <a:pt x="1182" y="120"/>
                  <a:pt x="1335" y="161"/>
                  <a:pt x="1471" y="238"/>
                </a:cubicBezTo>
                <a:cubicBezTo>
                  <a:pt x="1403" y="306"/>
                  <a:pt x="1403" y="306"/>
                  <a:pt x="1403" y="306"/>
                </a:cubicBezTo>
                <a:cubicBezTo>
                  <a:pt x="1392" y="317"/>
                  <a:pt x="1386" y="331"/>
                  <a:pt x="1385" y="346"/>
                </a:cubicBezTo>
                <a:cubicBezTo>
                  <a:pt x="1385" y="349"/>
                  <a:pt x="1385" y="351"/>
                  <a:pt x="1386" y="353"/>
                </a:cubicBezTo>
                <a:cubicBezTo>
                  <a:pt x="1394" y="449"/>
                  <a:pt x="1394" y="449"/>
                  <a:pt x="1394" y="449"/>
                </a:cubicBezTo>
                <a:cubicBezTo>
                  <a:pt x="1287" y="380"/>
                  <a:pt x="1160" y="340"/>
                  <a:pt x="1024" y="340"/>
                </a:cubicBezTo>
                <a:cubicBezTo>
                  <a:pt x="647" y="340"/>
                  <a:pt x="340" y="647"/>
                  <a:pt x="340" y="1024"/>
                </a:cubicBezTo>
                <a:cubicBezTo>
                  <a:pt x="340" y="1401"/>
                  <a:pt x="647" y="1708"/>
                  <a:pt x="1024" y="1708"/>
                </a:cubicBezTo>
                <a:cubicBezTo>
                  <a:pt x="1401" y="1708"/>
                  <a:pt x="1708" y="1401"/>
                  <a:pt x="1708" y="1024"/>
                </a:cubicBezTo>
                <a:cubicBezTo>
                  <a:pt x="1708" y="888"/>
                  <a:pt x="1668" y="761"/>
                  <a:pt x="1599" y="654"/>
                </a:cubicBezTo>
                <a:cubicBezTo>
                  <a:pt x="1695" y="662"/>
                  <a:pt x="1695" y="662"/>
                  <a:pt x="1695" y="662"/>
                </a:cubicBezTo>
                <a:cubicBezTo>
                  <a:pt x="1697" y="662"/>
                  <a:pt x="1698" y="663"/>
                  <a:pt x="1700" y="663"/>
                </a:cubicBezTo>
                <a:cubicBezTo>
                  <a:pt x="1700" y="663"/>
                  <a:pt x="1701" y="663"/>
                  <a:pt x="1701" y="663"/>
                </a:cubicBezTo>
                <a:cubicBezTo>
                  <a:pt x="1702" y="663"/>
                  <a:pt x="1702" y="662"/>
                  <a:pt x="1703" y="662"/>
                </a:cubicBezTo>
                <a:cubicBezTo>
                  <a:pt x="1705" y="662"/>
                  <a:pt x="1706" y="662"/>
                  <a:pt x="1707" y="662"/>
                </a:cubicBezTo>
                <a:cubicBezTo>
                  <a:pt x="1708" y="662"/>
                  <a:pt x="1709" y="662"/>
                  <a:pt x="1710" y="662"/>
                </a:cubicBezTo>
                <a:cubicBezTo>
                  <a:pt x="1711" y="662"/>
                  <a:pt x="1712" y="661"/>
                  <a:pt x="1713" y="661"/>
                </a:cubicBezTo>
                <a:cubicBezTo>
                  <a:pt x="1714" y="661"/>
                  <a:pt x="1715" y="661"/>
                  <a:pt x="1716" y="660"/>
                </a:cubicBezTo>
                <a:cubicBezTo>
                  <a:pt x="1717" y="660"/>
                  <a:pt x="1718" y="660"/>
                  <a:pt x="1719" y="659"/>
                </a:cubicBezTo>
                <a:cubicBezTo>
                  <a:pt x="1720" y="659"/>
                  <a:pt x="1721" y="659"/>
                  <a:pt x="1722" y="658"/>
                </a:cubicBezTo>
                <a:cubicBezTo>
                  <a:pt x="1723" y="658"/>
                  <a:pt x="1724" y="658"/>
                  <a:pt x="1725" y="657"/>
                </a:cubicBezTo>
                <a:cubicBezTo>
                  <a:pt x="1726" y="657"/>
                  <a:pt x="1727" y="656"/>
                  <a:pt x="1727" y="656"/>
                </a:cubicBezTo>
                <a:cubicBezTo>
                  <a:pt x="1728" y="655"/>
                  <a:pt x="1730" y="655"/>
                  <a:pt x="1731" y="654"/>
                </a:cubicBezTo>
                <a:cubicBezTo>
                  <a:pt x="1731" y="654"/>
                  <a:pt x="1732" y="653"/>
                  <a:pt x="1733" y="653"/>
                </a:cubicBezTo>
                <a:cubicBezTo>
                  <a:pt x="1734" y="652"/>
                  <a:pt x="1735" y="651"/>
                  <a:pt x="1736" y="650"/>
                </a:cubicBezTo>
                <a:cubicBezTo>
                  <a:pt x="1737" y="650"/>
                  <a:pt x="1737" y="650"/>
                  <a:pt x="1738" y="649"/>
                </a:cubicBezTo>
                <a:cubicBezTo>
                  <a:pt x="1739" y="648"/>
                  <a:pt x="1741" y="646"/>
                  <a:pt x="1742" y="645"/>
                </a:cubicBezTo>
                <a:cubicBezTo>
                  <a:pt x="1810" y="577"/>
                  <a:pt x="1810" y="577"/>
                  <a:pt x="1810" y="577"/>
                </a:cubicBezTo>
                <a:cubicBezTo>
                  <a:pt x="1887" y="713"/>
                  <a:pt x="1928" y="866"/>
                  <a:pt x="1928" y="1024"/>
                </a:cubicBezTo>
                <a:cubicBezTo>
                  <a:pt x="1928" y="1265"/>
                  <a:pt x="1834" y="1492"/>
                  <a:pt x="1663" y="1663"/>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Inhaltsplatzhalter 4">
            <a:extLst>
              <a:ext uri="{FF2B5EF4-FFF2-40B4-BE49-F238E27FC236}">
                <a16:creationId xmlns:a16="http://schemas.microsoft.com/office/drawing/2014/main" id="{63609B37-9F07-476A-A0FC-C4C1E9D5BA8C}"/>
              </a:ext>
            </a:extLst>
          </p:cNvPr>
          <p:cNvSpPr txBox="1">
            <a:spLocks/>
          </p:cNvSpPr>
          <p:nvPr/>
        </p:nvSpPr>
        <p:spPr>
          <a:xfrm>
            <a:off x="1127131" y="1590959"/>
            <a:ext cx="3833592" cy="66223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buNone/>
            </a:pPr>
            <a:r>
              <a:rPr lang="en-US" sz="1400" b="1">
                <a:solidFill>
                  <a:schemeClr val="accent1"/>
                </a:solidFill>
                <a:latin typeface="+mj-lt"/>
              </a:rPr>
              <a:t>Objectif #1</a:t>
            </a:r>
            <a:br>
              <a:rPr lang="en-US" sz="1400" b="1">
                <a:solidFill>
                  <a:schemeClr val="bg1">
                    <a:lumMod val="65000"/>
                  </a:schemeClr>
                </a:solidFill>
                <a:latin typeface="+mj-lt"/>
              </a:rPr>
            </a:br>
            <a:r>
              <a:rPr lang="fr-FR" sz="1000">
                <a:solidFill>
                  <a:srgbClr val="5C5C5C"/>
                </a:solidFill>
                <a:latin typeface="Roboto"/>
                <a:ea typeface="Roboto"/>
                <a:cs typeface="Roboto"/>
              </a:rPr>
              <a:t>Développer une solution de détection de plagiat différents algorithmes.</a:t>
            </a:r>
          </a:p>
        </p:txBody>
      </p:sp>
      <p:grpSp>
        <p:nvGrpSpPr>
          <p:cNvPr id="11" name="Group 10">
            <a:extLst>
              <a:ext uri="{FF2B5EF4-FFF2-40B4-BE49-F238E27FC236}">
                <a16:creationId xmlns:a16="http://schemas.microsoft.com/office/drawing/2014/main" id="{B766F0EB-8E38-4976-9B73-890A82AE0CA5}"/>
              </a:ext>
            </a:extLst>
          </p:cNvPr>
          <p:cNvGrpSpPr/>
          <p:nvPr/>
        </p:nvGrpSpPr>
        <p:grpSpPr>
          <a:xfrm>
            <a:off x="396343" y="1684962"/>
            <a:ext cx="474222" cy="474222"/>
            <a:chOff x="2133600" y="3181350"/>
            <a:chExt cx="1362075" cy="1362075"/>
          </a:xfrm>
          <a:solidFill>
            <a:schemeClr val="accent1"/>
          </a:solidFill>
        </p:grpSpPr>
        <p:sp>
          <p:nvSpPr>
            <p:cNvPr id="12" name="Freeform 14">
              <a:extLst>
                <a:ext uri="{FF2B5EF4-FFF2-40B4-BE49-F238E27FC236}">
                  <a16:creationId xmlns:a16="http://schemas.microsoft.com/office/drawing/2014/main" id="{8E3D36C3-363F-481A-8ADE-4066CA776E79}"/>
                </a:ext>
              </a:extLst>
            </p:cNvPr>
            <p:cNvSpPr>
              <a:spLocks noEditPoints="1"/>
            </p:cNvSpPr>
            <p:nvPr/>
          </p:nvSpPr>
          <p:spPr bwMode="auto">
            <a:xfrm>
              <a:off x="2133600" y="3181350"/>
              <a:ext cx="1362075" cy="1362075"/>
            </a:xfrm>
            <a:custGeom>
              <a:avLst/>
              <a:gdLst>
                <a:gd name="T0" fmla="*/ 1428 w 3432"/>
                <a:gd name="T1" fmla="*/ 253 h 3432"/>
                <a:gd name="T2" fmla="*/ 1073 w 3432"/>
                <a:gd name="T3" fmla="*/ 371 h 3432"/>
                <a:gd name="T4" fmla="*/ 763 w 3432"/>
                <a:gd name="T5" fmla="*/ 570 h 3432"/>
                <a:gd name="T6" fmla="*/ 513 w 3432"/>
                <a:gd name="T7" fmla="*/ 836 h 3432"/>
                <a:gd name="T8" fmla="*/ 334 w 3432"/>
                <a:gd name="T9" fmla="*/ 1158 h 3432"/>
                <a:gd name="T10" fmla="*/ 237 w 3432"/>
                <a:gd name="T11" fmla="*/ 1522 h 3432"/>
                <a:gd name="T12" fmla="*/ 237 w 3432"/>
                <a:gd name="T13" fmla="*/ 1910 h 3432"/>
                <a:gd name="T14" fmla="*/ 334 w 3432"/>
                <a:gd name="T15" fmla="*/ 2274 h 3432"/>
                <a:gd name="T16" fmla="*/ 513 w 3432"/>
                <a:gd name="T17" fmla="*/ 2596 h 3432"/>
                <a:gd name="T18" fmla="*/ 763 w 3432"/>
                <a:gd name="T19" fmla="*/ 2862 h 3432"/>
                <a:gd name="T20" fmla="*/ 1073 w 3432"/>
                <a:gd name="T21" fmla="*/ 3061 h 3432"/>
                <a:gd name="T22" fmla="*/ 1428 w 3432"/>
                <a:gd name="T23" fmla="*/ 3179 h 3432"/>
                <a:gd name="T24" fmla="*/ 1814 w 3432"/>
                <a:gd name="T25" fmla="*/ 3204 h 3432"/>
                <a:gd name="T26" fmla="*/ 2187 w 3432"/>
                <a:gd name="T27" fmla="*/ 3130 h 3432"/>
                <a:gd name="T28" fmla="*/ 2520 w 3432"/>
                <a:gd name="T29" fmla="*/ 2971 h 3432"/>
                <a:gd name="T30" fmla="*/ 2802 w 3432"/>
                <a:gd name="T31" fmla="*/ 2737 h 3432"/>
                <a:gd name="T32" fmla="*/ 3018 w 3432"/>
                <a:gd name="T33" fmla="*/ 2441 h 3432"/>
                <a:gd name="T34" fmla="*/ 3157 w 3432"/>
                <a:gd name="T35" fmla="*/ 2097 h 3432"/>
                <a:gd name="T36" fmla="*/ 3207 w 3432"/>
                <a:gd name="T37" fmla="*/ 1716 h 3432"/>
                <a:gd name="T38" fmla="*/ 3157 w 3432"/>
                <a:gd name="T39" fmla="*/ 1335 h 3432"/>
                <a:gd name="T40" fmla="*/ 3018 w 3432"/>
                <a:gd name="T41" fmla="*/ 991 h 3432"/>
                <a:gd name="T42" fmla="*/ 2802 w 3432"/>
                <a:gd name="T43" fmla="*/ 695 h 3432"/>
                <a:gd name="T44" fmla="*/ 2520 w 3432"/>
                <a:gd name="T45" fmla="*/ 461 h 3432"/>
                <a:gd name="T46" fmla="*/ 2187 w 3432"/>
                <a:gd name="T47" fmla="*/ 302 h 3432"/>
                <a:gd name="T48" fmla="*/ 1814 w 3432"/>
                <a:gd name="T49" fmla="*/ 228 h 3432"/>
                <a:gd name="T50" fmla="*/ 1923 w 3432"/>
                <a:gd name="T51" fmla="*/ 12 h 3432"/>
                <a:gd name="T52" fmla="*/ 2314 w 3432"/>
                <a:gd name="T53" fmla="*/ 107 h 3432"/>
                <a:gd name="T54" fmla="*/ 2664 w 3432"/>
                <a:gd name="T55" fmla="*/ 287 h 3432"/>
                <a:gd name="T56" fmla="*/ 2963 w 3432"/>
                <a:gd name="T57" fmla="*/ 538 h 3432"/>
                <a:gd name="T58" fmla="*/ 3197 w 3432"/>
                <a:gd name="T59" fmla="*/ 851 h 3432"/>
                <a:gd name="T60" fmla="*/ 3356 w 3432"/>
                <a:gd name="T61" fmla="*/ 1213 h 3432"/>
                <a:gd name="T62" fmla="*/ 3429 w 3432"/>
                <a:gd name="T63" fmla="*/ 1612 h 3432"/>
                <a:gd name="T64" fmla="*/ 3404 w 3432"/>
                <a:gd name="T65" fmla="*/ 2024 h 3432"/>
                <a:gd name="T66" fmla="*/ 3287 w 3432"/>
                <a:gd name="T67" fmla="*/ 2406 h 3432"/>
                <a:gd name="T68" fmla="*/ 3089 w 3432"/>
                <a:gd name="T69" fmla="*/ 2745 h 3432"/>
                <a:gd name="T70" fmla="*/ 2820 w 3432"/>
                <a:gd name="T71" fmla="*/ 3027 h 3432"/>
                <a:gd name="T72" fmla="*/ 2495 w 3432"/>
                <a:gd name="T73" fmla="*/ 3245 h 3432"/>
                <a:gd name="T74" fmla="*/ 2123 w 3432"/>
                <a:gd name="T75" fmla="*/ 3383 h 3432"/>
                <a:gd name="T76" fmla="*/ 1715 w 3432"/>
                <a:gd name="T77" fmla="*/ 3432 h 3432"/>
                <a:gd name="T78" fmla="*/ 1309 w 3432"/>
                <a:gd name="T79" fmla="*/ 3383 h 3432"/>
                <a:gd name="T80" fmla="*/ 937 w 3432"/>
                <a:gd name="T81" fmla="*/ 3245 h 3432"/>
                <a:gd name="T82" fmla="*/ 610 w 3432"/>
                <a:gd name="T83" fmla="*/ 3027 h 3432"/>
                <a:gd name="T84" fmla="*/ 343 w 3432"/>
                <a:gd name="T85" fmla="*/ 2745 h 3432"/>
                <a:gd name="T86" fmla="*/ 145 w 3432"/>
                <a:gd name="T87" fmla="*/ 2406 h 3432"/>
                <a:gd name="T88" fmla="*/ 28 w 3432"/>
                <a:gd name="T89" fmla="*/ 2024 h 3432"/>
                <a:gd name="T90" fmla="*/ 3 w 3432"/>
                <a:gd name="T91" fmla="*/ 1612 h 3432"/>
                <a:gd name="T92" fmla="*/ 76 w 3432"/>
                <a:gd name="T93" fmla="*/ 1213 h 3432"/>
                <a:gd name="T94" fmla="*/ 235 w 3432"/>
                <a:gd name="T95" fmla="*/ 851 h 3432"/>
                <a:gd name="T96" fmla="*/ 469 w 3432"/>
                <a:gd name="T97" fmla="*/ 538 h 3432"/>
                <a:gd name="T98" fmla="*/ 768 w 3432"/>
                <a:gd name="T99" fmla="*/ 287 h 3432"/>
                <a:gd name="T100" fmla="*/ 1118 w 3432"/>
                <a:gd name="T101" fmla="*/ 107 h 3432"/>
                <a:gd name="T102" fmla="*/ 1509 w 3432"/>
                <a:gd name="T103" fmla="*/ 12 h 3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32" h="3432">
                  <a:moveTo>
                    <a:pt x="1715" y="225"/>
                  </a:moveTo>
                  <a:lnTo>
                    <a:pt x="1618" y="228"/>
                  </a:lnTo>
                  <a:lnTo>
                    <a:pt x="1522" y="237"/>
                  </a:lnTo>
                  <a:lnTo>
                    <a:pt x="1428" y="253"/>
                  </a:lnTo>
                  <a:lnTo>
                    <a:pt x="1335" y="275"/>
                  </a:lnTo>
                  <a:lnTo>
                    <a:pt x="1245" y="302"/>
                  </a:lnTo>
                  <a:lnTo>
                    <a:pt x="1158" y="334"/>
                  </a:lnTo>
                  <a:lnTo>
                    <a:pt x="1073" y="371"/>
                  </a:lnTo>
                  <a:lnTo>
                    <a:pt x="991" y="414"/>
                  </a:lnTo>
                  <a:lnTo>
                    <a:pt x="912" y="461"/>
                  </a:lnTo>
                  <a:lnTo>
                    <a:pt x="836" y="513"/>
                  </a:lnTo>
                  <a:lnTo>
                    <a:pt x="763" y="570"/>
                  </a:lnTo>
                  <a:lnTo>
                    <a:pt x="695" y="630"/>
                  </a:lnTo>
                  <a:lnTo>
                    <a:pt x="630" y="695"/>
                  </a:lnTo>
                  <a:lnTo>
                    <a:pt x="570" y="763"/>
                  </a:lnTo>
                  <a:lnTo>
                    <a:pt x="513" y="836"/>
                  </a:lnTo>
                  <a:lnTo>
                    <a:pt x="461" y="912"/>
                  </a:lnTo>
                  <a:lnTo>
                    <a:pt x="414" y="991"/>
                  </a:lnTo>
                  <a:lnTo>
                    <a:pt x="371" y="1073"/>
                  </a:lnTo>
                  <a:lnTo>
                    <a:pt x="334" y="1158"/>
                  </a:lnTo>
                  <a:lnTo>
                    <a:pt x="302" y="1245"/>
                  </a:lnTo>
                  <a:lnTo>
                    <a:pt x="275" y="1335"/>
                  </a:lnTo>
                  <a:lnTo>
                    <a:pt x="253" y="1428"/>
                  </a:lnTo>
                  <a:lnTo>
                    <a:pt x="237" y="1522"/>
                  </a:lnTo>
                  <a:lnTo>
                    <a:pt x="228" y="1618"/>
                  </a:lnTo>
                  <a:lnTo>
                    <a:pt x="225" y="1716"/>
                  </a:lnTo>
                  <a:lnTo>
                    <a:pt x="228" y="1814"/>
                  </a:lnTo>
                  <a:lnTo>
                    <a:pt x="237" y="1910"/>
                  </a:lnTo>
                  <a:lnTo>
                    <a:pt x="253" y="2004"/>
                  </a:lnTo>
                  <a:lnTo>
                    <a:pt x="275" y="2097"/>
                  </a:lnTo>
                  <a:lnTo>
                    <a:pt x="302" y="2187"/>
                  </a:lnTo>
                  <a:lnTo>
                    <a:pt x="334" y="2274"/>
                  </a:lnTo>
                  <a:lnTo>
                    <a:pt x="371" y="2359"/>
                  </a:lnTo>
                  <a:lnTo>
                    <a:pt x="414" y="2441"/>
                  </a:lnTo>
                  <a:lnTo>
                    <a:pt x="461" y="2520"/>
                  </a:lnTo>
                  <a:lnTo>
                    <a:pt x="513" y="2596"/>
                  </a:lnTo>
                  <a:lnTo>
                    <a:pt x="570" y="2669"/>
                  </a:lnTo>
                  <a:lnTo>
                    <a:pt x="630" y="2737"/>
                  </a:lnTo>
                  <a:lnTo>
                    <a:pt x="695" y="2802"/>
                  </a:lnTo>
                  <a:lnTo>
                    <a:pt x="763" y="2862"/>
                  </a:lnTo>
                  <a:lnTo>
                    <a:pt x="836" y="2919"/>
                  </a:lnTo>
                  <a:lnTo>
                    <a:pt x="912" y="2971"/>
                  </a:lnTo>
                  <a:lnTo>
                    <a:pt x="991" y="3018"/>
                  </a:lnTo>
                  <a:lnTo>
                    <a:pt x="1073" y="3061"/>
                  </a:lnTo>
                  <a:lnTo>
                    <a:pt x="1158" y="3098"/>
                  </a:lnTo>
                  <a:lnTo>
                    <a:pt x="1245" y="3130"/>
                  </a:lnTo>
                  <a:lnTo>
                    <a:pt x="1335" y="3157"/>
                  </a:lnTo>
                  <a:lnTo>
                    <a:pt x="1428" y="3179"/>
                  </a:lnTo>
                  <a:lnTo>
                    <a:pt x="1522" y="3195"/>
                  </a:lnTo>
                  <a:lnTo>
                    <a:pt x="1618" y="3204"/>
                  </a:lnTo>
                  <a:lnTo>
                    <a:pt x="1715" y="3207"/>
                  </a:lnTo>
                  <a:lnTo>
                    <a:pt x="1814" y="3204"/>
                  </a:lnTo>
                  <a:lnTo>
                    <a:pt x="1910" y="3195"/>
                  </a:lnTo>
                  <a:lnTo>
                    <a:pt x="2004" y="3179"/>
                  </a:lnTo>
                  <a:lnTo>
                    <a:pt x="2097" y="3157"/>
                  </a:lnTo>
                  <a:lnTo>
                    <a:pt x="2187" y="3130"/>
                  </a:lnTo>
                  <a:lnTo>
                    <a:pt x="2274" y="3098"/>
                  </a:lnTo>
                  <a:lnTo>
                    <a:pt x="2359" y="3061"/>
                  </a:lnTo>
                  <a:lnTo>
                    <a:pt x="2441" y="3018"/>
                  </a:lnTo>
                  <a:lnTo>
                    <a:pt x="2520" y="2971"/>
                  </a:lnTo>
                  <a:lnTo>
                    <a:pt x="2596" y="2919"/>
                  </a:lnTo>
                  <a:lnTo>
                    <a:pt x="2669" y="2862"/>
                  </a:lnTo>
                  <a:lnTo>
                    <a:pt x="2737" y="2802"/>
                  </a:lnTo>
                  <a:lnTo>
                    <a:pt x="2802" y="2737"/>
                  </a:lnTo>
                  <a:lnTo>
                    <a:pt x="2862" y="2669"/>
                  </a:lnTo>
                  <a:lnTo>
                    <a:pt x="2919" y="2596"/>
                  </a:lnTo>
                  <a:lnTo>
                    <a:pt x="2971" y="2520"/>
                  </a:lnTo>
                  <a:lnTo>
                    <a:pt x="3018" y="2441"/>
                  </a:lnTo>
                  <a:lnTo>
                    <a:pt x="3061" y="2359"/>
                  </a:lnTo>
                  <a:lnTo>
                    <a:pt x="3098" y="2274"/>
                  </a:lnTo>
                  <a:lnTo>
                    <a:pt x="3130" y="2187"/>
                  </a:lnTo>
                  <a:lnTo>
                    <a:pt x="3157" y="2097"/>
                  </a:lnTo>
                  <a:lnTo>
                    <a:pt x="3179" y="2004"/>
                  </a:lnTo>
                  <a:lnTo>
                    <a:pt x="3195" y="1910"/>
                  </a:lnTo>
                  <a:lnTo>
                    <a:pt x="3204" y="1814"/>
                  </a:lnTo>
                  <a:lnTo>
                    <a:pt x="3207" y="1716"/>
                  </a:lnTo>
                  <a:lnTo>
                    <a:pt x="3204" y="1618"/>
                  </a:lnTo>
                  <a:lnTo>
                    <a:pt x="3195" y="1522"/>
                  </a:lnTo>
                  <a:lnTo>
                    <a:pt x="3179" y="1428"/>
                  </a:lnTo>
                  <a:lnTo>
                    <a:pt x="3157" y="1335"/>
                  </a:lnTo>
                  <a:lnTo>
                    <a:pt x="3130" y="1245"/>
                  </a:lnTo>
                  <a:lnTo>
                    <a:pt x="3098" y="1158"/>
                  </a:lnTo>
                  <a:lnTo>
                    <a:pt x="3061" y="1073"/>
                  </a:lnTo>
                  <a:lnTo>
                    <a:pt x="3018" y="991"/>
                  </a:lnTo>
                  <a:lnTo>
                    <a:pt x="2971" y="912"/>
                  </a:lnTo>
                  <a:lnTo>
                    <a:pt x="2919" y="836"/>
                  </a:lnTo>
                  <a:lnTo>
                    <a:pt x="2862" y="763"/>
                  </a:lnTo>
                  <a:lnTo>
                    <a:pt x="2802" y="695"/>
                  </a:lnTo>
                  <a:lnTo>
                    <a:pt x="2737" y="630"/>
                  </a:lnTo>
                  <a:lnTo>
                    <a:pt x="2669" y="570"/>
                  </a:lnTo>
                  <a:lnTo>
                    <a:pt x="2596" y="513"/>
                  </a:lnTo>
                  <a:lnTo>
                    <a:pt x="2520" y="461"/>
                  </a:lnTo>
                  <a:lnTo>
                    <a:pt x="2441" y="414"/>
                  </a:lnTo>
                  <a:lnTo>
                    <a:pt x="2359" y="371"/>
                  </a:lnTo>
                  <a:lnTo>
                    <a:pt x="2274" y="334"/>
                  </a:lnTo>
                  <a:lnTo>
                    <a:pt x="2187" y="302"/>
                  </a:lnTo>
                  <a:lnTo>
                    <a:pt x="2097" y="275"/>
                  </a:lnTo>
                  <a:lnTo>
                    <a:pt x="2004" y="253"/>
                  </a:lnTo>
                  <a:lnTo>
                    <a:pt x="1910" y="237"/>
                  </a:lnTo>
                  <a:lnTo>
                    <a:pt x="1814" y="228"/>
                  </a:lnTo>
                  <a:lnTo>
                    <a:pt x="1715" y="225"/>
                  </a:lnTo>
                  <a:close/>
                  <a:moveTo>
                    <a:pt x="1715" y="0"/>
                  </a:moveTo>
                  <a:lnTo>
                    <a:pt x="1820" y="3"/>
                  </a:lnTo>
                  <a:lnTo>
                    <a:pt x="1923" y="12"/>
                  </a:lnTo>
                  <a:lnTo>
                    <a:pt x="2024" y="28"/>
                  </a:lnTo>
                  <a:lnTo>
                    <a:pt x="2123" y="49"/>
                  </a:lnTo>
                  <a:lnTo>
                    <a:pt x="2219" y="76"/>
                  </a:lnTo>
                  <a:lnTo>
                    <a:pt x="2314" y="107"/>
                  </a:lnTo>
                  <a:lnTo>
                    <a:pt x="2406" y="145"/>
                  </a:lnTo>
                  <a:lnTo>
                    <a:pt x="2495" y="187"/>
                  </a:lnTo>
                  <a:lnTo>
                    <a:pt x="2581" y="235"/>
                  </a:lnTo>
                  <a:lnTo>
                    <a:pt x="2664" y="287"/>
                  </a:lnTo>
                  <a:lnTo>
                    <a:pt x="2745" y="343"/>
                  </a:lnTo>
                  <a:lnTo>
                    <a:pt x="2820" y="405"/>
                  </a:lnTo>
                  <a:lnTo>
                    <a:pt x="2894" y="469"/>
                  </a:lnTo>
                  <a:lnTo>
                    <a:pt x="2963" y="538"/>
                  </a:lnTo>
                  <a:lnTo>
                    <a:pt x="3027" y="612"/>
                  </a:lnTo>
                  <a:lnTo>
                    <a:pt x="3089" y="687"/>
                  </a:lnTo>
                  <a:lnTo>
                    <a:pt x="3145" y="768"/>
                  </a:lnTo>
                  <a:lnTo>
                    <a:pt x="3197" y="851"/>
                  </a:lnTo>
                  <a:lnTo>
                    <a:pt x="3245" y="937"/>
                  </a:lnTo>
                  <a:lnTo>
                    <a:pt x="3287" y="1026"/>
                  </a:lnTo>
                  <a:lnTo>
                    <a:pt x="3325" y="1118"/>
                  </a:lnTo>
                  <a:lnTo>
                    <a:pt x="3356" y="1213"/>
                  </a:lnTo>
                  <a:lnTo>
                    <a:pt x="3383" y="1309"/>
                  </a:lnTo>
                  <a:lnTo>
                    <a:pt x="3404" y="1408"/>
                  </a:lnTo>
                  <a:lnTo>
                    <a:pt x="3420" y="1509"/>
                  </a:lnTo>
                  <a:lnTo>
                    <a:pt x="3429" y="1612"/>
                  </a:lnTo>
                  <a:lnTo>
                    <a:pt x="3432" y="1716"/>
                  </a:lnTo>
                  <a:lnTo>
                    <a:pt x="3429" y="1820"/>
                  </a:lnTo>
                  <a:lnTo>
                    <a:pt x="3420" y="1923"/>
                  </a:lnTo>
                  <a:lnTo>
                    <a:pt x="3404" y="2024"/>
                  </a:lnTo>
                  <a:lnTo>
                    <a:pt x="3383" y="2123"/>
                  </a:lnTo>
                  <a:lnTo>
                    <a:pt x="3356" y="2219"/>
                  </a:lnTo>
                  <a:lnTo>
                    <a:pt x="3325" y="2314"/>
                  </a:lnTo>
                  <a:lnTo>
                    <a:pt x="3287" y="2406"/>
                  </a:lnTo>
                  <a:lnTo>
                    <a:pt x="3245" y="2495"/>
                  </a:lnTo>
                  <a:lnTo>
                    <a:pt x="3197" y="2581"/>
                  </a:lnTo>
                  <a:lnTo>
                    <a:pt x="3145" y="2664"/>
                  </a:lnTo>
                  <a:lnTo>
                    <a:pt x="3089" y="2745"/>
                  </a:lnTo>
                  <a:lnTo>
                    <a:pt x="3027" y="2820"/>
                  </a:lnTo>
                  <a:lnTo>
                    <a:pt x="2963" y="2894"/>
                  </a:lnTo>
                  <a:lnTo>
                    <a:pt x="2894" y="2963"/>
                  </a:lnTo>
                  <a:lnTo>
                    <a:pt x="2820" y="3027"/>
                  </a:lnTo>
                  <a:lnTo>
                    <a:pt x="2745" y="3089"/>
                  </a:lnTo>
                  <a:lnTo>
                    <a:pt x="2664" y="3145"/>
                  </a:lnTo>
                  <a:lnTo>
                    <a:pt x="2581" y="3197"/>
                  </a:lnTo>
                  <a:lnTo>
                    <a:pt x="2495" y="3245"/>
                  </a:lnTo>
                  <a:lnTo>
                    <a:pt x="2406" y="3287"/>
                  </a:lnTo>
                  <a:lnTo>
                    <a:pt x="2314" y="3325"/>
                  </a:lnTo>
                  <a:lnTo>
                    <a:pt x="2219" y="3356"/>
                  </a:lnTo>
                  <a:lnTo>
                    <a:pt x="2123" y="3383"/>
                  </a:lnTo>
                  <a:lnTo>
                    <a:pt x="2024" y="3404"/>
                  </a:lnTo>
                  <a:lnTo>
                    <a:pt x="1923" y="3420"/>
                  </a:lnTo>
                  <a:lnTo>
                    <a:pt x="1820" y="3429"/>
                  </a:lnTo>
                  <a:lnTo>
                    <a:pt x="1715" y="3432"/>
                  </a:lnTo>
                  <a:lnTo>
                    <a:pt x="1612" y="3429"/>
                  </a:lnTo>
                  <a:lnTo>
                    <a:pt x="1509" y="3420"/>
                  </a:lnTo>
                  <a:lnTo>
                    <a:pt x="1408" y="3404"/>
                  </a:lnTo>
                  <a:lnTo>
                    <a:pt x="1309" y="3383"/>
                  </a:lnTo>
                  <a:lnTo>
                    <a:pt x="1213" y="3356"/>
                  </a:lnTo>
                  <a:lnTo>
                    <a:pt x="1118" y="3325"/>
                  </a:lnTo>
                  <a:lnTo>
                    <a:pt x="1025" y="3287"/>
                  </a:lnTo>
                  <a:lnTo>
                    <a:pt x="937" y="3245"/>
                  </a:lnTo>
                  <a:lnTo>
                    <a:pt x="851" y="3197"/>
                  </a:lnTo>
                  <a:lnTo>
                    <a:pt x="768" y="3145"/>
                  </a:lnTo>
                  <a:lnTo>
                    <a:pt x="687" y="3089"/>
                  </a:lnTo>
                  <a:lnTo>
                    <a:pt x="610" y="3027"/>
                  </a:lnTo>
                  <a:lnTo>
                    <a:pt x="538" y="2963"/>
                  </a:lnTo>
                  <a:lnTo>
                    <a:pt x="469" y="2894"/>
                  </a:lnTo>
                  <a:lnTo>
                    <a:pt x="405" y="2820"/>
                  </a:lnTo>
                  <a:lnTo>
                    <a:pt x="343" y="2745"/>
                  </a:lnTo>
                  <a:lnTo>
                    <a:pt x="287" y="2664"/>
                  </a:lnTo>
                  <a:lnTo>
                    <a:pt x="235" y="2581"/>
                  </a:lnTo>
                  <a:lnTo>
                    <a:pt x="187" y="2495"/>
                  </a:lnTo>
                  <a:lnTo>
                    <a:pt x="145" y="2406"/>
                  </a:lnTo>
                  <a:lnTo>
                    <a:pt x="107" y="2314"/>
                  </a:lnTo>
                  <a:lnTo>
                    <a:pt x="76" y="2219"/>
                  </a:lnTo>
                  <a:lnTo>
                    <a:pt x="49" y="2123"/>
                  </a:lnTo>
                  <a:lnTo>
                    <a:pt x="28" y="2024"/>
                  </a:lnTo>
                  <a:lnTo>
                    <a:pt x="12" y="1923"/>
                  </a:lnTo>
                  <a:lnTo>
                    <a:pt x="3" y="1820"/>
                  </a:lnTo>
                  <a:lnTo>
                    <a:pt x="0" y="1716"/>
                  </a:lnTo>
                  <a:lnTo>
                    <a:pt x="3" y="1612"/>
                  </a:lnTo>
                  <a:lnTo>
                    <a:pt x="12" y="1509"/>
                  </a:lnTo>
                  <a:lnTo>
                    <a:pt x="28" y="1408"/>
                  </a:lnTo>
                  <a:lnTo>
                    <a:pt x="49" y="1309"/>
                  </a:lnTo>
                  <a:lnTo>
                    <a:pt x="76" y="1213"/>
                  </a:lnTo>
                  <a:lnTo>
                    <a:pt x="107" y="1118"/>
                  </a:lnTo>
                  <a:lnTo>
                    <a:pt x="145" y="1026"/>
                  </a:lnTo>
                  <a:lnTo>
                    <a:pt x="187" y="937"/>
                  </a:lnTo>
                  <a:lnTo>
                    <a:pt x="235" y="851"/>
                  </a:lnTo>
                  <a:lnTo>
                    <a:pt x="287" y="768"/>
                  </a:lnTo>
                  <a:lnTo>
                    <a:pt x="343" y="687"/>
                  </a:lnTo>
                  <a:lnTo>
                    <a:pt x="405" y="612"/>
                  </a:lnTo>
                  <a:lnTo>
                    <a:pt x="469" y="538"/>
                  </a:lnTo>
                  <a:lnTo>
                    <a:pt x="538" y="469"/>
                  </a:lnTo>
                  <a:lnTo>
                    <a:pt x="610" y="405"/>
                  </a:lnTo>
                  <a:lnTo>
                    <a:pt x="687" y="343"/>
                  </a:lnTo>
                  <a:lnTo>
                    <a:pt x="768" y="287"/>
                  </a:lnTo>
                  <a:lnTo>
                    <a:pt x="851" y="235"/>
                  </a:lnTo>
                  <a:lnTo>
                    <a:pt x="937" y="187"/>
                  </a:lnTo>
                  <a:lnTo>
                    <a:pt x="1025" y="145"/>
                  </a:lnTo>
                  <a:lnTo>
                    <a:pt x="1118" y="107"/>
                  </a:lnTo>
                  <a:lnTo>
                    <a:pt x="1213" y="76"/>
                  </a:lnTo>
                  <a:lnTo>
                    <a:pt x="1309" y="49"/>
                  </a:lnTo>
                  <a:lnTo>
                    <a:pt x="1408" y="28"/>
                  </a:lnTo>
                  <a:lnTo>
                    <a:pt x="1509" y="12"/>
                  </a:lnTo>
                  <a:lnTo>
                    <a:pt x="1612" y="3"/>
                  </a:lnTo>
                  <a:lnTo>
                    <a:pt x="17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sp>
          <p:nvSpPr>
            <p:cNvPr id="13" name="Freeform 15">
              <a:extLst>
                <a:ext uri="{FF2B5EF4-FFF2-40B4-BE49-F238E27FC236}">
                  <a16:creationId xmlns:a16="http://schemas.microsoft.com/office/drawing/2014/main" id="{9074BDD4-4A1E-42CF-9065-007B9C00850F}"/>
                </a:ext>
              </a:extLst>
            </p:cNvPr>
            <p:cNvSpPr>
              <a:spLocks/>
            </p:cNvSpPr>
            <p:nvPr/>
          </p:nvSpPr>
          <p:spPr bwMode="auto">
            <a:xfrm>
              <a:off x="2492375" y="3625850"/>
              <a:ext cx="644525" cy="473075"/>
            </a:xfrm>
            <a:custGeom>
              <a:avLst/>
              <a:gdLst>
                <a:gd name="T0" fmla="*/ 1514 w 1626"/>
                <a:gd name="T1" fmla="*/ 0 h 1190"/>
                <a:gd name="T2" fmla="*/ 1536 w 1626"/>
                <a:gd name="T3" fmla="*/ 2 h 1190"/>
                <a:gd name="T4" fmla="*/ 1557 w 1626"/>
                <a:gd name="T5" fmla="*/ 8 h 1190"/>
                <a:gd name="T6" fmla="*/ 1575 w 1626"/>
                <a:gd name="T7" fmla="*/ 19 h 1190"/>
                <a:gd name="T8" fmla="*/ 1593 w 1626"/>
                <a:gd name="T9" fmla="*/ 33 h 1190"/>
                <a:gd name="T10" fmla="*/ 1608 w 1626"/>
                <a:gd name="T11" fmla="*/ 51 h 1190"/>
                <a:gd name="T12" fmla="*/ 1618 w 1626"/>
                <a:gd name="T13" fmla="*/ 71 h 1190"/>
                <a:gd name="T14" fmla="*/ 1624 w 1626"/>
                <a:gd name="T15" fmla="*/ 92 h 1190"/>
                <a:gd name="T16" fmla="*/ 1626 w 1626"/>
                <a:gd name="T17" fmla="*/ 112 h 1190"/>
                <a:gd name="T18" fmla="*/ 1624 w 1626"/>
                <a:gd name="T19" fmla="*/ 134 h 1190"/>
                <a:gd name="T20" fmla="*/ 1618 w 1626"/>
                <a:gd name="T21" fmla="*/ 155 h 1190"/>
                <a:gd name="T22" fmla="*/ 1608 w 1626"/>
                <a:gd name="T23" fmla="*/ 175 h 1190"/>
                <a:gd name="T24" fmla="*/ 1593 w 1626"/>
                <a:gd name="T25" fmla="*/ 193 h 1190"/>
                <a:gd name="T26" fmla="*/ 629 w 1626"/>
                <a:gd name="T27" fmla="*/ 1157 h 1190"/>
                <a:gd name="T28" fmla="*/ 629 w 1626"/>
                <a:gd name="T29" fmla="*/ 1157 h 1190"/>
                <a:gd name="T30" fmla="*/ 611 w 1626"/>
                <a:gd name="T31" fmla="*/ 1171 h 1190"/>
                <a:gd name="T32" fmla="*/ 591 w 1626"/>
                <a:gd name="T33" fmla="*/ 1182 h 1190"/>
                <a:gd name="T34" fmla="*/ 571 w 1626"/>
                <a:gd name="T35" fmla="*/ 1188 h 1190"/>
                <a:gd name="T36" fmla="*/ 550 w 1626"/>
                <a:gd name="T37" fmla="*/ 1190 h 1190"/>
                <a:gd name="T38" fmla="*/ 528 w 1626"/>
                <a:gd name="T39" fmla="*/ 1188 h 1190"/>
                <a:gd name="T40" fmla="*/ 507 w 1626"/>
                <a:gd name="T41" fmla="*/ 1182 h 1190"/>
                <a:gd name="T42" fmla="*/ 487 w 1626"/>
                <a:gd name="T43" fmla="*/ 1171 h 1190"/>
                <a:gd name="T44" fmla="*/ 470 w 1626"/>
                <a:gd name="T45" fmla="*/ 1157 h 1190"/>
                <a:gd name="T46" fmla="*/ 33 w 1626"/>
                <a:gd name="T47" fmla="*/ 720 h 1190"/>
                <a:gd name="T48" fmla="*/ 18 w 1626"/>
                <a:gd name="T49" fmla="*/ 702 h 1190"/>
                <a:gd name="T50" fmla="*/ 8 w 1626"/>
                <a:gd name="T51" fmla="*/ 682 h 1190"/>
                <a:gd name="T52" fmla="*/ 2 w 1626"/>
                <a:gd name="T53" fmla="*/ 662 h 1190"/>
                <a:gd name="T54" fmla="*/ 0 w 1626"/>
                <a:gd name="T55" fmla="*/ 640 h 1190"/>
                <a:gd name="T56" fmla="*/ 2 w 1626"/>
                <a:gd name="T57" fmla="*/ 619 h 1190"/>
                <a:gd name="T58" fmla="*/ 8 w 1626"/>
                <a:gd name="T59" fmla="*/ 598 h 1190"/>
                <a:gd name="T60" fmla="*/ 18 w 1626"/>
                <a:gd name="T61" fmla="*/ 578 h 1190"/>
                <a:gd name="T62" fmla="*/ 33 w 1626"/>
                <a:gd name="T63" fmla="*/ 561 h 1190"/>
                <a:gd name="T64" fmla="*/ 51 w 1626"/>
                <a:gd name="T65" fmla="*/ 546 h 1190"/>
                <a:gd name="T66" fmla="*/ 69 w 1626"/>
                <a:gd name="T67" fmla="*/ 536 h 1190"/>
                <a:gd name="T68" fmla="*/ 90 w 1626"/>
                <a:gd name="T69" fmla="*/ 529 h 1190"/>
                <a:gd name="T70" fmla="*/ 112 w 1626"/>
                <a:gd name="T71" fmla="*/ 527 h 1190"/>
                <a:gd name="T72" fmla="*/ 134 w 1626"/>
                <a:gd name="T73" fmla="*/ 529 h 1190"/>
                <a:gd name="T74" fmla="*/ 155 w 1626"/>
                <a:gd name="T75" fmla="*/ 536 h 1190"/>
                <a:gd name="T76" fmla="*/ 174 w 1626"/>
                <a:gd name="T77" fmla="*/ 546 h 1190"/>
                <a:gd name="T78" fmla="*/ 192 w 1626"/>
                <a:gd name="T79" fmla="*/ 561 h 1190"/>
                <a:gd name="T80" fmla="*/ 550 w 1626"/>
                <a:gd name="T81" fmla="*/ 918 h 1190"/>
                <a:gd name="T82" fmla="*/ 1434 w 1626"/>
                <a:gd name="T83" fmla="*/ 33 h 1190"/>
                <a:gd name="T84" fmla="*/ 1452 w 1626"/>
                <a:gd name="T85" fmla="*/ 19 h 1190"/>
                <a:gd name="T86" fmla="*/ 1471 w 1626"/>
                <a:gd name="T87" fmla="*/ 8 h 1190"/>
                <a:gd name="T88" fmla="*/ 1492 w 1626"/>
                <a:gd name="T89" fmla="*/ 2 h 1190"/>
                <a:gd name="T90" fmla="*/ 1514 w 1626"/>
                <a:gd name="T91"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26" h="1190">
                  <a:moveTo>
                    <a:pt x="1514" y="0"/>
                  </a:moveTo>
                  <a:lnTo>
                    <a:pt x="1536" y="2"/>
                  </a:lnTo>
                  <a:lnTo>
                    <a:pt x="1557" y="8"/>
                  </a:lnTo>
                  <a:lnTo>
                    <a:pt x="1575" y="19"/>
                  </a:lnTo>
                  <a:lnTo>
                    <a:pt x="1593" y="33"/>
                  </a:lnTo>
                  <a:lnTo>
                    <a:pt x="1608" y="51"/>
                  </a:lnTo>
                  <a:lnTo>
                    <a:pt x="1618" y="71"/>
                  </a:lnTo>
                  <a:lnTo>
                    <a:pt x="1624" y="92"/>
                  </a:lnTo>
                  <a:lnTo>
                    <a:pt x="1626" y="112"/>
                  </a:lnTo>
                  <a:lnTo>
                    <a:pt x="1624" y="134"/>
                  </a:lnTo>
                  <a:lnTo>
                    <a:pt x="1618" y="155"/>
                  </a:lnTo>
                  <a:lnTo>
                    <a:pt x="1608" y="175"/>
                  </a:lnTo>
                  <a:lnTo>
                    <a:pt x="1593" y="193"/>
                  </a:lnTo>
                  <a:lnTo>
                    <a:pt x="629" y="1157"/>
                  </a:lnTo>
                  <a:lnTo>
                    <a:pt x="629" y="1157"/>
                  </a:lnTo>
                  <a:lnTo>
                    <a:pt x="611" y="1171"/>
                  </a:lnTo>
                  <a:lnTo>
                    <a:pt x="591" y="1182"/>
                  </a:lnTo>
                  <a:lnTo>
                    <a:pt x="571" y="1188"/>
                  </a:lnTo>
                  <a:lnTo>
                    <a:pt x="550" y="1190"/>
                  </a:lnTo>
                  <a:lnTo>
                    <a:pt x="528" y="1188"/>
                  </a:lnTo>
                  <a:lnTo>
                    <a:pt x="507" y="1182"/>
                  </a:lnTo>
                  <a:lnTo>
                    <a:pt x="487" y="1171"/>
                  </a:lnTo>
                  <a:lnTo>
                    <a:pt x="470" y="1157"/>
                  </a:lnTo>
                  <a:lnTo>
                    <a:pt x="33" y="720"/>
                  </a:lnTo>
                  <a:lnTo>
                    <a:pt x="18" y="702"/>
                  </a:lnTo>
                  <a:lnTo>
                    <a:pt x="8" y="682"/>
                  </a:lnTo>
                  <a:lnTo>
                    <a:pt x="2" y="662"/>
                  </a:lnTo>
                  <a:lnTo>
                    <a:pt x="0" y="640"/>
                  </a:lnTo>
                  <a:lnTo>
                    <a:pt x="2" y="619"/>
                  </a:lnTo>
                  <a:lnTo>
                    <a:pt x="8" y="598"/>
                  </a:lnTo>
                  <a:lnTo>
                    <a:pt x="18" y="578"/>
                  </a:lnTo>
                  <a:lnTo>
                    <a:pt x="33" y="561"/>
                  </a:lnTo>
                  <a:lnTo>
                    <a:pt x="51" y="546"/>
                  </a:lnTo>
                  <a:lnTo>
                    <a:pt x="69" y="536"/>
                  </a:lnTo>
                  <a:lnTo>
                    <a:pt x="90" y="529"/>
                  </a:lnTo>
                  <a:lnTo>
                    <a:pt x="112" y="527"/>
                  </a:lnTo>
                  <a:lnTo>
                    <a:pt x="134" y="529"/>
                  </a:lnTo>
                  <a:lnTo>
                    <a:pt x="155" y="536"/>
                  </a:lnTo>
                  <a:lnTo>
                    <a:pt x="174" y="546"/>
                  </a:lnTo>
                  <a:lnTo>
                    <a:pt x="192" y="561"/>
                  </a:lnTo>
                  <a:lnTo>
                    <a:pt x="550" y="918"/>
                  </a:lnTo>
                  <a:lnTo>
                    <a:pt x="1434" y="33"/>
                  </a:lnTo>
                  <a:lnTo>
                    <a:pt x="1452" y="19"/>
                  </a:lnTo>
                  <a:lnTo>
                    <a:pt x="1471" y="8"/>
                  </a:lnTo>
                  <a:lnTo>
                    <a:pt x="1492" y="2"/>
                  </a:lnTo>
                  <a:lnTo>
                    <a:pt x="15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grpSp>
      <p:sp>
        <p:nvSpPr>
          <p:cNvPr id="14" name="Inhaltsplatzhalter 4">
            <a:extLst>
              <a:ext uri="{FF2B5EF4-FFF2-40B4-BE49-F238E27FC236}">
                <a16:creationId xmlns:a16="http://schemas.microsoft.com/office/drawing/2014/main" id="{BEFA9BA1-4371-41B6-8217-66502FA3E7D8}"/>
              </a:ext>
            </a:extLst>
          </p:cNvPr>
          <p:cNvSpPr txBox="1">
            <a:spLocks/>
          </p:cNvSpPr>
          <p:nvPr/>
        </p:nvSpPr>
        <p:spPr>
          <a:xfrm>
            <a:off x="1127131" y="2476715"/>
            <a:ext cx="3833592" cy="66223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buNone/>
            </a:pPr>
            <a:r>
              <a:rPr lang="en-US" sz="1400" b="1">
                <a:solidFill>
                  <a:schemeClr val="accent2"/>
                </a:solidFill>
                <a:latin typeface="+mj-lt"/>
              </a:rPr>
              <a:t>Objectif #2</a:t>
            </a:r>
            <a:br>
              <a:rPr lang="en-US" sz="1400" b="1">
                <a:solidFill>
                  <a:schemeClr val="bg1">
                    <a:lumMod val="65000"/>
                  </a:schemeClr>
                </a:solidFill>
                <a:latin typeface="+mj-lt"/>
              </a:rPr>
            </a:br>
            <a:r>
              <a:rPr lang="en-US" sz="1000">
                <a:solidFill>
                  <a:srgbClr val="5C5C5C"/>
                </a:solidFill>
                <a:latin typeface="Roboto"/>
                <a:ea typeface="Roboto"/>
                <a:cs typeface="Roboto"/>
              </a:rPr>
              <a:t>Comparer </a:t>
            </a:r>
            <a:r>
              <a:rPr lang="en-US" sz="1000" err="1">
                <a:solidFill>
                  <a:srgbClr val="5C5C5C"/>
                </a:solidFill>
                <a:latin typeface="Roboto"/>
                <a:ea typeface="Roboto"/>
                <a:cs typeface="Roboto"/>
              </a:rPr>
              <a:t>nos</a:t>
            </a:r>
            <a:r>
              <a:rPr lang="en-US" sz="1000">
                <a:solidFill>
                  <a:srgbClr val="5C5C5C"/>
                </a:solidFill>
                <a:latin typeface="Roboto"/>
                <a:ea typeface="Roboto"/>
                <a:cs typeface="Roboto"/>
              </a:rPr>
              <a:t> solutions à des bibliothèques </a:t>
            </a:r>
            <a:r>
              <a:rPr lang="en-US" sz="1000" err="1">
                <a:solidFill>
                  <a:srgbClr val="5C5C5C"/>
                </a:solidFill>
                <a:latin typeface="Roboto"/>
                <a:ea typeface="Roboto"/>
                <a:cs typeface="Roboto"/>
              </a:rPr>
              <a:t>existantes</a:t>
            </a:r>
            <a:r>
              <a:rPr lang="en-US" sz="1000">
                <a:solidFill>
                  <a:srgbClr val="5C5C5C"/>
                </a:solidFill>
                <a:latin typeface="Roboto"/>
                <a:ea typeface="Roboto"/>
                <a:cs typeface="Roboto"/>
              </a:rPr>
              <a:t> </a:t>
            </a:r>
            <a:r>
              <a:rPr lang="en-US" sz="1000" err="1">
                <a:solidFill>
                  <a:srgbClr val="5C5C5C"/>
                </a:solidFill>
                <a:latin typeface="Roboto"/>
                <a:ea typeface="Roboto"/>
                <a:cs typeface="Roboto"/>
              </a:rPr>
              <a:t>telles</a:t>
            </a:r>
            <a:r>
              <a:rPr lang="en-US" sz="1000">
                <a:solidFill>
                  <a:srgbClr val="5C5C5C"/>
                </a:solidFill>
                <a:latin typeface="Roboto"/>
                <a:ea typeface="Roboto"/>
                <a:cs typeface="Roboto"/>
              </a:rPr>
              <a:t> que NLTK et Scikit-learn.</a:t>
            </a:r>
          </a:p>
        </p:txBody>
      </p:sp>
      <p:grpSp>
        <p:nvGrpSpPr>
          <p:cNvPr id="15" name="Group 14">
            <a:extLst>
              <a:ext uri="{FF2B5EF4-FFF2-40B4-BE49-F238E27FC236}">
                <a16:creationId xmlns:a16="http://schemas.microsoft.com/office/drawing/2014/main" id="{227914CA-7591-41CE-84B1-31503A44F1A1}"/>
              </a:ext>
            </a:extLst>
          </p:cNvPr>
          <p:cNvGrpSpPr/>
          <p:nvPr/>
        </p:nvGrpSpPr>
        <p:grpSpPr>
          <a:xfrm>
            <a:off x="396343" y="2566101"/>
            <a:ext cx="474222" cy="474222"/>
            <a:chOff x="2133600" y="3181350"/>
            <a:chExt cx="1362075" cy="1362075"/>
          </a:xfrm>
          <a:solidFill>
            <a:schemeClr val="accent2"/>
          </a:solidFill>
        </p:grpSpPr>
        <p:sp>
          <p:nvSpPr>
            <p:cNvPr id="16" name="Freeform 14">
              <a:extLst>
                <a:ext uri="{FF2B5EF4-FFF2-40B4-BE49-F238E27FC236}">
                  <a16:creationId xmlns:a16="http://schemas.microsoft.com/office/drawing/2014/main" id="{4CB0E91A-9C68-453A-8314-382E35DBEBC9}"/>
                </a:ext>
              </a:extLst>
            </p:cNvPr>
            <p:cNvSpPr>
              <a:spLocks noEditPoints="1"/>
            </p:cNvSpPr>
            <p:nvPr/>
          </p:nvSpPr>
          <p:spPr bwMode="auto">
            <a:xfrm>
              <a:off x="2133600" y="3181350"/>
              <a:ext cx="1362075" cy="1362075"/>
            </a:xfrm>
            <a:custGeom>
              <a:avLst/>
              <a:gdLst>
                <a:gd name="T0" fmla="*/ 1428 w 3432"/>
                <a:gd name="T1" fmla="*/ 253 h 3432"/>
                <a:gd name="T2" fmla="*/ 1073 w 3432"/>
                <a:gd name="T3" fmla="*/ 371 h 3432"/>
                <a:gd name="T4" fmla="*/ 763 w 3432"/>
                <a:gd name="T5" fmla="*/ 570 h 3432"/>
                <a:gd name="T6" fmla="*/ 513 w 3432"/>
                <a:gd name="T7" fmla="*/ 836 h 3432"/>
                <a:gd name="T8" fmla="*/ 334 w 3432"/>
                <a:gd name="T9" fmla="*/ 1158 h 3432"/>
                <a:gd name="T10" fmla="*/ 237 w 3432"/>
                <a:gd name="T11" fmla="*/ 1522 h 3432"/>
                <a:gd name="T12" fmla="*/ 237 w 3432"/>
                <a:gd name="T13" fmla="*/ 1910 h 3432"/>
                <a:gd name="T14" fmla="*/ 334 w 3432"/>
                <a:gd name="T15" fmla="*/ 2274 h 3432"/>
                <a:gd name="T16" fmla="*/ 513 w 3432"/>
                <a:gd name="T17" fmla="*/ 2596 h 3432"/>
                <a:gd name="T18" fmla="*/ 763 w 3432"/>
                <a:gd name="T19" fmla="*/ 2862 h 3432"/>
                <a:gd name="T20" fmla="*/ 1073 w 3432"/>
                <a:gd name="T21" fmla="*/ 3061 h 3432"/>
                <a:gd name="T22" fmla="*/ 1428 w 3432"/>
                <a:gd name="T23" fmla="*/ 3179 h 3432"/>
                <a:gd name="T24" fmla="*/ 1814 w 3432"/>
                <a:gd name="T25" fmla="*/ 3204 h 3432"/>
                <a:gd name="T26" fmla="*/ 2187 w 3432"/>
                <a:gd name="T27" fmla="*/ 3130 h 3432"/>
                <a:gd name="T28" fmla="*/ 2520 w 3432"/>
                <a:gd name="T29" fmla="*/ 2971 h 3432"/>
                <a:gd name="T30" fmla="*/ 2802 w 3432"/>
                <a:gd name="T31" fmla="*/ 2737 h 3432"/>
                <a:gd name="T32" fmla="*/ 3018 w 3432"/>
                <a:gd name="T33" fmla="*/ 2441 h 3432"/>
                <a:gd name="T34" fmla="*/ 3157 w 3432"/>
                <a:gd name="T35" fmla="*/ 2097 h 3432"/>
                <a:gd name="T36" fmla="*/ 3207 w 3432"/>
                <a:gd name="T37" fmla="*/ 1716 h 3432"/>
                <a:gd name="T38" fmla="*/ 3157 w 3432"/>
                <a:gd name="T39" fmla="*/ 1335 h 3432"/>
                <a:gd name="T40" fmla="*/ 3018 w 3432"/>
                <a:gd name="T41" fmla="*/ 991 h 3432"/>
                <a:gd name="T42" fmla="*/ 2802 w 3432"/>
                <a:gd name="T43" fmla="*/ 695 h 3432"/>
                <a:gd name="T44" fmla="*/ 2520 w 3432"/>
                <a:gd name="T45" fmla="*/ 461 h 3432"/>
                <a:gd name="T46" fmla="*/ 2187 w 3432"/>
                <a:gd name="T47" fmla="*/ 302 h 3432"/>
                <a:gd name="T48" fmla="*/ 1814 w 3432"/>
                <a:gd name="T49" fmla="*/ 228 h 3432"/>
                <a:gd name="T50" fmla="*/ 1923 w 3432"/>
                <a:gd name="T51" fmla="*/ 12 h 3432"/>
                <a:gd name="T52" fmla="*/ 2314 w 3432"/>
                <a:gd name="T53" fmla="*/ 107 h 3432"/>
                <a:gd name="T54" fmla="*/ 2664 w 3432"/>
                <a:gd name="T55" fmla="*/ 287 h 3432"/>
                <a:gd name="T56" fmla="*/ 2963 w 3432"/>
                <a:gd name="T57" fmla="*/ 538 h 3432"/>
                <a:gd name="T58" fmla="*/ 3197 w 3432"/>
                <a:gd name="T59" fmla="*/ 851 h 3432"/>
                <a:gd name="T60" fmla="*/ 3356 w 3432"/>
                <a:gd name="T61" fmla="*/ 1213 h 3432"/>
                <a:gd name="T62" fmla="*/ 3429 w 3432"/>
                <a:gd name="T63" fmla="*/ 1612 h 3432"/>
                <a:gd name="T64" fmla="*/ 3404 w 3432"/>
                <a:gd name="T65" fmla="*/ 2024 h 3432"/>
                <a:gd name="T66" fmla="*/ 3287 w 3432"/>
                <a:gd name="T67" fmla="*/ 2406 h 3432"/>
                <a:gd name="T68" fmla="*/ 3089 w 3432"/>
                <a:gd name="T69" fmla="*/ 2745 h 3432"/>
                <a:gd name="T70" fmla="*/ 2820 w 3432"/>
                <a:gd name="T71" fmla="*/ 3027 h 3432"/>
                <a:gd name="T72" fmla="*/ 2495 w 3432"/>
                <a:gd name="T73" fmla="*/ 3245 h 3432"/>
                <a:gd name="T74" fmla="*/ 2123 w 3432"/>
                <a:gd name="T75" fmla="*/ 3383 h 3432"/>
                <a:gd name="T76" fmla="*/ 1715 w 3432"/>
                <a:gd name="T77" fmla="*/ 3432 h 3432"/>
                <a:gd name="T78" fmla="*/ 1309 w 3432"/>
                <a:gd name="T79" fmla="*/ 3383 h 3432"/>
                <a:gd name="T80" fmla="*/ 937 w 3432"/>
                <a:gd name="T81" fmla="*/ 3245 h 3432"/>
                <a:gd name="T82" fmla="*/ 610 w 3432"/>
                <a:gd name="T83" fmla="*/ 3027 h 3432"/>
                <a:gd name="T84" fmla="*/ 343 w 3432"/>
                <a:gd name="T85" fmla="*/ 2745 h 3432"/>
                <a:gd name="T86" fmla="*/ 145 w 3432"/>
                <a:gd name="T87" fmla="*/ 2406 h 3432"/>
                <a:gd name="T88" fmla="*/ 28 w 3432"/>
                <a:gd name="T89" fmla="*/ 2024 h 3432"/>
                <a:gd name="T90" fmla="*/ 3 w 3432"/>
                <a:gd name="T91" fmla="*/ 1612 h 3432"/>
                <a:gd name="T92" fmla="*/ 76 w 3432"/>
                <a:gd name="T93" fmla="*/ 1213 h 3432"/>
                <a:gd name="T94" fmla="*/ 235 w 3432"/>
                <a:gd name="T95" fmla="*/ 851 h 3432"/>
                <a:gd name="T96" fmla="*/ 469 w 3432"/>
                <a:gd name="T97" fmla="*/ 538 h 3432"/>
                <a:gd name="T98" fmla="*/ 768 w 3432"/>
                <a:gd name="T99" fmla="*/ 287 h 3432"/>
                <a:gd name="T100" fmla="*/ 1118 w 3432"/>
                <a:gd name="T101" fmla="*/ 107 h 3432"/>
                <a:gd name="T102" fmla="*/ 1509 w 3432"/>
                <a:gd name="T103" fmla="*/ 12 h 3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32" h="3432">
                  <a:moveTo>
                    <a:pt x="1715" y="225"/>
                  </a:moveTo>
                  <a:lnTo>
                    <a:pt x="1618" y="228"/>
                  </a:lnTo>
                  <a:lnTo>
                    <a:pt x="1522" y="237"/>
                  </a:lnTo>
                  <a:lnTo>
                    <a:pt x="1428" y="253"/>
                  </a:lnTo>
                  <a:lnTo>
                    <a:pt x="1335" y="275"/>
                  </a:lnTo>
                  <a:lnTo>
                    <a:pt x="1245" y="302"/>
                  </a:lnTo>
                  <a:lnTo>
                    <a:pt x="1158" y="334"/>
                  </a:lnTo>
                  <a:lnTo>
                    <a:pt x="1073" y="371"/>
                  </a:lnTo>
                  <a:lnTo>
                    <a:pt x="991" y="414"/>
                  </a:lnTo>
                  <a:lnTo>
                    <a:pt x="912" y="461"/>
                  </a:lnTo>
                  <a:lnTo>
                    <a:pt x="836" y="513"/>
                  </a:lnTo>
                  <a:lnTo>
                    <a:pt x="763" y="570"/>
                  </a:lnTo>
                  <a:lnTo>
                    <a:pt x="695" y="630"/>
                  </a:lnTo>
                  <a:lnTo>
                    <a:pt x="630" y="695"/>
                  </a:lnTo>
                  <a:lnTo>
                    <a:pt x="570" y="763"/>
                  </a:lnTo>
                  <a:lnTo>
                    <a:pt x="513" y="836"/>
                  </a:lnTo>
                  <a:lnTo>
                    <a:pt x="461" y="912"/>
                  </a:lnTo>
                  <a:lnTo>
                    <a:pt x="414" y="991"/>
                  </a:lnTo>
                  <a:lnTo>
                    <a:pt x="371" y="1073"/>
                  </a:lnTo>
                  <a:lnTo>
                    <a:pt x="334" y="1158"/>
                  </a:lnTo>
                  <a:lnTo>
                    <a:pt x="302" y="1245"/>
                  </a:lnTo>
                  <a:lnTo>
                    <a:pt x="275" y="1335"/>
                  </a:lnTo>
                  <a:lnTo>
                    <a:pt x="253" y="1428"/>
                  </a:lnTo>
                  <a:lnTo>
                    <a:pt x="237" y="1522"/>
                  </a:lnTo>
                  <a:lnTo>
                    <a:pt x="228" y="1618"/>
                  </a:lnTo>
                  <a:lnTo>
                    <a:pt x="225" y="1716"/>
                  </a:lnTo>
                  <a:lnTo>
                    <a:pt x="228" y="1814"/>
                  </a:lnTo>
                  <a:lnTo>
                    <a:pt x="237" y="1910"/>
                  </a:lnTo>
                  <a:lnTo>
                    <a:pt x="253" y="2004"/>
                  </a:lnTo>
                  <a:lnTo>
                    <a:pt x="275" y="2097"/>
                  </a:lnTo>
                  <a:lnTo>
                    <a:pt x="302" y="2187"/>
                  </a:lnTo>
                  <a:lnTo>
                    <a:pt x="334" y="2274"/>
                  </a:lnTo>
                  <a:lnTo>
                    <a:pt x="371" y="2359"/>
                  </a:lnTo>
                  <a:lnTo>
                    <a:pt x="414" y="2441"/>
                  </a:lnTo>
                  <a:lnTo>
                    <a:pt x="461" y="2520"/>
                  </a:lnTo>
                  <a:lnTo>
                    <a:pt x="513" y="2596"/>
                  </a:lnTo>
                  <a:lnTo>
                    <a:pt x="570" y="2669"/>
                  </a:lnTo>
                  <a:lnTo>
                    <a:pt x="630" y="2737"/>
                  </a:lnTo>
                  <a:lnTo>
                    <a:pt x="695" y="2802"/>
                  </a:lnTo>
                  <a:lnTo>
                    <a:pt x="763" y="2862"/>
                  </a:lnTo>
                  <a:lnTo>
                    <a:pt x="836" y="2919"/>
                  </a:lnTo>
                  <a:lnTo>
                    <a:pt x="912" y="2971"/>
                  </a:lnTo>
                  <a:lnTo>
                    <a:pt x="991" y="3018"/>
                  </a:lnTo>
                  <a:lnTo>
                    <a:pt x="1073" y="3061"/>
                  </a:lnTo>
                  <a:lnTo>
                    <a:pt x="1158" y="3098"/>
                  </a:lnTo>
                  <a:lnTo>
                    <a:pt x="1245" y="3130"/>
                  </a:lnTo>
                  <a:lnTo>
                    <a:pt x="1335" y="3157"/>
                  </a:lnTo>
                  <a:lnTo>
                    <a:pt x="1428" y="3179"/>
                  </a:lnTo>
                  <a:lnTo>
                    <a:pt x="1522" y="3195"/>
                  </a:lnTo>
                  <a:lnTo>
                    <a:pt x="1618" y="3204"/>
                  </a:lnTo>
                  <a:lnTo>
                    <a:pt x="1715" y="3207"/>
                  </a:lnTo>
                  <a:lnTo>
                    <a:pt x="1814" y="3204"/>
                  </a:lnTo>
                  <a:lnTo>
                    <a:pt x="1910" y="3195"/>
                  </a:lnTo>
                  <a:lnTo>
                    <a:pt x="2004" y="3179"/>
                  </a:lnTo>
                  <a:lnTo>
                    <a:pt x="2097" y="3157"/>
                  </a:lnTo>
                  <a:lnTo>
                    <a:pt x="2187" y="3130"/>
                  </a:lnTo>
                  <a:lnTo>
                    <a:pt x="2274" y="3098"/>
                  </a:lnTo>
                  <a:lnTo>
                    <a:pt x="2359" y="3061"/>
                  </a:lnTo>
                  <a:lnTo>
                    <a:pt x="2441" y="3018"/>
                  </a:lnTo>
                  <a:lnTo>
                    <a:pt x="2520" y="2971"/>
                  </a:lnTo>
                  <a:lnTo>
                    <a:pt x="2596" y="2919"/>
                  </a:lnTo>
                  <a:lnTo>
                    <a:pt x="2669" y="2862"/>
                  </a:lnTo>
                  <a:lnTo>
                    <a:pt x="2737" y="2802"/>
                  </a:lnTo>
                  <a:lnTo>
                    <a:pt x="2802" y="2737"/>
                  </a:lnTo>
                  <a:lnTo>
                    <a:pt x="2862" y="2669"/>
                  </a:lnTo>
                  <a:lnTo>
                    <a:pt x="2919" y="2596"/>
                  </a:lnTo>
                  <a:lnTo>
                    <a:pt x="2971" y="2520"/>
                  </a:lnTo>
                  <a:lnTo>
                    <a:pt x="3018" y="2441"/>
                  </a:lnTo>
                  <a:lnTo>
                    <a:pt x="3061" y="2359"/>
                  </a:lnTo>
                  <a:lnTo>
                    <a:pt x="3098" y="2274"/>
                  </a:lnTo>
                  <a:lnTo>
                    <a:pt x="3130" y="2187"/>
                  </a:lnTo>
                  <a:lnTo>
                    <a:pt x="3157" y="2097"/>
                  </a:lnTo>
                  <a:lnTo>
                    <a:pt x="3179" y="2004"/>
                  </a:lnTo>
                  <a:lnTo>
                    <a:pt x="3195" y="1910"/>
                  </a:lnTo>
                  <a:lnTo>
                    <a:pt x="3204" y="1814"/>
                  </a:lnTo>
                  <a:lnTo>
                    <a:pt x="3207" y="1716"/>
                  </a:lnTo>
                  <a:lnTo>
                    <a:pt x="3204" y="1618"/>
                  </a:lnTo>
                  <a:lnTo>
                    <a:pt x="3195" y="1522"/>
                  </a:lnTo>
                  <a:lnTo>
                    <a:pt x="3179" y="1428"/>
                  </a:lnTo>
                  <a:lnTo>
                    <a:pt x="3157" y="1335"/>
                  </a:lnTo>
                  <a:lnTo>
                    <a:pt x="3130" y="1245"/>
                  </a:lnTo>
                  <a:lnTo>
                    <a:pt x="3098" y="1158"/>
                  </a:lnTo>
                  <a:lnTo>
                    <a:pt x="3061" y="1073"/>
                  </a:lnTo>
                  <a:lnTo>
                    <a:pt x="3018" y="991"/>
                  </a:lnTo>
                  <a:lnTo>
                    <a:pt x="2971" y="912"/>
                  </a:lnTo>
                  <a:lnTo>
                    <a:pt x="2919" y="836"/>
                  </a:lnTo>
                  <a:lnTo>
                    <a:pt x="2862" y="763"/>
                  </a:lnTo>
                  <a:lnTo>
                    <a:pt x="2802" y="695"/>
                  </a:lnTo>
                  <a:lnTo>
                    <a:pt x="2737" y="630"/>
                  </a:lnTo>
                  <a:lnTo>
                    <a:pt x="2669" y="570"/>
                  </a:lnTo>
                  <a:lnTo>
                    <a:pt x="2596" y="513"/>
                  </a:lnTo>
                  <a:lnTo>
                    <a:pt x="2520" y="461"/>
                  </a:lnTo>
                  <a:lnTo>
                    <a:pt x="2441" y="414"/>
                  </a:lnTo>
                  <a:lnTo>
                    <a:pt x="2359" y="371"/>
                  </a:lnTo>
                  <a:lnTo>
                    <a:pt x="2274" y="334"/>
                  </a:lnTo>
                  <a:lnTo>
                    <a:pt x="2187" y="302"/>
                  </a:lnTo>
                  <a:lnTo>
                    <a:pt x="2097" y="275"/>
                  </a:lnTo>
                  <a:lnTo>
                    <a:pt x="2004" y="253"/>
                  </a:lnTo>
                  <a:lnTo>
                    <a:pt x="1910" y="237"/>
                  </a:lnTo>
                  <a:lnTo>
                    <a:pt x="1814" y="228"/>
                  </a:lnTo>
                  <a:lnTo>
                    <a:pt x="1715" y="225"/>
                  </a:lnTo>
                  <a:close/>
                  <a:moveTo>
                    <a:pt x="1715" y="0"/>
                  </a:moveTo>
                  <a:lnTo>
                    <a:pt x="1820" y="3"/>
                  </a:lnTo>
                  <a:lnTo>
                    <a:pt x="1923" y="12"/>
                  </a:lnTo>
                  <a:lnTo>
                    <a:pt x="2024" y="28"/>
                  </a:lnTo>
                  <a:lnTo>
                    <a:pt x="2123" y="49"/>
                  </a:lnTo>
                  <a:lnTo>
                    <a:pt x="2219" y="76"/>
                  </a:lnTo>
                  <a:lnTo>
                    <a:pt x="2314" y="107"/>
                  </a:lnTo>
                  <a:lnTo>
                    <a:pt x="2406" y="145"/>
                  </a:lnTo>
                  <a:lnTo>
                    <a:pt x="2495" y="187"/>
                  </a:lnTo>
                  <a:lnTo>
                    <a:pt x="2581" y="235"/>
                  </a:lnTo>
                  <a:lnTo>
                    <a:pt x="2664" y="287"/>
                  </a:lnTo>
                  <a:lnTo>
                    <a:pt x="2745" y="343"/>
                  </a:lnTo>
                  <a:lnTo>
                    <a:pt x="2820" y="405"/>
                  </a:lnTo>
                  <a:lnTo>
                    <a:pt x="2894" y="469"/>
                  </a:lnTo>
                  <a:lnTo>
                    <a:pt x="2963" y="538"/>
                  </a:lnTo>
                  <a:lnTo>
                    <a:pt x="3027" y="612"/>
                  </a:lnTo>
                  <a:lnTo>
                    <a:pt x="3089" y="687"/>
                  </a:lnTo>
                  <a:lnTo>
                    <a:pt x="3145" y="768"/>
                  </a:lnTo>
                  <a:lnTo>
                    <a:pt x="3197" y="851"/>
                  </a:lnTo>
                  <a:lnTo>
                    <a:pt x="3245" y="937"/>
                  </a:lnTo>
                  <a:lnTo>
                    <a:pt x="3287" y="1026"/>
                  </a:lnTo>
                  <a:lnTo>
                    <a:pt x="3325" y="1118"/>
                  </a:lnTo>
                  <a:lnTo>
                    <a:pt x="3356" y="1213"/>
                  </a:lnTo>
                  <a:lnTo>
                    <a:pt x="3383" y="1309"/>
                  </a:lnTo>
                  <a:lnTo>
                    <a:pt x="3404" y="1408"/>
                  </a:lnTo>
                  <a:lnTo>
                    <a:pt x="3420" y="1509"/>
                  </a:lnTo>
                  <a:lnTo>
                    <a:pt x="3429" y="1612"/>
                  </a:lnTo>
                  <a:lnTo>
                    <a:pt x="3432" y="1716"/>
                  </a:lnTo>
                  <a:lnTo>
                    <a:pt x="3429" y="1820"/>
                  </a:lnTo>
                  <a:lnTo>
                    <a:pt x="3420" y="1923"/>
                  </a:lnTo>
                  <a:lnTo>
                    <a:pt x="3404" y="2024"/>
                  </a:lnTo>
                  <a:lnTo>
                    <a:pt x="3383" y="2123"/>
                  </a:lnTo>
                  <a:lnTo>
                    <a:pt x="3356" y="2219"/>
                  </a:lnTo>
                  <a:lnTo>
                    <a:pt x="3325" y="2314"/>
                  </a:lnTo>
                  <a:lnTo>
                    <a:pt x="3287" y="2406"/>
                  </a:lnTo>
                  <a:lnTo>
                    <a:pt x="3245" y="2495"/>
                  </a:lnTo>
                  <a:lnTo>
                    <a:pt x="3197" y="2581"/>
                  </a:lnTo>
                  <a:lnTo>
                    <a:pt x="3145" y="2664"/>
                  </a:lnTo>
                  <a:lnTo>
                    <a:pt x="3089" y="2745"/>
                  </a:lnTo>
                  <a:lnTo>
                    <a:pt x="3027" y="2820"/>
                  </a:lnTo>
                  <a:lnTo>
                    <a:pt x="2963" y="2894"/>
                  </a:lnTo>
                  <a:lnTo>
                    <a:pt x="2894" y="2963"/>
                  </a:lnTo>
                  <a:lnTo>
                    <a:pt x="2820" y="3027"/>
                  </a:lnTo>
                  <a:lnTo>
                    <a:pt x="2745" y="3089"/>
                  </a:lnTo>
                  <a:lnTo>
                    <a:pt x="2664" y="3145"/>
                  </a:lnTo>
                  <a:lnTo>
                    <a:pt x="2581" y="3197"/>
                  </a:lnTo>
                  <a:lnTo>
                    <a:pt x="2495" y="3245"/>
                  </a:lnTo>
                  <a:lnTo>
                    <a:pt x="2406" y="3287"/>
                  </a:lnTo>
                  <a:lnTo>
                    <a:pt x="2314" y="3325"/>
                  </a:lnTo>
                  <a:lnTo>
                    <a:pt x="2219" y="3356"/>
                  </a:lnTo>
                  <a:lnTo>
                    <a:pt x="2123" y="3383"/>
                  </a:lnTo>
                  <a:lnTo>
                    <a:pt x="2024" y="3404"/>
                  </a:lnTo>
                  <a:lnTo>
                    <a:pt x="1923" y="3420"/>
                  </a:lnTo>
                  <a:lnTo>
                    <a:pt x="1820" y="3429"/>
                  </a:lnTo>
                  <a:lnTo>
                    <a:pt x="1715" y="3432"/>
                  </a:lnTo>
                  <a:lnTo>
                    <a:pt x="1612" y="3429"/>
                  </a:lnTo>
                  <a:lnTo>
                    <a:pt x="1509" y="3420"/>
                  </a:lnTo>
                  <a:lnTo>
                    <a:pt x="1408" y="3404"/>
                  </a:lnTo>
                  <a:lnTo>
                    <a:pt x="1309" y="3383"/>
                  </a:lnTo>
                  <a:lnTo>
                    <a:pt x="1213" y="3356"/>
                  </a:lnTo>
                  <a:lnTo>
                    <a:pt x="1118" y="3325"/>
                  </a:lnTo>
                  <a:lnTo>
                    <a:pt x="1025" y="3287"/>
                  </a:lnTo>
                  <a:lnTo>
                    <a:pt x="937" y="3245"/>
                  </a:lnTo>
                  <a:lnTo>
                    <a:pt x="851" y="3197"/>
                  </a:lnTo>
                  <a:lnTo>
                    <a:pt x="768" y="3145"/>
                  </a:lnTo>
                  <a:lnTo>
                    <a:pt x="687" y="3089"/>
                  </a:lnTo>
                  <a:lnTo>
                    <a:pt x="610" y="3027"/>
                  </a:lnTo>
                  <a:lnTo>
                    <a:pt x="538" y="2963"/>
                  </a:lnTo>
                  <a:lnTo>
                    <a:pt x="469" y="2894"/>
                  </a:lnTo>
                  <a:lnTo>
                    <a:pt x="405" y="2820"/>
                  </a:lnTo>
                  <a:lnTo>
                    <a:pt x="343" y="2745"/>
                  </a:lnTo>
                  <a:lnTo>
                    <a:pt x="287" y="2664"/>
                  </a:lnTo>
                  <a:lnTo>
                    <a:pt x="235" y="2581"/>
                  </a:lnTo>
                  <a:lnTo>
                    <a:pt x="187" y="2495"/>
                  </a:lnTo>
                  <a:lnTo>
                    <a:pt x="145" y="2406"/>
                  </a:lnTo>
                  <a:lnTo>
                    <a:pt x="107" y="2314"/>
                  </a:lnTo>
                  <a:lnTo>
                    <a:pt x="76" y="2219"/>
                  </a:lnTo>
                  <a:lnTo>
                    <a:pt x="49" y="2123"/>
                  </a:lnTo>
                  <a:lnTo>
                    <a:pt x="28" y="2024"/>
                  </a:lnTo>
                  <a:lnTo>
                    <a:pt x="12" y="1923"/>
                  </a:lnTo>
                  <a:lnTo>
                    <a:pt x="3" y="1820"/>
                  </a:lnTo>
                  <a:lnTo>
                    <a:pt x="0" y="1716"/>
                  </a:lnTo>
                  <a:lnTo>
                    <a:pt x="3" y="1612"/>
                  </a:lnTo>
                  <a:lnTo>
                    <a:pt x="12" y="1509"/>
                  </a:lnTo>
                  <a:lnTo>
                    <a:pt x="28" y="1408"/>
                  </a:lnTo>
                  <a:lnTo>
                    <a:pt x="49" y="1309"/>
                  </a:lnTo>
                  <a:lnTo>
                    <a:pt x="76" y="1213"/>
                  </a:lnTo>
                  <a:lnTo>
                    <a:pt x="107" y="1118"/>
                  </a:lnTo>
                  <a:lnTo>
                    <a:pt x="145" y="1026"/>
                  </a:lnTo>
                  <a:lnTo>
                    <a:pt x="187" y="937"/>
                  </a:lnTo>
                  <a:lnTo>
                    <a:pt x="235" y="851"/>
                  </a:lnTo>
                  <a:lnTo>
                    <a:pt x="287" y="768"/>
                  </a:lnTo>
                  <a:lnTo>
                    <a:pt x="343" y="687"/>
                  </a:lnTo>
                  <a:lnTo>
                    <a:pt x="405" y="612"/>
                  </a:lnTo>
                  <a:lnTo>
                    <a:pt x="469" y="538"/>
                  </a:lnTo>
                  <a:lnTo>
                    <a:pt x="538" y="469"/>
                  </a:lnTo>
                  <a:lnTo>
                    <a:pt x="610" y="405"/>
                  </a:lnTo>
                  <a:lnTo>
                    <a:pt x="687" y="343"/>
                  </a:lnTo>
                  <a:lnTo>
                    <a:pt x="768" y="287"/>
                  </a:lnTo>
                  <a:lnTo>
                    <a:pt x="851" y="235"/>
                  </a:lnTo>
                  <a:lnTo>
                    <a:pt x="937" y="187"/>
                  </a:lnTo>
                  <a:lnTo>
                    <a:pt x="1025" y="145"/>
                  </a:lnTo>
                  <a:lnTo>
                    <a:pt x="1118" y="107"/>
                  </a:lnTo>
                  <a:lnTo>
                    <a:pt x="1213" y="76"/>
                  </a:lnTo>
                  <a:lnTo>
                    <a:pt x="1309" y="49"/>
                  </a:lnTo>
                  <a:lnTo>
                    <a:pt x="1408" y="28"/>
                  </a:lnTo>
                  <a:lnTo>
                    <a:pt x="1509" y="12"/>
                  </a:lnTo>
                  <a:lnTo>
                    <a:pt x="1612" y="3"/>
                  </a:lnTo>
                  <a:lnTo>
                    <a:pt x="17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sp>
          <p:nvSpPr>
            <p:cNvPr id="17" name="Freeform 15">
              <a:extLst>
                <a:ext uri="{FF2B5EF4-FFF2-40B4-BE49-F238E27FC236}">
                  <a16:creationId xmlns:a16="http://schemas.microsoft.com/office/drawing/2014/main" id="{9DE1E48C-B311-41B1-991A-6A9F6F948D4D}"/>
                </a:ext>
              </a:extLst>
            </p:cNvPr>
            <p:cNvSpPr>
              <a:spLocks/>
            </p:cNvSpPr>
            <p:nvPr/>
          </p:nvSpPr>
          <p:spPr bwMode="auto">
            <a:xfrm>
              <a:off x="2492375" y="3625850"/>
              <a:ext cx="644525" cy="473075"/>
            </a:xfrm>
            <a:custGeom>
              <a:avLst/>
              <a:gdLst>
                <a:gd name="T0" fmla="*/ 1514 w 1626"/>
                <a:gd name="T1" fmla="*/ 0 h 1190"/>
                <a:gd name="T2" fmla="*/ 1536 w 1626"/>
                <a:gd name="T3" fmla="*/ 2 h 1190"/>
                <a:gd name="T4" fmla="*/ 1557 w 1626"/>
                <a:gd name="T5" fmla="*/ 8 h 1190"/>
                <a:gd name="T6" fmla="*/ 1575 w 1626"/>
                <a:gd name="T7" fmla="*/ 19 h 1190"/>
                <a:gd name="T8" fmla="*/ 1593 w 1626"/>
                <a:gd name="T9" fmla="*/ 33 h 1190"/>
                <a:gd name="T10" fmla="*/ 1608 w 1626"/>
                <a:gd name="T11" fmla="*/ 51 h 1190"/>
                <a:gd name="T12" fmla="*/ 1618 w 1626"/>
                <a:gd name="T13" fmla="*/ 71 h 1190"/>
                <a:gd name="T14" fmla="*/ 1624 w 1626"/>
                <a:gd name="T15" fmla="*/ 92 h 1190"/>
                <a:gd name="T16" fmla="*/ 1626 w 1626"/>
                <a:gd name="T17" fmla="*/ 112 h 1190"/>
                <a:gd name="T18" fmla="*/ 1624 w 1626"/>
                <a:gd name="T19" fmla="*/ 134 h 1190"/>
                <a:gd name="T20" fmla="*/ 1618 w 1626"/>
                <a:gd name="T21" fmla="*/ 155 h 1190"/>
                <a:gd name="T22" fmla="*/ 1608 w 1626"/>
                <a:gd name="T23" fmla="*/ 175 h 1190"/>
                <a:gd name="T24" fmla="*/ 1593 w 1626"/>
                <a:gd name="T25" fmla="*/ 193 h 1190"/>
                <a:gd name="T26" fmla="*/ 629 w 1626"/>
                <a:gd name="T27" fmla="*/ 1157 h 1190"/>
                <a:gd name="T28" fmla="*/ 629 w 1626"/>
                <a:gd name="T29" fmla="*/ 1157 h 1190"/>
                <a:gd name="T30" fmla="*/ 611 w 1626"/>
                <a:gd name="T31" fmla="*/ 1171 h 1190"/>
                <a:gd name="T32" fmla="*/ 591 w 1626"/>
                <a:gd name="T33" fmla="*/ 1182 h 1190"/>
                <a:gd name="T34" fmla="*/ 571 w 1626"/>
                <a:gd name="T35" fmla="*/ 1188 h 1190"/>
                <a:gd name="T36" fmla="*/ 550 w 1626"/>
                <a:gd name="T37" fmla="*/ 1190 h 1190"/>
                <a:gd name="T38" fmla="*/ 528 w 1626"/>
                <a:gd name="T39" fmla="*/ 1188 h 1190"/>
                <a:gd name="T40" fmla="*/ 507 w 1626"/>
                <a:gd name="T41" fmla="*/ 1182 h 1190"/>
                <a:gd name="T42" fmla="*/ 487 w 1626"/>
                <a:gd name="T43" fmla="*/ 1171 h 1190"/>
                <a:gd name="T44" fmla="*/ 470 w 1626"/>
                <a:gd name="T45" fmla="*/ 1157 h 1190"/>
                <a:gd name="T46" fmla="*/ 33 w 1626"/>
                <a:gd name="T47" fmla="*/ 720 h 1190"/>
                <a:gd name="T48" fmla="*/ 18 w 1626"/>
                <a:gd name="T49" fmla="*/ 702 h 1190"/>
                <a:gd name="T50" fmla="*/ 8 w 1626"/>
                <a:gd name="T51" fmla="*/ 682 h 1190"/>
                <a:gd name="T52" fmla="*/ 2 w 1626"/>
                <a:gd name="T53" fmla="*/ 662 h 1190"/>
                <a:gd name="T54" fmla="*/ 0 w 1626"/>
                <a:gd name="T55" fmla="*/ 640 h 1190"/>
                <a:gd name="T56" fmla="*/ 2 w 1626"/>
                <a:gd name="T57" fmla="*/ 619 h 1190"/>
                <a:gd name="T58" fmla="*/ 8 w 1626"/>
                <a:gd name="T59" fmla="*/ 598 h 1190"/>
                <a:gd name="T60" fmla="*/ 18 w 1626"/>
                <a:gd name="T61" fmla="*/ 578 h 1190"/>
                <a:gd name="T62" fmla="*/ 33 w 1626"/>
                <a:gd name="T63" fmla="*/ 561 h 1190"/>
                <a:gd name="T64" fmla="*/ 51 w 1626"/>
                <a:gd name="T65" fmla="*/ 546 h 1190"/>
                <a:gd name="T66" fmla="*/ 69 w 1626"/>
                <a:gd name="T67" fmla="*/ 536 h 1190"/>
                <a:gd name="T68" fmla="*/ 90 w 1626"/>
                <a:gd name="T69" fmla="*/ 529 h 1190"/>
                <a:gd name="T70" fmla="*/ 112 w 1626"/>
                <a:gd name="T71" fmla="*/ 527 h 1190"/>
                <a:gd name="T72" fmla="*/ 134 w 1626"/>
                <a:gd name="T73" fmla="*/ 529 h 1190"/>
                <a:gd name="T74" fmla="*/ 155 w 1626"/>
                <a:gd name="T75" fmla="*/ 536 h 1190"/>
                <a:gd name="T76" fmla="*/ 174 w 1626"/>
                <a:gd name="T77" fmla="*/ 546 h 1190"/>
                <a:gd name="T78" fmla="*/ 192 w 1626"/>
                <a:gd name="T79" fmla="*/ 561 h 1190"/>
                <a:gd name="T80" fmla="*/ 550 w 1626"/>
                <a:gd name="T81" fmla="*/ 918 h 1190"/>
                <a:gd name="T82" fmla="*/ 1434 w 1626"/>
                <a:gd name="T83" fmla="*/ 33 h 1190"/>
                <a:gd name="T84" fmla="*/ 1452 w 1626"/>
                <a:gd name="T85" fmla="*/ 19 h 1190"/>
                <a:gd name="T86" fmla="*/ 1471 w 1626"/>
                <a:gd name="T87" fmla="*/ 8 h 1190"/>
                <a:gd name="T88" fmla="*/ 1492 w 1626"/>
                <a:gd name="T89" fmla="*/ 2 h 1190"/>
                <a:gd name="T90" fmla="*/ 1514 w 1626"/>
                <a:gd name="T91"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26" h="1190">
                  <a:moveTo>
                    <a:pt x="1514" y="0"/>
                  </a:moveTo>
                  <a:lnTo>
                    <a:pt x="1536" y="2"/>
                  </a:lnTo>
                  <a:lnTo>
                    <a:pt x="1557" y="8"/>
                  </a:lnTo>
                  <a:lnTo>
                    <a:pt x="1575" y="19"/>
                  </a:lnTo>
                  <a:lnTo>
                    <a:pt x="1593" y="33"/>
                  </a:lnTo>
                  <a:lnTo>
                    <a:pt x="1608" y="51"/>
                  </a:lnTo>
                  <a:lnTo>
                    <a:pt x="1618" y="71"/>
                  </a:lnTo>
                  <a:lnTo>
                    <a:pt x="1624" y="92"/>
                  </a:lnTo>
                  <a:lnTo>
                    <a:pt x="1626" y="112"/>
                  </a:lnTo>
                  <a:lnTo>
                    <a:pt x="1624" y="134"/>
                  </a:lnTo>
                  <a:lnTo>
                    <a:pt x="1618" y="155"/>
                  </a:lnTo>
                  <a:lnTo>
                    <a:pt x="1608" y="175"/>
                  </a:lnTo>
                  <a:lnTo>
                    <a:pt x="1593" y="193"/>
                  </a:lnTo>
                  <a:lnTo>
                    <a:pt x="629" y="1157"/>
                  </a:lnTo>
                  <a:lnTo>
                    <a:pt x="629" y="1157"/>
                  </a:lnTo>
                  <a:lnTo>
                    <a:pt x="611" y="1171"/>
                  </a:lnTo>
                  <a:lnTo>
                    <a:pt x="591" y="1182"/>
                  </a:lnTo>
                  <a:lnTo>
                    <a:pt x="571" y="1188"/>
                  </a:lnTo>
                  <a:lnTo>
                    <a:pt x="550" y="1190"/>
                  </a:lnTo>
                  <a:lnTo>
                    <a:pt x="528" y="1188"/>
                  </a:lnTo>
                  <a:lnTo>
                    <a:pt x="507" y="1182"/>
                  </a:lnTo>
                  <a:lnTo>
                    <a:pt x="487" y="1171"/>
                  </a:lnTo>
                  <a:lnTo>
                    <a:pt x="470" y="1157"/>
                  </a:lnTo>
                  <a:lnTo>
                    <a:pt x="33" y="720"/>
                  </a:lnTo>
                  <a:lnTo>
                    <a:pt x="18" y="702"/>
                  </a:lnTo>
                  <a:lnTo>
                    <a:pt x="8" y="682"/>
                  </a:lnTo>
                  <a:lnTo>
                    <a:pt x="2" y="662"/>
                  </a:lnTo>
                  <a:lnTo>
                    <a:pt x="0" y="640"/>
                  </a:lnTo>
                  <a:lnTo>
                    <a:pt x="2" y="619"/>
                  </a:lnTo>
                  <a:lnTo>
                    <a:pt x="8" y="598"/>
                  </a:lnTo>
                  <a:lnTo>
                    <a:pt x="18" y="578"/>
                  </a:lnTo>
                  <a:lnTo>
                    <a:pt x="33" y="561"/>
                  </a:lnTo>
                  <a:lnTo>
                    <a:pt x="51" y="546"/>
                  </a:lnTo>
                  <a:lnTo>
                    <a:pt x="69" y="536"/>
                  </a:lnTo>
                  <a:lnTo>
                    <a:pt x="90" y="529"/>
                  </a:lnTo>
                  <a:lnTo>
                    <a:pt x="112" y="527"/>
                  </a:lnTo>
                  <a:lnTo>
                    <a:pt x="134" y="529"/>
                  </a:lnTo>
                  <a:lnTo>
                    <a:pt x="155" y="536"/>
                  </a:lnTo>
                  <a:lnTo>
                    <a:pt x="174" y="546"/>
                  </a:lnTo>
                  <a:lnTo>
                    <a:pt x="192" y="561"/>
                  </a:lnTo>
                  <a:lnTo>
                    <a:pt x="550" y="918"/>
                  </a:lnTo>
                  <a:lnTo>
                    <a:pt x="1434" y="33"/>
                  </a:lnTo>
                  <a:lnTo>
                    <a:pt x="1452" y="19"/>
                  </a:lnTo>
                  <a:lnTo>
                    <a:pt x="1471" y="8"/>
                  </a:lnTo>
                  <a:lnTo>
                    <a:pt x="1492" y="2"/>
                  </a:lnTo>
                  <a:lnTo>
                    <a:pt x="15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grpSp>
      <p:sp>
        <p:nvSpPr>
          <p:cNvPr id="18" name="Inhaltsplatzhalter 4">
            <a:extLst>
              <a:ext uri="{FF2B5EF4-FFF2-40B4-BE49-F238E27FC236}">
                <a16:creationId xmlns:a16="http://schemas.microsoft.com/office/drawing/2014/main" id="{911341F2-6393-4BA3-97A2-B5E6878C22BE}"/>
              </a:ext>
            </a:extLst>
          </p:cNvPr>
          <p:cNvSpPr txBox="1">
            <a:spLocks/>
          </p:cNvSpPr>
          <p:nvPr/>
        </p:nvSpPr>
        <p:spPr>
          <a:xfrm>
            <a:off x="1127131" y="3362473"/>
            <a:ext cx="3833592" cy="66223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buNone/>
            </a:pPr>
            <a:r>
              <a:rPr lang="en-US" sz="1400" b="1">
                <a:solidFill>
                  <a:schemeClr val="accent3"/>
                </a:solidFill>
                <a:latin typeface="+mj-lt"/>
              </a:rPr>
              <a:t>Objectif #3</a:t>
            </a:r>
            <a:br>
              <a:rPr lang="en-US" sz="1400" b="1">
                <a:solidFill>
                  <a:schemeClr val="bg1">
                    <a:lumMod val="65000"/>
                  </a:schemeClr>
                </a:solidFill>
                <a:latin typeface="+mj-lt"/>
              </a:rPr>
            </a:br>
            <a:r>
              <a:rPr lang="fr-FR" sz="1000">
                <a:solidFill>
                  <a:srgbClr val="5C5C5C"/>
                </a:solidFill>
                <a:latin typeface="Roboto"/>
                <a:ea typeface="Roboto"/>
                <a:cs typeface="Roboto"/>
              </a:rPr>
              <a:t>Évaluer la performance des modèles à l’aide de métriques adaptées.</a:t>
            </a:r>
            <a:endParaRPr lang="en-US" sz="1000">
              <a:solidFill>
                <a:srgbClr val="5C5C5C"/>
              </a:solidFill>
              <a:latin typeface="Roboto"/>
              <a:ea typeface="Roboto"/>
              <a:cs typeface="Roboto"/>
            </a:endParaRPr>
          </a:p>
        </p:txBody>
      </p:sp>
      <p:grpSp>
        <p:nvGrpSpPr>
          <p:cNvPr id="19" name="Group 18">
            <a:extLst>
              <a:ext uri="{FF2B5EF4-FFF2-40B4-BE49-F238E27FC236}">
                <a16:creationId xmlns:a16="http://schemas.microsoft.com/office/drawing/2014/main" id="{CA1F2812-3A75-4EA2-8FBB-2F68FAC12F6C}"/>
              </a:ext>
            </a:extLst>
          </p:cNvPr>
          <p:cNvGrpSpPr/>
          <p:nvPr/>
        </p:nvGrpSpPr>
        <p:grpSpPr>
          <a:xfrm>
            <a:off x="396343" y="3457859"/>
            <a:ext cx="474222" cy="474222"/>
            <a:chOff x="2133600" y="3181350"/>
            <a:chExt cx="1362075" cy="1362075"/>
          </a:xfrm>
          <a:solidFill>
            <a:schemeClr val="accent3"/>
          </a:solidFill>
        </p:grpSpPr>
        <p:sp>
          <p:nvSpPr>
            <p:cNvPr id="20" name="Freeform 14">
              <a:extLst>
                <a:ext uri="{FF2B5EF4-FFF2-40B4-BE49-F238E27FC236}">
                  <a16:creationId xmlns:a16="http://schemas.microsoft.com/office/drawing/2014/main" id="{E2346223-84A2-4B29-987C-F4578210EB6F}"/>
                </a:ext>
              </a:extLst>
            </p:cNvPr>
            <p:cNvSpPr>
              <a:spLocks noEditPoints="1"/>
            </p:cNvSpPr>
            <p:nvPr/>
          </p:nvSpPr>
          <p:spPr bwMode="auto">
            <a:xfrm>
              <a:off x="2133600" y="3181350"/>
              <a:ext cx="1362075" cy="1362075"/>
            </a:xfrm>
            <a:custGeom>
              <a:avLst/>
              <a:gdLst>
                <a:gd name="T0" fmla="*/ 1428 w 3432"/>
                <a:gd name="T1" fmla="*/ 253 h 3432"/>
                <a:gd name="T2" fmla="*/ 1073 w 3432"/>
                <a:gd name="T3" fmla="*/ 371 h 3432"/>
                <a:gd name="T4" fmla="*/ 763 w 3432"/>
                <a:gd name="T5" fmla="*/ 570 h 3432"/>
                <a:gd name="T6" fmla="*/ 513 w 3432"/>
                <a:gd name="T7" fmla="*/ 836 h 3432"/>
                <a:gd name="T8" fmla="*/ 334 w 3432"/>
                <a:gd name="T9" fmla="*/ 1158 h 3432"/>
                <a:gd name="T10" fmla="*/ 237 w 3432"/>
                <a:gd name="T11" fmla="*/ 1522 h 3432"/>
                <a:gd name="T12" fmla="*/ 237 w 3432"/>
                <a:gd name="T13" fmla="*/ 1910 h 3432"/>
                <a:gd name="T14" fmla="*/ 334 w 3432"/>
                <a:gd name="T15" fmla="*/ 2274 h 3432"/>
                <a:gd name="T16" fmla="*/ 513 w 3432"/>
                <a:gd name="T17" fmla="*/ 2596 h 3432"/>
                <a:gd name="T18" fmla="*/ 763 w 3432"/>
                <a:gd name="T19" fmla="*/ 2862 h 3432"/>
                <a:gd name="T20" fmla="*/ 1073 w 3432"/>
                <a:gd name="T21" fmla="*/ 3061 h 3432"/>
                <a:gd name="T22" fmla="*/ 1428 w 3432"/>
                <a:gd name="T23" fmla="*/ 3179 h 3432"/>
                <a:gd name="T24" fmla="*/ 1814 w 3432"/>
                <a:gd name="T25" fmla="*/ 3204 h 3432"/>
                <a:gd name="T26" fmla="*/ 2187 w 3432"/>
                <a:gd name="T27" fmla="*/ 3130 h 3432"/>
                <a:gd name="T28" fmla="*/ 2520 w 3432"/>
                <a:gd name="T29" fmla="*/ 2971 h 3432"/>
                <a:gd name="T30" fmla="*/ 2802 w 3432"/>
                <a:gd name="T31" fmla="*/ 2737 h 3432"/>
                <a:gd name="T32" fmla="*/ 3018 w 3432"/>
                <a:gd name="T33" fmla="*/ 2441 h 3432"/>
                <a:gd name="T34" fmla="*/ 3157 w 3432"/>
                <a:gd name="T35" fmla="*/ 2097 h 3432"/>
                <a:gd name="T36" fmla="*/ 3207 w 3432"/>
                <a:gd name="T37" fmla="*/ 1716 h 3432"/>
                <a:gd name="T38" fmla="*/ 3157 w 3432"/>
                <a:gd name="T39" fmla="*/ 1335 h 3432"/>
                <a:gd name="T40" fmla="*/ 3018 w 3432"/>
                <a:gd name="T41" fmla="*/ 991 h 3432"/>
                <a:gd name="T42" fmla="*/ 2802 w 3432"/>
                <a:gd name="T43" fmla="*/ 695 h 3432"/>
                <a:gd name="T44" fmla="*/ 2520 w 3432"/>
                <a:gd name="T45" fmla="*/ 461 h 3432"/>
                <a:gd name="T46" fmla="*/ 2187 w 3432"/>
                <a:gd name="T47" fmla="*/ 302 h 3432"/>
                <a:gd name="T48" fmla="*/ 1814 w 3432"/>
                <a:gd name="T49" fmla="*/ 228 h 3432"/>
                <a:gd name="T50" fmla="*/ 1923 w 3432"/>
                <a:gd name="T51" fmla="*/ 12 h 3432"/>
                <a:gd name="T52" fmla="*/ 2314 w 3432"/>
                <a:gd name="T53" fmla="*/ 107 h 3432"/>
                <a:gd name="T54" fmla="*/ 2664 w 3432"/>
                <a:gd name="T55" fmla="*/ 287 h 3432"/>
                <a:gd name="T56" fmla="*/ 2963 w 3432"/>
                <a:gd name="T57" fmla="*/ 538 h 3432"/>
                <a:gd name="T58" fmla="*/ 3197 w 3432"/>
                <a:gd name="T59" fmla="*/ 851 h 3432"/>
                <a:gd name="T60" fmla="*/ 3356 w 3432"/>
                <a:gd name="T61" fmla="*/ 1213 h 3432"/>
                <a:gd name="T62" fmla="*/ 3429 w 3432"/>
                <a:gd name="T63" fmla="*/ 1612 h 3432"/>
                <a:gd name="T64" fmla="*/ 3404 w 3432"/>
                <a:gd name="T65" fmla="*/ 2024 h 3432"/>
                <a:gd name="T66" fmla="*/ 3287 w 3432"/>
                <a:gd name="T67" fmla="*/ 2406 h 3432"/>
                <a:gd name="T68" fmla="*/ 3089 w 3432"/>
                <a:gd name="T69" fmla="*/ 2745 h 3432"/>
                <a:gd name="T70" fmla="*/ 2820 w 3432"/>
                <a:gd name="T71" fmla="*/ 3027 h 3432"/>
                <a:gd name="T72" fmla="*/ 2495 w 3432"/>
                <a:gd name="T73" fmla="*/ 3245 h 3432"/>
                <a:gd name="T74" fmla="*/ 2123 w 3432"/>
                <a:gd name="T75" fmla="*/ 3383 h 3432"/>
                <a:gd name="T76" fmla="*/ 1715 w 3432"/>
                <a:gd name="T77" fmla="*/ 3432 h 3432"/>
                <a:gd name="T78" fmla="*/ 1309 w 3432"/>
                <a:gd name="T79" fmla="*/ 3383 h 3432"/>
                <a:gd name="T80" fmla="*/ 937 w 3432"/>
                <a:gd name="T81" fmla="*/ 3245 h 3432"/>
                <a:gd name="T82" fmla="*/ 610 w 3432"/>
                <a:gd name="T83" fmla="*/ 3027 h 3432"/>
                <a:gd name="T84" fmla="*/ 343 w 3432"/>
                <a:gd name="T85" fmla="*/ 2745 h 3432"/>
                <a:gd name="T86" fmla="*/ 145 w 3432"/>
                <a:gd name="T87" fmla="*/ 2406 h 3432"/>
                <a:gd name="T88" fmla="*/ 28 w 3432"/>
                <a:gd name="T89" fmla="*/ 2024 h 3432"/>
                <a:gd name="T90" fmla="*/ 3 w 3432"/>
                <a:gd name="T91" fmla="*/ 1612 h 3432"/>
                <a:gd name="T92" fmla="*/ 76 w 3432"/>
                <a:gd name="T93" fmla="*/ 1213 h 3432"/>
                <a:gd name="T94" fmla="*/ 235 w 3432"/>
                <a:gd name="T95" fmla="*/ 851 h 3432"/>
                <a:gd name="T96" fmla="*/ 469 w 3432"/>
                <a:gd name="T97" fmla="*/ 538 h 3432"/>
                <a:gd name="T98" fmla="*/ 768 w 3432"/>
                <a:gd name="T99" fmla="*/ 287 h 3432"/>
                <a:gd name="T100" fmla="*/ 1118 w 3432"/>
                <a:gd name="T101" fmla="*/ 107 h 3432"/>
                <a:gd name="T102" fmla="*/ 1509 w 3432"/>
                <a:gd name="T103" fmla="*/ 12 h 3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32" h="3432">
                  <a:moveTo>
                    <a:pt x="1715" y="225"/>
                  </a:moveTo>
                  <a:lnTo>
                    <a:pt x="1618" y="228"/>
                  </a:lnTo>
                  <a:lnTo>
                    <a:pt x="1522" y="237"/>
                  </a:lnTo>
                  <a:lnTo>
                    <a:pt x="1428" y="253"/>
                  </a:lnTo>
                  <a:lnTo>
                    <a:pt x="1335" y="275"/>
                  </a:lnTo>
                  <a:lnTo>
                    <a:pt x="1245" y="302"/>
                  </a:lnTo>
                  <a:lnTo>
                    <a:pt x="1158" y="334"/>
                  </a:lnTo>
                  <a:lnTo>
                    <a:pt x="1073" y="371"/>
                  </a:lnTo>
                  <a:lnTo>
                    <a:pt x="991" y="414"/>
                  </a:lnTo>
                  <a:lnTo>
                    <a:pt x="912" y="461"/>
                  </a:lnTo>
                  <a:lnTo>
                    <a:pt x="836" y="513"/>
                  </a:lnTo>
                  <a:lnTo>
                    <a:pt x="763" y="570"/>
                  </a:lnTo>
                  <a:lnTo>
                    <a:pt x="695" y="630"/>
                  </a:lnTo>
                  <a:lnTo>
                    <a:pt x="630" y="695"/>
                  </a:lnTo>
                  <a:lnTo>
                    <a:pt x="570" y="763"/>
                  </a:lnTo>
                  <a:lnTo>
                    <a:pt x="513" y="836"/>
                  </a:lnTo>
                  <a:lnTo>
                    <a:pt x="461" y="912"/>
                  </a:lnTo>
                  <a:lnTo>
                    <a:pt x="414" y="991"/>
                  </a:lnTo>
                  <a:lnTo>
                    <a:pt x="371" y="1073"/>
                  </a:lnTo>
                  <a:lnTo>
                    <a:pt x="334" y="1158"/>
                  </a:lnTo>
                  <a:lnTo>
                    <a:pt x="302" y="1245"/>
                  </a:lnTo>
                  <a:lnTo>
                    <a:pt x="275" y="1335"/>
                  </a:lnTo>
                  <a:lnTo>
                    <a:pt x="253" y="1428"/>
                  </a:lnTo>
                  <a:lnTo>
                    <a:pt x="237" y="1522"/>
                  </a:lnTo>
                  <a:lnTo>
                    <a:pt x="228" y="1618"/>
                  </a:lnTo>
                  <a:lnTo>
                    <a:pt x="225" y="1716"/>
                  </a:lnTo>
                  <a:lnTo>
                    <a:pt x="228" y="1814"/>
                  </a:lnTo>
                  <a:lnTo>
                    <a:pt x="237" y="1910"/>
                  </a:lnTo>
                  <a:lnTo>
                    <a:pt x="253" y="2004"/>
                  </a:lnTo>
                  <a:lnTo>
                    <a:pt x="275" y="2097"/>
                  </a:lnTo>
                  <a:lnTo>
                    <a:pt x="302" y="2187"/>
                  </a:lnTo>
                  <a:lnTo>
                    <a:pt x="334" y="2274"/>
                  </a:lnTo>
                  <a:lnTo>
                    <a:pt x="371" y="2359"/>
                  </a:lnTo>
                  <a:lnTo>
                    <a:pt x="414" y="2441"/>
                  </a:lnTo>
                  <a:lnTo>
                    <a:pt x="461" y="2520"/>
                  </a:lnTo>
                  <a:lnTo>
                    <a:pt x="513" y="2596"/>
                  </a:lnTo>
                  <a:lnTo>
                    <a:pt x="570" y="2669"/>
                  </a:lnTo>
                  <a:lnTo>
                    <a:pt x="630" y="2737"/>
                  </a:lnTo>
                  <a:lnTo>
                    <a:pt x="695" y="2802"/>
                  </a:lnTo>
                  <a:lnTo>
                    <a:pt x="763" y="2862"/>
                  </a:lnTo>
                  <a:lnTo>
                    <a:pt x="836" y="2919"/>
                  </a:lnTo>
                  <a:lnTo>
                    <a:pt x="912" y="2971"/>
                  </a:lnTo>
                  <a:lnTo>
                    <a:pt x="991" y="3018"/>
                  </a:lnTo>
                  <a:lnTo>
                    <a:pt x="1073" y="3061"/>
                  </a:lnTo>
                  <a:lnTo>
                    <a:pt x="1158" y="3098"/>
                  </a:lnTo>
                  <a:lnTo>
                    <a:pt x="1245" y="3130"/>
                  </a:lnTo>
                  <a:lnTo>
                    <a:pt x="1335" y="3157"/>
                  </a:lnTo>
                  <a:lnTo>
                    <a:pt x="1428" y="3179"/>
                  </a:lnTo>
                  <a:lnTo>
                    <a:pt x="1522" y="3195"/>
                  </a:lnTo>
                  <a:lnTo>
                    <a:pt x="1618" y="3204"/>
                  </a:lnTo>
                  <a:lnTo>
                    <a:pt x="1715" y="3207"/>
                  </a:lnTo>
                  <a:lnTo>
                    <a:pt x="1814" y="3204"/>
                  </a:lnTo>
                  <a:lnTo>
                    <a:pt x="1910" y="3195"/>
                  </a:lnTo>
                  <a:lnTo>
                    <a:pt x="2004" y="3179"/>
                  </a:lnTo>
                  <a:lnTo>
                    <a:pt x="2097" y="3157"/>
                  </a:lnTo>
                  <a:lnTo>
                    <a:pt x="2187" y="3130"/>
                  </a:lnTo>
                  <a:lnTo>
                    <a:pt x="2274" y="3098"/>
                  </a:lnTo>
                  <a:lnTo>
                    <a:pt x="2359" y="3061"/>
                  </a:lnTo>
                  <a:lnTo>
                    <a:pt x="2441" y="3018"/>
                  </a:lnTo>
                  <a:lnTo>
                    <a:pt x="2520" y="2971"/>
                  </a:lnTo>
                  <a:lnTo>
                    <a:pt x="2596" y="2919"/>
                  </a:lnTo>
                  <a:lnTo>
                    <a:pt x="2669" y="2862"/>
                  </a:lnTo>
                  <a:lnTo>
                    <a:pt x="2737" y="2802"/>
                  </a:lnTo>
                  <a:lnTo>
                    <a:pt x="2802" y="2737"/>
                  </a:lnTo>
                  <a:lnTo>
                    <a:pt x="2862" y="2669"/>
                  </a:lnTo>
                  <a:lnTo>
                    <a:pt x="2919" y="2596"/>
                  </a:lnTo>
                  <a:lnTo>
                    <a:pt x="2971" y="2520"/>
                  </a:lnTo>
                  <a:lnTo>
                    <a:pt x="3018" y="2441"/>
                  </a:lnTo>
                  <a:lnTo>
                    <a:pt x="3061" y="2359"/>
                  </a:lnTo>
                  <a:lnTo>
                    <a:pt x="3098" y="2274"/>
                  </a:lnTo>
                  <a:lnTo>
                    <a:pt x="3130" y="2187"/>
                  </a:lnTo>
                  <a:lnTo>
                    <a:pt x="3157" y="2097"/>
                  </a:lnTo>
                  <a:lnTo>
                    <a:pt x="3179" y="2004"/>
                  </a:lnTo>
                  <a:lnTo>
                    <a:pt x="3195" y="1910"/>
                  </a:lnTo>
                  <a:lnTo>
                    <a:pt x="3204" y="1814"/>
                  </a:lnTo>
                  <a:lnTo>
                    <a:pt x="3207" y="1716"/>
                  </a:lnTo>
                  <a:lnTo>
                    <a:pt x="3204" y="1618"/>
                  </a:lnTo>
                  <a:lnTo>
                    <a:pt x="3195" y="1522"/>
                  </a:lnTo>
                  <a:lnTo>
                    <a:pt x="3179" y="1428"/>
                  </a:lnTo>
                  <a:lnTo>
                    <a:pt x="3157" y="1335"/>
                  </a:lnTo>
                  <a:lnTo>
                    <a:pt x="3130" y="1245"/>
                  </a:lnTo>
                  <a:lnTo>
                    <a:pt x="3098" y="1158"/>
                  </a:lnTo>
                  <a:lnTo>
                    <a:pt x="3061" y="1073"/>
                  </a:lnTo>
                  <a:lnTo>
                    <a:pt x="3018" y="991"/>
                  </a:lnTo>
                  <a:lnTo>
                    <a:pt x="2971" y="912"/>
                  </a:lnTo>
                  <a:lnTo>
                    <a:pt x="2919" y="836"/>
                  </a:lnTo>
                  <a:lnTo>
                    <a:pt x="2862" y="763"/>
                  </a:lnTo>
                  <a:lnTo>
                    <a:pt x="2802" y="695"/>
                  </a:lnTo>
                  <a:lnTo>
                    <a:pt x="2737" y="630"/>
                  </a:lnTo>
                  <a:lnTo>
                    <a:pt x="2669" y="570"/>
                  </a:lnTo>
                  <a:lnTo>
                    <a:pt x="2596" y="513"/>
                  </a:lnTo>
                  <a:lnTo>
                    <a:pt x="2520" y="461"/>
                  </a:lnTo>
                  <a:lnTo>
                    <a:pt x="2441" y="414"/>
                  </a:lnTo>
                  <a:lnTo>
                    <a:pt x="2359" y="371"/>
                  </a:lnTo>
                  <a:lnTo>
                    <a:pt x="2274" y="334"/>
                  </a:lnTo>
                  <a:lnTo>
                    <a:pt x="2187" y="302"/>
                  </a:lnTo>
                  <a:lnTo>
                    <a:pt x="2097" y="275"/>
                  </a:lnTo>
                  <a:lnTo>
                    <a:pt x="2004" y="253"/>
                  </a:lnTo>
                  <a:lnTo>
                    <a:pt x="1910" y="237"/>
                  </a:lnTo>
                  <a:lnTo>
                    <a:pt x="1814" y="228"/>
                  </a:lnTo>
                  <a:lnTo>
                    <a:pt x="1715" y="225"/>
                  </a:lnTo>
                  <a:close/>
                  <a:moveTo>
                    <a:pt x="1715" y="0"/>
                  </a:moveTo>
                  <a:lnTo>
                    <a:pt x="1820" y="3"/>
                  </a:lnTo>
                  <a:lnTo>
                    <a:pt x="1923" y="12"/>
                  </a:lnTo>
                  <a:lnTo>
                    <a:pt x="2024" y="28"/>
                  </a:lnTo>
                  <a:lnTo>
                    <a:pt x="2123" y="49"/>
                  </a:lnTo>
                  <a:lnTo>
                    <a:pt x="2219" y="76"/>
                  </a:lnTo>
                  <a:lnTo>
                    <a:pt x="2314" y="107"/>
                  </a:lnTo>
                  <a:lnTo>
                    <a:pt x="2406" y="145"/>
                  </a:lnTo>
                  <a:lnTo>
                    <a:pt x="2495" y="187"/>
                  </a:lnTo>
                  <a:lnTo>
                    <a:pt x="2581" y="235"/>
                  </a:lnTo>
                  <a:lnTo>
                    <a:pt x="2664" y="287"/>
                  </a:lnTo>
                  <a:lnTo>
                    <a:pt x="2745" y="343"/>
                  </a:lnTo>
                  <a:lnTo>
                    <a:pt x="2820" y="405"/>
                  </a:lnTo>
                  <a:lnTo>
                    <a:pt x="2894" y="469"/>
                  </a:lnTo>
                  <a:lnTo>
                    <a:pt x="2963" y="538"/>
                  </a:lnTo>
                  <a:lnTo>
                    <a:pt x="3027" y="612"/>
                  </a:lnTo>
                  <a:lnTo>
                    <a:pt x="3089" y="687"/>
                  </a:lnTo>
                  <a:lnTo>
                    <a:pt x="3145" y="768"/>
                  </a:lnTo>
                  <a:lnTo>
                    <a:pt x="3197" y="851"/>
                  </a:lnTo>
                  <a:lnTo>
                    <a:pt x="3245" y="937"/>
                  </a:lnTo>
                  <a:lnTo>
                    <a:pt x="3287" y="1026"/>
                  </a:lnTo>
                  <a:lnTo>
                    <a:pt x="3325" y="1118"/>
                  </a:lnTo>
                  <a:lnTo>
                    <a:pt x="3356" y="1213"/>
                  </a:lnTo>
                  <a:lnTo>
                    <a:pt x="3383" y="1309"/>
                  </a:lnTo>
                  <a:lnTo>
                    <a:pt x="3404" y="1408"/>
                  </a:lnTo>
                  <a:lnTo>
                    <a:pt x="3420" y="1509"/>
                  </a:lnTo>
                  <a:lnTo>
                    <a:pt x="3429" y="1612"/>
                  </a:lnTo>
                  <a:lnTo>
                    <a:pt x="3432" y="1716"/>
                  </a:lnTo>
                  <a:lnTo>
                    <a:pt x="3429" y="1820"/>
                  </a:lnTo>
                  <a:lnTo>
                    <a:pt x="3420" y="1923"/>
                  </a:lnTo>
                  <a:lnTo>
                    <a:pt x="3404" y="2024"/>
                  </a:lnTo>
                  <a:lnTo>
                    <a:pt x="3383" y="2123"/>
                  </a:lnTo>
                  <a:lnTo>
                    <a:pt x="3356" y="2219"/>
                  </a:lnTo>
                  <a:lnTo>
                    <a:pt x="3325" y="2314"/>
                  </a:lnTo>
                  <a:lnTo>
                    <a:pt x="3287" y="2406"/>
                  </a:lnTo>
                  <a:lnTo>
                    <a:pt x="3245" y="2495"/>
                  </a:lnTo>
                  <a:lnTo>
                    <a:pt x="3197" y="2581"/>
                  </a:lnTo>
                  <a:lnTo>
                    <a:pt x="3145" y="2664"/>
                  </a:lnTo>
                  <a:lnTo>
                    <a:pt x="3089" y="2745"/>
                  </a:lnTo>
                  <a:lnTo>
                    <a:pt x="3027" y="2820"/>
                  </a:lnTo>
                  <a:lnTo>
                    <a:pt x="2963" y="2894"/>
                  </a:lnTo>
                  <a:lnTo>
                    <a:pt x="2894" y="2963"/>
                  </a:lnTo>
                  <a:lnTo>
                    <a:pt x="2820" y="3027"/>
                  </a:lnTo>
                  <a:lnTo>
                    <a:pt x="2745" y="3089"/>
                  </a:lnTo>
                  <a:lnTo>
                    <a:pt x="2664" y="3145"/>
                  </a:lnTo>
                  <a:lnTo>
                    <a:pt x="2581" y="3197"/>
                  </a:lnTo>
                  <a:lnTo>
                    <a:pt x="2495" y="3245"/>
                  </a:lnTo>
                  <a:lnTo>
                    <a:pt x="2406" y="3287"/>
                  </a:lnTo>
                  <a:lnTo>
                    <a:pt x="2314" y="3325"/>
                  </a:lnTo>
                  <a:lnTo>
                    <a:pt x="2219" y="3356"/>
                  </a:lnTo>
                  <a:lnTo>
                    <a:pt x="2123" y="3383"/>
                  </a:lnTo>
                  <a:lnTo>
                    <a:pt x="2024" y="3404"/>
                  </a:lnTo>
                  <a:lnTo>
                    <a:pt x="1923" y="3420"/>
                  </a:lnTo>
                  <a:lnTo>
                    <a:pt x="1820" y="3429"/>
                  </a:lnTo>
                  <a:lnTo>
                    <a:pt x="1715" y="3432"/>
                  </a:lnTo>
                  <a:lnTo>
                    <a:pt x="1612" y="3429"/>
                  </a:lnTo>
                  <a:lnTo>
                    <a:pt x="1509" y="3420"/>
                  </a:lnTo>
                  <a:lnTo>
                    <a:pt x="1408" y="3404"/>
                  </a:lnTo>
                  <a:lnTo>
                    <a:pt x="1309" y="3383"/>
                  </a:lnTo>
                  <a:lnTo>
                    <a:pt x="1213" y="3356"/>
                  </a:lnTo>
                  <a:lnTo>
                    <a:pt x="1118" y="3325"/>
                  </a:lnTo>
                  <a:lnTo>
                    <a:pt x="1025" y="3287"/>
                  </a:lnTo>
                  <a:lnTo>
                    <a:pt x="937" y="3245"/>
                  </a:lnTo>
                  <a:lnTo>
                    <a:pt x="851" y="3197"/>
                  </a:lnTo>
                  <a:lnTo>
                    <a:pt x="768" y="3145"/>
                  </a:lnTo>
                  <a:lnTo>
                    <a:pt x="687" y="3089"/>
                  </a:lnTo>
                  <a:lnTo>
                    <a:pt x="610" y="3027"/>
                  </a:lnTo>
                  <a:lnTo>
                    <a:pt x="538" y="2963"/>
                  </a:lnTo>
                  <a:lnTo>
                    <a:pt x="469" y="2894"/>
                  </a:lnTo>
                  <a:lnTo>
                    <a:pt x="405" y="2820"/>
                  </a:lnTo>
                  <a:lnTo>
                    <a:pt x="343" y="2745"/>
                  </a:lnTo>
                  <a:lnTo>
                    <a:pt x="287" y="2664"/>
                  </a:lnTo>
                  <a:lnTo>
                    <a:pt x="235" y="2581"/>
                  </a:lnTo>
                  <a:lnTo>
                    <a:pt x="187" y="2495"/>
                  </a:lnTo>
                  <a:lnTo>
                    <a:pt x="145" y="2406"/>
                  </a:lnTo>
                  <a:lnTo>
                    <a:pt x="107" y="2314"/>
                  </a:lnTo>
                  <a:lnTo>
                    <a:pt x="76" y="2219"/>
                  </a:lnTo>
                  <a:lnTo>
                    <a:pt x="49" y="2123"/>
                  </a:lnTo>
                  <a:lnTo>
                    <a:pt x="28" y="2024"/>
                  </a:lnTo>
                  <a:lnTo>
                    <a:pt x="12" y="1923"/>
                  </a:lnTo>
                  <a:lnTo>
                    <a:pt x="3" y="1820"/>
                  </a:lnTo>
                  <a:lnTo>
                    <a:pt x="0" y="1716"/>
                  </a:lnTo>
                  <a:lnTo>
                    <a:pt x="3" y="1612"/>
                  </a:lnTo>
                  <a:lnTo>
                    <a:pt x="12" y="1509"/>
                  </a:lnTo>
                  <a:lnTo>
                    <a:pt x="28" y="1408"/>
                  </a:lnTo>
                  <a:lnTo>
                    <a:pt x="49" y="1309"/>
                  </a:lnTo>
                  <a:lnTo>
                    <a:pt x="76" y="1213"/>
                  </a:lnTo>
                  <a:lnTo>
                    <a:pt x="107" y="1118"/>
                  </a:lnTo>
                  <a:lnTo>
                    <a:pt x="145" y="1026"/>
                  </a:lnTo>
                  <a:lnTo>
                    <a:pt x="187" y="937"/>
                  </a:lnTo>
                  <a:lnTo>
                    <a:pt x="235" y="851"/>
                  </a:lnTo>
                  <a:lnTo>
                    <a:pt x="287" y="768"/>
                  </a:lnTo>
                  <a:lnTo>
                    <a:pt x="343" y="687"/>
                  </a:lnTo>
                  <a:lnTo>
                    <a:pt x="405" y="612"/>
                  </a:lnTo>
                  <a:lnTo>
                    <a:pt x="469" y="538"/>
                  </a:lnTo>
                  <a:lnTo>
                    <a:pt x="538" y="469"/>
                  </a:lnTo>
                  <a:lnTo>
                    <a:pt x="610" y="405"/>
                  </a:lnTo>
                  <a:lnTo>
                    <a:pt x="687" y="343"/>
                  </a:lnTo>
                  <a:lnTo>
                    <a:pt x="768" y="287"/>
                  </a:lnTo>
                  <a:lnTo>
                    <a:pt x="851" y="235"/>
                  </a:lnTo>
                  <a:lnTo>
                    <a:pt x="937" y="187"/>
                  </a:lnTo>
                  <a:lnTo>
                    <a:pt x="1025" y="145"/>
                  </a:lnTo>
                  <a:lnTo>
                    <a:pt x="1118" y="107"/>
                  </a:lnTo>
                  <a:lnTo>
                    <a:pt x="1213" y="76"/>
                  </a:lnTo>
                  <a:lnTo>
                    <a:pt x="1309" y="49"/>
                  </a:lnTo>
                  <a:lnTo>
                    <a:pt x="1408" y="28"/>
                  </a:lnTo>
                  <a:lnTo>
                    <a:pt x="1509" y="12"/>
                  </a:lnTo>
                  <a:lnTo>
                    <a:pt x="1612" y="3"/>
                  </a:lnTo>
                  <a:lnTo>
                    <a:pt x="17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sp>
          <p:nvSpPr>
            <p:cNvPr id="21" name="Freeform 15">
              <a:extLst>
                <a:ext uri="{FF2B5EF4-FFF2-40B4-BE49-F238E27FC236}">
                  <a16:creationId xmlns:a16="http://schemas.microsoft.com/office/drawing/2014/main" id="{784BC16C-F0BC-4806-84E8-6D6EE5BECE36}"/>
                </a:ext>
              </a:extLst>
            </p:cNvPr>
            <p:cNvSpPr>
              <a:spLocks/>
            </p:cNvSpPr>
            <p:nvPr/>
          </p:nvSpPr>
          <p:spPr bwMode="auto">
            <a:xfrm>
              <a:off x="2492375" y="3625850"/>
              <a:ext cx="644525" cy="473075"/>
            </a:xfrm>
            <a:custGeom>
              <a:avLst/>
              <a:gdLst>
                <a:gd name="T0" fmla="*/ 1514 w 1626"/>
                <a:gd name="T1" fmla="*/ 0 h 1190"/>
                <a:gd name="T2" fmla="*/ 1536 w 1626"/>
                <a:gd name="T3" fmla="*/ 2 h 1190"/>
                <a:gd name="T4" fmla="*/ 1557 w 1626"/>
                <a:gd name="T5" fmla="*/ 8 h 1190"/>
                <a:gd name="T6" fmla="*/ 1575 w 1626"/>
                <a:gd name="T7" fmla="*/ 19 h 1190"/>
                <a:gd name="T8" fmla="*/ 1593 w 1626"/>
                <a:gd name="T9" fmla="*/ 33 h 1190"/>
                <a:gd name="T10" fmla="*/ 1608 w 1626"/>
                <a:gd name="T11" fmla="*/ 51 h 1190"/>
                <a:gd name="T12" fmla="*/ 1618 w 1626"/>
                <a:gd name="T13" fmla="*/ 71 h 1190"/>
                <a:gd name="T14" fmla="*/ 1624 w 1626"/>
                <a:gd name="T15" fmla="*/ 92 h 1190"/>
                <a:gd name="T16" fmla="*/ 1626 w 1626"/>
                <a:gd name="T17" fmla="*/ 112 h 1190"/>
                <a:gd name="T18" fmla="*/ 1624 w 1626"/>
                <a:gd name="T19" fmla="*/ 134 h 1190"/>
                <a:gd name="T20" fmla="*/ 1618 w 1626"/>
                <a:gd name="T21" fmla="*/ 155 h 1190"/>
                <a:gd name="T22" fmla="*/ 1608 w 1626"/>
                <a:gd name="T23" fmla="*/ 175 h 1190"/>
                <a:gd name="T24" fmla="*/ 1593 w 1626"/>
                <a:gd name="T25" fmla="*/ 193 h 1190"/>
                <a:gd name="T26" fmla="*/ 629 w 1626"/>
                <a:gd name="T27" fmla="*/ 1157 h 1190"/>
                <a:gd name="T28" fmla="*/ 629 w 1626"/>
                <a:gd name="T29" fmla="*/ 1157 h 1190"/>
                <a:gd name="T30" fmla="*/ 611 w 1626"/>
                <a:gd name="T31" fmla="*/ 1171 h 1190"/>
                <a:gd name="T32" fmla="*/ 591 w 1626"/>
                <a:gd name="T33" fmla="*/ 1182 h 1190"/>
                <a:gd name="T34" fmla="*/ 571 w 1626"/>
                <a:gd name="T35" fmla="*/ 1188 h 1190"/>
                <a:gd name="T36" fmla="*/ 550 w 1626"/>
                <a:gd name="T37" fmla="*/ 1190 h 1190"/>
                <a:gd name="T38" fmla="*/ 528 w 1626"/>
                <a:gd name="T39" fmla="*/ 1188 h 1190"/>
                <a:gd name="T40" fmla="*/ 507 w 1626"/>
                <a:gd name="T41" fmla="*/ 1182 h 1190"/>
                <a:gd name="T42" fmla="*/ 487 w 1626"/>
                <a:gd name="T43" fmla="*/ 1171 h 1190"/>
                <a:gd name="T44" fmla="*/ 470 w 1626"/>
                <a:gd name="T45" fmla="*/ 1157 h 1190"/>
                <a:gd name="T46" fmla="*/ 33 w 1626"/>
                <a:gd name="T47" fmla="*/ 720 h 1190"/>
                <a:gd name="T48" fmla="*/ 18 w 1626"/>
                <a:gd name="T49" fmla="*/ 702 h 1190"/>
                <a:gd name="T50" fmla="*/ 8 w 1626"/>
                <a:gd name="T51" fmla="*/ 682 h 1190"/>
                <a:gd name="T52" fmla="*/ 2 w 1626"/>
                <a:gd name="T53" fmla="*/ 662 h 1190"/>
                <a:gd name="T54" fmla="*/ 0 w 1626"/>
                <a:gd name="T55" fmla="*/ 640 h 1190"/>
                <a:gd name="T56" fmla="*/ 2 w 1626"/>
                <a:gd name="T57" fmla="*/ 619 h 1190"/>
                <a:gd name="T58" fmla="*/ 8 w 1626"/>
                <a:gd name="T59" fmla="*/ 598 h 1190"/>
                <a:gd name="T60" fmla="*/ 18 w 1626"/>
                <a:gd name="T61" fmla="*/ 578 h 1190"/>
                <a:gd name="T62" fmla="*/ 33 w 1626"/>
                <a:gd name="T63" fmla="*/ 561 h 1190"/>
                <a:gd name="T64" fmla="*/ 51 w 1626"/>
                <a:gd name="T65" fmla="*/ 546 h 1190"/>
                <a:gd name="T66" fmla="*/ 69 w 1626"/>
                <a:gd name="T67" fmla="*/ 536 h 1190"/>
                <a:gd name="T68" fmla="*/ 90 w 1626"/>
                <a:gd name="T69" fmla="*/ 529 h 1190"/>
                <a:gd name="T70" fmla="*/ 112 w 1626"/>
                <a:gd name="T71" fmla="*/ 527 h 1190"/>
                <a:gd name="T72" fmla="*/ 134 w 1626"/>
                <a:gd name="T73" fmla="*/ 529 h 1190"/>
                <a:gd name="T74" fmla="*/ 155 w 1626"/>
                <a:gd name="T75" fmla="*/ 536 h 1190"/>
                <a:gd name="T76" fmla="*/ 174 w 1626"/>
                <a:gd name="T77" fmla="*/ 546 h 1190"/>
                <a:gd name="T78" fmla="*/ 192 w 1626"/>
                <a:gd name="T79" fmla="*/ 561 h 1190"/>
                <a:gd name="T80" fmla="*/ 550 w 1626"/>
                <a:gd name="T81" fmla="*/ 918 h 1190"/>
                <a:gd name="T82" fmla="*/ 1434 w 1626"/>
                <a:gd name="T83" fmla="*/ 33 h 1190"/>
                <a:gd name="T84" fmla="*/ 1452 w 1626"/>
                <a:gd name="T85" fmla="*/ 19 h 1190"/>
                <a:gd name="T86" fmla="*/ 1471 w 1626"/>
                <a:gd name="T87" fmla="*/ 8 h 1190"/>
                <a:gd name="T88" fmla="*/ 1492 w 1626"/>
                <a:gd name="T89" fmla="*/ 2 h 1190"/>
                <a:gd name="T90" fmla="*/ 1514 w 1626"/>
                <a:gd name="T91"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26" h="1190">
                  <a:moveTo>
                    <a:pt x="1514" y="0"/>
                  </a:moveTo>
                  <a:lnTo>
                    <a:pt x="1536" y="2"/>
                  </a:lnTo>
                  <a:lnTo>
                    <a:pt x="1557" y="8"/>
                  </a:lnTo>
                  <a:lnTo>
                    <a:pt x="1575" y="19"/>
                  </a:lnTo>
                  <a:lnTo>
                    <a:pt x="1593" y="33"/>
                  </a:lnTo>
                  <a:lnTo>
                    <a:pt x="1608" y="51"/>
                  </a:lnTo>
                  <a:lnTo>
                    <a:pt x="1618" y="71"/>
                  </a:lnTo>
                  <a:lnTo>
                    <a:pt x="1624" y="92"/>
                  </a:lnTo>
                  <a:lnTo>
                    <a:pt x="1626" y="112"/>
                  </a:lnTo>
                  <a:lnTo>
                    <a:pt x="1624" y="134"/>
                  </a:lnTo>
                  <a:lnTo>
                    <a:pt x="1618" y="155"/>
                  </a:lnTo>
                  <a:lnTo>
                    <a:pt x="1608" y="175"/>
                  </a:lnTo>
                  <a:lnTo>
                    <a:pt x="1593" y="193"/>
                  </a:lnTo>
                  <a:lnTo>
                    <a:pt x="629" y="1157"/>
                  </a:lnTo>
                  <a:lnTo>
                    <a:pt x="629" y="1157"/>
                  </a:lnTo>
                  <a:lnTo>
                    <a:pt x="611" y="1171"/>
                  </a:lnTo>
                  <a:lnTo>
                    <a:pt x="591" y="1182"/>
                  </a:lnTo>
                  <a:lnTo>
                    <a:pt x="571" y="1188"/>
                  </a:lnTo>
                  <a:lnTo>
                    <a:pt x="550" y="1190"/>
                  </a:lnTo>
                  <a:lnTo>
                    <a:pt x="528" y="1188"/>
                  </a:lnTo>
                  <a:lnTo>
                    <a:pt x="507" y="1182"/>
                  </a:lnTo>
                  <a:lnTo>
                    <a:pt x="487" y="1171"/>
                  </a:lnTo>
                  <a:lnTo>
                    <a:pt x="470" y="1157"/>
                  </a:lnTo>
                  <a:lnTo>
                    <a:pt x="33" y="720"/>
                  </a:lnTo>
                  <a:lnTo>
                    <a:pt x="18" y="702"/>
                  </a:lnTo>
                  <a:lnTo>
                    <a:pt x="8" y="682"/>
                  </a:lnTo>
                  <a:lnTo>
                    <a:pt x="2" y="662"/>
                  </a:lnTo>
                  <a:lnTo>
                    <a:pt x="0" y="640"/>
                  </a:lnTo>
                  <a:lnTo>
                    <a:pt x="2" y="619"/>
                  </a:lnTo>
                  <a:lnTo>
                    <a:pt x="8" y="598"/>
                  </a:lnTo>
                  <a:lnTo>
                    <a:pt x="18" y="578"/>
                  </a:lnTo>
                  <a:lnTo>
                    <a:pt x="33" y="561"/>
                  </a:lnTo>
                  <a:lnTo>
                    <a:pt x="51" y="546"/>
                  </a:lnTo>
                  <a:lnTo>
                    <a:pt x="69" y="536"/>
                  </a:lnTo>
                  <a:lnTo>
                    <a:pt x="90" y="529"/>
                  </a:lnTo>
                  <a:lnTo>
                    <a:pt x="112" y="527"/>
                  </a:lnTo>
                  <a:lnTo>
                    <a:pt x="134" y="529"/>
                  </a:lnTo>
                  <a:lnTo>
                    <a:pt x="155" y="536"/>
                  </a:lnTo>
                  <a:lnTo>
                    <a:pt x="174" y="546"/>
                  </a:lnTo>
                  <a:lnTo>
                    <a:pt x="192" y="561"/>
                  </a:lnTo>
                  <a:lnTo>
                    <a:pt x="550" y="918"/>
                  </a:lnTo>
                  <a:lnTo>
                    <a:pt x="1434" y="33"/>
                  </a:lnTo>
                  <a:lnTo>
                    <a:pt x="1452" y="19"/>
                  </a:lnTo>
                  <a:lnTo>
                    <a:pt x="1471" y="8"/>
                  </a:lnTo>
                  <a:lnTo>
                    <a:pt x="1492" y="2"/>
                  </a:lnTo>
                  <a:lnTo>
                    <a:pt x="15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grpSp>
      <p:sp>
        <p:nvSpPr>
          <p:cNvPr id="5" name="Rectangle 4">
            <a:extLst>
              <a:ext uri="{FF2B5EF4-FFF2-40B4-BE49-F238E27FC236}">
                <a16:creationId xmlns:a16="http://schemas.microsoft.com/office/drawing/2014/main" id="{273888A8-DCF8-A709-E50A-C0CC0EB0A769}"/>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16487695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ppt_w</p:attrName>
                                        </p:attrNameLst>
                                      </p:cBhvr>
                                      <p:tavLst>
                                        <p:tav tm="0">
                                          <p:val>
                                            <p:fltVal val="0"/>
                                          </p:val>
                                        </p:tav>
                                        <p:tav tm="100000">
                                          <p:val>
                                            <p:strVal val="#ppt_w"/>
                                          </p:val>
                                        </p:tav>
                                      </p:tavLst>
                                    </p:anim>
                                    <p:anim calcmode="lin" valueType="num">
                                      <p:cBhvr>
                                        <p:cTn id="17" dur="500" fill="hold"/>
                                        <p:tgtEl>
                                          <p:spTgt spid="15"/>
                                        </p:tgtEl>
                                        <p:attrNameLst>
                                          <p:attrName>ppt_h</p:attrName>
                                        </p:attrNameLst>
                                      </p:cBhvr>
                                      <p:tavLst>
                                        <p:tav tm="0">
                                          <p:val>
                                            <p:fltVal val="0"/>
                                          </p:val>
                                        </p:tav>
                                        <p:tav tm="100000">
                                          <p:val>
                                            <p:strVal val="#ppt_h"/>
                                          </p:val>
                                        </p:tav>
                                      </p:tavLst>
                                    </p:anim>
                                    <p:animEffect transition="in" filter="fade">
                                      <p:cBhvr>
                                        <p:cTn id="18" dur="500"/>
                                        <p:tgtEl>
                                          <p:spTgt spid="1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1000"/>
                            </p:stCondLst>
                            <p:childTnLst>
                              <p:par>
                                <p:cTn id="23" presetID="53" presetClass="entr" presetSubtype="16" fill="hold" nodeType="after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ppt_w</p:attrName>
                                        </p:attrNameLst>
                                      </p:cBhvr>
                                      <p:tavLst>
                                        <p:tav tm="0">
                                          <p:val>
                                            <p:fltVal val="0"/>
                                          </p:val>
                                        </p:tav>
                                        <p:tav tm="100000">
                                          <p:val>
                                            <p:strVal val="#ppt_w"/>
                                          </p:val>
                                        </p:tav>
                                      </p:tavLst>
                                    </p:anim>
                                    <p:anim calcmode="lin" valueType="num">
                                      <p:cBhvr>
                                        <p:cTn id="26" dur="500" fill="hold"/>
                                        <p:tgtEl>
                                          <p:spTgt spid="19"/>
                                        </p:tgtEl>
                                        <p:attrNameLst>
                                          <p:attrName>ppt_h</p:attrName>
                                        </p:attrNameLst>
                                      </p:cBhvr>
                                      <p:tavLst>
                                        <p:tav tm="0">
                                          <p:val>
                                            <p:fltVal val="0"/>
                                          </p:val>
                                        </p:tav>
                                        <p:tav tm="100000">
                                          <p:val>
                                            <p:strVal val="#ppt_h"/>
                                          </p:val>
                                        </p:tav>
                                      </p:tavLst>
                                    </p:anim>
                                    <p:animEffect transition="in" filter="fade">
                                      <p:cBhvr>
                                        <p:cTn id="27" dur="500"/>
                                        <p:tgtEl>
                                          <p:spTgt spid="1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E39B3-ED35-5194-522A-BCF3269993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2E974D-6FE7-B1DD-52E9-9BDE4CD5A265}"/>
              </a:ext>
            </a:extLst>
          </p:cNvPr>
          <p:cNvSpPr>
            <a:spLocks noGrp="1"/>
          </p:cNvSpPr>
          <p:nvPr>
            <p:ph type="title"/>
          </p:nvPr>
        </p:nvSpPr>
        <p:spPr>
          <a:xfrm>
            <a:off x="387819" y="282611"/>
            <a:ext cx="8368363" cy="409459"/>
          </a:xfrm>
          <a:prstGeom prst="rect">
            <a:avLst/>
          </a:prstGeom>
        </p:spPr>
        <p:txBody>
          <a:bodyPr>
            <a:normAutofit fontScale="90000"/>
          </a:bodyPr>
          <a:lstStyle/>
          <a:p>
            <a:r>
              <a:rPr lang="en-US" err="1">
                <a:ea typeface="Roboto"/>
                <a:cs typeface="Roboto"/>
              </a:rPr>
              <a:t>Methodologie</a:t>
            </a:r>
            <a:endParaRPr lang="fr-FR" err="1"/>
          </a:p>
        </p:txBody>
      </p:sp>
      <p:sp>
        <p:nvSpPr>
          <p:cNvPr id="13" name="Rounded Rectangle 1">
            <a:extLst>
              <a:ext uri="{FF2B5EF4-FFF2-40B4-BE49-F238E27FC236}">
                <a16:creationId xmlns:a16="http://schemas.microsoft.com/office/drawing/2014/main" id="{9E52E6A4-5DEA-6100-E413-D6FF94E9FE71}"/>
              </a:ext>
            </a:extLst>
          </p:cNvPr>
          <p:cNvSpPr/>
          <p:nvPr/>
        </p:nvSpPr>
        <p:spPr bwMode="auto">
          <a:xfrm>
            <a:off x="381000" y="1594738"/>
            <a:ext cx="2667000" cy="2950592"/>
          </a:xfrm>
          <a:prstGeom prst="roundRect">
            <a:avLst>
              <a:gd name="adj" fmla="val 2440"/>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4" name="Rounded Rectangle 19">
            <a:extLst>
              <a:ext uri="{FF2B5EF4-FFF2-40B4-BE49-F238E27FC236}">
                <a16:creationId xmlns:a16="http://schemas.microsoft.com/office/drawing/2014/main" id="{ECB3138B-0383-79AD-5885-96A17F245EAF}"/>
              </a:ext>
            </a:extLst>
          </p:cNvPr>
          <p:cNvSpPr/>
          <p:nvPr/>
        </p:nvSpPr>
        <p:spPr bwMode="auto">
          <a:xfrm>
            <a:off x="3231682" y="1594738"/>
            <a:ext cx="2667000" cy="2950592"/>
          </a:xfrm>
          <a:prstGeom prst="roundRect">
            <a:avLst>
              <a:gd name="adj" fmla="val 2440"/>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Rounded Rectangle 20">
            <a:extLst>
              <a:ext uri="{FF2B5EF4-FFF2-40B4-BE49-F238E27FC236}">
                <a16:creationId xmlns:a16="http://schemas.microsoft.com/office/drawing/2014/main" id="{CBCBA680-3622-2CF3-08BC-68E1D7295DA2}"/>
              </a:ext>
            </a:extLst>
          </p:cNvPr>
          <p:cNvSpPr/>
          <p:nvPr/>
        </p:nvSpPr>
        <p:spPr bwMode="auto">
          <a:xfrm>
            <a:off x="6082363" y="1594738"/>
            <a:ext cx="2667000" cy="2950592"/>
          </a:xfrm>
          <a:prstGeom prst="roundRect">
            <a:avLst>
              <a:gd name="adj" fmla="val 1932"/>
            </a:avLst>
          </a:prstGeom>
          <a:solidFill>
            <a:schemeClr val="accent3"/>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7" name="Oval 16">
            <a:extLst>
              <a:ext uri="{FF2B5EF4-FFF2-40B4-BE49-F238E27FC236}">
                <a16:creationId xmlns:a16="http://schemas.microsoft.com/office/drawing/2014/main" id="{77670E61-FBB4-AE9F-0DCD-69D591267F4B}"/>
              </a:ext>
            </a:extLst>
          </p:cNvPr>
          <p:cNvSpPr/>
          <p:nvPr/>
        </p:nvSpPr>
        <p:spPr bwMode="auto">
          <a:xfrm>
            <a:off x="1228725" y="1070610"/>
            <a:ext cx="971550" cy="971550"/>
          </a:xfrm>
          <a:prstGeom prst="ellipse">
            <a:avLst/>
          </a:prstGeom>
          <a:solidFill>
            <a:schemeClr val="accent1"/>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8" name="Inhaltsplatzhalter 4">
            <a:extLst>
              <a:ext uri="{FF2B5EF4-FFF2-40B4-BE49-F238E27FC236}">
                <a16:creationId xmlns:a16="http://schemas.microsoft.com/office/drawing/2014/main" id="{9D5C61C1-2680-C108-8F91-15D07270A903}"/>
              </a:ext>
            </a:extLst>
          </p:cNvPr>
          <p:cNvSpPr txBox="1">
            <a:spLocks/>
          </p:cNvSpPr>
          <p:nvPr/>
        </p:nvSpPr>
        <p:spPr>
          <a:xfrm>
            <a:off x="846859" y="2040252"/>
            <a:ext cx="1742208" cy="36933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1800" b="1">
                <a:latin typeface="+mj-lt"/>
              </a:rPr>
              <a:t>Tokenizer </a:t>
            </a:r>
            <a:endParaRPr lang="en-US" sz="1800" b="1">
              <a:latin typeface="+mj-lt"/>
              <a:ea typeface="Roboto"/>
              <a:cs typeface="Roboto"/>
            </a:endParaRPr>
          </a:p>
        </p:txBody>
      </p:sp>
      <p:sp>
        <p:nvSpPr>
          <p:cNvPr id="19" name="Freeform 6">
            <a:extLst>
              <a:ext uri="{FF2B5EF4-FFF2-40B4-BE49-F238E27FC236}">
                <a16:creationId xmlns:a16="http://schemas.microsoft.com/office/drawing/2014/main" id="{7A44E0E5-1515-63CB-8237-956239385DF7}"/>
              </a:ext>
            </a:extLst>
          </p:cNvPr>
          <p:cNvSpPr>
            <a:spLocks noEditPoints="1"/>
          </p:cNvSpPr>
          <p:nvPr/>
        </p:nvSpPr>
        <p:spPr bwMode="auto">
          <a:xfrm flipH="1">
            <a:off x="1465504" y="1309138"/>
            <a:ext cx="497992" cy="494494"/>
          </a:xfrm>
          <a:custGeom>
            <a:avLst/>
            <a:gdLst>
              <a:gd name="T0" fmla="*/ 2120 w 3986"/>
              <a:gd name="T1" fmla="*/ 444 h 3956"/>
              <a:gd name="T2" fmla="*/ 1803 w 3986"/>
              <a:gd name="T3" fmla="*/ 559 h 3956"/>
              <a:gd name="T4" fmla="*/ 1524 w 3986"/>
              <a:gd name="T5" fmla="*/ 765 h 3956"/>
              <a:gd name="T6" fmla="*/ 1316 w 3986"/>
              <a:gd name="T7" fmla="*/ 1043 h 3956"/>
              <a:gd name="T8" fmla="*/ 1200 w 3986"/>
              <a:gd name="T9" fmla="*/ 1358 h 3956"/>
              <a:gd name="T10" fmla="*/ 1177 w 3986"/>
              <a:gd name="T11" fmla="*/ 1688 h 3956"/>
              <a:gd name="T12" fmla="*/ 1246 w 3986"/>
              <a:gd name="T13" fmla="*/ 2012 h 3956"/>
              <a:gd name="T14" fmla="*/ 1408 w 3986"/>
              <a:gd name="T15" fmla="*/ 2311 h 3956"/>
              <a:gd name="T16" fmla="*/ 1658 w 3986"/>
              <a:gd name="T17" fmla="*/ 2558 h 3956"/>
              <a:gd name="T18" fmla="*/ 1959 w 3986"/>
              <a:gd name="T19" fmla="*/ 2719 h 3956"/>
              <a:gd name="T20" fmla="*/ 2286 w 3986"/>
              <a:gd name="T21" fmla="*/ 2787 h 3956"/>
              <a:gd name="T22" fmla="*/ 2618 w 3986"/>
              <a:gd name="T23" fmla="*/ 2765 h 3956"/>
              <a:gd name="T24" fmla="*/ 2934 w 3986"/>
              <a:gd name="T25" fmla="*/ 2650 h 3956"/>
              <a:gd name="T26" fmla="*/ 3214 w 3986"/>
              <a:gd name="T27" fmla="*/ 2443 h 3956"/>
              <a:gd name="T28" fmla="*/ 3422 w 3986"/>
              <a:gd name="T29" fmla="*/ 2166 h 3956"/>
              <a:gd name="T30" fmla="*/ 3538 w 3986"/>
              <a:gd name="T31" fmla="*/ 1852 h 3956"/>
              <a:gd name="T32" fmla="*/ 3561 w 3986"/>
              <a:gd name="T33" fmla="*/ 1522 h 3956"/>
              <a:gd name="T34" fmla="*/ 3491 w 3986"/>
              <a:gd name="T35" fmla="*/ 1197 h 3956"/>
              <a:gd name="T36" fmla="*/ 3330 w 3986"/>
              <a:gd name="T37" fmla="*/ 898 h 3956"/>
              <a:gd name="T38" fmla="*/ 3080 w 3986"/>
              <a:gd name="T39" fmla="*/ 651 h 3956"/>
              <a:gd name="T40" fmla="*/ 2780 w 3986"/>
              <a:gd name="T41" fmla="*/ 490 h 3956"/>
              <a:gd name="T42" fmla="*/ 2453 w 3986"/>
              <a:gd name="T43" fmla="*/ 421 h 3956"/>
              <a:gd name="T44" fmla="*/ 2560 w 3986"/>
              <a:gd name="T45" fmla="*/ 11 h 3956"/>
              <a:gd name="T46" fmla="*/ 2933 w 3986"/>
              <a:gd name="T47" fmla="*/ 100 h 3956"/>
              <a:gd name="T48" fmla="*/ 3280 w 3986"/>
              <a:gd name="T49" fmla="*/ 278 h 3956"/>
              <a:gd name="T50" fmla="*/ 3583 w 3986"/>
              <a:gd name="T51" fmla="*/ 543 h 3956"/>
              <a:gd name="T52" fmla="*/ 3806 w 3986"/>
              <a:gd name="T53" fmla="*/ 868 h 3956"/>
              <a:gd name="T54" fmla="*/ 3941 w 3986"/>
              <a:gd name="T55" fmla="*/ 1228 h 3956"/>
              <a:gd name="T56" fmla="*/ 3986 w 3986"/>
              <a:gd name="T57" fmla="*/ 1604 h 3956"/>
              <a:gd name="T58" fmla="*/ 3941 w 3986"/>
              <a:gd name="T59" fmla="*/ 1981 h 3956"/>
              <a:gd name="T60" fmla="*/ 3806 w 3986"/>
              <a:gd name="T61" fmla="*/ 2341 h 3956"/>
              <a:gd name="T62" fmla="*/ 3583 w 3986"/>
              <a:gd name="T63" fmla="*/ 2667 h 3956"/>
              <a:gd name="T64" fmla="*/ 3269 w 3986"/>
              <a:gd name="T65" fmla="*/ 2941 h 3956"/>
              <a:gd name="T66" fmla="*/ 2906 w 3986"/>
              <a:gd name="T67" fmla="*/ 3121 h 3956"/>
              <a:gd name="T68" fmla="*/ 2520 w 3986"/>
              <a:gd name="T69" fmla="*/ 3204 h 3956"/>
              <a:gd name="T70" fmla="*/ 2126 w 3986"/>
              <a:gd name="T71" fmla="*/ 3188 h 3956"/>
              <a:gd name="T72" fmla="*/ 1743 w 3986"/>
              <a:gd name="T73" fmla="*/ 3075 h 3956"/>
              <a:gd name="T74" fmla="*/ 1550 w 3986"/>
              <a:gd name="T75" fmla="*/ 2977 h 3956"/>
              <a:gd name="T76" fmla="*/ 1495 w 3986"/>
              <a:gd name="T77" fmla="*/ 2981 h 3956"/>
              <a:gd name="T78" fmla="*/ 574 w 3986"/>
              <a:gd name="T79" fmla="*/ 3876 h 3956"/>
              <a:gd name="T80" fmla="*/ 400 w 3986"/>
              <a:gd name="T81" fmla="*/ 3951 h 3956"/>
              <a:gd name="T82" fmla="*/ 227 w 3986"/>
              <a:gd name="T83" fmla="*/ 3939 h 3956"/>
              <a:gd name="T84" fmla="*/ 90 w 3986"/>
              <a:gd name="T85" fmla="*/ 3843 h 3956"/>
              <a:gd name="T86" fmla="*/ 6 w 3986"/>
              <a:gd name="T87" fmla="*/ 3689 h 3956"/>
              <a:gd name="T88" fmla="*/ 17 w 3986"/>
              <a:gd name="T89" fmla="*/ 3515 h 3956"/>
              <a:gd name="T90" fmla="*/ 112 w 3986"/>
              <a:gd name="T91" fmla="*/ 3345 h 3956"/>
              <a:gd name="T92" fmla="*/ 168 w 3986"/>
              <a:gd name="T93" fmla="*/ 3287 h 3956"/>
              <a:gd name="T94" fmla="*/ 247 w 3986"/>
              <a:gd name="T95" fmla="*/ 3208 h 3956"/>
              <a:gd name="T96" fmla="*/ 371 w 3986"/>
              <a:gd name="T97" fmla="*/ 3084 h 3956"/>
              <a:gd name="T98" fmla="*/ 522 w 3986"/>
              <a:gd name="T99" fmla="*/ 2935 h 3956"/>
              <a:gd name="T100" fmla="*/ 680 w 3986"/>
              <a:gd name="T101" fmla="*/ 2778 h 3956"/>
              <a:gd name="T102" fmla="*/ 828 w 3986"/>
              <a:gd name="T103" fmla="*/ 2631 h 3956"/>
              <a:gd name="T104" fmla="*/ 949 w 3986"/>
              <a:gd name="T105" fmla="*/ 2511 h 3956"/>
              <a:gd name="T106" fmla="*/ 991 w 3986"/>
              <a:gd name="T107" fmla="*/ 2441 h 3956"/>
              <a:gd name="T108" fmla="*/ 983 w 3986"/>
              <a:gd name="T109" fmla="*/ 2407 h 3956"/>
              <a:gd name="T110" fmla="*/ 818 w 3986"/>
              <a:gd name="T111" fmla="*/ 2039 h 3956"/>
              <a:gd name="T112" fmla="*/ 754 w 3986"/>
              <a:gd name="T113" fmla="*/ 1650 h 3956"/>
              <a:gd name="T114" fmla="*/ 788 w 3986"/>
              <a:gd name="T115" fmla="*/ 1260 h 3956"/>
              <a:gd name="T116" fmla="*/ 921 w 3986"/>
              <a:gd name="T117" fmla="*/ 887 h 3956"/>
              <a:gd name="T118" fmla="*/ 1152 w 3986"/>
              <a:gd name="T119" fmla="*/ 547 h 3956"/>
              <a:gd name="T120" fmla="*/ 1458 w 3986"/>
              <a:gd name="T121" fmla="*/ 278 h 3956"/>
              <a:gd name="T122" fmla="*/ 1806 w 3986"/>
              <a:gd name="T123" fmla="*/ 100 h 3956"/>
              <a:gd name="T124" fmla="*/ 2178 w 3986"/>
              <a:gd name="T125" fmla="*/ 11 h 3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86" h="3956">
                <a:moveTo>
                  <a:pt x="2369" y="419"/>
                </a:moveTo>
                <a:lnTo>
                  <a:pt x="2286" y="421"/>
                </a:lnTo>
                <a:lnTo>
                  <a:pt x="2202" y="430"/>
                </a:lnTo>
                <a:lnTo>
                  <a:pt x="2120" y="444"/>
                </a:lnTo>
                <a:lnTo>
                  <a:pt x="2038" y="465"/>
                </a:lnTo>
                <a:lnTo>
                  <a:pt x="1959" y="490"/>
                </a:lnTo>
                <a:lnTo>
                  <a:pt x="1880" y="521"/>
                </a:lnTo>
                <a:lnTo>
                  <a:pt x="1803" y="559"/>
                </a:lnTo>
                <a:lnTo>
                  <a:pt x="1729" y="602"/>
                </a:lnTo>
                <a:lnTo>
                  <a:pt x="1658" y="651"/>
                </a:lnTo>
                <a:lnTo>
                  <a:pt x="1589" y="705"/>
                </a:lnTo>
                <a:lnTo>
                  <a:pt x="1524" y="765"/>
                </a:lnTo>
                <a:lnTo>
                  <a:pt x="1463" y="830"/>
                </a:lnTo>
                <a:lnTo>
                  <a:pt x="1408" y="898"/>
                </a:lnTo>
                <a:lnTo>
                  <a:pt x="1360" y="969"/>
                </a:lnTo>
                <a:lnTo>
                  <a:pt x="1316" y="1043"/>
                </a:lnTo>
                <a:lnTo>
                  <a:pt x="1278" y="1119"/>
                </a:lnTo>
                <a:lnTo>
                  <a:pt x="1246" y="1197"/>
                </a:lnTo>
                <a:lnTo>
                  <a:pt x="1221" y="1277"/>
                </a:lnTo>
                <a:lnTo>
                  <a:pt x="1200" y="1358"/>
                </a:lnTo>
                <a:lnTo>
                  <a:pt x="1186" y="1439"/>
                </a:lnTo>
                <a:lnTo>
                  <a:pt x="1177" y="1522"/>
                </a:lnTo>
                <a:lnTo>
                  <a:pt x="1175" y="1604"/>
                </a:lnTo>
                <a:lnTo>
                  <a:pt x="1177" y="1688"/>
                </a:lnTo>
                <a:lnTo>
                  <a:pt x="1186" y="1770"/>
                </a:lnTo>
                <a:lnTo>
                  <a:pt x="1200" y="1852"/>
                </a:lnTo>
                <a:lnTo>
                  <a:pt x="1221" y="1933"/>
                </a:lnTo>
                <a:lnTo>
                  <a:pt x="1246" y="2012"/>
                </a:lnTo>
                <a:lnTo>
                  <a:pt x="1278" y="2090"/>
                </a:lnTo>
                <a:lnTo>
                  <a:pt x="1316" y="2166"/>
                </a:lnTo>
                <a:lnTo>
                  <a:pt x="1360" y="2239"/>
                </a:lnTo>
                <a:lnTo>
                  <a:pt x="1408" y="2311"/>
                </a:lnTo>
                <a:lnTo>
                  <a:pt x="1463" y="2379"/>
                </a:lnTo>
                <a:lnTo>
                  <a:pt x="1524" y="2443"/>
                </a:lnTo>
                <a:lnTo>
                  <a:pt x="1589" y="2504"/>
                </a:lnTo>
                <a:lnTo>
                  <a:pt x="1658" y="2558"/>
                </a:lnTo>
                <a:lnTo>
                  <a:pt x="1729" y="2608"/>
                </a:lnTo>
                <a:lnTo>
                  <a:pt x="1803" y="2650"/>
                </a:lnTo>
                <a:lnTo>
                  <a:pt x="1880" y="2687"/>
                </a:lnTo>
                <a:lnTo>
                  <a:pt x="1959" y="2719"/>
                </a:lnTo>
                <a:lnTo>
                  <a:pt x="2038" y="2745"/>
                </a:lnTo>
                <a:lnTo>
                  <a:pt x="2120" y="2765"/>
                </a:lnTo>
                <a:lnTo>
                  <a:pt x="2202" y="2779"/>
                </a:lnTo>
                <a:lnTo>
                  <a:pt x="2286" y="2787"/>
                </a:lnTo>
                <a:lnTo>
                  <a:pt x="2369" y="2791"/>
                </a:lnTo>
                <a:lnTo>
                  <a:pt x="2453" y="2787"/>
                </a:lnTo>
                <a:lnTo>
                  <a:pt x="2536" y="2779"/>
                </a:lnTo>
                <a:lnTo>
                  <a:pt x="2618" y="2765"/>
                </a:lnTo>
                <a:lnTo>
                  <a:pt x="2700" y="2745"/>
                </a:lnTo>
                <a:lnTo>
                  <a:pt x="2780" y="2719"/>
                </a:lnTo>
                <a:lnTo>
                  <a:pt x="2858" y="2687"/>
                </a:lnTo>
                <a:lnTo>
                  <a:pt x="2934" y="2650"/>
                </a:lnTo>
                <a:lnTo>
                  <a:pt x="3009" y="2608"/>
                </a:lnTo>
                <a:lnTo>
                  <a:pt x="3080" y="2558"/>
                </a:lnTo>
                <a:lnTo>
                  <a:pt x="3148" y="2504"/>
                </a:lnTo>
                <a:lnTo>
                  <a:pt x="3214" y="2443"/>
                </a:lnTo>
                <a:lnTo>
                  <a:pt x="3275" y="2379"/>
                </a:lnTo>
                <a:lnTo>
                  <a:pt x="3330" y="2311"/>
                </a:lnTo>
                <a:lnTo>
                  <a:pt x="3378" y="2239"/>
                </a:lnTo>
                <a:lnTo>
                  <a:pt x="3422" y="2166"/>
                </a:lnTo>
                <a:lnTo>
                  <a:pt x="3460" y="2090"/>
                </a:lnTo>
                <a:lnTo>
                  <a:pt x="3491" y="2012"/>
                </a:lnTo>
                <a:lnTo>
                  <a:pt x="3517" y="1933"/>
                </a:lnTo>
                <a:lnTo>
                  <a:pt x="3538" y="1852"/>
                </a:lnTo>
                <a:lnTo>
                  <a:pt x="3552" y="1770"/>
                </a:lnTo>
                <a:lnTo>
                  <a:pt x="3561" y="1688"/>
                </a:lnTo>
                <a:lnTo>
                  <a:pt x="3563" y="1604"/>
                </a:lnTo>
                <a:lnTo>
                  <a:pt x="3561" y="1522"/>
                </a:lnTo>
                <a:lnTo>
                  <a:pt x="3552" y="1439"/>
                </a:lnTo>
                <a:lnTo>
                  <a:pt x="3538" y="1358"/>
                </a:lnTo>
                <a:lnTo>
                  <a:pt x="3517" y="1277"/>
                </a:lnTo>
                <a:lnTo>
                  <a:pt x="3491" y="1197"/>
                </a:lnTo>
                <a:lnTo>
                  <a:pt x="3460" y="1119"/>
                </a:lnTo>
                <a:lnTo>
                  <a:pt x="3422" y="1043"/>
                </a:lnTo>
                <a:lnTo>
                  <a:pt x="3378" y="969"/>
                </a:lnTo>
                <a:lnTo>
                  <a:pt x="3330" y="898"/>
                </a:lnTo>
                <a:lnTo>
                  <a:pt x="3275" y="830"/>
                </a:lnTo>
                <a:lnTo>
                  <a:pt x="3214" y="765"/>
                </a:lnTo>
                <a:lnTo>
                  <a:pt x="3148" y="705"/>
                </a:lnTo>
                <a:lnTo>
                  <a:pt x="3080" y="651"/>
                </a:lnTo>
                <a:lnTo>
                  <a:pt x="3009" y="602"/>
                </a:lnTo>
                <a:lnTo>
                  <a:pt x="2934" y="559"/>
                </a:lnTo>
                <a:lnTo>
                  <a:pt x="2858" y="521"/>
                </a:lnTo>
                <a:lnTo>
                  <a:pt x="2780" y="490"/>
                </a:lnTo>
                <a:lnTo>
                  <a:pt x="2700" y="465"/>
                </a:lnTo>
                <a:lnTo>
                  <a:pt x="2618" y="444"/>
                </a:lnTo>
                <a:lnTo>
                  <a:pt x="2536" y="430"/>
                </a:lnTo>
                <a:lnTo>
                  <a:pt x="2453" y="421"/>
                </a:lnTo>
                <a:lnTo>
                  <a:pt x="2369" y="419"/>
                </a:lnTo>
                <a:close/>
                <a:moveTo>
                  <a:pt x="2369" y="0"/>
                </a:moveTo>
                <a:lnTo>
                  <a:pt x="2465" y="2"/>
                </a:lnTo>
                <a:lnTo>
                  <a:pt x="2560" y="11"/>
                </a:lnTo>
                <a:lnTo>
                  <a:pt x="2655" y="24"/>
                </a:lnTo>
                <a:lnTo>
                  <a:pt x="2748" y="45"/>
                </a:lnTo>
                <a:lnTo>
                  <a:pt x="2842" y="69"/>
                </a:lnTo>
                <a:lnTo>
                  <a:pt x="2933" y="100"/>
                </a:lnTo>
                <a:lnTo>
                  <a:pt x="3023" y="136"/>
                </a:lnTo>
                <a:lnTo>
                  <a:pt x="3111" y="177"/>
                </a:lnTo>
                <a:lnTo>
                  <a:pt x="3197" y="224"/>
                </a:lnTo>
                <a:lnTo>
                  <a:pt x="3280" y="278"/>
                </a:lnTo>
                <a:lnTo>
                  <a:pt x="3360" y="335"/>
                </a:lnTo>
                <a:lnTo>
                  <a:pt x="3438" y="399"/>
                </a:lnTo>
                <a:lnTo>
                  <a:pt x="3513" y="469"/>
                </a:lnTo>
                <a:lnTo>
                  <a:pt x="3583" y="543"/>
                </a:lnTo>
                <a:lnTo>
                  <a:pt x="3647" y="620"/>
                </a:lnTo>
                <a:lnTo>
                  <a:pt x="3705" y="700"/>
                </a:lnTo>
                <a:lnTo>
                  <a:pt x="3759" y="783"/>
                </a:lnTo>
                <a:lnTo>
                  <a:pt x="3806" y="868"/>
                </a:lnTo>
                <a:lnTo>
                  <a:pt x="3849" y="956"/>
                </a:lnTo>
                <a:lnTo>
                  <a:pt x="3885" y="1045"/>
                </a:lnTo>
                <a:lnTo>
                  <a:pt x="3916" y="1136"/>
                </a:lnTo>
                <a:lnTo>
                  <a:pt x="3941" y="1228"/>
                </a:lnTo>
                <a:lnTo>
                  <a:pt x="3961" y="1321"/>
                </a:lnTo>
                <a:lnTo>
                  <a:pt x="3974" y="1415"/>
                </a:lnTo>
                <a:lnTo>
                  <a:pt x="3983" y="1510"/>
                </a:lnTo>
                <a:lnTo>
                  <a:pt x="3986" y="1604"/>
                </a:lnTo>
                <a:lnTo>
                  <a:pt x="3983" y="1700"/>
                </a:lnTo>
                <a:lnTo>
                  <a:pt x="3974" y="1794"/>
                </a:lnTo>
                <a:lnTo>
                  <a:pt x="3961" y="1888"/>
                </a:lnTo>
                <a:lnTo>
                  <a:pt x="3941" y="1981"/>
                </a:lnTo>
                <a:lnTo>
                  <a:pt x="3916" y="2074"/>
                </a:lnTo>
                <a:lnTo>
                  <a:pt x="3885" y="2165"/>
                </a:lnTo>
                <a:lnTo>
                  <a:pt x="3849" y="2254"/>
                </a:lnTo>
                <a:lnTo>
                  <a:pt x="3806" y="2341"/>
                </a:lnTo>
                <a:lnTo>
                  <a:pt x="3759" y="2426"/>
                </a:lnTo>
                <a:lnTo>
                  <a:pt x="3705" y="2509"/>
                </a:lnTo>
                <a:lnTo>
                  <a:pt x="3647" y="2589"/>
                </a:lnTo>
                <a:lnTo>
                  <a:pt x="3583" y="2667"/>
                </a:lnTo>
                <a:lnTo>
                  <a:pt x="3513" y="2740"/>
                </a:lnTo>
                <a:lnTo>
                  <a:pt x="3434" y="2813"/>
                </a:lnTo>
                <a:lnTo>
                  <a:pt x="3353" y="2879"/>
                </a:lnTo>
                <a:lnTo>
                  <a:pt x="3269" y="2941"/>
                </a:lnTo>
                <a:lnTo>
                  <a:pt x="3181" y="2995"/>
                </a:lnTo>
                <a:lnTo>
                  <a:pt x="3092" y="3043"/>
                </a:lnTo>
                <a:lnTo>
                  <a:pt x="3000" y="3086"/>
                </a:lnTo>
                <a:lnTo>
                  <a:pt x="2906" y="3121"/>
                </a:lnTo>
                <a:lnTo>
                  <a:pt x="2812" y="3151"/>
                </a:lnTo>
                <a:lnTo>
                  <a:pt x="2715" y="3175"/>
                </a:lnTo>
                <a:lnTo>
                  <a:pt x="2618" y="3192"/>
                </a:lnTo>
                <a:lnTo>
                  <a:pt x="2520" y="3204"/>
                </a:lnTo>
                <a:lnTo>
                  <a:pt x="2421" y="3209"/>
                </a:lnTo>
                <a:lnTo>
                  <a:pt x="2323" y="3209"/>
                </a:lnTo>
                <a:lnTo>
                  <a:pt x="2224" y="3202"/>
                </a:lnTo>
                <a:lnTo>
                  <a:pt x="2126" y="3188"/>
                </a:lnTo>
                <a:lnTo>
                  <a:pt x="2028" y="3169"/>
                </a:lnTo>
                <a:lnTo>
                  <a:pt x="1932" y="3144"/>
                </a:lnTo>
                <a:lnTo>
                  <a:pt x="1836" y="3112"/>
                </a:lnTo>
                <a:lnTo>
                  <a:pt x="1743" y="3075"/>
                </a:lnTo>
                <a:lnTo>
                  <a:pt x="1650" y="3031"/>
                </a:lnTo>
                <a:lnTo>
                  <a:pt x="1560" y="2982"/>
                </a:lnTo>
                <a:lnTo>
                  <a:pt x="1558" y="2981"/>
                </a:lnTo>
                <a:lnTo>
                  <a:pt x="1550" y="2977"/>
                </a:lnTo>
                <a:lnTo>
                  <a:pt x="1540" y="2975"/>
                </a:lnTo>
                <a:lnTo>
                  <a:pt x="1526" y="2972"/>
                </a:lnTo>
                <a:lnTo>
                  <a:pt x="1510" y="2975"/>
                </a:lnTo>
                <a:lnTo>
                  <a:pt x="1495" y="2981"/>
                </a:lnTo>
                <a:lnTo>
                  <a:pt x="1478" y="2993"/>
                </a:lnTo>
                <a:lnTo>
                  <a:pt x="654" y="3810"/>
                </a:lnTo>
                <a:lnTo>
                  <a:pt x="615" y="3846"/>
                </a:lnTo>
                <a:lnTo>
                  <a:pt x="574" y="3876"/>
                </a:lnTo>
                <a:lnTo>
                  <a:pt x="533" y="3903"/>
                </a:lnTo>
                <a:lnTo>
                  <a:pt x="489" y="3924"/>
                </a:lnTo>
                <a:lnTo>
                  <a:pt x="444" y="3940"/>
                </a:lnTo>
                <a:lnTo>
                  <a:pt x="400" y="3951"/>
                </a:lnTo>
                <a:lnTo>
                  <a:pt x="355" y="3956"/>
                </a:lnTo>
                <a:lnTo>
                  <a:pt x="311" y="3956"/>
                </a:lnTo>
                <a:lnTo>
                  <a:pt x="269" y="3950"/>
                </a:lnTo>
                <a:lnTo>
                  <a:pt x="227" y="3939"/>
                </a:lnTo>
                <a:lnTo>
                  <a:pt x="187" y="3921"/>
                </a:lnTo>
                <a:lnTo>
                  <a:pt x="150" y="3898"/>
                </a:lnTo>
                <a:lnTo>
                  <a:pt x="114" y="3868"/>
                </a:lnTo>
                <a:lnTo>
                  <a:pt x="90" y="3843"/>
                </a:lnTo>
                <a:lnTo>
                  <a:pt x="60" y="3808"/>
                </a:lnTo>
                <a:lnTo>
                  <a:pt x="35" y="3770"/>
                </a:lnTo>
                <a:lnTo>
                  <a:pt x="17" y="3732"/>
                </a:lnTo>
                <a:lnTo>
                  <a:pt x="6" y="3689"/>
                </a:lnTo>
                <a:lnTo>
                  <a:pt x="0" y="3647"/>
                </a:lnTo>
                <a:lnTo>
                  <a:pt x="0" y="3604"/>
                </a:lnTo>
                <a:lnTo>
                  <a:pt x="6" y="3560"/>
                </a:lnTo>
                <a:lnTo>
                  <a:pt x="17" y="3515"/>
                </a:lnTo>
                <a:lnTo>
                  <a:pt x="33" y="3472"/>
                </a:lnTo>
                <a:lnTo>
                  <a:pt x="55" y="3429"/>
                </a:lnTo>
                <a:lnTo>
                  <a:pt x="80" y="3386"/>
                </a:lnTo>
                <a:lnTo>
                  <a:pt x="112" y="3345"/>
                </a:lnTo>
                <a:lnTo>
                  <a:pt x="147" y="3307"/>
                </a:lnTo>
                <a:lnTo>
                  <a:pt x="150" y="3304"/>
                </a:lnTo>
                <a:lnTo>
                  <a:pt x="157" y="3298"/>
                </a:lnTo>
                <a:lnTo>
                  <a:pt x="168" y="3287"/>
                </a:lnTo>
                <a:lnTo>
                  <a:pt x="182" y="3273"/>
                </a:lnTo>
                <a:lnTo>
                  <a:pt x="201" y="3253"/>
                </a:lnTo>
                <a:lnTo>
                  <a:pt x="223" y="3233"/>
                </a:lnTo>
                <a:lnTo>
                  <a:pt x="247" y="3208"/>
                </a:lnTo>
                <a:lnTo>
                  <a:pt x="275" y="3180"/>
                </a:lnTo>
                <a:lnTo>
                  <a:pt x="305" y="3151"/>
                </a:lnTo>
                <a:lnTo>
                  <a:pt x="337" y="3118"/>
                </a:lnTo>
                <a:lnTo>
                  <a:pt x="371" y="3084"/>
                </a:lnTo>
                <a:lnTo>
                  <a:pt x="407" y="3049"/>
                </a:lnTo>
                <a:lnTo>
                  <a:pt x="444" y="3012"/>
                </a:lnTo>
                <a:lnTo>
                  <a:pt x="483" y="2975"/>
                </a:lnTo>
                <a:lnTo>
                  <a:pt x="522" y="2935"/>
                </a:lnTo>
                <a:lnTo>
                  <a:pt x="562" y="2896"/>
                </a:lnTo>
                <a:lnTo>
                  <a:pt x="601" y="2856"/>
                </a:lnTo>
                <a:lnTo>
                  <a:pt x="641" y="2818"/>
                </a:lnTo>
                <a:lnTo>
                  <a:pt x="680" y="2778"/>
                </a:lnTo>
                <a:lnTo>
                  <a:pt x="719" y="2739"/>
                </a:lnTo>
                <a:lnTo>
                  <a:pt x="756" y="2702"/>
                </a:lnTo>
                <a:lnTo>
                  <a:pt x="793" y="2666"/>
                </a:lnTo>
                <a:lnTo>
                  <a:pt x="828" y="2631"/>
                </a:lnTo>
                <a:lnTo>
                  <a:pt x="862" y="2598"/>
                </a:lnTo>
                <a:lnTo>
                  <a:pt x="894" y="2567"/>
                </a:lnTo>
                <a:lnTo>
                  <a:pt x="923" y="2538"/>
                </a:lnTo>
                <a:lnTo>
                  <a:pt x="949" y="2511"/>
                </a:lnTo>
                <a:lnTo>
                  <a:pt x="973" y="2488"/>
                </a:lnTo>
                <a:lnTo>
                  <a:pt x="985" y="2472"/>
                </a:lnTo>
                <a:lnTo>
                  <a:pt x="990" y="2455"/>
                </a:lnTo>
                <a:lnTo>
                  <a:pt x="991" y="2441"/>
                </a:lnTo>
                <a:lnTo>
                  <a:pt x="990" y="2428"/>
                </a:lnTo>
                <a:lnTo>
                  <a:pt x="986" y="2417"/>
                </a:lnTo>
                <a:lnTo>
                  <a:pt x="984" y="2410"/>
                </a:lnTo>
                <a:lnTo>
                  <a:pt x="983" y="2407"/>
                </a:lnTo>
                <a:lnTo>
                  <a:pt x="932" y="2318"/>
                </a:lnTo>
                <a:lnTo>
                  <a:pt x="888" y="2226"/>
                </a:lnTo>
                <a:lnTo>
                  <a:pt x="850" y="2133"/>
                </a:lnTo>
                <a:lnTo>
                  <a:pt x="818" y="2039"/>
                </a:lnTo>
                <a:lnTo>
                  <a:pt x="793" y="1942"/>
                </a:lnTo>
                <a:lnTo>
                  <a:pt x="773" y="1846"/>
                </a:lnTo>
                <a:lnTo>
                  <a:pt x="760" y="1749"/>
                </a:lnTo>
                <a:lnTo>
                  <a:pt x="754" y="1650"/>
                </a:lnTo>
                <a:lnTo>
                  <a:pt x="753" y="1552"/>
                </a:lnTo>
                <a:lnTo>
                  <a:pt x="758" y="1455"/>
                </a:lnTo>
                <a:lnTo>
                  <a:pt x="770" y="1357"/>
                </a:lnTo>
                <a:lnTo>
                  <a:pt x="788" y="1260"/>
                </a:lnTo>
                <a:lnTo>
                  <a:pt x="811" y="1165"/>
                </a:lnTo>
                <a:lnTo>
                  <a:pt x="842" y="1071"/>
                </a:lnTo>
                <a:lnTo>
                  <a:pt x="878" y="978"/>
                </a:lnTo>
                <a:lnTo>
                  <a:pt x="921" y="887"/>
                </a:lnTo>
                <a:lnTo>
                  <a:pt x="969" y="798"/>
                </a:lnTo>
                <a:lnTo>
                  <a:pt x="1024" y="711"/>
                </a:lnTo>
                <a:lnTo>
                  <a:pt x="1085" y="628"/>
                </a:lnTo>
                <a:lnTo>
                  <a:pt x="1152" y="547"/>
                </a:lnTo>
                <a:lnTo>
                  <a:pt x="1226" y="469"/>
                </a:lnTo>
                <a:lnTo>
                  <a:pt x="1300" y="399"/>
                </a:lnTo>
                <a:lnTo>
                  <a:pt x="1378" y="335"/>
                </a:lnTo>
                <a:lnTo>
                  <a:pt x="1458" y="278"/>
                </a:lnTo>
                <a:lnTo>
                  <a:pt x="1542" y="224"/>
                </a:lnTo>
                <a:lnTo>
                  <a:pt x="1627" y="177"/>
                </a:lnTo>
                <a:lnTo>
                  <a:pt x="1716" y="136"/>
                </a:lnTo>
                <a:lnTo>
                  <a:pt x="1806" y="100"/>
                </a:lnTo>
                <a:lnTo>
                  <a:pt x="1897" y="69"/>
                </a:lnTo>
                <a:lnTo>
                  <a:pt x="1989" y="45"/>
                </a:lnTo>
                <a:lnTo>
                  <a:pt x="2083" y="24"/>
                </a:lnTo>
                <a:lnTo>
                  <a:pt x="2178" y="11"/>
                </a:lnTo>
                <a:lnTo>
                  <a:pt x="2274" y="2"/>
                </a:lnTo>
                <a:lnTo>
                  <a:pt x="236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Oval 19">
            <a:extLst>
              <a:ext uri="{FF2B5EF4-FFF2-40B4-BE49-F238E27FC236}">
                <a16:creationId xmlns:a16="http://schemas.microsoft.com/office/drawing/2014/main" id="{FCAA7F1D-5452-AE08-D24C-F38A9A182F6B}"/>
              </a:ext>
            </a:extLst>
          </p:cNvPr>
          <p:cNvSpPr/>
          <p:nvPr/>
        </p:nvSpPr>
        <p:spPr bwMode="auto">
          <a:xfrm>
            <a:off x="4079407" y="1070610"/>
            <a:ext cx="971550" cy="971550"/>
          </a:xfrm>
          <a:prstGeom prst="ellipse">
            <a:avLst/>
          </a:prstGeom>
          <a:solidFill>
            <a:schemeClr val="accent2"/>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22" name="Oval 21">
            <a:extLst>
              <a:ext uri="{FF2B5EF4-FFF2-40B4-BE49-F238E27FC236}">
                <a16:creationId xmlns:a16="http://schemas.microsoft.com/office/drawing/2014/main" id="{A5217EE6-A7BE-D975-B8D2-FECE4B8673E2}"/>
              </a:ext>
            </a:extLst>
          </p:cNvPr>
          <p:cNvSpPr/>
          <p:nvPr/>
        </p:nvSpPr>
        <p:spPr bwMode="auto">
          <a:xfrm>
            <a:off x="6930089" y="1070610"/>
            <a:ext cx="971550" cy="971550"/>
          </a:xfrm>
          <a:prstGeom prst="ellipse">
            <a:avLst/>
          </a:prstGeom>
          <a:solidFill>
            <a:schemeClr val="accent3"/>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23" name="Inhaltsplatzhalter 4">
            <a:extLst>
              <a:ext uri="{FF2B5EF4-FFF2-40B4-BE49-F238E27FC236}">
                <a16:creationId xmlns:a16="http://schemas.microsoft.com/office/drawing/2014/main" id="{DA49242D-8B70-265C-CF15-979048286989}"/>
              </a:ext>
            </a:extLst>
          </p:cNvPr>
          <p:cNvSpPr txBox="1">
            <a:spLocks/>
          </p:cNvSpPr>
          <p:nvPr/>
        </p:nvSpPr>
        <p:spPr>
          <a:xfrm>
            <a:off x="6168090" y="2107793"/>
            <a:ext cx="2495549" cy="328295"/>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1600" b="1">
                <a:latin typeface="+mj-lt"/>
              </a:rPr>
              <a:t>Classifier</a:t>
            </a:r>
            <a:endParaRPr lang="en-US" sz="1100">
              <a:latin typeface="+mj-lt"/>
            </a:endParaRPr>
          </a:p>
        </p:txBody>
      </p:sp>
      <p:grpSp>
        <p:nvGrpSpPr>
          <p:cNvPr id="24" name="Group 23">
            <a:extLst>
              <a:ext uri="{FF2B5EF4-FFF2-40B4-BE49-F238E27FC236}">
                <a16:creationId xmlns:a16="http://schemas.microsoft.com/office/drawing/2014/main" id="{E33EE481-8B74-421E-1030-6AC1849BF0D0}"/>
              </a:ext>
            </a:extLst>
          </p:cNvPr>
          <p:cNvGrpSpPr/>
          <p:nvPr/>
        </p:nvGrpSpPr>
        <p:grpSpPr>
          <a:xfrm>
            <a:off x="4294492" y="1343660"/>
            <a:ext cx="541376" cy="425450"/>
            <a:chOff x="-650875" y="1612900"/>
            <a:chExt cx="1482725" cy="1165226"/>
          </a:xfrm>
          <a:solidFill>
            <a:schemeClr val="bg1"/>
          </a:solidFill>
        </p:grpSpPr>
        <p:sp>
          <p:nvSpPr>
            <p:cNvPr id="25" name="Freeform 6">
              <a:extLst>
                <a:ext uri="{FF2B5EF4-FFF2-40B4-BE49-F238E27FC236}">
                  <a16:creationId xmlns:a16="http://schemas.microsoft.com/office/drawing/2014/main" id="{0FC228DB-AEDC-FAAF-27EC-F1F5B0A4980A}"/>
                </a:ext>
              </a:extLst>
            </p:cNvPr>
            <p:cNvSpPr>
              <a:spLocks noEditPoints="1"/>
            </p:cNvSpPr>
            <p:nvPr/>
          </p:nvSpPr>
          <p:spPr bwMode="auto">
            <a:xfrm>
              <a:off x="-650875" y="1612900"/>
              <a:ext cx="1165225" cy="952500"/>
            </a:xfrm>
            <a:custGeom>
              <a:avLst/>
              <a:gdLst>
                <a:gd name="T0" fmla="*/ 1160 w 2936"/>
                <a:gd name="T1" fmla="*/ 294 h 2402"/>
                <a:gd name="T2" fmla="*/ 795 w 2936"/>
                <a:gd name="T3" fmla="*/ 407 h 2402"/>
                <a:gd name="T4" fmla="*/ 533 w 2936"/>
                <a:gd name="T5" fmla="*/ 569 h 2402"/>
                <a:gd name="T6" fmla="*/ 351 w 2936"/>
                <a:gd name="T7" fmla="*/ 777 h 2402"/>
                <a:gd name="T8" fmla="*/ 270 w 2936"/>
                <a:gd name="T9" fmla="*/ 1007 h 2402"/>
                <a:gd name="T10" fmla="*/ 295 w 2936"/>
                <a:gd name="T11" fmla="*/ 1235 h 2402"/>
                <a:gd name="T12" fmla="*/ 416 w 2936"/>
                <a:gd name="T13" fmla="*/ 1449 h 2402"/>
                <a:gd name="T14" fmla="*/ 624 w 2936"/>
                <a:gd name="T15" fmla="*/ 1632 h 2402"/>
                <a:gd name="T16" fmla="*/ 885 w 2936"/>
                <a:gd name="T17" fmla="*/ 1923 h 2402"/>
                <a:gd name="T18" fmla="*/ 1257 w 2936"/>
                <a:gd name="T19" fmla="*/ 1855 h 2402"/>
                <a:gd name="T20" fmla="*/ 1677 w 2936"/>
                <a:gd name="T21" fmla="*/ 1856 h 2402"/>
                <a:gd name="T22" fmla="*/ 2065 w 2936"/>
                <a:gd name="T23" fmla="*/ 1760 h 2402"/>
                <a:gd name="T24" fmla="*/ 2345 w 2936"/>
                <a:gd name="T25" fmla="*/ 1611 h 2402"/>
                <a:gd name="T26" fmla="*/ 2549 w 2936"/>
                <a:gd name="T27" fmla="*/ 1412 h 2402"/>
                <a:gd name="T28" fmla="*/ 2656 w 2936"/>
                <a:gd name="T29" fmla="*/ 1187 h 2402"/>
                <a:gd name="T30" fmla="*/ 2656 w 2936"/>
                <a:gd name="T31" fmla="*/ 948 h 2402"/>
                <a:gd name="T32" fmla="*/ 2549 w 2936"/>
                <a:gd name="T33" fmla="*/ 723 h 2402"/>
                <a:gd name="T34" fmla="*/ 2345 w 2936"/>
                <a:gd name="T35" fmla="*/ 524 h 2402"/>
                <a:gd name="T36" fmla="*/ 2065 w 2936"/>
                <a:gd name="T37" fmla="*/ 375 h 2402"/>
                <a:gd name="T38" fmla="*/ 1677 w 2936"/>
                <a:gd name="T39" fmla="*/ 279 h 2402"/>
                <a:gd name="T40" fmla="*/ 1468 w 2936"/>
                <a:gd name="T41" fmla="*/ 0 h 2402"/>
                <a:gd name="T42" fmla="*/ 1904 w 2936"/>
                <a:gd name="T43" fmla="*/ 46 h 2402"/>
                <a:gd name="T44" fmla="*/ 2288 w 2936"/>
                <a:gd name="T45" fmla="*/ 180 h 2402"/>
                <a:gd name="T46" fmla="*/ 2573 w 2936"/>
                <a:gd name="T47" fmla="*/ 362 h 2402"/>
                <a:gd name="T48" fmla="*/ 2786 w 2936"/>
                <a:gd name="T49" fmla="*/ 593 h 2402"/>
                <a:gd name="T50" fmla="*/ 2909 w 2936"/>
                <a:gd name="T51" fmla="*/ 856 h 2402"/>
                <a:gd name="T52" fmla="*/ 2934 w 2936"/>
                <a:gd name="T53" fmla="*/ 1139 h 2402"/>
                <a:gd name="T54" fmla="*/ 2860 w 2936"/>
                <a:gd name="T55" fmla="*/ 1412 h 2402"/>
                <a:gd name="T56" fmla="*/ 2689 w 2936"/>
                <a:gd name="T57" fmla="*/ 1663 h 2402"/>
                <a:gd name="T58" fmla="*/ 2439 w 2936"/>
                <a:gd name="T59" fmla="*/ 1871 h 2402"/>
                <a:gd name="T60" fmla="*/ 2108 w 2936"/>
                <a:gd name="T61" fmla="*/ 2031 h 2402"/>
                <a:gd name="T62" fmla="*/ 1692 w 2936"/>
                <a:gd name="T63" fmla="*/ 2124 h 2402"/>
                <a:gd name="T64" fmla="*/ 1287 w 2936"/>
                <a:gd name="T65" fmla="*/ 2127 h 2402"/>
                <a:gd name="T66" fmla="*/ 922 w 2936"/>
                <a:gd name="T67" fmla="*/ 2213 h 2402"/>
                <a:gd name="T68" fmla="*/ 522 w 2936"/>
                <a:gd name="T69" fmla="*/ 2369 h 2402"/>
                <a:gd name="T70" fmla="*/ 336 w 2936"/>
                <a:gd name="T71" fmla="*/ 2402 h 2402"/>
                <a:gd name="T72" fmla="*/ 281 w 2936"/>
                <a:gd name="T73" fmla="*/ 2373 h 2402"/>
                <a:gd name="T74" fmla="*/ 267 w 2936"/>
                <a:gd name="T75" fmla="*/ 2328 h 2402"/>
                <a:gd name="T76" fmla="*/ 272 w 2936"/>
                <a:gd name="T77" fmla="*/ 2302 h 2402"/>
                <a:gd name="T78" fmla="*/ 280 w 2936"/>
                <a:gd name="T79" fmla="*/ 2288 h 2402"/>
                <a:gd name="T80" fmla="*/ 289 w 2936"/>
                <a:gd name="T81" fmla="*/ 2274 h 2402"/>
                <a:gd name="T82" fmla="*/ 294 w 2936"/>
                <a:gd name="T83" fmla="*/ 2270 h 2402"/>
                <a:gd name="T84" fmla="*/ 303 w 2936"/>
                <a:gd name="T85" fmla="*/ 2260 h 2402"/>
                <a:gd name="T86" fmla="*/ 311 w 2936"/>
                <a:gd name="T87" fmla="*/ 2250 h 2402"/>
                <a:gd name="T88" fmla="*/ 341 w 2936"/>
                <a:gd name="T89" fmla="*/ 2216 h 2402"/>
                <a:gd name="T90" fmla="*/ 413 w 2936"/>
                <a:gd name="T91" fmla="*/ 2136 h 2402"/>
                <a:gd name="T92" fmla="*/ 488 w 2936"/>
                <a:gd name="T93" fmla="*/ 2036 h 2402"/>
                <a:gd name="T94" fmla="*/ 483 w 2936"/>
                <a:gd name="T95" fmla="*/ 1859 h 2402"/>
                <a:gd name="T96" fmla="*/ 242 w 2936"/>
                <a:gd name="T97" fmla="*/ 1654 h 2402"/>
                <a:gd name="T98" fmla="*/ 76 w 2936"/>
                <a:gd name="T99" fmla="*/ 1407 h 2402"/>
                <a:gd name="T100" fmla="*/ 3 w 2936"/>
                <a:gd name="T101" fmla="*/ 1138 h 2402"/>
                <a:gd name="T102" fmla="*/ 27 w 2936"/>
                <a:gd name="T103" fmla="*/ 856 h 2402"/>
                <a:gd name="T104" fmla="*/ 150 w 2936"/>
                <a:gd name="T105" fmla="*/ 593 h 2402"/>
                <a:gd name="T106" fmla="*/ 363 w 2936"/>
                <a:gd name="T107" fmla="*/ 362 h 2402"/>
                <a:gd name="T108" fmla="*/ 649 w 2936"/>
                <a:gd name="T109" fmla="*/ 180 h 2402"/>
                <a:gd name="T110" fmla="*/ 1032 w 2936"/>
                <a:gd name="T111" fmla="*/ 46 h 2402"/>
                <a:gd name="T112" fmla="*/ 1468 w 2936"/>
                <a:gd name="T113" fmla="*/ 0 h 2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6" h="2402">
                  <a:moveTo>
                    <a:pt x="1468" y="266"/>
                  </a:moveTo>
                  <a:lnTo>
                    <a:pt x="1364" y="270"/>
                  </a:lnTo>
                  <a:lnTo>
                    <a:pt x="1260" y="279"/>
                  </a:lnTo>
                  <a:lnTo>
                    <a:pt x="1160" y="294"/>
                  </a:lnTo>
                  <a:lnTo>
                    <a:pt x="1062" y="315"/>
                  </a:lnTo>
                  <a:lnTo>
                    <a:pt x="965" y="341"/>
                  </a:lnTo>
                  <a:lnTo>
                    <a:pt x="871" y="375"/>
                  </a:lnTo>
                  <a:lnTo>
                    <a:pt x="795" y="407"/>
                  </a:lnTo>
                  <a:lnTo>
                    <a:pt x="723" y="443"/>
                  </a:lnTo>
                  <a:lnTo>
                    <a:pt x="655" y="482"/>
                  </a:lnTo>
                  <a:lnTo>
                    <a:pt x="592" y="524"/>
                  </a:lnTo>
                  <a:lnTo>
                    <a:pt x="533" y="569"/>
                  </a:lnTo>
                  <a:lnTo>
                    <a:pt x="480" y="618"/>
                  </a:lnTo>
                  <a:lnTo>
                    <a:pt x="431" y="669"/>
                  </a:lnTo>
                  <a:lnTo>
                    <a:pt x="387" y="723"/>
                  </a:lnTo>
                  <a:lnTo>
                    <a:pt x="351" y="777"/>
                  </a:lnTo>
                  <a:lnTo>
                    <a:pt x="320" y="833"/>
                  </a:lnTo>
                  <a:lnTo>
                    <a:pt x="297" y="890"/>
                  </a:lnTo>
                  <a:lnTo>
                    <a:pt x="280" y="948"/>
                  </a:lnTo>
                  <a:lnTo>
                    <a:pt x="270" y="1007"/>
                  </a:lnTo>
                  <a:lnTo>
                    <a:pt x="267" y="1067"/>
                  </a:lnTo>
                  <a:lnTo>
                    <a:pt x="270" y="1124"/>
                  </a:lnTo>
                  <a:lnTo>
                    <a:pt x="279" y="1180"/>
                  </a:lnTo>
                  <a:lnTo>
                    <a:pt x="295" y="1235"/>
                  </a:lnTo>
                  <a:lnTo>
                    <a:pt x="317" y="1290"/>
                  </a:lnTo>
                  <a:lnTo>
                    <a:pt x="344" y="1344"/>
                  </a:lnTo>
                  <a:lnTo>
                    <a:pt x="378" y="1398"/>
                  </a:lnTo>
                  <a:lnTo>
                    <a:pt x="416" y="1449"/>
                  </a:lnTo>
                  <a:lnTo>
                    <a:pt x="461" y="1499"/>
                  </a:lnTo>
                  <a:lnTo>
                    <a:pt x="511" y="1545"/>
                  </a:lnTo>
                  <a:lnTo>
                    <a:pt x="565" y="1589"/>
                  </a:lnTo>
                  <a:lnTo>
                    <a:pt x="624" y="1632"/>
                  </a:lnTo>
                  <a:lnTo>
                    <a:pt x="689" y="1672"/>
                  </a:lnTo>
                  <a:lnTo>
                    <a:pt x="891" y="1789"/>
                  </a:lnTo>
                  <a:lnTo>
                    <a:pt x="818" y="1964"/>
                  </a:lnTo>
                  <a:lnTo>
                    <a:pt x="885" y="1923"/>
                  </a:lnTo>
                  <a:lnTo>
                    <a:pt x="947" y="1883"/>
                  </a:lnTo>
                  <a:lnTo>
                    <a:pt x="1039" y="1819"/>
                  </a:lnTo>
                  <a:lnTo>
                    <a:pt x="1149" y="1839"/>
                  </a:lnTo>
                  <a:lnTo>
                    <a:pt x="1257" y="1855"/>
                  </a:lnTo>
                  <a:lnTo>
                    <a:pt x="1364" y="1865"/>
                  </a:lnTo>
                  <a:lnTo>
                    <a:pt x="1468" y="1868"/>
                  </a:lnTo>
                  <a:lnTo>
                    <a:pt x="1574" y="1865"/>
                  </a:lnTo>
                  <a:lnTo>
                    <a:pt x="1677" y="1856"/>
                  </a:lnTo>
                  <a:lnTo>
                    <a:pt x="1777" y="1841"/>
                  </a:lnTo>
                  <a:lnTo>
                    <a:pt x="1875" y="1820"/>
                  </a:lnTo>
                  <a:lnTo>
                    <a:pt x="1971" y="1794"/>
                  </a:lnTo>
                  <a:lnTo>
                    <a:pt x="2065" y="1760"/>
                  </a:lnTo>
                  <a:lnTo>
                    <a:pt x="2142" y="1728"/>
                  </a:lnTo>
                  <a:lnTo>
                    <a:pt x="2215" y="1691"/>
                  </a:lnTo>
                  <a:lnTo>
                    <a:pt x="2282" y="1653"/>
                  </a:lnTo>
                  <a:lnTo>
                    <a:pt x="2345" y="1611"/>
                  </a:lnTo>
                  <a:lnTo>
                    <a:pt x="2403" y="1566"/>
                  </a:lnTo>
                  <a:lnTo>
                    <a:pt x="2457" y="1517"/>
                  </a:lnTo>
                  <a:lnTo>
                    <a:pt x="2506" y="1466"/>
                  </a:lnTo>
                  <a:lnTo>
                    <a:pt x="2549" y="1412"/>
                  </a:lnTo>
                  <a:lnTo>
                    <a:pt x="2586" y="1358"/>
                  </a:lnTo>
                  <a:lnTo>
                    <a:pt x="2616" y="1302"/>
                  </a:lnTo>
                  <a:lnTo>
                    <a:pt x="2640" y="1244"/>
                  </a:lnTo>
                  <a:lnTo>
                    <a:pt x="2656" y="1187"/>
                  </a:lnTo>
                  <a:lnTo>
                    <a:pt x="2666" y="1128"/>
                  </a:lnTo>
                  <a:lnTo>
                    <a:pt x="2670" y="1067"/>
                  </a:lnTo>
                  <a:lnTo>
                    <a:pt x="2666" y="1007"/>
                  </a:lnTo>
                  <a:lnTo>
                    <a:pt x="2656" y="948"/>
                  </a:lnTo>
                  <a:lnTo>
                    <a:pt x="2640" y="890"/>
                  </a:lnTo>
                  <a:lnTo>
                    <a:pt x="2616" y="833"/>
                  </a:lnTo>
                  <a:lnTo>
                    <a:pt x="2586" y="777"/>
                  </a:lnTo>
                  <a:lnTo>
                    <a:pt x="2549" y="723"/>
                  </a:lnTo>
                  <a:lnTo>
                    <a:pt x="2506" y="669"/>
                  </a:lnTo>
                  <a:lnTo>
                    <a:pt x="2457" y="618"/>
                  </a:lnTo>
                  <a:lnTo>
                    <a:pt x="2403" y="569"/>
                  </a:lnTo>
                  <a:lnTo>
                    <a:pt x="2345" y="524"/>
                  </a:lnTo>
                  <a:lnTo>
                    <a:pt x="2282" y="482"/>
                  </a:lnTo>
                  <a:lnTo>
                    <a:pt x="2215" y="443"/>
                  </a:lnTo>
                  <a:lnTo>
                    <a:pt x="2142" y="407"/>
                  </a:lnTo>
                  <a:lnTo>
                    <a:pt x="2065" y="375"/>
                  </a:lnTo>
                  <a:lnTo>
                    <a:pt x="1971" y="341"/>
                  </a:lnTo>
                  <a:lnTo>
                    <a:pt x="1875" y="315"/>
                  </a:lnTo>
                  <a:lnTo>
                    <a:pt x="1777" y="294"/>
                  </a:lnTo>
                  <a:lnTo>
                    <a:pt x="1677" y="279"/>
                  </a:lnTo>
                  <a:lnTo>
                    <a:pt x="1574" y="270"/>
                  </a:lnTo>
                  <a:lnTo>
                    <a:pt x="1468" y="266"/>
                  </a:lnTo>
                  <a:close/>
                  <a:moveTo>
                    <a:pt x="1468" y="0"/>
                  </a:moveTo>
                  <a:lnTo>
                    <a:pt x="1468" y="0"/>
                  </a:lnTo>
                  <a:lnTo>
                    <a:pt x="1582" y="2"/>
                  </a:lnTo>
                  <a:lnTo>
                    <a:pt x="1692" y="11"/>
                  </a:lnTo>
                  <a:lnTo>
                    <a:pt x="1799" y="26"/>
                  </a:lnTo>
                  <a:lnTo>
                    <a:pt x="1904" y="46"/>
                  </a:lnTo>
                  <a:lnTo>
                    <a:pt x="2007" y="72"/>
                  </a:lnTo>
                  <a:lnTo>
                    <a:pt x="2108" y="104"/>
                  </a:lnTo>
                  <a:lnTo>
                    <a:pt x="2206" y="143"/>
                  </a:lnTo>
                  <a:lnTo>
                    <a:pt x="2288" y="180"/>
                  </a:lnTo>
                  <a:lnTo>
                    <a:pt x="2367" y="220"/>
                  </a:lnTo>
                  <a:lnTo>
                    <a:pt x="2439" y="264"/>
                  </a:lnTo>
                  <a:lnTo>
                    <a:pt x="2508" y="311"/>
                  </a:lnTo>
                  <a:lnTo>
                    <a:pt x="2573" y="362"/>
                  </a:lnTo>
                  <a:lnTo>
                    <a:pt x="2633" y="415"/>
                  </a:lnTo>
                  <a:lnTo>
                    <a:pt x="2689" y="472"/>
                  </a:lnTo>
                  <a:lnTo>
                    <a:pt x="2741" y="532"/>
                  </a:lnTo>
                  <a:lnTo>
                    <a:pt x="2786" y="593"/>
                  </a:lnTo>
                  <a:lnTo>
                    <a:pt x="2826" y="657"/>
                  </a:lnTo>
                  <a:lnTo>
                    <a:pt x="2860" y="723"/>
                  </a:lnTo>
                  <a:lnTo>
                    <a:pt x="2887" y="788"/>
                  </a:lnTo>
                  <a:lnTo>
                    <a:pt x="2909" y="856"/>
                  </a:lnTo>
                  <a:lnTo>
                    <a:pt x="2925" y="926"/>
                  </a:lnTo>
                  <a:lnTo>
                    <a:pt x="2934" y="996"/>
                  </a:lnTo>
                  <a:lnTo>
                    <a:pt x="2936" y="1067"/>
                  </a:lnTo>
                  <a:lnTo>
                    <a:pt x="2934" y="1139"/>
                  </a:lnTo>
                  <a:lnTo>
                    <a:pt x="2925" y="1209"/>
                  </a:lnTo>
                  <a:lnTo>
                    <a:pt x="2909" y="1278"/>
                  </a:lnTo>
                  <a:lnTo>
                    <a:pt x="2887" y="1347"/>
                  </a:lnTo>
                  <a:lnTo>
                    <a:pt x="2860" y="1412"/>
                  </a:lnTo>
                  <a:lnTo>
                    <a:pt x="2826" y="1478"/>
                  </a:lnTo>
                  <a:lnTo>
                    <a:pt x="2786" y="1542"/>
                  </a:lnTo>
                  <a:lnTo>
                    <a:pt x="2741" y="1603"/>
                  </a:lnTo>
                  <a:lnTo>
                    <a:pt x="2689" y="1663"/>
                  </a:lnTo>
                  <a:lnTo>
                    <a:pt x="2633" y="1720"/>
                  </a:lnTo>
                  <a:lnTo>
                    <a:pt x="2573" y="1773"/>
                  </a:lnTo>
                  <a:lnTo>
                    <a:pt x="2508" y="1824"/>
                  </a:lnTo>
                  <a:lnTo>
                    <a:pt x="2439" y="1871"/>
                  </a:lnTo>
                  <a:lnTo>
                    <a:pt x="2367" y="1915"/>
                  </a:lnTo>
                  <a:lnTo>
                    <a:pt x="2288" y="1955"/>
                  </a:lnTo>
                  <a:lnTo>
                    <a:pt x="2206" y="1992"/>
                  </a:lnTo>
                  <a:lnTo>
                    <a:pt x="2108" y="2031"/>
                  </a:lnTo>
                  <a:lnTo>
                    <a:pt x="2007" y="2062"/>
                  </a:lnTo>
                  <a:lnTo>
                    <a:pt x="1904" y="2089"/>
                  </a:lnTo>
                  <a:lnTo>
                    <a:pt x="1799" y="2109"/>
                  </a:lnTo>
                  <a:lnTo>
                    <a:pt x="1692" y="2124"/>
                  </a:lnTo>
                  <a:lnTo>
                    <a:pt x="1580" y="2133"/>
                  </a:lnTo>
                  <a:lnTo>
                    <a:pt x="1468" y="2135"/>
                  </a:lnTo>
                  <a:lnTo>
                    <a:pt x="1378" y="2133"/>
                  </a:lnTo>
                  <a:lnTo>
                    <a:pt x="1287" y="2127"/>
                  </a:lnTo>
                  <a:lnTo>
                    <a:pt x="1195" y="2117"/>
                  </a:lnTo>
                  <a:lnTo>
                    <a:pt x="1102" y="2102"/>
                  </a:lnTo>
                  <a:lnTo>
                    <a:pt x="1013" y="2160"/>
                  </a:lnTo>
                  <a:lnTo>
                    <a:pt x="922" y="2213"/>
                  </a:lnTo>
                  <a:lnTo>
                    <a:pt x="827" y="2260"/>
                  </a:lnTo>
                  <a:lnTo>
                    <a:pt x="728" y="2302"/>
                  </a:lnTo>
                  <a:lnTo>
                    <a:pt x="626" y="2338"/>
                  </a:lnTo>
                  <a:lnTo>
                    <a:pt x="522" y="2369"/>
                  </a:lnTo>
                  <a:lnTo>
                    <a:pt x="469" y="2381"/>
                  </a:lnTo>
                  <a:lnTo>
                    <a:pt x="408" y="2391"/>
                  </a:lnTo>
                  <a:lnTo>
                    <a:pt x="343" y="2402"/>
                  </a:lnTo>
                  <a:lnTo>
                    <a:pt x="336" y="2402"/>
                  </a:lnTo>
                  <a:lnTo>
                    <a:pt x="321" y="2401"/>
                  </a:lnTo>
                  <a:lnTo>
                    <a:pt x="306" y="2395"/>
                  </a:lnTo>
                  <a:lnTo>
                    <a:pt x="293" y="2386"/>
                  </a:lnTo>
                  <a:lnTo>
                    <a:pt x="281" y="2373"/>
                  </a:lnTo>
                  <a:lnTo>
                    <a:pt x="273" y="2359"/>
                  </a:lnTo>
                  <a:lnTo>
                    <a:pt x="269" y="2342"/>
                  </a:lnTo>
                  <a:lnTo>
                    <a:pt x="268" y="2335"/>
                  </a:lnTo>
                  <a:lnTo>
                    <a:pt x="267" y="2328"/>
                  </a:lnTo>
                  <a:lnTo>
                    <a:pt x="268" y="2321"/>
                  </a:lnTo>
                  <a:lnTo>
                    <a:pt x="268" y="2314"/>
                  </a:lnTo>
                  <a:lnTo>
                    <a:pt x="270" y="2309"/>
                  </a:lnTo>
                  <a:lnTo>
                    <a:pt x="272" y="2302"/>
                  </a:lnTo>
                  <a:lnTo>
                    <a:pt x="277" y="2292"/>
                  </a:lnTo>
                  <a:lnTo>
                    <a:pt x="278" y="2292"/>
                  </a:lnTo>
                  <a:lnTo>
                    <a:pt x="279" y="2291"/>
                  </a:lnTo>
                  <a:lnTo>
                    <a:pt x="280" y="2288"/>
                  </a:lnTo>
                  <a:lnTo>
                    <a:pt x="283" y="2285"/>
                  </a:lnTo>
                  <a:lnTo>
                    <a:pt x="285" y="2280"/>
                  </a:lnTo>
                  <a:lnTo>
                    <a:pt x="287" y="2276"/>
                  </a:lnTo>
                  <a:lnTo>
                    <a:pt x="289" y="2274"/>
                  </a:lnTo>
                  <a:lnTo>
                    <a:pt x="292" y="2271"/>
                  </a:lnTo>
                  <a:lnTo>
                    <a:pt x="293" y="2270"/>
                  </a:lnTo>
                  <a:lnTo>
                    <a:pt x="293" y="2270"/>
                  </a:lnTo>
                  <a:lnTo>
                    <a:pt x="294" y="2270"/>
                  </a:lnTo>
                  <a:lnTo>
                    <a:pt x="295" y="2269"/>
                  </a:lnTo>
                  <a:lnTo>
                    <a:pt x="297" y="2267"/>
                  </a:lnTo>
                  <a:lnTo>
                    <a:pt x="300" y="2263"/>
                  </a:lnTo>
                  <a:lnTo>
                    <a:pt x="303" y="2260"/>
                  </a:lnTo>
                  <a:lnTo>
                    <a:pt x="305" y="2255"/>
                  </a:lnTo>
                  <a:lnTo>
                    <a:pt x="307" y="2252"/>
                  </a:lnTo>
                  <a:lnTo>
                    <a:pt x="310" y="2251"/>
                  </a:lnTo>
                  <a:lnTo>
                    <a:pt x="311" y="2250"/>
                  </a:lnTo>
                  <a:lnTo>
                    <a:pt x="311" y="2250"/>
                  </a:lnTo>
                  <a:lnTo>
                    <a:pt x="318" y="2242"/>
                  </a:lnTo>
                  <a:lnTo>
                    <a:pt x="328" y="2230"/>
                  </a:lnTo>
                  <a:lnTo>
                    <a:pt x="341" y="2216"/>
                  </a:lnTo>
                  <a:lnTo>
                    <a:pt x="359" y="2197"/>
                  </a:lnTo>
                  <a:lnTo>
                    <a:pt x="381" y="2174"/>
                  </a:lnTo>
                  <a:lnTo>
                    <a:pt x="399" y="2153"/>
                  </a:lnTo>
                  <a:lnTo>
                    <a:pt x="413" y="2136"/>
                  </a:lnTo>
                  <a:lnTo>
                    <a:pt x="425" y="2120"/>
                  </a:lnTo>
                  <a:lnTo>
                    <a:pt x="441" y="2100"/>
                  </a:lnTo>
                  <a:lnTo>
                    <a:pt x="459" y="2076"/>
                  </a:lnTo>
                  <a:lnTo>
                    <a:pt x="488" y="2036"/>
                  </a:lnTo>
                  <a:lnTo>
                    <a:pt x="512" y="1996"/>
                  </a:lnTo>
                  <a:lnTo>
                    <a:pt x="533" y="1952"/>
                  </a:lnTo>
                  <a:lnTo>
                    <a:pt x="555" y="1904"/>
                  </a:lnTo>
                  <a:lnTo>
                    <a:pt x="483" y="1859"/>
                  </a:lnTo>
                  <a:lnTo>
                    <a:pt x="416" y="1813"/>
                  </a:lnTo>
                  <a:lnTo>
                    <a:pt x="354" y="1763"/>
                  </a:lnTo>
                  <a:lnTo>
                    <a:pt x="295" y="1710"/>
                  </a:lnTo>
                  <a:lnTo>
                    <a:pt x="242" y="1654"/>
                  </a:lnTo>
                  <a:lnTo>
                    <a:pt x="193" y="1596"/>
                  </a:lnTo>
                  <a:lnTo>
                    <a:pt x="149" y="1535"/>
                  </a:lnTo>
                  <a:lnTo>
                    <a:pt x="109" y="1471"/>
                  </a:lnTo>
                  <a:lnTo>
                    <a:pt x="76" y="1407"/>
                  </a:lnTo>
                  <a:lnTo>
                    <a:pt x="49" y="1342"/>
                  </a:lnTo>
                  <a:lnTo>
                    <a:pt x="27" y="1275"/>
                  </a:lnTo>
                  <a:lnTo>
                    <a:pt x="12" y="1207"/>
                  </a:lnTo>
                  <a:lnTo>
                    <a:pt x="3" y="1138"/>
                  </a:lnTo>
                  <a:lnTo>
                    <a:pt x="0" y="1067"/>
                  </a:lnTo>
                  <a:lnTo>
                    <a:pt x="3" y="996"/>
                  </a:lnTo>
                  <a:lnTo>
                    <a:pt x="12" y="926"/>
                  </a:lnTo>
                  <a:lnTo>
                    <a:pt x="27" y="856"/>
                  </a:lnTo>
                  <a:lnTo>
                    <a:pt x="49" y="788"/>
                  </a:lnTo>
                  <a:lnTo>
                    <a:pt x="77" y="723"/>
                  </a:lnTo>
                  <a:lnTo>
                    <a:pt x="110" y="657"/>
                  </a:lnTo>
                  <a:lnTo>
                    <a:pt x="150" y="593"/>
                  </a:lnTo>
                  <a:lnTo>
                    <a:pt x="196" y="532"/>
                  </a:lnTo>
                  <a:lnTo>
                    <a:pt x="247" y="472"/>
                  </a:lnTo>
                  <a:lnTo>
                    <a:pt x="303" y="415"/>
                  </a:lnTo>
                  <a:lnTo>
                    <a:pt x="363" y="362"/>
                  </a:lnTo>
                  <a:lnTo>
                    <a:pt x="428" y="311"/>
                  </a:lnTo>
                  <a:lnTo>
                    <a:pt x="497" y="264"/>
                  </a:lnTo>
                  <a:lnTo>
                    <a:pt x="571" y="220"/>
                  </a:lnTo>
                  <a:lnTo>
                    <a:pt x="649" y="180"/>
                  </a:lnTo>
                  <a:lnTo>
                    <a:pt x="731" y="143"/>
                  </a:lnTo>
                  <a:lnTo>
                    <a:pt x="829" y="104"/>
                  </a:lnTo>
                  <a:lnTo>
                    <a:pt x="929" y="72"/>
                  </a:lnTo>
                  <a:lnTo>
                    <a:pt x="1032" y="46"/>
                  </a:lnTo>
                  <a:lnTo>
                    <a:pt x="1138" y="26"/>
                  </a:lnTo>
                  <a:lnTo>
                    <a:pt x="1246" y="11"/>
                  </a:lnTo>
                  <a:lnTo>
                    <a:pt x="1356" y="2"/>
                  </a:lnTo>
                  <a:lnTo>
                    <a:pt x="146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7">
              <a:extLst>
                <a:ext uri="{FF2B5EF4-FFF2-40B4-BE49-F238E27FC236}">
                  <a16:creationId xmlns:a16="http://schemas.microsoft.com/office/drawing/2014/main" id="{6DBF9725-C541-1F0C-F114-89AFEDBA28EE}"/>
                </a:ext>
              </a:extLst>
            </p:cNvPr>
            <p:cNvSpPr>
              <a:spLocks/>
            </p:cNvSpPr>
            <p:nvPr/>
          </p:nvSpPr>
          <p:spPr bwMode="auto">
            <a:xfrm>
              <a:off x="-141288" y="1909763"/>
              <a:ext cx="973138" cy="868363"/>
            </a:xfrm>
            <a:custGeom>
              <a:avLst/>
              <a:gdLst>
                <a:gd name="T0" fmla="*/ 2016 w 2453"/>
                <a:gd name="T1" fmla="*/ 91 h 2186"/>
                <a:gd name="T2" fmla="*/ 2199 w 2453"/>
                <a:gd name="T3" fmla="*/ 251 h 2186"/>
                <a:gd name="T4" fmla="*/ 2339 w 2453"/>
                <a:gd name="T5" fmla="*/ 435 h 2186"/>
                <a:gd name="T6" fmla="*/ 2425 w 2453"/>
                <a:gd name="T7" fmla="*/ 637 h 2186"/>
                <a:gd name="T8" fmla="*/ 2453 w 2453"/>
                <a:gd name="T9" fmla="*/ 852 h 2186"/>
                <a:gd name="T10" fmla="*/ 2426 w 2453"/>
                <a:gd name="T11" fmla="*/ 1059 h 2186"/>
                <a:gd name="T12" fmla="*/ 2344 w 2453"/>
                <a:gd name="T13" fmla="*/ 1257 h 2186"/>
                <a:gd name="T14" fmla="*/ 2212 w 2453"/>
                <a:gd name="T15" fmla="*/ 1438 h 2186"/>
                <a:gd name="T16" fmla="*/ 2038 w 2453"/>
                <a:gd name="T17" fmla="*/ 1596 h 2186"/>
                <a:gd name="T18" fmla="*/ 1920 w 2453"/>
                <a:gd name="T19" fmla="*/ 1736 h 2186"/>
                <a:gd name="T20" fmla="*/ 1994 w 2453"/>
                <a:gd name="T21" fmla="*/ 1860 h 2186"/>
                <a:gd name="T22" fmla="*/ 2040 w 2453"/>
                <a:gd name="T23" fmla="*/ 1921 h 2186"/>
                <a:gd name="T24" fmla="*/ 2095 w 2453"/>
                <a:gd name="T25" fmla="*/ 1982 h 2186"/>
                <a:gd name="T26" fmla="*/ 2136 w 2453"/>
                <a:gd name="T27" fmla="*/ 2026 h 2186"/>
                <a:gd name="T28" fmla="*/ 2148 w 2453"/>
                <a:gd name="T29" fmla="*/ 2040 h 2186"/>
                <a:gd name="T30" fmla="*/ 2158 w 2453"/>
                <a:gd name="T31" fmla="*/ 2051 h 2186"/>
                <a:gd name="T32" fmla="*/ 2166 w 2453"/>
                <a:gd name="T33" fmla="*/ 2060 h 2186"/>
                <a:gd name="T34" fmla="*/ 2174 w 2453"/>
                <a:gd name="T35" fmla="*/ 2073 h 2186"/>
                <a:gd name="T36" fmla="*/ 2182 w 2453"/>
                <a:gd name="T37" fmla="*/ 2087 h 2186"/>
                <a:gd name="T38" fmla="*/ 2185 w 2453"/>
                <a:gd name="T39" fmla="*/ 2099 h 2186"/>
                <a:gd name="T40" fmla="*/ 2188 w 2453"/>
                <a:gd name="T41" fmla="*/ 2110 h 2186"/>
                <a:gd name="T42" fmla="*/ 2185 w 2453"/>
                <a:gd name="T43" fmla="*/ 2113 h 2186"/>
                <a:gd name="T44" fmla="*/ 2184 w 2453"/>
                <a:gd name="T45" fmla="*/ 2126 h 2186"/>
                <a:gd name="T46" fmla="*/ 2157 w 2453"/>
                <a:gd name="T47" fmla="*/ 2171 h 2186"/>
                <a:gd name="T48" fmla="*/ 2112 w 2453"/>
                <a:gd name="T49" fmla="*/ 2186 h 2186"/>
                <a:gd name="T50" fmla="*/ 1932 w 2453"/>
                <a:gd name="T51" fmla="*/ 2153 h 2186"/>
                <a:gd name="T52" fmla="*/ 1626 w 2453"/>
                <a:gd name="T53" fmla="*/ 2044 h 2186"/>
                <a:gd name="T54" fmla="*/ 1353 w 2453"/>
                <a:gd name="T55" fmla="*/ 1885 h 2186"/>
                <a:gd name="T56" fmla="*/ 1076 w 2453"/>
                <a:gd name="T57" fmla="*/ 1917 h 2186"/>
                <a:gd name="T58" fmla="*/ 765 w 2453"/>
                <a:gd name="T59" fmla="*/ 1908 h 2186"/>
                <a:gd name="T60" fmla="*/ 456 w 2453"/>
                <a:gd name="T61" fmla="*/ 1850 h 2186"/>
                <a:gd name="T62" fmla="*/ 174 w 2453"/>
                <a:gd name="T63" fmla="*/ 1744 h 2186"/>
                <a:gd name="T64" fmla="*/ 57 w 2453"/>
                <a:gd name="T65" fmla="*/ 1647 h 2186"/>
                <a:gd name="T66" fmla="*/ 184 w 2453"/>
                <a:gd name="T67" fmla="*/ 1652 h 2186"/>
                <a:gd name="T68" fmla="*/ 513 w 2453"/>
                <a:gd name="T69" fmla="*/ 1629 h 2186"/>
                <a:gd name="T70" fmla="*/ 829 w 2453"/>
                <a:gd name="T71" fmla="*/ 1559 h 2186"/>
                <a:gd name="T72" fmla="*/ 1121 w 2453"/>
                <a:gd name="T73" fmla="*/ 1444 h 2186"/>
                <a:gd name="T74" fmla="*/ 1380 w 2453"/>
                <a:gd name="T75" fmla="*/ 1290 h 2186"/>
                <a:gd name="T76" fmla="*/ 1581 w 2453"/>
                <a:gd name="T77" fmla="*/ 1114 h 2186"/>
                <a:gd name="T78" fmla="*/ 1737 w 2453"/>
                <a:gd name="T79" fmla="*/ 918 h 2186"/>
                <a:gd name="T80" fmla="*/ 1848 w 2453"/>
                <a:gd name="T81" fmla="*/ 702 h 2186"/>
                <a:gd name="T82" fmla="*/ 1909 w 2453"/>
                <a:gd name="T83" fmla="*/ 475 h 2186"/>
                <a:gd name="T84" fmla="*/ 1917 w 2453"/>
                <a:gd name="T85" fmla="*/ 237 h 2186"/>
                <a:gd name="T86" fmla="*/ 1871 w 2453"/>
                <a:gd name="T87" fmla="*/ 0 h 2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3" h="2186">
                  <a:moveTo>
                    <a:pt x="1871" y="0"/>
                  </a:moveTo>
                  <a:lnTo>
                    <a:pt x="1946" y="44"/>
                  </a:lnTo>
                  <a:lnTo>
                    <a:pt x="2016" y="91"/>
                  </a:lnTo>
                  <a:lnTo>
                    <a:pt x="2081" y="142"/>
                  </a:lnTo>
                  <a:lnTo>
                    <a:pt x="2142" y="194"/>
                  </a:lnTo>
                  <a:lnTo>
                    <a:pt x="2199" y="251"/>
                  </a:lnTo>
                  <a:lnTo>
                    <a:pt x="2250" y="310"/>
                  </a:lnTo>
                  <a:lnTo>
                    <a:pt x="2297" y="372"/>
                  </a:lnTo>
                  <a:lnTo>
                    <a:pt x="2339" y="435"/>
                  </a:lnTo>
                  <a:lnTo>
                    <a:pt x="2374" y="501"/>
                  </a:lnTo>
                  <a:lnTo>
                    <a:pt x="2402" y="569"/>
                  </a:lnTo>
                  <a:lnTo>
                    <a:pt x="2425" y="637"/>
                  </a:lnTo>
                  <a:lnTo>
                    <a:pt x="2441" y="708"/>
                  </a:lnTo>
                  <a:lnTo>
                    <a:pt x="2450" y="779"/>
                  </a:lnTo>
                  <a:lnTo>
                    <a:pt x="2453" y="852"/>
                  </a:lnTo>
                  <a:lnTo>
                    <a:pt x="2451" y="922"/>
                  </a:lnTo>
                  <a:lnTo>
                    <a:pt x="2442" y="991"/>
                  </a:lnTo>
                  <a:lnTo>
                    <a:pt x="2426" y="1059"/>
                  </a:lnTo>
                  <a:lnTo>
                    <a:pt x="2406" y="1126"/>
                  </a:lnTo>
                  <a:lnTo>
                    <a:pt x="2378" y="1192"/>
                  </a:lnTo>
                  <a:lnTo>
                    <a:pt x="2344" y="1257"/>
                  </a:lnTo>
                  <a:lnTo>
                    <a:pt x="2306" y="1319"/>
                  </a:lnTo>
                  <a:lnTo>
                    <a:pt x="2261" y="1381"/>
                  </a:lnTo>
                  <a:lnTo>
                    <a:pt x="2212" y="1438"/>
                  </a:lnTo>
                  <a:lnTo>
                    <a:pt x="2158" y="1494"/>
                  </a:lnTo>
                  <a:lnTo>
                    <a:pt x="2100" y="1546"/>
                  </a:lnTo>
                  <a:lnTo>
                    <a:pt x="2038" y="1596"/>
                  </a:lnTo>
                  <a:lnTo>
                    <a:pt x="1971" y="1644"/>
                  </a:lnTo>
                  <a:lnTo>
                    <a:pt x="1898" y="1688"/>
                  </a:lnTo>
                  <a:lnTo>
                    <a:pt x="1920" y="1736"/>
                  </a:lnTo>
                  <a:lnTo>
                    <a:pt x="1942" y="1780"/>
                  </a:lnTo>
                  <a:lnTo>
                    <a:pt x="1965" y="1821"/>
                  </a:lnTo>
                  <a:lnTo>
                    <a:pt x="1994" y="1860"/>
                  </a:lnTo>
                  <a:lnTo>
                    <a:pt x="2012" y="1884"/>
                  </a:lnTo>
                  <a:lnTo>
                    <a:pt x="2028" y="1904"/>
                  </a:lnTo>
                  <a:lnTo>
                    <a:pt x="2040" y="1921"/>
                  </a:lnTo>
                  <a:lnTo>
                    <a:pt x="2054" y="1938"/>
                  </a:lnTo>
                  <a:lnTo>
                    <a:pt x="2072" y="1958"/>
                  </a:lnTo>
                  <a:lnTo>
                    <a:pt x="2095" y="1982"/>
                  </a:lnTo>
                  <a:lnTo>
                    <a:pt x="2112" y="2000"/>
                  </a:lnTo>
                  <a:lnTo>
                    <a:pt x="2125" y="2015"/>
                  </a:lnTo>
                  <a:lnTo>
                    <a:pt x="2136" y="2026"/>
                  </a:lnTo>
                  <a:lnTo>
                    <a:pt x="2142" y="2034"/>
                  </a:lnTo>
                  <a:lnTo>
                    <a:pt x="2145" y="2036"/>
                  </a:lnTo>
                  <a:lnTo>
                    <a:pt x="2148" y="2040"/>
                  </a:lnTo>
                  <a:lnTo>
                    <a:pt x="2151" y="2043"/>
                  </a:lnTo>
                  <a:lnTo>
                    <a:pt x="2155" y="2048"/>
                  </a:lnTo>
                  <a:lnTo>
                    <a:pt x="2158" y="2051"/>
                  </a:lnTo>
                  <a:lnTo>
                    <a:pt x="2160" y="2053"/>
                  </a:lnTo>
                  <a:lnTo>
                    <a:pt x="2163" y="2057"/>
                  </a:lnTo>
                  <a:lnTo>
                    <a:pt x="2166" y="2060"/>
                  </a:lnTo>
                  <a:lnTo>
                    <a:pt x="2168" y="2065"/>
                  </a:lnTo>
                  <a:lnTo>
                    <a:pt x="2172" y="2069"/>
                  </a:lnTo>
                  <a:lnTo>
                    <a:pt x="2174" y="2073"/>
                  </a:lnTo>
                  <a:lnTo>
                    <a:pt x="2176" y="2076"/>
                  </a:lnTo>
                  <a:lnTo>
                    <a:pt x="2181" y="2086"/>
                  </a:lnTo>
                  <a:lnTo>
                    <a:pt x="2182" y="2087"/>
                  </a:lnTo>
                  <a:lnTo>
                    <a:pt x="2182" y="2090"/>
                  </a:lnTo>
                  <a:lnTo>
                    <a:pt x="2184" y="2093"/>
                  </a:lnTo>
                  <a:lnTo>
                    <a:pt x="2185" y="2099"/>
                  </a:lnTo>
                  <a:lnTo>
                    <a:pt x="2187" y="2103"/>
                  </a:lnTo>
                  <a:lnTo>
                    <a:pt x="2188" y="2107"/>
                  </a:lnTo>
                  <a:lnTo>
                    <a:pt x="2188" y="2110"/>
                  </a:lnTo>
                  <a:lnTo>
                    <a:pt x="2188" y="2111"/>
                  </a:lnTo>
                  <a:lnTo>
                    <a:pt x="2187" y="2112"/>
                  </a:lnTo>
                  <a:lnTo>
                    <a:pt x="2185" y="2113"/>
                  </a:lnTo>
                  <a:lnTo>
                    <a:pt x="2184" y="2116"/>
                  </a:lnTo>
                  <a:lnTo>
                    <a:pt x="2184" y="2120"/>
                  </a:lnTo>
                  <a:lnTo>
                    <a:pt x="2184" y="2126"/>
                  </a:lnTo>
                  <a:lnTo>
                    <a:pt x="2179" y="2144"/>
                  </a:lnTo>
                  <a:lnTo>
                    <a:pt x="2170" y="2159"/>
                  </a:lnTo>
                  <a:lnTo>
                    <a:pt x="2157" y="2171"/>
                  </a:lnTo>
                  <a:lnTo>
                    <a:pt x="2143" y="2180"/>
                  </a:lnTo>
                  <a:lnTo>
                    <a:pt x="2128" y="2185"/>
                  </a:lnTo>
                  <a:lnTo>
                    <a:pt x="2112" y="2186"/>
                  </a:lnTo>
                  <a:lnTo>
                    <a:pt x="2045" y="2176"/>
                  </a:lnTo>
                  <a:lnTo>
                    <a:pt x="1986" y="2165"/>
                  </a:lnTo>
                  <a:lnTo>
                    <a:pt x="1932" y="2153"/>
                  </a:lnTo>
                  <a:lnTo>
                    <a:pt x="1827" y="2123"/>
                  </a:lnTo>
                  <a:lnTo>
                    <a:pt x="1725" y="2086"/>
                  </a:lnTo>
                  <a:lnTo>
                    <a:pt x="1626" y="2044"/>
                  </a:lnTo>
                  <a:lnTo>
                    <a:pt x="1532" y="1997"/>
                  </a:lnTo>
                  <a:lnTo>
                    <a:pt x="1440" y="1944"/>
                  </a:lnTo>
                  <a:lnTo>
                    <a:pt x="1353" y="1885"/>
                  </a:lnTo>
                  <a:lnTo>
                    <a:pt x="1259" y="1900"/>
                  </a:lnTo>
                  <a:lnTo>
                    <a:pt x="1167" y="1910"/>
                  </a:lnTo>
                  <a:lnTo>
                    <a:pt x="1076" y="1917"/>
                  </a:lnTo>
                  <a:lnTo>
                    <a:pt x="985" y="1919"/>
                  </a:lnTo>
                  <a:lnTo>
                    <a:pt x="874" y="1916"/>
                  </a:lnTo>
                  <a:lnTo>
                    <a:pt x="765" y="1908"/>
                  </a:lnTo>
                  <a:lnTo>
                    <a:pt x="659" y="1895"/>
                  </a:lnTo>
                  <a:lnTo>
                    <a:pt x="556" y="1875"/>
                  </a:lnTo>
                  <a:lnTo>
                    <a:pt x="456" y="1850"/>
                  </a:lnTo>
                  <a:lnTo>
                    <a:pt x="360" y="1820"/>
                  </a:lnTo>
                  <a:lnTo>
                    <a:pt x="266" y="1784"/>
                  </a:lnTo>
                  <a:lnTo>
                    <a:pt x="174" y="1744"/>
                  </a:lnTo>
                  <a:lnTo>
                    <a:pt x="87" y="1696"/>
                  </a:lnTo>
                  <a:lnTo>
                    <a:pt x="0" y="1644"/>
                  </a:lnTo>
                  <a:lnTo>
                    <a:pt x="57" y="1647"/>
                  </a:lnTo>
                  <a:lnTo>
                    <a:pt x="107" y="1651"/>
                  </a:lnTo>
                  <a:lnTo>
                    <a:pt x="149" y="1652"/>
                  </a:lnTo>
                  <a:lnTo>
                    <a:pt x="184" y="1652"/>
                  </a:lnTo>
                  <a:lnTo>
                    <a:pt x="295" y="1649"/>
                  </a:lnTo>
                  <a:lnTo>
                    <a:pt x="405" y="1641"/>
                  </a:lnTo>
                  <a:lnTo>
                    <a:pt x="513" y="1629"/>
                  </a:lnTo>
                  <a:lnTo>
                    <a:pt x="620" y="1611"/>
                  </a:lnTo>
                  <a:lnTo>
                    <a:pt x="725" y="1587"/>
                  </a:lnTo>
                  <a:lnTo>
                    <a:pt x="829" y="1559"/>
                  </a:lnTo>
                  <a:lnTo>
                    <a:pt x="929" y="1525"/>
                  </a:lnTo>
                  <a:lnTo>
                    <a:pt x="1027" y="1487"/>
                  </a:lnTo>
                  <a:lnTo>
                    <a:pt x="1121" y="1444"/>
                  </a:lnTo>
                  <a:lnTo>
                    <a:pt x="1211" y="1398"/>
                  </a:lnTo>
                  <a:lnTo>
                    <a:pt x="1297" y="1345"/>
                  </a:lnTo>
                  <a:lnTo>
                    <a:pt x="1380" y="1290"/>
                  </a:lnTo>
                  <a:lnTo>
                    <a:pt x="1451" y="1233"/>
                  </a:lnTo>
                  <a:lnTo>
                    <a:pt x="1518" y="1175"/>
                  </a:lnTo>
                  <a:lnTo>
                    <a:pt x="1581" y="1114"/>
                  </a:lnTo>
                  <a:lnTo>
                    <a:pt x="1637" y="1050"/>
                  </a:lnTo>
                  <a:lnTo>
                    <a:pt x="1690" y="986"/>
                  </a:lnTo>
                  <a:lnTo>
                    <a:pt x="1737" y="918"/>
                  </a:lnTo>
                  <a:lnTo>
                    <a:pt x="1780" y="847"/>
                  </a:lnTo>
                  <a:lnTo>
                    <a:pt x="1817" y="775"/>
                  </a:lnTo>
                  <a:lnTo>
                    <a:pt x="1848" y="702"/>
                  </a:lnTo>
                  <a:lnTo>
                    <a:pt x="1875" y="627"/>
                  </a:lnTo>
                  <a:lnTo>
                    <a:pt x="1894" y="551"/>
                  </a:lnTo>
                  <a:lnTo>
                    <a:pt x="1909" y="475"/>
                  </a:lnTo>
                  <a:lnTo>
                    <a:pt x="1917" y="397"/>
                  </a:lnTo>
                  <a:lnTo>
                    <a:pt x="1920" y="317"/>
                  </a:lnTo>
                  <a:lnTo>
                    <a:pt x="1917" y="237"/>
                  </a:lnTo>
                  <a:lnTo>
                    <a:pt x="1907" y="157"/>
                  </a:lnTo>
                  <a:lnTo>
                    <a:pt x="1893" y="79"/>
                  </a:lnTo>
                  <a:lnTo>
                    <a:pt x="18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6A4FD014-0D62-DCD0-A533-12D9E693360F}"/>
              </a:ext>
            </a:extLst>
          </p:cNvPr>
          <p:cNvGrpSpPr/>
          <p:nvPr/>
        </p:nvGrpSpPr>
        <p:grpSpPr>
          <a:xfrm>
            <a:off x="7254588" y="1332614"/>
            <a:ext cx="322552" cy="447542"/>
            <a:chOff x="-447675" y="2074863"/>
            <a:chExt cx="762000" cy="1057276"/>
          </a:xfrm>
          <a:solidFill>
            <a:schemeClr val="bg1"/>
          </a:solidFill>
        </p:grpSpPr>
        <p:sp>
          <p:nvSpPr>
            <p:cNvPr id="28" name="Freeform 12">
              <a:extLst>
                <a:ext uri="{FF2B5EF4-FFF2-40B4-BE49-F238E27FC236}">
                  <a16:creationId xmlns:a16="http://schemas.microsoft.com/office/drawing/2014/main" id="{6D842F85-4324-3B53-44B1-13FBD018AAC1}"/>
                </a:ext>
              </a:extLst>
            </p:cNvPr>
            <p:cNvSpPr>
              <a:spLocks/>
            </p:cNvSpPr>
            <p:nvPr/>
          </p:nvSpPr>
          <p:spPr bwMode="auto">
            <a:xfrm>
              <a:off x="-209550" y="2867026"/>
              <a:ext cx="263525" cy="265113"/>
            </a:xfrm>
            <a:custGeom>
              <a:avLst/>
              <a:gdLst>
                <a:gd name="T0" fmla="*/ 104 w 831"/>
                <a:gd name="T1" fmla="*/ 0 h 832"/>
                <a:gd name="T2" fmla="*/ 727 w 831"/>
                <a:gd name="T3" fmla="*/ 0 h 832"/>
                <a:gd name="T4" fmla="*/ 747 w 831"/>
                <a:gd name="T5" fmla="*/ 2 h 832"/>
                <a:gd name="T6" fmla="*/ 766 w 831"/>
                <a:gd name="T7" fmla="*/ 8 h 832"/>
                <a:gd name="T8" fmla="*/ 783 w 831"/>
                <a:gd name="T9" fmla="*/ 17 h 832"/>
                <a:gd name="T10" fmla="*/ 799 w 831"/>
                <a:gd name="T11" fmla="*/ 32 h 832"/>
                <a:gd name="T12" fmla="*/ 814 w 831"/>
                <a:gd name="T13" fmla="*/ 48 h 832"/>
                <a:gd name="T14" fmla="*/ 823 w 831"/>
                <a:gd name="T15" fmla="*/ 66 h 832"/>
                <a:gd name="T16" fmla="*/ 829 w 831"/>
                <a:gd name="T17" fmla="*/ 84 h 832"/>
                <a:gd name="T18" fmla="*/ 831 w 831"/>
                <a:gd name="T19" fmla="*/ 105 h 832"/>
                <a:gd name="T20" fmla="*/ 831 w 831"/>
                <a:gd name="T21" fmla="*/ 728 h 832"/>
                <a:gd name="T22" fmla="*/ 829 w 831"/>
                <a:gd name="T23" fmla="*/ 749 h 832"/>
                <a:gd name="T24" fmla="*/ 823 w 831"/>
                <a:gd name="T25" fmla="*/ 767 h 832"/>
                <a:gd name="T26" fmla="*/ 814 w 831"/>
                <a:gd name="T27" fmla="*/ 785 h 832"/>
                <a:gd name="T28" fmla="*/ 799 w 831"/>
                <a:gd name="T29" fmla="*/ 801 h 832"/>
                <a:gd name="T30" fmla="*/ 783 w 831"/>
                <a:gd name="T31" fmla="*/ 814 h 832"/>
                <a:gd name="T32" fmla="*/ 766 w 831"/>
                <a:gd name="T33" fmla="*/ 825 h 832"/>
                <a:gd name="T34" fmla="*/ 747 w 831"/>
                <a:gd name="T35" fmla="*/ 830 h 832"/>
                <a:gd name="T36" fmla="*/ 727 w 831"/>
                <a:gd name="T37" fmla="*/ 832 h 832"/>
                <a:gd name="T38" fmla="*/ 104 w 831"/>
                <a:gd name="T39" fmla="*/ 832 h 832"/>
                <a:gd name="T40" fmla="*/ 83 w 831"/>
                <a:gd name="T41" fmla="*/ 830 h 832"/>
                <a:gd name="T42" fmla="*/ 65 w 831"/>
                <a:gd name="T43" fmla="*/ 825 h 832"/>
                <a:gd name="T44" fmla="*/ 47 w 831"/>
                <a:gd name="T45" fmla="*/ 814 h 832"/>
                <a:gd name="T46" fmla="*/ 31 w 831"/>
                <a:gd name="T47" fmla="*/ 801 h 832"/>
                <a:gd name="T48" fmla="*/ 18 w 831"/>
                <a:gd name="T49" fmla="*/ 785 h 832"/>
                <a:gd name="T50" fmla="*/ 7 w 831"/>
                <a:gd name="T51" fmla="*/ 767 h 832"/>
                <a:gd name="T52" fmla="*/ 2 w 831"/>
                <a:gd name="T53" fmla="*/ 749 h 832"/>
                <a:gd name="T54" fmla="*/ 0 w 831"/>
                <a:gd name="T55" fmla="*/ 728 h 832"/>
                <a:gd name="T56" fmla="*/ 0 w 831"/>
                <a:gd name="T57" fmla="*/ 105 h 832"/>
                <a:gd name="T58" fmla="*/ 2 w 831"/>
                <a:gd name="T59" fmla="*/ 84 h 832"/>
                <a:gd name="T60" fmla="*/ 7 w 831"/>
                <a:gd name="T61" fmla="*/ 66 h 832"/>
                <a:gd name="T62" fmla="*/ 18 w 831"/>
                <a:gd name="T63" fmla="*/ 48 h 832"/>
                <a:gd name="T64" fmla="*/ 31 w 831"/>
                <a:gd name="T65" fmla="*/ 32 h 832"/>
                <a:gd name="T66" fmla="*/ 47 w 831"/>
                <a:gd name="T67" fmla="*/ 18 h 832"/>
                <a:gd name="T68" fmla="*/ 65 w 831"/>
                <a:gd name="T69" fmla="*/ 8 h 832"/>
                <a:gd name="T70" fmla="*/ 83 w 831"/>
                <a:gd name="T71" fmla="*/ 2 h 832"/>
                <a:gd name="T72" fmla="*/ 104 w 831"/>
                <a:gd name="T73" fmla="*/ 0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31" h="832">
                  <a:moveTo>
                    <a:pt x="104" y="0"/>
                  </a:moveTo>
                  <a:lnTo>
                    <a:pt x="727" y="0"/>
                  </a:lnTo>
                  <a:lnTo>
                    <a:pt x="747" y="2"/>
                  </a:lnTo>
                  <a:lnTo>
                    <a:pt x="766" y="8"/>
                  </a:lnTo>
                  <a:lnTo>
                    <a:pt x="783" y="17"/>
                  </a:lnTo>
                  <a:lnTo>
                    <a:pt x="799" y="32"/>
                  </a:lnTo>
                  <a:lnTo>
                    <a:pt x="814" y="48"/>
                  </a:lnTo>
                  <a:lnTo>
                    <a:pt x="823" y="66"/>
                  </a:lnTo>
                  <a:lnTo>
                    <a:pt x="829" y="84"/>
                  </a:lnTo>
                  <a:lnTo>
                    <a:pt x="831" y="105"/>
                  </a:lnTo>
                  <a:lnTo>
                    <a:pt x="831" y="728"/>
                  </a:lnTo>
                  <a:lnTo>
                    <a:pt x="829" y="749"/>
                  </a:lnTo>
                  <a:lnTo>
                    <a:pt x="823" y="767"/>
                  </a:lnTo>
                  <a:lnTo>
                    <a:pt x="814" y="785"/>
                  </a:lnTo>
                  <a:lnTo>
                    <a:pt x="799" y="801"/>
                  </a:lnTo>
                  <a:lnTo>
                    <a:pt x="783" y="814"/>
                  </a:lnTo>
                  <a:lnTo>
                    <a:pt x="766" y="825"/>
                  </a:lnTo>
                  <a:lnTo>
                    <a:pt x="747" y="830"/>
                  </a:lnTo>
                  <a:lnTo>
                    <a:pt x="727" y="832"/>
                  </a:lnTo>
                  <a:lnTo>
                    <a:pt x="104" y="832"/>
                  </a:lnTo>
                  <a:lnTo>
                    <a:pt x="83" y="830"/>
                  </a:lnTo>
                  <a:lnTo>
                    <a:pt x="65" y="825"/>
                  </a:lnTo>
                  <a:lnTo>
                    <a:pt x="47" y="814"/>
                  </a:lnTo>
                  <a:lnTo>
                    <a:pt x="31" y="801"/>
                  </a:lnTo>
                  <a:lnTo>
                    <a:pt x="18" y="785"/>
                  </a:lnTo>
                  <a:lnTo>
                    <a:pt x="7" y="767"/>
                  </a:lnTo>
                  <a:lnTo>
                    <a:pt x="2" y="749"/>
                  </a:lnTo>
                  <a:lnTo>
                    <a:pt x="0" y="728"/>
                  </a:lnTo>
                  <a:lnTo>
                    <a:pt x="0" y="105"/>
                  </a:lnTo>
                  <a:lnTo>
                    <a:pt x="2" y="84"/>
                  </a:lnTo>
                  <a:lnTo>
                    <a:pt x="7" y="66"/>
                  </a:lnTo>
                  <a:lnTo>
                    <a:pt x="18" y="48"/>
                  </a:lnTo>
                  <a:lnTo>
                    <a:pt x="31" y="32"/>
                  </a:lnTo>
                  <a:lnTo>
                    <a:pt x="47" y="18"/>
                  </a:lnTo>
                  <a:lnTo>
                    <a:pt x="65" y="8"/>
                  </a:lnTo>
                  <a:lnTo>
                    <a:pt x="83" y="2"/>
                  </a:lnTo>
                  <a:lnTo>
                    <a:pt x="10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3">
              <a:extLst>
                <a:ext uri="{FF2B5EF4-FFF2-40B4-BE49-F238E27FC236}">
                  <a16:creationId xmlns:a16="http://schemas.microsoft.com/office/drawing/2014/main" id="{7894DB7B-991C-EDB5-2D9E-B7731D989893}"/>
                </a:ext>
              </a:extLst>
            </p:cNvPr>
            <p:cNvSpPr>
              <a:spLocks/>
            </p:cNvSpPr>
            <p:nvPr/>
          </p:nvSpPr>
          <p:spPr bwMode="auto">
            <a:xfrm>
              <a:off x="-447675" y="2074863"/>
              <a:ext cx="762000" cy="739775"/>
            </a:xfrm>
            <a:custGeom>
              <a:avLst/>
              <a:gdLst>
                <a:gd name="T0" fmla="*/ 1387 w 2399"/>
                <a:gd name="T1" fmla="*/ 13 h 2328"/>
                <a:gd name="T2" fmla="*/ 1639 w 2399"/>
                <a:gd name="T3" fmla="*/ 81 h 2328"/>
                <a:gd name="T4" fmla="*/ 1876 w 2399"/>
                <a:gd name="T5" fmla="*/ 197 h 2328"/>
                <a:gd name="T6" fmla="*/ 2072 w 2399"/>
                <a:gd name="T7" fmla="*/ 343 h 2328"/>
                <a:gd name="T8" fmla="*/ 2216 w 2399"/>
                <a:gd name="T9" fmla="*/ 504 h 2328"/>
                <a:gd name="T10" fmla="*/ 2325 w 2399"/>
                <a:gd name="T11" fmla="*/ 694 h 2328"/>
                <a:gd name="T12" fmla="*/ 2388 w 2399"/>
                <a:gd name="T13" fmla="*/ 897 h 2328"/>
                <a:gd name="T14" fmla="*/ 2397 w 2399"/>
                <a:gd name="T15" fmla="*/ 1109 h 2328"/>
                <a:gd name="T16" fmla="*/ 2359 w 2399"/>
                <a:gd name="T17" fmla="*/ 1302 h 2328"/>
                <a:gd name="T18" fmla="*/ 2292 w 2399"/>
                <a:gd name="T19" fmla="*/ 1459 h 2328"/>
                <a:gd name="T20" fmla="*/ 2207 w 2399"/>
                <a:gd name="T21" fmla="*/ 1578 h 2328"/>
                <a:gd name="T22" fmla="*/ 2090 w 2399"/>
                <a:gd name="T23" fmla="*/ 1685 h 2328"/>
                <a:gd name="T24" fmla="*/ 2000 w 2399"/>
                <a:gd name="T25" fmla="*/ 1753 h 2328"/>
                <a:gd name="T26" fmla="*/ 1923 w 2399"/>
                <a:gd name="T27" fmla="*/ 1800 h 2328"/>
                <a:gd name="T28" fmla="*/ 1817 w 2399"/>
                <a:gd name="T29" fmla="*/ 1861 h 2328"/>
                <a:gd name="T30" fmla="*/ 1702 w 2399"/>
                <a:gd name="T31" fmla="*/ 1950 h 2328"/>
                <a:gd name="T32" fmla="*/ 1618 w 2399"/>
                <a:gd name="T33" fmla="*/ 2065 h 2328"/>
                <a:gd name="T34" fmla="*/ 1576 w 2399"/>
                <a:gd name="T35" fmla="*/ 2156 h 2328"/>
                <a:gd name="T36" fmla="*/ 1565 w 2399"/>
                <a:gd name="T37" fmla="*/ 2233 h 2328"/>
                <a:gd name="T38" fmla="*/ 1521 w 2399"/>
                <a:gd name="T39" fmla="*/ 2306 h 2328"/>
                <a:gd name="T40" fmla="*/ 1464 w 2399"/>
                <a:gd name="T41" fmla="*/ 2328 h 2328"/>
                <a:gd name="T42" fmla="*/ 806 w 2399"/>
                <a:gd name="T43" fmla="*/ 2317 h 2328"/>
                <a:gd name="T44" fmla="*/ 760 w 2399"/>
                <a:gd name="T45" fmla="*/ 2248 h 2328"/>
                <a:gd name="T46" fmla="*/ 748 w 2399"/>
                <a:gd name="T47" fmla="*/ 2066 h 2328"/>
                <a:gd name="T48" fmla="*/ 779 w 2399"/>
                <a:gd name="T49" fmla="*/ 1886 h 2328"/>
                <a:gd name="T50" fmla="*/ 872 w 2399"/>
                <a:gd name="T51" fmla="*/ 1714 h 2328"/>
                <a:gd name="T52" fmla="*/ 1033 w 2399"/>
                <a:gd name="T53" fmla="*/ 1544 h 2328"/>
                <a:gd name="T54" fmla="*/ 1221 w 2399"/>
                <a:gd name="T55" fmla="*/ 1411 h 2328"/>
                <a:gd name="T56" fmla="*/ 1397 w 2399"/>
                <a:gd name="T57" fmla="*/ 1321 h 2328"/>
                <a:gd name="T58" fmla="*/ 1506 w 2399"/>
                <a:gd name="T59" fmla="*/ 1232 h 2328"/>
                <a:gd name="T60" fmla="*/ 1555 w 2399"/>
                <a:gd name="T61" fmla="*/ 1145 h 2328"/>
                <a:gd name="T62" fmla="*/ 1571 w 2399"/>
                <a:gd name="T63" fmla="*/ 1034 h 2328"/>
                <a:gd name="T64" fmla="*/ 1541 w 2399"/>
                <a:gd name="T65" fmla="*/ 931 h 2328"/>
                <a:gd name="T66" fmla="*/ 1450 w 2399"/>
                <a:gd name="T67" fmla="*/ 842 h 2328"/>
                <a:gd name="T68" fmla="*/ 1321 w 2399"/>
                <a:gd name="T69" fmla="*/ 779 h 2328"/>
                <a:gd name="T70" fmla="*/ 1171 w 2399"/>
                <a:gd name="T71" fmla="*/ 759 h 2328"/>
                <a:gd name="T72" fmla="*/ 1017 w 2399"/>
                <a:gd name="T73" fmla="*/ 777 h 2328"/>
                <a:gd name="T74" fmla="*/ 891 w 2399"/>
                <a:gd name="T75" fmla="*/ 835 h 2328"/>
                <a:gd name="T76" fmla="*/ 820 w 2399"/>
                <a:gd name="T77" fmla="*/ 896 h 2328"/>
                <a:gd name="T78" fmla="*/ 727 w 2399"/>
                <a:gd name="T79" fmla="*/ 996 h 2328"/>
                <a:gd name="T80" fmla="*/ 613 w 2399"/>
                <a:gd name="T81" fmla="*/ 1134 h 2328"/>
                <a:gd name="T82" fmla="*/ 555 w 2399"/>
                <a:gd name="T83" fmla="*/ 1172 h 2328"/>
                <a:gd name="T84" fmla="*/ 489 w 2399"/>
                <a:gd name="T85" fmla="*/ 1166 h 2328"/>
                <a:gd name="T86" fmla="*/ 27 w 2399"/>
                <a:gd name="T87" fmla="*/ 815 h 2328"/>
                <a:gd name="T88" fmla="*/ 1 w 2399"/>
                <a:gd name="T89" fmla="*/ 764 h 2328"/>
                <a:gd name="T90" fmla="*/ 15 w 2399"/>
                <a:gd name="T91" fmla="*/ 691 h 2328"/>
                <a:gd name="T92" fmla="*/ 174 w 2399"/>
                <a:gd name="T93" fmla="*/ 469 h 2328"/>
                <a:gd name="T94" fmla="*/ 356 w 2399"/>
                <a:gd name="T95" fmla="*/ 289 h 2328"/>
                <a:gd name="T96" fmla="*/ 560 w 2399"/>
                <a:gd name="T97" fmla="*/ 153 h 2328"/>
                <a:gd name="T98" fmla="*/ 788 w 2399"/>
                <a:gd name="T99" fmla="*/ 59 h 2328"/>
                <a:gd name="T100" fmla="*/ 1041 w 2399"/>
                <a:gd name="T101" fmla="*/ 10 h 2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99" h="2328">
                  <a:moveTo>
                    <a:pt x="1220" y="0"/>
                  </a:moveTo>
                  <a:lnTo>
                    <a:pt x="1304" y="3"/>
                  </a:lnTo>
                  <a:lnTo>
                    <a:pt x="1387" y="13"/>
                  </a:lnTo>
                  <a:lnTo>
                    <a:pt x="1471" y="28"/>
                  </a:lnTo>
                  <a:lnTo>
                    <a:pt x="1555" y="51"/>
                  </a:lnTo>
                  <a:lnTo>
                    <a:pt x="1639" y="81"/>
                  </a:lnTo>
                  <a:lnTo>
                    <a:pt x="1721" y="115"/>
                  </a:lnTo>
                  <a:lnTo>
                    <a:pt x="1800" y="154"/>
                  </a:lnTo>
                  <a:lnTo>
                    <a:pt x="1876" y="197"/>
                  </a:lnTo>
                  <a:lnTo>
                    <a:pt x="1949" y="244"/>
                  </a:lnTo>
                  <a:lnTo>
                    <a:pt x="2017" y="296"/>
                  </a:lnTo>
                  <a:lnTo>
                    <a:pt x="2072" y="343"/>
                  </a:lnTo>
                  <a:lnTo>
                    <a:pt x="2123" y="393"/>
                  </a:lnTo>
                  <a:lnTo>
                    <a:pt x="2171" y="446"/>
                  </a:lnTo>
                  <a:lnTo>
                    <a:pt x="2216" y="504"/>
                  </a:lnTo>
                  <a:lnTo>
                    <a:pt x="2256" y="564"/>
                  </a:lnTo>
                  <a:lnTo>
                    <a:pt x="2294" y="627"/>
                  </a:lnTo>
                  <a:lnTo>
                    <a:pt x="2325" y="694"/>
                  </a:lnTo>
                  <a:lnTo>
                    <a:pt x="2352" y="761"/>
                  </a:lnTo>
                  <a:lnTo>
                    <a:pt x="2373" y="829"/>
                  </a:lnTo>
                  <a:lnTo>
                    <a:pt x="2388" y="897"/>
                  </a:lnTo>
                  <a:lnTo>
                    <a:pt x="2396" y="968"/>
                  </a:lnTo>
                  <a:lnTo>
                    <a:pt x="2399" y="1039"/>
                  </a:lnTo>
                  <a:lnTo>
                    <a:pt x="2397" y="1109"/>
                  </a:lnTo>
                  <a:lnTo>
                    <a:pt x="2389" y="1176"/>
                  </a:lnTo>
                  <a:lnTo>
                    <a:pt x="2377" y="1239"/>
                  </a:lnTo>
                  <a:lnTo>
                    <a:pt x="2359" y="1302"/>
                  </a:lnTo>
                  <a:lnTo>
                    <a:pt x="2339" y="1361"/>
                  </a:lnTo>
                  <a:lnTo>
                    <a:pt x="2316" y="1413"/>
                  </a:lnTo>
                  <a:lnTo>
                    <a:pt x="2292" y="1459"/>
                  </a:lnTo>
                  <a:lnTo>
                    <a:pt x="2268" y="1501"/>
                  </a:lnTo>
                  <a:lnTo>
                    <a:pt x="2240" y="1539"/>
                  </a:lnTo>
                  <a:lnTo>
                    <a:pt x="2207" y="1578"/>
                  </a:lnTo>
                  <a:lnTo>
                    <a:pt x="2169" y="1617"/>
                  </a:lnTo>
                  <a:lnTo>
                    <a:pt x="2125" y="1656"/>
                  </a:lnTo>
                  <a:lnTo>
                    <a:pt x="2090" y="1685"/>
                  </a:lnTo>
                  <a:lnTo>
                    <a:pt x="2057" y="1711"/>
                  </a:lnTo>
                  <a:lnTo>
                    <a:pt x="2028" y="1734"/>
                  </a:lnTo>
                  <a:lnTo>
                    <a:pt x="2000" y="1753"/>
                  </a:lnTo>
                  <a:lnTo>
                    <a:pt x="1976" y="1769"/>
                  </a:lnTo>
                  <a:lnTo>
                    <a:pt x="1952" y="1784"/>
                  </a:lnTo>
                  <a:lnTo>
                    <a:pt x="1923" y="1800"/>
                  </a:lnTo>
                  <a:lnTo>
                    <a:pt x="1891" y="1819"/>
                  </a:lnTo>
                  <a:lnTo>
                    <a:pt x="1856" y="1839"/>
                  </a:lnTo>
                  <a:lnTo>
                    <a:pt x="1817" y="1861"/>
                  </a:lnTo>
                  <a:lnTo>
                    <a:pt x="1776" y="1887"/>
                  </a:lnTo>
                  <a:lnTo>
                    <a:pt x="1738" y="1916"/>
                  </a:lnTo>
                  <a:lnTo>
                    <a:pt x="1702" y="1950"/>
                  </a:lnTo>
                  <a:lnTo>
                    <a:pt x="1670" y="1988"/>
                  </a:lnTo>
                  <a:lnTo>
                    <a:pt x="1640" y="2029"/>
                  </a:lnTo>
                  <a:lnTo>
                    <a:pt x="1618" y="2065"/>
                  </a:lnTo>
                  <a:lnTo>
                    <a:pt x="1600" y="2098"/>
                  </a:lnTo>
                  <a:lnTo>
                    <a:pt x="1586" y="2128"/>
                  </a:lnTo>
                  <a:lnTo>
                    <a:pt x="1576" y="2156"/>
                  </a:lnTo>
                  <a:lnTo>
                    <a:pt x="1570" y="2182"/>
                  </a:lnTo>
                  <a:lnTo>
                    <a:pt x="1569" y="2204"/>
                  </a:lnTo>
                  <a:lnTo>
                    <a:pt x="1565" y="2233"/>
                  </a:lnTo>
                  <a:lnTo>
                    <a:pt x="1555" y="2262"/>
                  </a:lnTo>
                  <a:lnTo>
                    <a:pt x="1537" y="2288"/>
                  </a:lnTo>
                  <a:lnTo>
                    <a:pt x="1521" y="2306"/>
                  </a:lnTo>
                  <a:lnTo>
                    <a:pt x="1503" y="2319"/>
                  </a:lnTo>
                  <a:lnTo>
                    <a:pt x="1485" y="2326"/>
                  </a:lnTo>
                  <a:lnTo>
                    <a:pt x="1464" y="2328"/>
                  </a:lnTo>
                  <a:lnTo>
                    <a:pt x="841" y="2328"/>
                  </a:lnTo>
                  <a:lnTo>
                    <a:pt x="823" y="2326"/>
                  </a:lnTo>
                  <a:lnTo>
                    <a:pt x="806" y="2317"/>
                  </a:lnTo>
                  <a:lnTo>
                    <a:pt x="789" y="2302"/>
                  </a:lnTo>
                  <a:lnTo>
                    <a:pt x="775" y="2281"/>
                  </a:lnTo>
                  <a:lnTo>
                    <a:pt x="760" y="2248"/>
                  </a:lnTo>
                  <a:lnTo>
                    <a:pt x="751" y="2216"/>
                  </a:lnTo>
                  <a:lnTo>
                    <a:pt x="748" y="2184"/>
                  </a:lnTo>
                  <a:lnTo>
                    <a:pt x="748" y="2066"/>
                  </a:lnTo>
                  <a:lnTo>
                    <a:pt x="751" y="2005"/>
                  </a:lnTo>
                  <a:lnTo>
                    <a:pt x="761" y="1945"/>
                  </a:lnTo>
                  <a:lnTo>
                    <a:pt x="779" y="1886"/>
                  </a:lnTo>
                  <a:lnTo>
                    <a:pt x="804" y="1828"/>
                  </a:lnTo>
                  <a:lnTo>
                    <a:pt x="834" y="1771"/>
                  </a:lnTo>
                  <a:lnTo>
                    <a:pt x="872" y="1714"/>
                  </a:lnTo>
                  <a:lnTo>
                    <a:pt x="916" y="1660"/>
                  </a:lnTo>
                  <a:lnTo>
                    <a:pt x="974" y="1599"/>
                  </a:lnTo>
                  <a:lnTo>
                    <a:pt x="1033" y="1544"/>
                  </a:lnTo>
                  <a:lnTo>
                    <a:pt x="1094" y="1493"/>
                  </a:lnTo>
                  <a:lnTo>
                    <a:pt x="1157" y="1449"/>
                  </a:lnTo>
                  <a:lnTo>
                    <a:pt x="1221" y="1411"/>
                  </a:lnTo>
                  <a:lnTo>
                    <a:pt x="1288" y="1377"/>
                  </a:lnTo>
                  <a:lnTo>
                    <a:pt x="1345" y="1349"/>
                  </a:lnTo>
                  <a:lnTo>
                    <a:pt x="1397" y="1321"/>
                  </a:lnTo>
                  <a:lnTo>
                    <a:pt x="1440" y="1292"/>
                  </a:lnTo>
                  <a:lnTo>
                    <a:pt x="1477" y="1262"/>
                  </a:lnTo>
                  <a:lnTo>
                    <a:pt x="1506" y="1232"/>
                  </a:lnTo>
                  <a:lnTo>
                    <a:pt x="1526" y="1206"/>
                  </a:lnTo>
                  <a:lnTo>
                    <a:pt x="1542" y="1177"/>
                  </a:lnTo>
                  <a:lnTo>
                    <a:pt x="1555" y="1145"/>
                  </a:lnTo>
                  <a:lnTo>
                    <a:pt x="1564" y="1111"/>
                  </a:lnTo>
                  <a:lnTo>
                    <a:pt x="1569" y="1074"/>
                  </a:lnTo>
                  <a:lnTo>
                    <a:pt x="1571" y="1034"/>
                  </a:lnTo>
                  <a:lnTo>
                    <a:pt x="1568" y="999"/>
                  </a:lnTo>
                  <a:lnTo>
                    <a:pt x="1558" y="964"/>
                  </a:lnTo>
                  <a:lnTo>
                    <a:pt x="1541" y="931"/>
                  </a:lnTo>
                  <a:lnTo>
                    <a:pt x="1518" y="900"/>
                  </a:lnTo>
                  <a:lnTo>
                    <a:pt x="1487" y="871"/>
                  </a:lnTo>
                  <a:lnTo>
                    <a:pt x="1450" y="842"/>
                  </a:lnTo>
                  <a:lnTo>
                    <a:pt x="1409" y="816"/>
                  </a:lnTo>
                  <a:lnTo>
                    <a:pt x="1366" y="796"/>
                  </a:lnTo>
                  <a:lnTo>
                    <a:pt x="1321" y="779"/>
                  </a:lnTo>
                  <a:lnTo>
                    <a:pt x="1272" y="768"/>
                  </a:lnTo>
                  <a:lnTo>
                    <a:pt x="1223" y="761"/>
                  </a:lnTo>
                  <a:lnTo>
                    <a:pt x="1171" y="759"/>
                  </a:lnTo>
                  <a:lnTo>
                    <a:pt x="1116" y="761"/>
                  </a:lnTo>
                  <a:lnTo>
                    <a:pt x="1065" y="767"/>
                  </a:lnTo>
                  <a:lnTo>
                    <a:pt x="1017" y="777"/>
                  </a:lnTo>
                  <a:lnTo>
                    <a:pt x="972" y="793"/>
                  </a:lnTo>
                  <a:lnTo>
                    <a:pt x="930" y="811"/>
                  </a:lnTo>
                  <a:lnTo>
                    <a:pt x="891" y="835"/>
                  </a:lnTo>
                  <a:lnTo>
                    <a:pt x="869" y="851"/>
                  </a:lnTo>
                  <a:lnTo>
                    <a:pt x="846" y="872"/>
                  </a:lnTo>
                  <a:lnTo>
                    <a:pt x="820" y="896"/>
                  </a:lnTo>
                  <a:lnTo>
                    <a:pt x="791" y="925"/>
                  </a:lnTo>
                  <a:lnTo>
                    <a:pt x="760" y="959"/>
                  </a:lnTo>
                  <a:lnTo>
                    <a:pt x="727" y="996"/>
                  </a:lnTo>
                  <a:lnTo>
                    <a:pt x="692" y="1037"/>
                  </a:lnTo>
                  <a:lnTo>
                    <a:pt x="654" y="1083"/>
                  </a:lnTo>
                  <a:lnTo>
                    <a:pt x="613" y="1134"/>
                  </a:lnTo>
                  <a:lnTo>
                    <a:pt x="595" y="1151"/>
                  </a:lnTo>
                  <a:lnTo>
                    <a:pt x="576" y="1165"/>
                  </a:lnTo>
                  <a:lnTo>
                    <a:pt x="555" y="1172"/>
                  </a:lnTo>
                  <a:lnTo>
                    <a:pt x="533" y="1175"/>
                  </a:lnTo>
                  <a:lnTo>
                    <a:pt x="511" y="1173"/>
                  </a:lnTo>
                  <a:lnTo>
                    <a:pt x="489" y="1166"/>
                  </a:lnTo>
                  <a:lnTo>
                    <a:pt x="468" y="1154"/>
                  </a:lnTo>
                  <a:lnTo>
                    <a:pt x="42" y="830"/>
                  </a:lnTo>
                  <a:lnTo>
                    <a:pt x="27" y="815"/>
                  </a:lnTo>
                  <a:lnTo>
                    <a:pt x="14" y="800"/>
                  </a:lnTo>
                  <a:lnTo>
                    <a:pt x="6" y="782"/>
                  </a:lnTo>
                  <a:lnTo>
                    <a:pt x="1" y="764"/>
                  </a:lnTo>
                  <a:lnTo>
                    <a:pt x="0" y="738"/>
                  </a:lnTo>
                  <a:lnTo>
                    <a:pt x="5" y="715"/>
                  </a:lnTo>
                  <a:lnTo>
                    <a:pt x="15" y="691"/>
                  </a:lnTo>
                  <a:lnTo>
                    <a:pt x="66" y="612"/>
                  </a:lnTo>
                  <a:lnTo>
                    <a:pt x="119" y="538"/>
                  </a:lnTo>
                  <a:lnTo>
                    <a:pt x="174" y="469"/>
                  </a:lnTo>
                  <a:lnTo>
                    <a:pt x="232" y="404"/>
                  </a:lnTo>
                  <a:lnTo>
                    <a:pt x="292" y="345"/>
                  </a:lnTo>
                  <a:lnTo>
                    <a:pt x="356" y="289"/>
                  </a:lnTo>
                  <a:lnTo>
                    <a:pt x="422" y="239"/>
                  </a:lnTo>
                  <a:lnTo>
                    <a:pt x="489" y="194"/>
                  </a:lnTo>
                  <a:lnTo>
                    <a:pt x="560" y="153"/>
                  </a:lnTo>
                  <a:lnTo>
                    <a:pt x="634" y="117"/>
                  </a:lnTo>
                  <a:lnTo>
                    <a:pt x="710" y="86"/>
                  </a:lnTo>
                  <a:lnTo>
                    <a:pt x="788" y="59"/>
                  </a:lnTo>
                  <a:lnTo>
                    <a:pt x="870" y="38"/>
                  </a:lnTo>
                  <a:lnTo>
                    <a:pt x="953" y="21"/>
                  </a:lnTo>
                  <a:lnTo>
                    <a:pt x="1041" y="10"/>
                  </a:lnTo>
                  <a:lnTo>
                    <a:pt x="1129" y="3"/>
                  </a:lnTo>
                  <a:lnTo>
                    <a:pt x="12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94E058AA-E228-5760-D064-1FE0E9461D82}"/>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
        <p:nvSpPr>
          <p:cNvPr id="6" name="ZoneTexte 5">
            <a:extLst>
              <a:ext uri="{FF2B5EF4-FFF2-40B4-BE49-F238E27FC236}">
                <a16:creationId xmlns:a16="http://schemas.microsoft.com/office/drawing/2014/main" id="{EBF53E0E-4765-235F-99B0-E8446AEAF65E}"/>
              </a:ext>
            </a:extLst>
          </p:cNvPr>
          <p:cNvSpPr txBox="1"/>
          <p:nvPr/>
        </p:nvSpPr>
        <p:spPr>
          <a:xfrm>
            <a:off x="706582" y="2649681"/>
            <a:ext cx="2021031" cy="109260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fr-FR" sz="1300">
                <a:solidFill>
                  <a:schemeClr val="bg2"/>
                </a:solidFill>
                <a:ea typeface="Roboto"/>
                <a:cs typeface="Roboto"/>
              </a:rPr>
              <a:t>Divise le document en entrée en </a:t>
            </a:r>
            <a:r>
              <a:rPr lang="fr-FR" sz="1300" err="1">
                <a:solidFill>
                  <a:schemeClr val="bg2"/>
                </a:solidFill>
                <a:ea typeface="Roboto"/>
                <a:cs typeface="Roboto"/>
              </a:rPr>
              <a:t>tokens</a:t>
            </a:r>
            <a:r>
              <a:rPr lang="fr-FR" sz="1300">
                <a:solidFill>
                  <a:schemeClr val="bg2"/>
                </a:solidFill>
                <a:ea typeface="Roboto"/>
                <a:cs typeface="Roboto"/>
              </a:rPr>
              <a:t> après la mise en minuscules et la suppression des stop </a:t>
            </a:r>
            <a:r>
              <a:rPr lang="fr-FR" sz="1300" err="1">
                <a:solidFill>
                  <a:schemeClr val="bg2"/>
                </a:solidFill>
                <a:ea typeface="Roboto"/>
                <a:cs typeface="Roboto"/>
              </a:rPr>
              <a:t>words</a:t>
            </a:r>
            <a:r>
              <a:rPr lang="fr-FR" sz="1300">
                <a:solidFill>
                  <a:schemeClr val="bg2"/>
                </a:solidFill>
                <a:ea typeface="Roboto"/>
                <a:cs typeface="Roboto"/>
              </a:rPr>
              <a:t>.</a:t>
            </a:r>
          </a:p>
        </p:txBody>
      </p:sp>
      <p:sp>
        <p:nvSpPr>
          <p:cNvPr id="8" name="ZoneTexte 7">
            <a:extLst>
              <a:ext uri="{FF2B5EF4-FFF2-40B4-BE49-F238E27FC236}">
                <a16:creationId xmlns:a16="http://schemas.microsoft.com/office/drawing/2014/main" id="{131FEC1C-03BB-12F8-63BD-C557617C2191}"/>
              </a:ext>
            </a:extLst>
          </p:cNvPr>
          <p:cNvSpPr txBox="1"/>
          <p:nvPr/>
        </p:nvSpPr>
        <p:spPr>
          <a:xfrm>
            <a:off x="3200400" y="2109355"/>
            <a:ext cx="2743200" cy="36933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b="1" err="1">
                <a:solidFill>
                  <a:srgbClr val="FFFFFF"/>
                </a:solidFill>
              </a:rPr>
              <a:t>Featurizer</a:t>
            </a:r>
            <a:endParaRPr lang="fr-FR" err="1">
              <a:ea typeface="Roboto"/>
              <a:cs typeface="Roboto"/>
            </a:endParaRPr>
          </a:p>
        </p:txBody>
      </p:sp>
      <p:sp>
        <p:nvSpPr>
          <p:cNvPr id="9" name="ZoneTexte 8">
            <a:extLst>
              <a:ext uri="{FF2B5EF4-FFF2-40B4-BE49-F238E27FC236}">
                <a16:creationId xmlns:a16="http://schemas.microsoft.com/office/drawing/2014/main" id="{343CD946-B53E-2E26-A6DC-CF86E0F391DA}"/>
              </a:ext>
            </a:extLst>
          </p:cNvPr>
          <p:cNvSpPr txBox="1"/>
          <p:nvPr/>
        </p:nvSpPr>
        <p:spPr>
          <a:xfrm>
            <a:off x="3345873" y="2613312"/>
            <a:ext cx="2452252" cy="109260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fr-FR" sz="1300">
                <a:solidFill>
                  <a:schemeClr val="bg2"/>
                </a:solidFill>
                <a:ea typeface="+mn-lt"/>
                <a:cs typeface="+mn-lt"/>
              </a:rPr>
              <a:t>Transforme les </a:t>
            </a:r>
            <a:r>
              <a:rPr lang="fr-FR" sz="1300" err="1">
                <a:solidFill>
                  <a:schemeClr val="bg2"/>
                </a:solidFill>
                <a:ea typeface="+mn-lt"/>
                <a:cs typeface="+mn-lt"/>
              </a:rPr>
              <a:t>tokens</a:t>
            </a:r>
            <a:r>
              <a:rPr lang="fr-FR" sz="1300">
                <a:solidFill>
                  <a:schemeClr val="bg2"/>
                </a:solidFill>
                <a:ea typeface="+mn-lt"/>
                <a:cs typeface="+mn-lt"/>
              </a:rPr>
              <a:t> en représentations numériques exploitables par les algorithmes d'apprentissage automatique.</a:t>
            </a:r>
          </a:p>
        </p:txBody>
      </p:sp>
      <p:sp>
        <p:nvSpPr>
          <p:cNvPr id="10" name="ZoneTexte 9">
            <a:extLst>
              <a:ext uri="{FF2B5EF4-FFF2-40B4-BE49-F238E27FC236}">
                <a16:creationId xmlns:a16="http://schemas.microsoft.com/office/drawing/2014/main" id="{46F3B552-75EA-14C0-F330-578E896C62FD}"/>
              </a:ext>
            </a:extLst>
          </p:cNvPr>
          <p:cNvSpPr txBox="1"/>
          <p:nvPr/>
        </p:nvSpPr>
        <p:spPr>
          <a:xfrm>
            <a:off x="6311713" y="2647390"/>
            <a:ext cx="2353541" cy="89255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fr-FR" sz="1300">
                <a:solidFill>
                  <a:schemeClr val="bg2"/>
                </a:solidFill>
                <a:ea typeface="Roboto"/>
                <a:cs typeface="Roboto"/>
              </a:rPr>
              <a:t>Utilise ces représentations pour s’entraîner et prédire si un document est un "plagiat" ou "non plagiat".</a:t>
            </a:r>
          </a:p>
        </p:txBody>
      </p:sp>
    </p:spTree>
    <p:extLst>
      <p:ext uri="{BB962C8B-B14F-4D97-AF65-F5344CB8AC3E}">
        <p14:creationId xmlns:p14="http://schemas.microsoft.com/office/powerpoint/2010/main" val="25447426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16" presetClass="entr" presetSubtype="37"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arn(outVertical)">
                                      <p:cBhvr>
                                        <p:cTn id="23" dur="500"/>
                                        <p:tgtEl>
                                          <p:spTgt spid="18"/>
                                        </p:tgtEl>
                                      </p:cBhvr>
                                    </p:animEffect>
                                  </p:childTnLst>
                                </p:cTn>
                              </p:par>
                            </p:childTnLst>
                          </p:cTn>
                        </p:par>
                        <p:par>
                          <p:cTn id="24" fill="hold">
                            <p:stCondLst>
                              <p:cond delay="1500"/>
                            </p:stCondLst>
                            <p:childTnLst>
                              <p:par>
                                <p:cTn id="25" presetID="2" presetClass="entr" presetSubtype="4" accel="18000" decel="8200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par>
                          <p:cTn id="29" fill="hold">
                            <p:stCondLst>
                              <p:cond delay="2000"/>
                            </p:stCondLst>
                            <p:childTnLst>
                              <p:par>
                                <p:cTn id="30" presetID="53" presetClass="entr" presetSubtype="16"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ppt_w</p:attrName>
                                        </p:attrNameLst>
                                      </p:cBhvr>
                                      <p:tavLst>
                                        <p:tav tm="0">
                                          <p:val>
                                            <p:fltVal val="0"/>
                                          </p:val>
                                        </p:tav>
                                        <p:tav tm="100000">
                                          <p:val>
                                            <p:strVal val="#ppt_w"/>
                                          </p:val>
                                        </p:tav>
                                      </p:tavLst>
                                    </p:anim>
                                    <p:anim calcmode="lin" valueType="num">
                                      <p:cBhvr>
                                        <p:cTn id="33" dur="500" fill="hold"/>
                                        <p:tgtEl>
                                          <p:spTgt spid="20"/>
                                        </p:tgtEl>
                                        <p:attrNameLst>
                                          <p:attrName>ppt_h</p:attrName>
                                        </p:attrNameLst>
                                      </p:cBhvr>
                                      <p:tavLst>
                                        <p:tav tm="0">
                                          <p:val>
                                            <p:fltVal val="0"/>
                                          </p:val>
                                        </p:tav>
                                        <p:tav tm="100000">
                                          <p:val>
                                            <p:strVal val="#ppt_h"/>
                                          </p:val>
                                        </p:tav>
                                      </p:tavLst>
                                    </p:anim>
                                    <p:animEffect transition="in" filter="fade">
                                      <p:cBhvr>
                                        <p:cTn id="34" dur="500"/>
                                        <p:tgtEl>
                                          <p:spTgt spid="20"/>
                                        </p:tgtEl>
                                      </p:cBhvr>
                                    </p:animEffect>
                                  </p:childTnLst>
                                </p:cTn>
                              </p:par>
                            </p:childTnLst>
                          </p:cTn>
                        </p:par>
                        <p:par>
                          <p:cTn id="35" fill="hold">
                            <p:stCondLst>
                              <p:cond delay="2500"/>
                            </p:stCondLst>
                            <p:childTnLst>
                              <p:par>
                                <p:cTn id="36" presetID="53" presetClass="entr" presetSubtype="16" fill="hold" nodeType="after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p:cTn id="38" dur="500" fill="hold"/>
                                        <p:tgtEl>
                                          <p:spTgt spid="24"/>
                                        </p:tgtEl>
                                        <p:attrNameLst>
                                          <p:attrName>ppt_w</p:attrName>
                                        </p:attrNameLst>
                                      </p:cBhvr>
                                      <p:tavLst>
                                        <p:tav tm="0">
                                          <p:val>
                                            <p:fltVal val="0"/>
                                          </p:val>
                                        </p:tav>
                                        <p:tav tm="100000">
                                          <p:val>
                                            <p:strVal val="#ppt_w"/>
                                          </p:val>
                                        </p:tav>
                                      </p:tavLst>
                                    </p:anim>
                                    <p:anim calcmode="lin" valueType="num">
                                      <p:cBhvr>
                                        <p:cTn id="39" dur="500" fill="hold"/>
                                        <p:tgtEl>
                                          <p:spTgt spid="24"/>
                                        </p:tgtEl>
                                        <p:attrNameLst>
                                          <p:attrName>ppt_h</p:attrName>
                                        </p:attrNameLst>
                                      </p:cBhvr>
                                      <p:tavLst>
                                        <p:tav tm="0">
                                          <p:val>
                                            <p:fltVal val="0"/>
                                          </p:val>
                                        </p:tav>
                                        <p:tav tm="100000">
                                          <p:val>
                                            <p:strVal val="#ppt_h"/>
                                          </p:val>
                                        </p:tav>
                                      </p:tavLst>
                                    </p:anim>
                                    <p:animEffect transition="in" filter="fade">
                                      <p:cBhvr>
                                        <p:cTn id="40" dur="500"/>
                                        <p:tgtEl>
                                          <p:spTgt spid="24"/>
                                        </p:tgtEl>
                                      </p:cBhvr>
                                    </p:animEffect>
                                  </p:childTnLst>
                                </p:cTn>
                              </p:par>
                            </p:childTnLst>
                          </p:cTn>
                        </p:par>
                        <p:par>
                          <p:cTn id="41" fill="hold">
                            <p:stCondLst>
                              <p:cond delay="3000"/>
                            </p:stCondLst>
                            <p:childTnLst>
                              <p:par>
                                <p:cTn id="42" presetID="2" presetClass="entr" presetSubtype="4" accel="18000" decel="8200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ppt_x"/>
                                          </p:val>
                                        </p:tav>
                                        <p:tav tm="100000">
                                          <p:val>
                                            <p:strVal val="#ppt_x"/>
                                          </p:val>
                                        </p:tav>
                                      </p:tavLst>
                                    </p:anim>
                                    <p:anim calcmode="lin" valueType="num">
                                      <p:cBhvr additive="base">
                                        <p:cTn id="45" dur="500" fill="hold"/>
                                        <p:tgtEl>
                                          <p:spTgt spid="15"/>
                                        </p:tgtEl>
                                        <p:attrNameLst>
                                          <p:attrName>ppt_y</p:attrName>
                                        </p:attrNameLst>
                                      </p:cBhvr>
                                      <p:tavLst>
                                        <p:tav tm="0">
                                          <p:val>
                                            <p:strVal val="1+#ppt_h/2"/>
                                          </p:val>
                                        </p:tav>
                                        <p:tav tm="100000">
                                          <p:val>
                                            <p:strVal val="#ppt_y"/>
                                          </p:val>
                                        </p:tav>
                                      </p:tavLst>
                                    </p:anim>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p:cTn id="49" dur="500" fill="hold"/>
                                        <p:tgtEl>
                                          <p:spTgt spid="22"/>
                                        </p:tgtEl>
                                        <p:attrNameLst>
                                          <p:attrName>ppt_w</p:attrName>
                                        </p:attrNameLst>
                                      </p:cBhvr>
                                      <p:tavLst>
                                        <p:tav tm="0">
                                          <p:val>
                                            <p:fltVal val="0"/>
                                          </p:val>
                                        </p:tav>
                                        <p:tav tm="100000">
                                          <p:val>
                                            <p:strVal val="#ppt_w"/>
                                          </p:val>
                                        </p:tav>
                                      </p:tavLst>
                                    </p:anim>
                                    <p:anim calcmode="lin" valueType="num">
                                      <p:cBhvr>
                                        <p:cTn id="50" dur="500" fill="hold"/>
                                        <p:tgtEl>
                                          <p:spTgt spid="22"/>
                                        </p:tgtEl>
                                        <p:attrNameLst>
                                          <p:attrName>ppt_h</p:attrName>
                                        </p:attrNameLst>
                                      </p:cBhvr>
                                      <p:tavLst>
                                        <p:tav tm="0">
                                          <p:val>
                                            <p:fltVal val="0"/>
                                          </p:val>
                                        </p:tav>
                                        <p:tav tm="100000">
                                          <p:val>
                                            <p:strVal val="#ppt_h"/>
                                          </p:val>
                                        </p:tav>
                                      </p:tavLst>
                                    </p:anim>
                                    <p:animEffect transition="in" filter="fade">
                                      <p:cBhvr>
                                        <p:cTn id="51" dur="500"/>
                                        <p:tgtEl>
                                          <p:spTgt spid="22"/>
                                        </p:tgtEl>
                                      </p:cBhvr>
                                    </p:animEffect>
                                  </p:childTnLst>
                                </p:cTn>
                              </p:par>
                            </p:childTnLst>
                          </p:cTn>
                        </p:par>
                        <p:par>
                          <p:cTn id="52" fill="hold">
                            <p:stCondLst>
                              <p:cond delay="4000"/>
                            </p:stCondLst>
                            <p:childTnLst>
                              <p:par>
                                <p:cTn id="53" presetID="53" presetClass="entr" presetSubtype="16" fill="hold" nodeType="after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p:cTn id="55" dur="500" fill="hold"/>
                                        <p:tgtEl>
                                          <p:spTgt spid="27"/>
                                        </p:tgtEl>
                                        <p:attrNameLst>
                                          <p:attrName>ppt_w</p:attrName>
                                        </p:attrNameLst>
                                      </p:cBhvr>
                                      <p:tavLst>
                                        <p:tav tm="0">
                                          <p:val>
                                            <p:fltVal val="0"/>
                                          </p:val>
                                        </p:tav>
                                        <p:tav tm="100000">
                                          <p:val>
                                            <p:strVal val="#ppt_w"/>
                                          </p:val>
                                        </p:tav>
                                      </p:tavLst>
                                    </p:anim>
                                    <p:anim calcmode="lin" valueType="num">
                                      <p:cBhvr>
                                        <p:cTn id="56" dur="500" fill="hold"/>
                                        <p:tgtEl>
                                          <p:spTgt spid="27"/>
                                        </p:tgtEl>
                                        <p:attrNameLst>
                                          <p:attrName>ppt_h</p:attrName>
                                        </p:attrNameLst>
                                      </p:cBhvr>
                                      <p:tavLst>
                                        <p:tav tm="0">
                                          <p:val>
                                            <p:fltVal val="0"/>
                                          </p:val>
                                        </p:tav>
                                        <p:tav tm="100000">
                                          <p:val>
                                            <p:strVal val="#ppt_h"/>
                                          </p:val>
                                        </p:tav>
                                      </p:tavLst>
                                    </p:anim>
                                    <p:animEffect transition="in" filter="fade">
                                      <p:cBhvr>
                                        <p:cTn id="57" dur="500"/>
                                        <p:tgtEl>
                                          <p:spTgt spid="27"/>
                                        </p:tgtEl>
                                      </p:cBhvr>
                                    </p:animEffect>
                                  </p:childTnLst>
                                </p:cTn>
                              </p:par>
                              <p:par>
                                <p:cTn id="58" presetID="16" presetClass="entr" presetSubtype="37"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barn(outVertical)">
                                      <p:cBhvr>
                                        <p:cTn id="6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8" grpId="0"/>
      <p:bldP spid="19" grpId="0" animBg="1"/>
      <p:bldP spid="20" grpId="0" animBg="1"/>
      <p:bldP spid="22"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6158-1E89-9796-9CC7-E7D9E59CBAA7}"/>
            </a:ext>
          </a:extLst>
        </p:cNvPr>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FDE8FF59-A6DF-5513-E043-FEDC610FCE86}"/>
              </a:ext>
            </a:extLst>
          </p:cNvPr>
          <p:cNvSpPr/>
          <p:nvPr/>
        </p:nvSpPr>
        <p:spPr bwMode="auto">
          <a:xfrm>
            <a:off x="775789" y="3710240"/>
            <a:ext cx="2995522" cy="849702"/>
          </a:xfrm>
          <a:prstGeom prst="roundRect">
            <a:avLst/>
          </a:prstGeom>
          <a:solidFill>
            <a:srgbClr val="D8707C">
              <a:alpha val="60000"/>
            </a:srgbClr>
          </a:solid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5" name="ZoneTexte 4">
            <a:extLst>
              <a:ext uri="{FF2B5EF4-FFF2-40B4-BE49-F238E27FC236}">
                <a16:creationId xmlns:a16="http://schemas.microsoft.com/office/drawing/2014/main" id="{D234A696-5E3E-6FC9-E0EB-52321C7425CD}"/>
              </a:ext>
            </a:extLst>
          </p:cNvPr>
          <p:cNvSpPr txBox="1"/>
          <p:nvPr/>
        </p:nvSpPr>
        <p:spPr>
          <a:xfrm>
            <a:off x="499834" y="345498"/>
            <a:ext cx="2587947"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a:solidFill>
                  <a:srgbClr val="5C5C5C"/>
                </a:solidFill>
                <a:ea typeface="Roboto"/>
                <a:cs typeface="Roboto"/>
              </a:rPr>
              <a:t>Count Vectorizer</a:t>
            </a:r>
            <a:endParaRPr lang="fr-FR" sz="2400">
              <a:solidFill>
                <a:srgbClr val="5C5C5C"/>
              </a:solidFill>
              <a:ea typeface="Roboto"/>
              <a:cs typeface="Roboto"/>
            </a:endParaRPr>
          </a:p>
        </p:txBody>
      </p:sp>
      <p:pic>
        <p:nvPicPr>
          <p:cNvPr id="3" name="Image 2" descr="Une image contenant texte, capture d’écran, diagramme, Police&#10;&#10;Le contenu généré par l’IA peut être incorrect.">
            <a:extLst>
              <a:ext uri="{FF2B5EF4-FFF2-40B4-BE49-F238E27FC236}">
                <a16:creationId xmlns:a16="http://schemas.microsoft.com/office/drawing/2014/main" id="{EBF7E40D-DA04-0571-DF62-90362ADE1479}"/>
              </a:ext>
            </a:extLst>
          </p:cNvPr>
          <p:cNvPicPr>
            <a:picLocks noChangeAspect="1"/>
          </p:cNvPicPr>
          <p:nvPr/>
        </p:nvPicPr>
        <p:blipFill>
          <a:blip r:embed="rId2"/>
          <a:stretch>
            <a:fillRect/>
          </a:stretch>
        </p:blipFill>
        <p:spPr>
          <a:xfrm>
            <a:off x="4431037" y="817353"/>
            <a:ext cx="4434565" cy="3485071"/>
          </a:xfrm>
          <a:prstGeom prst="rect">
            <a:avLst/>
          </a:prstGeom>
        </p:spPr>
      </p:pic>
      <p:sp>
        <p:nvSpPr>
          <p:cNvPr id="7" name="Rectangle 6">
            <a:extLst>
              <a:ext uri="{FF2B5EF4-FFF2-40B4-BE49-F238E27FC236}">
                <a16:creationId xmlns:a16="http://schemas.microsoft.com/office/drawing/2014/main" id="{588F921C-D06F-98B1-0A89-E6B57A6BE5AE}"/>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
        <p:nvSpPr>
          <p:cNvPr id="4" name="ZoneTexte 3">
            <a:extLst>
              <a:ext uri="{FF2B5EF4-FFF2-40B4-BE49-F238E27FC236}">
                <a16:creationId xmlns:a16="http://schemas.microsoft.com/office/drawing/2014/main" id="{073779B2-7B78-CDF8-2F90-95B808179BFA}"/>
              </a:ext>
            </a:extLst>
          </p:cNvPr>
          <p:cNvSpPr txBox="1"/>
          <p:nvPr/>
        </p:nvSpPr>
        <p:spPr>
          <a:xfrm>
            <a:off x="897999" y="3766153"/>
            <a:ext cx="2743200" cy="738664"/>
          </a:xfrm>
          <a:prstGeom prst="rect">
            <a:avLst/>
          </a:prstGeom>
          <a:no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i="1">
                <a:solidFill>
                  <a:schemeClr val="bg1"/>
                </a:solidFill>
                <a:ea typeface="Roboto"/>
                <a:cs typeface="Roboto"/>
              </a:rPr>
              <a:t>Count(</a:t>
            </a:r>
            <a:r>
              <a:rPr lang="fr-FR" sz="1400" i="1" err="1">
                <a:solidFill>
                  <a:schemeClr val="bg1"/>
                </a:solidFill>
                <a:ea typeface="Roboto"/>
                <a:cs typeface="Roboto"/>
              </a:rPr>
              <a:t>w,d</a:t>
            </a:r>
            <a:r>
              <a:rPr lang="fr-FR" sz="1400" i="1">
                <a:solidFill>
                  <a:schemeClr val="bg1"/>
                </a:solidFill>
                <a:ea typeface="Roboto"/>
                <a:cs typeface="Roboto"/>
              </a:rPr>
              <a:t>) = nombre d'occurrences du mot "w" dans le document "d". </a:t>
            </a:r>
          </a:p>
        </p:txBody>
      </p:sp>
      <p:sp>
        <p:nvSpPr>
          <p:cNvPr id="8" name="ZoneTexte 7">
            <a:extLst>
              <a:ext uri="{FF2B5EF4-FFF2-40B4-BE49-F238E27FC236}">
                <a16:creationId xmlns:a16="http://schemas.microsoft.com/office/drawing/2014/main" id="{8CFAB802-91F0-BF81-1628-7F4BDC853B76}"/>
              </a:ext>
            </a:extLst>
          </p:cNvPr>
          <p:cNvSpPr txBox="1"/>
          <p:nvPr/>
        </p:nvSpPr>
        <p:spPr>
          <a:xfrm>
            <a:off x="413955" y="997069"/>
            <a:ext cx="4462895"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fr-FR" sz="1500" b="1">
                <a:ea typeface="Roboto"/>
                <a:cs typeface="Roboto"/>
              </a:rPr>
              <a:t>Indexation</a:t>
            </a:r>
            <a:r>
              <a:rPr lang="fr-FR" sz="1600">
                <a:ea typeface="Roboto"/>
                <a:cs typeface="Roboto"/>
              </a:rPr>
              <a:t>:</a:t>
            </a:r>
            <a:r>
              <a:rPr lang="fr-FR">
                <a:ea typeface="Roboto"/>
                <a:cs typeface="Roboto"/>
              </a:rPr>
              <a:t> </a:t>
            </a:r>
            <a:r>
              <a:rPr lang="fr-FR" sz="1300">
                <a:ea typeface="+mn-lt"/>
                <a:cs typeface="+mn-lt"/>
              </a:rPr>
              <a:t>Associe un index unique à chaque mot du vocabulaire.</a:t>
            </a:r>
            <a:endParaRPr lang="fr-FR" sz="1300">
              <a:ea typeface="Roboto"/>
              <a:cs typeface="Roboto"/>
            </a:endParaRPr>
          </a:p>
          <a:p>
            <a:pPr marL="285750" indent="-285750">
              <a:buFont typeface="Arial"/>
              <a:buChar char="•"/>
            </a:pPr>
            <a:endParaRPr lang="fr-FR" sz="1400">
              <a:ea typeface="Roboto"/>
              <a:cs typeface="Roboto"/>
            </a:endParaRPr>
          </a:p>
          <a:p>
            <a:pPr marL="285750" indent="-285750">
              <a:buFont typeface="Arial"/>
              <a:buChar char="•"/>
            </a:pPr>
            <a:r>
              <a:rPr lang="fr-FR" sz="1500" b="1">
                <a:ea typeface="Roboto"/>
                <a:cs typeface="Roboto"/>
              </a:rPr>
              <a:t>Comptage</a:t>
            </a:r>
            <a:r>
              <a:rPr lang="fr-FR" sz="1600">
                <a:ea typeface="Roboto"/>
                <a:cs typeface="Roboto"/>
              </a:rPr>
              <a:t>:</a:t>
            </a:r>
            <a:r>
              <a:rPr lang="fr-FR">
                <a:ea typeface="Roboto"/>
                <a:cs typeface="Roboto"/>
              </a:rPr>
              <a:t> </a:t>
            </a:r>
            <a:r>
              <a:rPr lang="fr-FR" sz="1300">
                <a:ea typeface="+mn-lt"/>
                <a:cs typeface="+mn-lt"/>
              </a:rPr>
              <a:t>Calcule le nombre d’occurrences de chaque mot dans les documents d’entraînement.</a:t>
            </a:r>
          </a:p>
          <a:p>
            <a:pPr marL="285750" indent="-285750">
              <a:buFont typeface="Arial"/>
              <a:buChar char="•"/>
            </a:pPr>
            <a:endParaRPr lang="fr-FR" sz="1300">
              <a:ea typeface="+mn-lt"/>
              <a:cs typeface="+mn-lt"/>
            </a:endParaRPr>
          </a:p>
          <a:p>
            <a:pPr marL="285750" indent="-285750">
              <a:buFont typeface="Arial"/>
              <a:buChar char="•"/>
            </a:pPr>
            <a:r>
              <a:rPr lang="fr-FR" sz="1500" b="1">
                <a:ea typeface="+mn-lt"/>
                <a:cs typeface="+mn-lt"/>
              </a:rPr>
              <a:t>Représentation</a:t>
            </a:r>
            <a:r>
              <a:rPr lang="fr-FR" sz="1600">
                <a:ea typeface="+mn-lt"/>
                <a:cs typeface="+mn-lt"/>
              </a:rPr>
              <a:t>:</a:t>
            </a:r>
            <a:r>
              <a:rPr lang="fr-FR">
                <a:ea typeface="+mn-lt"/>
                <a:cs typeface="+mn-lt"/>
              </a:rPr>
              <a:t> </a:t>
            </a:r>
            <a:r>
              <a:rPr lang="fr-FR" sz="1300">
                <a:ea typeface="+mn-lt"/>
                <a:cs typeface="+mn-lt"/>
              </a:rPr>
              <a:t>Génère une matrice où :</a:t>
            </a:r>
          </a:p>
          <a:p>
            <a:pPr>
              <a:spcBef>
                <a:spcPct val="0"/>
              </a:spcBef>
            </a:pPr>
            <a:endParaRPr lang="fr-FR" sz="1400">
              <a:ea typeface="+mn-lt"/>
              <a:cs typeface="+mn-lt"/>
            </a:endParaRPr>
          </a:p>
        </p:txBody>
      </p:sp>
      <p:sp>
        <p:nvSpPr>
          <p:cNvPr id="9" name="ZoneTexte 8">
            <a:extLst>
              <a:ext uri="{FF2B5EF4-FFF2-40B4-BE49-F238E27FC236}">
                <a16:creationId xmlns:a16="http://schemas.microsoft.com/office/drawing/2014/main" id="{F6E399D6-A0F3-762D-E884-D54B2DF3B374}"/>
              </a:ext>
            </a:extLst>
          </p:cNvPr>
          <p:cNvSpPr txBox="1"/>
          <p:nvPr/>
        </p:nvSpPr>
        <p:spPr>
          <a:xfrm>
            <a:off x="732559" y="2789959"/>
            <a:ext cx="334067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
            </a:pPr>
            <a:r>
              <a:rPr lang="fr-FR" sz="1200">
                <a:ea typeface="+mn-lt"/>
                <a:cs typeface="+mn-lt"/>
              </a:rPr>
              <a:t>Chaque ligne représente un document.</a:t>
            </a:r>
          </a:p>
          <a:p>
            <a:pPr marL="285750" indent="-285750">
              <a:buFont typeface="Wingdings"/>
              <a:buChar char="§"/>
            </a:pPr>
            <a:r>
              <a:rPr lang="fr-FR" sz="1200">
                <a:ea typeface="+mn-lt"/>
                <a:cs typeface="+mn-lt"/>
              </a:rPr>
              <a:t>Chaque colonne correspond à un mot du vocabulaire.</a:t>
            </a:r>
            <a:endParaRPr lang="fr-FR" sz="1200">
              <a:ea typeface="Roboto"/>
              <a:cs typeface="Roboto"/>
            </a:endParaRPr>
          </a:p>
        </p:txBody>
      </p:sp>
    </p:spTree>
    <p:extLst>
      <p:ext uri="{BB962C8B-B14F-4D97-AF65-F5344CB8AC3E}">
        <p14:creationId xmlns:p14="http://schemas.microsoft.com/office/powerpoint/2010/main" val="1816186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Analyse</a:t>
            </a:r>
            <a:endParaRPr lang="fr-FR"/>
          </a:p>
        </p:txBody>
      </p:sp>
      <p:sp>
        <p:nvSpPr>
          <p:cNvPr id="9" name="Rectangle 8">
            <a:extLst>
              <a:ext uri="{FF2B5EF4-FFF2-40B4-BE49-F238E27FC236}">
                <a16:creationId xmlns:a16="http://schemas.microsoft.com/office/drawing/2014/main" id="{EF631C50-7001-40E7-BA43-502F530CCA13}"/>
              </a:ext>
            </a:extLst>
          </p:cNvPr>
          <p:cNvSpPr/>
          <p:nvPr/>
        </p:nvSpPr>
        <p:spPr bwMode="auto">
          <a:xfrm>
            <a:off x="387350" y="1072823"/>
            <a:ext cx="1365250" cy="3035380"/>
          </a:xfrm>
          <a:prstGeom prst="rect">
            <a:avLst/>
          </a:prstGeom>
          <a:solidFill>
            <a:schemeClr val="accent1"/>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500" b="1" err="1">
                <a:solidFill>
                  <a:schemeClr val="bg1"/>
                </a:solidFill>
              </a:rPr>
              <a:t>Avantages</a:t>
            </a:r>
            <a:endParaRPr lang="fr-FR" sz="1500" err="1">
              <a:solidFill>
                <a:schemeClr val="bg1"/>
              </a:solidFill>
            </a:endParaRPr>
          </a:p>
        </p:txBody>
      </p:sp>
      <p:sp>
        <p:nvSpPr>
          <p:cNvPr id="39" name="Rectangle 38">
            <a:extLst>
              <a:ext uri="{FF2B5EF4-FFF2-40B4-BE49-F238E27FC236}">
                <a16:creationId xmlns:a16="http://schemas.microsoft.com/office/drawing/2014/main" id="{2E0A398D-5818-4D56-9A1C-DA747FC8B00A}"/>
              </a:ext>
            </a:extLst>
          </p:cNvPr>
          <p:cNvSpPr/>
          <p:nvPr/>
        </p:nvSpPr>
        <p:spPr bwMode="auto">
          <a:xfrm>
            <a:off x="1752600" y="1072823"/>
            <a:ext cx="2743200" cy="3035380"/>
          </a:xfrm>
          <a:prstGeom prst="rect">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marL="171450" indent="-171450">
              <a:buFont typeface="Arial,Sans-Serif"/>
              <a:buChar char="•"/>
            </a:pPr>
            <a:r>
              <a:rPr lang="fr-FR" sz="1200" dirty="0">
                <a:solidFill>
                  <a:schemeClr val="tx1">
                    <a:lumMod val="75000"/>
                    <a:lumOff val="25000"/>
                  </a:schemeClr>
                </a:solidFill>
              </a:rPr>
              <a:t>Simple et rapide : Facile à implémenter et efficace pour de petits </a:t>
            </a:r>
            <a:r>
              <a:rPr lang="fr-FR" sz="1200" dirty="0" err="1">
                <a:solidFill>
                  <a:schemeClr val="tx1">
                    <a:lumMod val="75000"/>
                    <a:lumOff val="25000"/>
                  </a:schemeClr>
                </a:solidFill>
              </a:rPr>
              <a:t>datasets</a:t>
            </a:r>
            <a:r>
              <a:rPr lang="fr-FR" sz="1200" dirty="0">
                <a:solidFill>
                  <a:schemeClr val="tx1">
                    <a:lumMod val="75000"/>
                    <a:lumOff val="25000"/>
                  </a:schemeClr>
                </a:solidFill>
              </a:rPr>
              <a:t>. </a:t>
            </a:r>
            <a:endParaRPr lang="en-US" sz="1200" dirty="0">
              <a:solidFill>
                <a:schemeClr val="tx1">
                  <a:lumMod val="75000"/>
                  <a:lumOff val="25000"/>
                </a:schemeClr>
              </a:solidFill>
              <a:ea typeface="Roboto"/>
              <a:cs typeface="Roboto"/>
            </a:endParaRPr>
          </a:p>
          <a:p>
            <a:endParaRPr lang="fr-FR" sz="1200">
              <a:solidFill>
                <a:schemeClr val="tx1">
                  <a:lumMod val="75000"/>
                  <a:lumOff val="25000"/>
                </a:schemeClr>
              </a:solidFill>
              <a:ea typeface="Roboto"/>
              <a:cs typeface="Roboto"/>
            </a:endParaRPr>
          </a:p>
          <a:p>
            <a:pPr marL="171450" indent="-171450">
              <a:buFont typeface="Arial,Sans-Serif"/>
              <a:buChar char="•"/>
            </a:pPr>
            <a:r>
              <a:rPr lang="fr-FR" sz="1200" dirty="0">
                <a:solidFill>
                  <a:schemeClr val="tx1">
                    <a:lumMod val="75000"/>
                    <a:lumOff val="25000"/>
                  </a:schemeClr>
                </a:solidFill>
              </a:rPr>
              <a:t>Interprétable : La matrice résultante est intuitive et lisible. </a:t>
            </a:r>
            <a:endParaRPr lang="en-US" sz="1200" dirty="0">
              <a:solidFill>
                <a:schemeClr val="tx1">
                  <a:lumMod val="75000"/>
                  <a:lumOff val="25000"/>
                </a:schemeClr>
              </a:solidFill>
              <a:ea typeface="Roboto"/>
              <a:cs typeface="Roboto"/>
            </a:endParaRPr>
          </a:p>
          <a:p>
            <a:endParaRPr lang="fr-FR" sz="1200">
              <a:solidFill>
                <a:schemeClr val="tx1">
                  <a:lumMod val="75000"/>
                  <a:lumOff val="25000"/>
                </a:schemeClr>
              </a:solidFill>
              <a:ea typeface="Roboto"/>
              <a:cs typeface="Roboto"/>
            </a:endParaRPr>
          </a:p>
        </p:txBody>
      </p:sp>
      <p:sp>
        <p:nvSpPr>
          <p:cNvPr id="61" name="Rectangle 60">
            <a:extLst>
              <a:ext uri="{FF2B5EF4-FFF2-40B4-BE49-F238E27FC236}">
                <a16:creationId xmlns:a16="http://schemas.microsoft.com/office/drawing/2014/main" id="{79FB8AD3-CB83-41CF-B09E-794F2A73D090}"/>
              </a:ext>
            </a:extLst>
          </p:cNvPr>
          <p:cNvSpPr/>
          <p:nvPr/>
        </p:nvSpPr>
        <p:spPr bwMode="auto">
          <a:xfrm>
            <a:off x="4591684" y="1064892"/>
            <a:ext cx="1445252" cy="3030684"/>
          </a:xfrm>
          <a:prstGeom prst="rect">
            <a:avLst/>
          </a:prstGeom>
          <a:solidFill>
            <a:schemeClr val="accent4"/>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500" b="1" err="1">
                <a:solidFill>
                  <a:schemeClr val="bg1"/>
                </a:solidFill>
              </a:rPr>
              <a:t>Inconveniants</a:t>
            </a:r>
            <a:endParaRPr lang="fr-FR" sz="1500">
              <a:solidFill>
                <a:schemeClr val="bg1"/>
              </a:solidFill>
              <a:ea typeface="Roboto"/>
              <a:cs typeface="Roboto"/>
            </a:endParaRPr>
          </a:p>
        </p:txBody>
      </p:sp>
      <p:sp>
        <p:nvSpPr>
          <p:cNvPr id="67" name="Rectangle 66">
            <a:extLst>
              <a:ext uri="{FF2B5EF4-FFF2-40B4-BE49-F238E27FC236}">
                <a16:creationId xmlns:a16="http://schemas.microsoft.com/office/drawing/2014/main" id="{876C735D-01D4-4BF0-93FC-B40F3C555AC7}"/>
              </a:ext>
            </a:extLst>
          </p:cNvPr>
          <p:cNvSpPr/>
          <p:nvPr/>
        </p:nvSpPr>
        <p:spPr bwMode="auto">
          <a:xfrm>
            <a:off x="6036936" y="1072543"/>
            <a:ext cx="2724765" cy="3013815"/>
          </a:xfrm>
          <a:prstGeom prst="rect">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endParaRPr lang="fr-FR" sz="1000">
              <a:solidFill>
                <a:schemeClr val="tx1">
                  <a:lumMod val="75000"/>
                  <a:lumOff val="25000"/>
                </a:schemeClr>
              </a:solidFill>
            </a:endParaRPr>
          </a:p>
          <a:p>
            <a:pPr marL="171450" indent="-171450">
              <a:buFont typeface="Arial"/>
              <a:buChar char="•"/>
            </a:pPr>
            <a:r>
              <a:rPr lang="fr-FR" sz="1200">
                <a:solidFill>
                  <a:schemeClr val="tx1">
                    <a:lumMod val="75000"/>
                    <a:lumOff val="25000"/>
                  </a:schemeClr>
                </a:solidFill>
              </a:rPr>
              <a:t>Ignorance de la sémantique : Deux phrases différentes mais synonymes auront des représentations différentes. </a:t>
            </a:r>
            <a:endParaRPr lang="en-US" sz="1200">
              <a:solidFill>
                <a:schemeClr val="tx1">
                  <a:lumMod val="75000"/>
                  <a:lumOff val="25000"/>
                </a:schemeClr>
              </a:solidFill>
              <a:ea typeface="Roboto"/>
              <a:cs typeface="Roboto"/>
            </a:endParaRPr>
          </a:p>
          <a:p>
            <a:pPr marL="171450" indent="-171450">
              <a:buFont typeface="Arial"/>
              <a:buChar char="•"/>
            </a:pPr>
            <a:endParaRPr lang="fr-FR" sz="1200">
              <a:solidFill>
                <a:schemeClr val="tx1">
                  <a:lumMod val="75000"/>
                  <a:lumOff val="25000"/>
                </a:schemeClr>
              </a:solidFill>
            </a:endParaRPr>
          </a:p>
          <a:p>
            <a:pPr marL="171450" indent="-171450">
              <a:buFont typeface="Arial"/>
              <a:buChar char="•"/>
            </a:pPr>
            <a:r>
              <a:rPr lang="fr-FR" sz="1200">
                <a:solidFill>
                  <a:schemeClr val="tx1">
                    <a:lumMod val="75000"/>
                    <a:lumOff val="25000"/>
                  </a:schemeClr>
                </a:solidFill>
              </a:rPr>
              <a:t>Taille du vocabulaire : Plus le </a:t>
            </a:r>
            <a:r>
              <a:rPr lang="fr-FR" sz="1200" err="1">
                <a:solidFill>
                  <a:schemeClr val="tx1">
                    <a:lumMod val="75000"/>
                    <a:lumOff val="25000"/>
                  </a:schemeClr>
                </a:solidFill>
              </a:rPr>
              <a:t>dataset</a:t>
            </a:r>
            <a:r>
              <a:rPr lang="fr-FR" sz="1200">
                <a:solidFill>
                  <a:schemeClr val="tx1">
                    <a:lumMod val="75000"/>
                    <a:lumOff val="25000"/>
                  </a:schemeClr>
                </a:solidFill>
              </a:rPr>
              <a:t> grand, plus la matrice devient </a:t>
            </a:r>
            <a:r>
              <a:rPr lang="fr-FR" sz="1200" err="1">
                <a:solidFill>
                  <a:schemeClr val="tx1">
                    <a:lumMod val="75000"/>
                    <a:lumOff val="25000"/>
                  </a:schemeClr>
                </a:solidFill>
              </a:rPr>
              <a:t>sparse</a:t>
            </a:r>
            <a:r>
              <a:rPr lang="fr-FR" sz="1200">
                <a:solidFill>
                  <a:schemeClr val="tx1">
                    <a:lumMod val="75000"/>
                    <a:lumOff val="25000"/>
                  </a:schemeClr>
                </a:solidFill>
              </a:rPr>
              <a:t> (remplie de zéros). </a:t>
            </a:r>
            <a:endParaRPr lang="en-US" sz="1200">
              <a:solidFill>
                <a:schemeClr val="tx1">
                  <a:lumMod val="75000"/>
                  <a:lumOff val="25000"/>
                </a:schemeClr>
              </a:solidFill>
              <a:ea typeface="Roboto"/>
              <a:cs typeface="Roboto"/>
            </a:endParaRPr>
          </a:p>
          <a:p>
            <a:endParaRPr lang="fr-FR" sz="1000">
              <a:solidFill>
                <a:srgbClr val="262626"/>
              </a:solidFill>
            </a:endParaRPr>
          </a:p>
          <a:p>
            <a:pPr algn="ctr">
              <a:lnSpc>
                <a:spcPct val="150000"/>
              </a:lnSpc>
            </a:pPr>
            <a:endParaRPr lang="en-US" sz="1100">
              <a:solidFill>
                <a:schemeClr val="tx1">
                  <a:lumMod val="75000"/>
                  <a:lumOff val="25000"/>
                </a:schemeClr>
              </a:solidFill>
              <a:ea typeface="Roboto"/>
              <a:cs typeface="Roboto"/>
            </a:endParaRPr>
          </a:p>
        </p:txBody>
      </p:sp>
      <p:sp>
        <p:nvSpPr>
          <p:cNvPr id="5" name="Rectangle 4">
            <a:extLst>
              <a:ext uri="{FF2B5EF4-FFF2-40B4-BE49-F238E27FC236}">
                <a16:creationId xmlns:a16="http://schemas.microsoft.com/office/drawing/2014/main" id="{8BD6F92E-35B3-707E-A71D-3EFAA83A045D}"/>
              </a:ext>
            </a:extLst>
          </p:cNvPr>
          <p:cNvSpPr/>
          <p:nvPr/>
        </p:nvSpPr>
        <p:spPr bwMode="auto">
          <a:xfrm>
            <a:off x="-81650"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pic>
        <p:nvPicPr>
          <p:cNvPr id="12" name="Graphique 11" descr="Fermer avec un remplissage uni">
            <a:extLst>
              <a:ext uri="{FF2B5EF4-FFF2-40B4-BE49-F238E27FC236}">
                <a16:creationId xmlns:a16="http://schemas.microsoft.com/office/drawing/2014/main" id="{5C9EBCEF-CEF7-C51B-5AE4-E45ABC8BEC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040" y="2723206"/>
            <a:ext cx="740381" cy="755201"/>
          </a:xfrm>
          <a:prstGeom prst="rect">
            <a:avLst/>
          </a:prstGeom>
        </p:spPr>
      </p:pic>
      <p:pic>
        <p:nvPicPr>
          <p:cNvPr id="11" name="Graphique 10" descr="Badge Tick1 contour">
            <a:extLst>
              <a:ext uri="{FF2B5EF4-FFF2-40B4-BE49-F238E27FC236}">
                <a16:creationId xmlns:a16="http://schemas.microsoft.com/office/drawing/2014/main" id="{82B060BE-EF37-1B80-0B2F-3ED42B35EA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4783" y="2648473"/>
            <a:ext cx="914400" cy="914400"/>
          </a:xfrm>
          <a:prstGeom prst="rect">
            <a:avLst/>
          </a:prstGeom>
        </p:spPr>
      </p:pic>
    </p:spTree>
    <p:extLst>
      <p:ext uri="{BB962C8B-B14F-4D97-AF65-F5344CB8AC3E}">
        <p14:creationId xmlns:p14="http://schemas.microsoft.com/office/powerpoint/2010/main" val="22782068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2" accel="20000" decel="6000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1+#ppt_w/2"/>
                                          </p:val>
                                        </p:tav>
                                        <p:tav tm="100000">
                                          <p:val>
                                            <p:strVal val="#ppt_x"/>
                                          </p:val>
                                        </p:tav>
                                      </p:tavLst>
                                    </p:anim>
                                    <p:anim calcmode="lin" valueType="num">
                                      <p:cBhvr additive="base">
                                        <p:cTn id="12" dur="500" fill="hold"/>
                                        <p:tgtEl>
                                          <p:spTgt spid="3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accel="20000" decel="60000" fill="hold" grpId="0" nodeType="afterEffect">
                                  <p:stCondLst>
                                    <p:cond delay="0"/>
                                  </p:stCondLst>
                                  <p:childTnLst>
                                    <p:set>
                                      <p:cBhvr>
                                        <p:cTn id="15" dur="1" fill="hold">
                                          <p:stCondLst>
                                            <p:cond delay="0"/>
                                          </p:stCondLst>
                                        </p:cTn>
                                        <p:tgtEl>
                                          <p:spTgt spid="61"/>
                                        </p:tgtEl>
                                        <p:attrNameLst>
                                          <p:attrName>style.visibility</p:attrName>
                                        </p:attrNameLst>
                                      </p:cBhvr>
                                      <p:to>
                                        <p:strVal val="visible"/>
                                      </p:to>
                                    </p:set>
                                    <p:anim calcmode="lin" valueType="num">
                                      <p:cBhvr additive="base">
                                        <p:cTn id="16" dur="500" fill="hold"/>
                                        <p:tgtEl>
                                          <p:spTgt spid="61"/>
                                        </p:tgtEl>
                                        <p:attrNameLst>
                                          <p:attrName>ppt_x</p:attrName>
                                        </p:attrNameLst>
                                      </p:cBhvr>
                                      <p:tavLst>
                                        <p:tav tm="0">
                                          <p:val>
                                            <p:strVal val="#ppt_x"/>
                                          </p:val>
                                        </p:tav>
                                        <p:tav tm="100000">
                                          <p:val>
                                            <p:strVal val="#ppt_x"/>
                                          </p:val>
                                        </p:tav>
                                      </p:tavLst>
                                    </p:anim>
                                    <p:anim calcmode="lin" valueType="num">
                                      <p:cBhvr additive="base">
                                        <p:cTn id="17" dur="500" fill="hold"/>
                                        <p:tgtEl>
                                          <p:spTgt spid="61"/>
                                        </p:tgtEl>
                                        <p:attrNameLst>
                                          <p:attrName>ppt_y</p:attrName>
                                        </p:attrNameLst>
                                      </p:cBhvr>
                                      <p:tavLst>
                                        <p:tav tm="0">
                                          <p:val>
                                            <p:strVal val="1+#ppt_h/2"/>
                                          </p:val>
                                        </p:tav>
                                        <p:tav tm="100000">
                                          <p:val>
                                            <p:strVal val="#ppt_y"/>
                                          </p:val>
                                        </p:tav>
                                      </p:tavLst>
                                    </p:anim>
                                  </p:childTnLst>
                                </p:cTn>
                              </p:par>
                              <p:par>
                                <p:cTn id="18" presetID="2" presetClass="entr" presetSubtype="2" accel="20000" decel="60000" fill="hold" grpId="0" nodeType="withEffect">
                                  <p:stCondLst>
                                    <p:cond delay="0"/>
                                  </p:stCondLst>
                                  <p:childTnLst>
                                    <p:set>
                                      <p:cBhvr>
                                        <p:cTn id="19" dur="1" fill="hold">
                                          <p:stCondLst>
                                            <p:cond delay="0"/>
                                          </p:stCondLst>
                                        </p:cTn>
                                        <p:tgtEl>
                                          <p:spTgt spid="67"/>
                                        </p:tgtEl>
                                        <p:attrNameLst>
                                          <p:attrName>style.visibility</p:attrName>
                                        </p:attrNameLst>
                                      </p:cBhvr>
                                      <p:to>
                                        <p:strVal val="visible"/>
                                      </p:to>
                                    </p:set>
                                    <p:anim calcmode="lin" valueType="num">
                                      <p:cBhvr additive="base">
                                        <p:cTn id="20" dur="500" fill="hold"/>
                                        <p:tgtEl>
                                          <p:spTgt spid="67"/>
                                        </p:tgtEl>
                                        <p:attrNameLst>
                                          <p:attrName>ppt_x</p:attrName>
                                        </p:attrNameLst>
                                      </p:cBhvr>
                                      <p:tavLst>
                                        <p:tav tm="0">
                                          <p:val>
                                            <p:strVal val="1+#ppt_w/2"/>
                                          </p:val>
                                        </p:tav>
                                        <p:tav tm="100000">
                                          <p:val>
                                            <p:strVal val="#ppt_x"/>
                                          </p:val>
                                        </p:tav>
                                      </p:tavLst>
                                    </p:anim>
                                    <p:anim calcmode="lin" valueType="num">
                                      <p:cBhvr additive="base">
                                        <p:cTn id="21" dur="500" fill="hold"/>
                                        <p:tgtEl>
                                          <p:spTgt spid="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9" grpId="0" animBg="1"/>
      <p:bldP spid="61" grpId="0" animBg="1"/>
      <p:bldP spid="6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C7B03-A598-84CC-8007-76C7D087698D}"/>
            </a:ext>
          </a:extLst>
        </p:cNvPr>
        <p:cNvGrpSpPr/>
        <p:nvPr/>
      </p:nvGrpSpPr>
      <p:grpSpPr>
        <a:xfrm>
          <a:off x="0" y="0"/>
          <a:ext cx="0" cy="0"/>
          <a:chOff x="0" y="0"/>
          <a:chExt cx="0" cy="0"/>
        </a:xfrm>
      </p:grpSpPr>
      <p:sp>
        <p:nvSpPr>
          <p:cNvPr id="3" name="Rectangle : coins arrondis 2">
            <a:extLst>
              <a:ext uri="{FF2B5EF4-FFF2-40B4-BE49-F238E27FC236}">
                <a16:creationId xmlns:a16="http://schemas.microsoft.com/office/drawing/2014/main" id="{1E777A49-4DEB-B18D-1F69-76F34547B4D2}"/>
              </a:ext>
            </a:extLst>
          </p:cNvPr>
          <p:cNvSpPr/>
          <p:nvPr/>
        </p:nvSpPr>
        <p:spPr bwMode="auto">
          <a:xfrm>
            <a:off x="1451394" y="3128154"/>
            <a:ext cx="6370607" cy="1539815"/>
          </a:xfrm>
          <a:prstGeom prst="roundRect">
            <a:avLst/>
          </a:prstGeom>
          <a:solidFill>
            <a:srgbClr val="695D7A">
              <a:alpha val="36000"/>
            </a:srgbClr>
          </a:solid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5" name="ZoneTexte 4">
            <a:extLst>
              <a:ext uri="{FF2B5EF4-FFF2-40B4-BE49-F238E27FC236}">
                <a16:creationId xmlns:a16="http://schemas.microsoft.com/office/drawing/2014/main" id="{D27FBF27-E653-2073-33A3-7E6B41170A77}"/>
              </a:ext>
            </a:extLst>
          </p:cNvPr>
          <p:cNvSpPr txBox="1"/>
          <p:nvPr/>
        </p:nvSpPr>
        <p:spPr>
          <a:xfrm>
            <a:off x="250452" y="200025"/>
            <a:ext cx="318022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a:solidFill>
                  <a:srgbClr val="5C5C5C"/>
                </a:solidFill>
                <a:ea typeface="Roboto"/>
                <a:cs typeface="Roboto"/>
              </a:rPr>
              <a:t>TF-IDF</a:t>
            </a:r>
            <a:endParaRPr lang="fr-FR" err="1"/>
          </a:p>
        </p:txBody>
      </p:sp>
      <p:sp>
        <p:nvSpPr>
          <p:cNvPr id="7" name="Rectangle 6">
            <a:extLst>
              <a:ext uri="{FF2B5EF4-FFF2-40B4-BE49-F238E27FC236}">
                <a16:creationId xmlns:a16="http://schemas.microsoft.com/office/drawing/2014/main" id="{C9D6213D-73CF-8A2A-6C9C-47F82F9482B5}"/>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pic>
        <p:nvPicPr>
          <p:cNvPr id="2" name="Image 1" descr="Une image contenant texte, écriture manuscrite, diagramme, Plan&#10;&#10;Le contenu généré par l’IA peut être incorrect.">
            <a:extLst>
              <a:ext uri="{FF2B5EF4-FFF2-40B4-BE49-F238E27FC236}">
                <a16:creationId xmlns:a16="http://schemas.microsoft.com/office/drawing/2014/main" id="{57B5A7AF-1804-B5A1-A2BC-A8C7AEB0C46D}"/>
              </a:ext>
            </a:extLst>
          </p:cNvPr>
          <p:cNvPicPr>
            <a:picLocks noChangeAspect="1"/>
          </p:cNvPicPr>
          <p:nvPr/>
        </p:nvPicPr>
        <p:blipFill>
          <a:blip r:embed="rId2"/>
          <a:stretch>
            <a:fillRect/>
          </a:stretch>
        </p:blipFill>
        <p:spPr>
          <a:xfrm>
            <a:off x="283233" y="671423"/>
            <a:ext cx="4285891" cy="2204768"/>
          </a:xfrm>
          <a:prstGeom prst="rect">
            <a:avLst/>
          </a:prstGeom>
        </p:spPr>
      </p:pic>
      <mc:AlternateContent xmlns:mc="http://schemas.openxmlformats.org/markup-compatibility/2006" xmlns:p14="http://schemas.microsoft.com/office/powerpoint/2010/main">
        <mc:Choice Requires="p14">
          <p:contentPart p14:bwMode="auto" r:id="rId3">
            <p14:nvContentPartPr>
              <p14:cNvPr id="11" name="Encre 10">
                <a:extLst>
                  <a:ext uri="{FF2B5EF4-FFF2-40B4-BE49-F238E27FC236}">
                    <a16:creationId xmlns:a16="http://schemas.microsoft.com/office/drawing/2014/main" id="{29E567EA-A45A-455C-2A1E-820E332864D4}"/>
                  </a:ext>
                </a:extLst>
              </p14:cNvPr>
              <p14:cNvContentPartPr/>
              <p14:nvPr/>
            </p14:nvContentPartPr>
            <p14:xfrm>
              <a:off x="10585450" y="2371725"/>
              <a:ext cx="15874" cy="15874"/>
            </p14:xfrm>
          </p:contentPart>
        </mc:Choice>
        <mc:Fallback xmlns="">
          <p:pic>
            <p:nvPicPr>
              <p:cNvPr id="11" name="Encre 10">
                <a:extLst>
                  <a:ext uri="{FF2B5EF4-FFF2-40B4-BE49-F238E27FC236}">
                    <a16:creationId xmlns:a16="http://schemas.microsoft.com/office/drawing/2014/main" id="{29E567EA-A45A-455C-2A1E-820E332864D4}"/>
                  </a:ext>
                </a:extLst>
              </p:cNvPr>
              <p:cNvPicPr/>
              <p:nvPr/>
            </p:nvPicPr>
            <p:blipFill>
              <a:blip r:embed="rId4"/>
              <a:stretch>
                <a:fillRect/>
              </a:stretch>
            </p:blipFill>
            <p:spPr>
              <a:xfrm>
                <a:off x="9791750" y="1578025"/>
                <a:ext cx="1587400" cy="1587400"/>
              </a:xfrm>
              <a:prstGeom prst="rect">
                <a:avLst/>
              </a:prstGeom>
            </p:spPr>
          </p:pic>
        </mc:Fallback>
      </mc:AlternateContent>
      <p:sp>
        <p:nvSpPr>
          <p:cNvPr id="4" name="ZoneTexte 5">
            <a:extLst>
              <a:ext uri="{FF2B5EF4-FFF2-40B4-BE49-F238E27FC236}">
                <a16:creationId xmlns:a16="http://schemas.microsoft.com/office/drawing/2014/main" id="{AA726326-8E1A-8161-BC67-1DA5FA23079D}"/>
              </a:ext>
            </a:extLst>
          </p:cNvPr>
          <p:cNvSpPr txBox="1"/>
          <p:nvPr/>
        </p:nvSpPr>
        <p:spPr>
          <a:xfrm>
            <a:off x="4864067" y="581773"/>
            <a:ext cx="3907764" cy="229293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fr-FR" sz="1300">
                <a:solidFill>
                  <a:srgbClr val="5C5C5C"/>
                </a:solidFill>
                <a:ea typeface="+mn-lt"/>
                <a:cs typeface="+mn-lt"/>
              </a:rPr>
              <a:t>Technique d’extraction de caractéristiques textuelles.</a:t>
            </a:r>
            <a:endParaRPr lang="fr-FR" sz="1300">
              <a:solidFill>
                <a:srgbClr val="5C5C5C"/>
              </a:solidFill>
              <a:ea typeface="Roboto"/>
              <a:cs typeface="Roboto"/>
            </a:endParaRPr>
          </a:p>
          <a:p>
            <a:pPr marL="285750" indent="-285750">
              <a:buFont typeface="Arial"/>
              <a:buChar char="•"/>
            </a:pPr>
            <a:r>
              <a:rPr lang="fr-FR" sz="1300">
                <a:solidFill>
                  <a:srgbClr val="5C5C5C"/>
                </a:solidFill>
                <a:ea typeface="+mn-lt"/>
                <a:cs typeface="+mn-lt"/>
              </a:rPr>
              <a:t>Pondère les mots en fonction de :</a:t>
            </a:r>
            <a:endParaRPr lang="fr-FR" sz="1300">
              <a:solidFill>
                <a:srgbClr val="5C5C5C"/>
              </a:solidFill>
              <a:ea typeface="Roboto"/>
              <a:cs typeface="Roboto"/>
            </a:endParaRPr>
          </a:p>
          <a:p>
            <a:pPr marL="742950" lvl="1" indent="-285750">
              <a:buFont typeface="Arial"/>
              <a:buChar char="•"/>
            </a:pPr>
            <a:r>
              <a:rPr lang="fr-FR" sz="1300">
                <a:solidFill>
                  <a:srgbClr val="5C5C5C"/>
                </a:solidFill>
                <a:ea typeface="+mn-lt"/>
                <a:cs typeface="+mn-lt"/>
              </a:rPr>
              <a:t>Leur fréquence dans un document.</a:t>
            </a:r>
            <a:endParaRPr lang="fr-FR" sz="1300">
              <a:solidFill>
                <a:srgbClr val="5C5C5C"/>
              </a:solidFill>
              <a:ea typeface="Roboto"/>
              <a:cs typeface="Roboto"/>
            </a:endParaRPr>
          </a:p>
          <a:p>
            <a:pPr marL="742950" lvl="1" indent="-285750">
              <a:buFont typeface="Arial"/>
              <a:buChar char="•"/>
            </a:pPr>
            <a:r>
              <a:rPr lang="fr-FR" sz="1300">
                <a:solidFill>
                  <a:srgbClr val="5C5C5C"/>
                </a:solidFill>
                <a:ea typeface="+mn-lt"/>
                <a:cs typeface="+mn-lt"/>
              </a:rPr>
              <a:t>Leur rareté dans l’ensemble du corpus.</a:t>
            </a:r>
            <a:endParaRPr lang="fr-FR" sz="1300">
              <a:solidFill>
                <a:srgbClr val="5C5C5C"/>
              </a:solidFill>
              <a:ea typeface="Roboto"/>
              <a:cs typeface="Roboto"/>
            </a:endParaRPr>
          </a:p>
          <a:p>
            <a:pPr marL="285750" indent="-285750">
              <a:buFont typeface="Arial"/>
              <a:buChar char="•"/>
            </a:pPr>
            <a:r>
              <a:rPr lang="fr-FR" sz="1300">
                <a:solidFill>
                  <a:srgbClr val="5C5C5C"/>
                </a:solidFill>
                <a:ea typeface="+mn-lt"/>
                <a:cs typeface="+mn-lt"/>
              </a:rPr>
              <a:t>Objectif :</a:t>
            </a:r>
            <a:endParaRPr lang="fr-FR" sz="1300">
              <a:solidFill>
                <a:srgbClr val="5C5C5C"/>
              </a:solidFill>
              <a:ea typeface="Roboto"/>
              <a:cs typeface="Roboto"/>
            </a:endParaRPr>
          </a:p>
          <a:p>
            <a:pPr marL="742950" lvl="1" indent="-285750">
              <a:buFont typeface="Arial"/>
              <a:buChar char="•"/>
            </a:pPr>
            <a:r>
              <a:rPr lang="fr-FR" sz="1300">
                <a:solidFill>
                  <a:srgbClr val="5C5C5C"/>
                </a:solidFill>
                <a:ea typeface="+mn-lt"/>
                <a:cs typeface="+mn-lt"/>
              </a:rPr>
              <a:t>Donner plus de poids aux mots significatifs.</a:t>
            </a:r>
            <a:endParaRPr lang="fr-FR" sz="1300">
              <a:solidFill>
                <a:srgbClr val="5C5C5C"/>
              </a:solidFill>
              <a:ea typeface="Roboto"/>
              <a:cs typeface="Roboto"/>
            </a:endParaRPr>
          </a:p>
          <a:p>
            <a:pPr marL="742950" lvl="1" indent="-285750">
              <a:buFont typeface="Arial"/>
              <a:buChar char="•"/>
            </a:pPr>
            <a:r>
              <a:rPr lang="fr-FR" sz="1300">
                <a:solidFill>
                  <a:srgbClr val="5C5C5C"/>
                </a:solidFill>
                <a:ea typeface="+mn-lt"/>
                <a:cs typeface="+mn-lt"/>
              </a:rPr>
              <a:t>Réduire l’influence des mots fréquents mais peu informatifs (ex : "le", "et", "de").</a:t>
            </a:r>
            <a:endParaRPr lang="fr-FR" sz="1300">
              <a:solidFill>
                <a:srgbClr val="5C5C5C"/>
              </a:solidFill>
              <a:ea typeface="Roboto"/>
              <a:cs typeface="Roboto"/>
            </a:endParaRPr>
          </a:p>
          <a:p>
            <a:pPr algn="just"/>
            <a:endParaRPr lang="fr-FR" sz="1300">
              <a:solidFill>
                <a:srgbClr val="5C5C5C"/>
              </a:solidFill>
              <a:ea typeface="Roboto"/>
              <a:cs typeface="Roboto"/>
            </a:endParaRPr>
          </a:p>
        </p:txBody>
      </p:sp>
      <p:grpSp>
        <p:nvGrpSpPr>
          <p:cNvPr id="19" name="Groupe 18">
            <a:extLst>
              <a:ext uri="{FF2B5EF4-FFF2-40B4-BE49-F238E27FC236}">
                <a16:creationId xmlns:a16="http://schemas.microsoft.com/office/drawing/2014/main" id="{9F399B02-6C9D-B993-5A25-283A7DF420A8}"/>
              </a:ext>
            </a:extLst>
          </p:cNvPr>
          <p:cNvGrpSpPr/>
          <p:nvPr/>
        </p:nvGrpSpPr>
        <p:grpSpPr>
          <a:xfrm>
            <a:off x="1452340" y="3270536"/>
            <a:ext cx="4187805" cy="680584"/>
            <a:chOff x="4570524" y="3320668"/>
            <a:chExt cx="4187805" cy="680584"/>
          </a:xfrm>
        </p:grpSpPr>
        <p:sp>
          <p:nvSpPr>
            <p:cNvPr id="15" name="ZoneTexte 14">
              <a:extLst>
                <a:ext uri="{FF2B5EF4-FFF2-40B4-BE49-F238E27FC236}">
                  <a16:creationId xmlns:a16="http://schemas.microsoft.com/office/drawing/2014/main" id="{1176EED6-983B-F736-90CE-28DF681E991F}"/>
                </a:ext>
              </a:extLst>
            </p:cNvPr>
            <p:cNvSpPr txBox="1"/>
            <p:nvPr/>
          </p:nvSpPr>
          <p:spPr>
            <a:xfrm>
              <a:off x="4570524" y="3521265"/>
              <a:ext cx="122200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TF</a:t>
              </a:r>
              <a:r>
                <a:rPr lang="fr-FR" sz="1500">
                  <a:ea typeface="Roboto"/>
                  <a:cs typeface="Roboto"/>
                </a:rPr>
                <a:t>(t, d) = </a:t>
              </a:r>
            </a:p>
          </p:txBody>
        </p:sp>
        <p:cxnSp>
          <p:nvCxnSpPr>
            <p:cNvPr id="16" name="Connecteur droit avec flèche 15">
              <a:extLst>
                <a:ext uri="{FF2B5EF4-FFF2-40B4-BE49-F238E27FC236}">
                  <a16:creationId xmlns:a16="http://schemas.microsoft.com/office/drawing/2014/main" id="{EDBF06AE-89C4-3B56-918F-18540826C1DF}"/>
                </a:ext>
              </a:extLst>
            </p:cNvPr>
            <p:cNvCxnSpPr/>
            <p:nvPr/>
          </p:nvCxnSpPr>
          <p:spPr>
            <a:xfrm>
              <a:off x="5481752" y="3681160"/>
              <a:ext cx="3010275" cy="3770"/>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4541F3CC-BF2F-F136-1CE3-9B33CC6429FE}"/>
                </a:ext>
              </a:extLst>
            </p:cNvPr>
            <p:cNvSpPr txBox="1"/>
            <p:nvPr/>
          </p:nvSpPr>
          <p:spPr>
            <a:xfrm>
              <a:off x="5477247" y="3320668"/>
              <a:ext cx="328108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Roboto"/>
                  <a:cs typeface="Roboto"/>
                </a:rPr>
                <a:t>Nombre </a:t>
              </a:r>
              <a:r>
                <a:rPr lang="fr-FR" sz="1300">
                  <a:ea typeface="Roboto"/>
                  <a:cs typeface="Roboto"/>
                </a:rPr>
                <a:t>d'occurrences</a:t>
              </a:r>
              <a:r>
                <a:rPr lang="fr-FR" sz="1500">
                  <a:ea typeface="Roboto"/>
                  <a:cs typeface="Roboto"/>
                </a:rPr>
                <a:t> de t dans d</a:t>
              </a:r>
            </a:p>
          </p:txBody>
        </p:sp>
        <p:sp>
          <p:nvSpPr>
            <p:cNvPr id="18" name="ZoneTexte 17">
              <a:extLst>
                <a:ext uri="{FF2B5EF4-FFF2-40B4-BE49-F238E27FC236}">
                  <a16:creationId xmlns:a16="http://schemas.microsoft.com/office/drawing/2014/main" id="{63AE4F41-6FB1-D704-E109-45DEC62E3DCA}"/>
                </a:ext>
              </a:extLst>
            </p:cNvPr>
            <p:cNvSpPr txBox="1"/>
            <p:nvPr/>
          </p:nvSpPr>
          <p:spPr>
            <a:xfrm>
              <a:off x="6003058" y="3678087"/>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Roboto"/>
                  <a:cs typeface="Roboto"/>
                </a:rPr>
                <a:t>Total de mots dans d</a:t>
              </a:r>
            </a:p>
          </p:txBody>
        </p:sp>
      </p:grpSp>
      <p:sp>
        <p:nvSpPr>
          <p:cNvPr id="31" name="ZoneTexte 30">
            <a:extLst>
              <a:ext uri="{FF2B5EF4-FFF2-40B4-BE49-F238E27FC236}">
                <a16:creationId xmlns:a16="http://schemas.microsoft.com/office/drawing/2014/main" id="{DA3DDA97-8FEE-E7E5-98DF-8308B96A812B}"/>
              </a:ext>
            </a:extLst>
          </p:cNvPr>
          <p:cNvSpPr txBox="1"/>
          <p:nvPr/>
        </p:nvSpPr>
        <p:spPr>
          <a:xfrm>
            <a:off x="3263263" y="4129196"/>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TF-IDF</a:t>
            </a:r>
            <a:r>
              <a:rPr lang="fr-FR" sz="1500">
                <a:ea typeface="Roboto"/>
                <a:cs typeface="Roboto"/>
              </a:rPr>
              <a:t>(t, d) = </a:t>
            </a:r>
            <a:r>
              <a:rPr lang="fr-FR" sz="1500" i="1">
                <a:ea typeface="Roboto"/>
                <a:cs typeface="Roboto"/>
              </a:rPr>
              <a:t>TF</a:t>
            </a:r>
            <a:r>
              <a:rPr lang="fr-FR" sz="1500">
                <a:ea typeface="Roboto"/>
                <a:cs typeface="Roboto"/>
              </a:rPr>
              <a:t>(t, d) x </a:t>
            </a:r>
            <a:r>
              <a:rPr lang="fr-FR" sz="1500" i="1">
                <a:ea typeface="Roboto"/>
                <a:cs typeface="Roboto"/>
              </a:rPr>
              <a:t>IDF</a:t>
            </a:r>
            <a:r>
              <a:rPr lang="fr-FR" sz="1500">
                <a:ea typeface="Roboto"/>
                <a:cs typeface="Roboto"/>
              </a:rPr>
              <a:t>(t)</a:t>
            </a:r>
          </a:p>
        </p:txBody>
      </p:sp>
      <p:grpSp>
        <p:nvGrpSpPr>
          <p:cNvPr id="38" name="Groupe 37">
            <a:extLst>
              <a:ext uri="{FF2B5EF4-FFF2-40B4-BE49-F238E27FC236}">
                <a16:creationId xmlns:a16="http://schemas.microsoft.com/office/drawing/2014/main" id="{B9110401-4239-C9E4-4605-C7541021236A}"/>
              </a:ext>
            </a:extLst>
          </p:cNvPr>
          <p:cNvGrpSpPr/>
          <p:nvPr/>
        </p:nvGrpSpPr>
        <p:grpSpPr>
          <a:xfrm>
            <a:off x="5637419" y="3346649"/>
            <a:ext cx="2743200" cy="600051"/>
            <a:chOff x="4974508" y="1644504"/>
            <a:chExt cx="2743200" cy="600051"/>
          </a:xfrm>
        </p:grpSpPr>
        <p:sp>
          <p:nvSpPr>
            <p:cNvPr id="33" name="ZoneTexte 32">
              <a:extLst>
                <a:ext uri="{FF2B5EF4-FFF2-40B4-BE49-F238E27FC236}">
                  <a16:creationId xmlns:a16="http://schemas.microsoft.com/office/drawing/2014/main" id="{8D3D0458-F89C-D16D-3683-D50E261948CD}"/>
                </a:ext>
              </a:extLst>
            </p:cNvPr>
            <p:cNvSpPr txBox="1"/>
            <p:nvPr/>
          </p:nvSpPr>
          <p:spPr>
            <a:xfrm>
              <a:off x="4974508" y="1779295"/>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IDF</a:t>
              </a:r>
              <a:r>
                <a:rPr lang="fr-FR" sz="1500">
                  <a:ea typeface="Roboto"/>
                  <a:cs typeface="Roboto"/>
                </a:rPr>
                <a:t>(t) = log(</a:t>
              </a:r>
            </a:p>
          </p:txBody>
        </p:sp>
        <p:cxnSp>
          <p:nvCxnSpPr>
            <p:cNvPr id="34" name="Connecteur droit avec flèche 33">
              <a:extLst>
                <a:ext uri="{FF2B5EF4-FFF2-40B4-BE49-F238E27FC236}">
                  <a16:creationId xmlns:a16="http://schemas.microsoft.com/office/drawing/2014/main" id="{DA57C5ED-7A31-012A-9F93-A5A8CDE06F42}"/>
                </a:ext>
              </a:extLst>
            </p:cNvPr>
            <p:cNvCxnSpPr/>
            <p:nvPr/>
          </p:nvCxnSpPr>
          <p:spPr>
            <a:xfrm flipV="1">
              <a:off x="6070060" y="1920004"/>
              <a:ext cx="774704"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ZoneTexte 34">
              <a:extLst>
                <a:ext uri="{FF2B5EF4-FFF2-40B4-BE49-F238E27FC236}">
                  <a16:creationId xmlns:a16="http://schemas.microsoft.com/office/drawing/2014/main" id="{3665DCF0-587A-F16E-D272-04DEFD4D32E4}"/>
                </a:ext>
              </a:extLst>
            </p:cNvPr>
            <p:cNvSpPr txBox="1"/>
            <p:nvPr/>
          </p:nvSpPr>
          <p:spPr>
            <a:xfrm>
              <a:off x="6274099" y="1644504"/>
              <a:ext cx="29206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N</a:t>
              </a:r>
              <a:endParaRPr lang="fr-FR" sz="1500">
                <a:ea typeface="Roboto"/>
                <a:cs typeface="Roboto"/>
              </a:endParaRPr>
            </a:p>
          </p:txBody>
        </p:sp>
        <p:sp>
          <p:nvSpPr>
            <p:cNvPr id="36" name="ZoneTexte 35">
              <a:extLst>
                <a:ext uri="{FF2B5EF4-FFF2-40B4-BE49-F238E27FC236}">
                  <a16:creationId xmlns:a16="http://schemas.microsoft.com/office/drawing/2014/main" id="{FD1A8F94-7262-7566-09EB-3F0A1D75AF43}"/>
                </a:ext>
              </a:extLst>
            </p:cNvPr>
            <p:cNvSpPr txBox="1"/>
            <p:nvPr/>
          </p:nvSpPr>
          <p:spPr>
            <a:xfrm>
              <a:off x="6005157" y="1921390"/>
              <a:ext cx="930799"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1 + DF</a:t>
              </a:r>
              <a:r>
                <a:rPr lang="fr-FR" sz="1500">
                  <a:ea typeface="Roboto"/>
                  <a:cs typeface="Roboto"/>
                </a:rPr>
                <a:t>(t)</a:t>
              </a:r>
            </a:p>
          </p:txBody>
        </p:sp>
        <p:sp>
          <p:nvSpPr>
            <p:cNvPr id="37" name="ZoneTexte 36">
              <a:extLst>
                <a:ext uri="{FF2B5EF4-FFF2-40B4-BE49-F238E27FC236}">
                  <a16:creationId xmlns:a16="http://schemas.microsoft.com/office/drawing/2014/main" id="{C17496A9-E2F4-F340-F243-91BAEAF8C531}"/>
                </a:ext>
              </a:extLst>
            </p:cNvPr>
            <p:cNvSpPr txBox="1"/>
            <p:nvPr/>
          </p:nvSpPr>
          <p:spPr>
            <a:xfrm>
              <a:off x="6809121" y="1774710"/>
              <a:ext cx="11262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500">
                  <a:ea typeface="Roboto"/>
                  <a:cs typeface="Roboto"/>
                </a:rPr>
                <a:t>)</a:t>
              </a:r>
            </a:p>
          </p:txBody>
        </p:sp>
      </p:grpSp>
    </p:spTree>
    <p:extLst>
      <p:ext uri="{BB962C8B-B14F-4D97-AF65-F5344CB8AC3E}">
        <p14:creationId xmlns:p14="http://schemas.microsoft.com/office/powerpoint/2010/main" val="3924053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0936A-082A-1A10-7E1B-5FB8227F0A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8490A33-7CC2-1C62-C842-401C5FC21B96}"/>
              </a:ext>
            </a:extLst>
          </p:cNvPr>
          <p:cNvSpPr>
            <a:spLocks noGrp="1"/>
          </p:cNvSpPr>
          <p:nvPr>
            <p:ph type="title"/>
          </p:nvPr>
        </p:nvSpPr>
        <p:spPr>
          <a:xfrm>
            <a:off x="387819" y="282611"/>
            <a:ext cx="8368363" cy="409459"/>
          </a:xfrm>
          <a:prstGeom prst="rect">
            <a:avLst/>
          </a:prstGeom>
        </p:spPr>
        <p:txBody>
          <a:bodyPr>
            <a:normAutofit fontScale="90000"/>
          </a:bodyPr>
          <a:lstStyle/>
          <a:p>
            <a:r>
              <a:rPr lang="en-US"/>
              <a:t>Analyse</a:t>
            </a:r>
            <a:endParaRPr lang="en-US">
              <a:solidFill>
                <a:srgbClr val="000000"/>
              </a:solidFill>
            </a:endParaRPr>
          </a:p>
        </p:txBody>
      </p:sp>
      <p:sp>
        <p:nvSpPr>
          <p:cNvPr id="9" name="Rectangle 8">
            <a:extLst>
              <a:ext uri="{FF2B5EF4-FFF2-40B4-BE49-F238E27FC236}">
                <a16:creationId xmlns:a16="http://schemas.microsoft.com/office/drawing/2014/main" id="{47E6B4A2-552E-5AF0-8BEC-AF37619AF927}"/>
              </a:ext>
            </a:extLst>
          </p:cNvPr>
          <p:cNvSpPr/>
          <p:nvPr/>
        </p:nvSpPr>
        <p:spPr bwMode="auto">
          <a:xfrm>
            <a:off x="387350" y="1072823"/>
            <a:ext cx="1365250" cy="3035380"/>
          </a:xfrm>
          <a:prstGeom prst="rect">
            <a:avLst/>
          </a:prstGeom>
          <a:solidFill>
            <a:srgbClr val="695D7A"/>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500" b="1" err="1">
                <a:solidFill>
                  <a:schemeClr val="bg1"/>
                </a:solidFill>
              </a:rPr>
              <a:t>Avantages</a:t>
            </a:r>
            <a:endParaRPr lang="fr-FR" sz="1500" err="1">
              <a:solidFill>
                <a:schemeClr val="bg1"/>
              </a:solidFill>
            </a:endParaRPr>
          </a:p>
        </p:txBody>
      </p:sp>
      <p:sp>
        <p:nvSpPr>
          <p:cNvPr id="39" name="Rectangle 38">
            <a:extLst>
              <a:ext uri="{FF2B5EF4-FFF2-40B4-BE49-F238E27FC236}">
                <a16:creationId xmlns:a16="http://schemas.microsoft.com/office/drawing/2014/main" id="{3995DC8C-F193-DDEB-939E-5710AB3CEB4D}"/>
              </a:ext>
            </a:extLst>
          </p:cNvPr>
          <p:cNvSpPr/>
          <p:nvPr/>
        </p:nvSpPr>
        <p:spPr bwMode="auto">
          <a:xfrm>
            <a:off x="1752600" y="1072823"/>
            <a:ext cx="2743200" cy="3035380"/>
          </a:xfrm>
          <a:prstGeom prst="rect">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buFont typeface="Arial"/>
              <a:buChar char="•"/>
            </a:pPr>
            <a:r>
              <a:rPr lang="fr-FR" sz="1200" dirty="0">
                <a:solidFill>
                  <a:schemeClr val="tx1">
                    <a:lumMod val="75000"/>
                    <a:lumOff val="25000"/>
                  </a:schemeClr>
                </a:solidFill>
                <a:ea typeface="+mn-lt"/>
                <a:cs typeface="+mn-lt"/>
              </a:rPr>
              <a:t>Atténue l’impact des mots trop fréquents dans tout le corpus.</a:t>
            </a:r>
            <a:endParaRPr lang="en-US" sz="1200" dirty="0">
              <a:solidFill>
                <a:schemeClr val="tx1">
                  <a:lumMod val="75000"/>
                  <a:lumOff val="25000"/>
                </a:schemeClr>
              </a:solidFill>
              <a:ea typeface="+mn-lt"/>
              <a:cs typeface="+mn-lt"/>
            </a:endParaRPr>
          </a:p>
          <a:p>
            <a:endParaRPr lang="fr-FR" sz="1200">
              <a:solidFill>
                <a:schemeClr val="tx1">
                  <a:lumMod val="75000"/>
                  <a:lumOff val="25000"/>
                </a:schemeClr>
              </a:solidFill>
              <a:ea typeface="+mn-lt"/>
              <a:cs typeface="+mn-lt"/>
            </a:endParaRPr>
          </a:p>
          <a:p>
            <a:pPr>
              <a:buFont typeface="Arial"/>
              <a:buChar char="•"/>
            </a:pPr>
            <a:r>
              <a:rPr lang="fr-FR" sz="1200" dirty="0">
                <a:solidFill>
                  <a:schemeClr val="tx1">
                    <a:lumMod val="75000"/>
                    <a:lumOff val="25000"/>
                  </a:schemeClr>
                </a:solidFill>
                <a:ea typeface="+mn-lt"/>
                <a:cs typeface="+mn-lt"/>
              </a:rPr>
              <a:t>Donne plus de poids aux mots importants pour chaque document.</a:t>
            </a:r>
            <a:endParaRPr lang="en-US" sz="1200" dirty="0">
              <a:solidFill>
                <a:schemeClr val="tx1">
                  <a:lumMod val="75000"/>
                  <a:lumOff val="25000"/>
                </a:schemeClr>
              </a:solidFill>
              <a:ea typeface="+mn-lt"/>
              <a:cs typeface="+mn-lt"/>
            </a:endParaRPr>
          </a:p>
        </p:txBody>
      </p:sp>
      <p:sp>
        <p:nvSpPr>
          <p:cNvPr id="61" name="Rectangle 60">
            <a:extLst>
              <a:ext uri="{FF2B5EF4-FFF2-40B4-BE49-F238E27FC236}">
                <a16:creationId xmlns:a16="http://schemas.microsoft.com/office/drawing/2014/main" id="{B1FD9823-ADCE-795C-2635-6ADB5308C4BA}"/>
              </a:ext>
            </a:extLst>
          </p:cNvPr>
          <p:cNvSpPr/>
          <p:nvPr/>
        </p:nvSpPr>
        <p:spPr bwMode="auto">
          <a:xfrm>
            <a:off x="4591684" y="1064892"/>
            <a:ext cx="1445252" cy="3030684"/>
          </a:xfrm>
          <a:prstGeom prst="rect">
            <a:avLst/>
          </a:prstGeom>
          <a:solidFill>
            <a:srgbClr val="FDA85A"/>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500" b="1" err="1">
                <a:solidFill>
                  <a:schemeClr val="bg1"/>
                </a:solidFill>
              </a:rPr>
              <a:t>Inconveniants</a:t>
            </a:r>
            <a:endParaRPr lang="fr-FR" sz="1500">
              <a:solidFill>
                <a:schemeClr val="bg1"/>
              </a:solidFill>
              <a:ea typeface="Roboto"/>
              <a:cs typeface="Roboto"/>
            </a:endParaRPr>
          </a:p>
        </p:txBody>
      </p:sp>
      <p:sp>
        <p:nvSpPr>
          <p:cNvPr id="67" name="Rectangle 66">
            <a:extLst>
              <a:ext uri="{FF2B5EF4-FFF2-40B4-BE49-F238E27FC236}">
                <a16:creationId xmlns:a16="http://schemas.microsoft.com/office/drawing/2014/main" id="{BC46549F-BF3D-B172-3C2D-E3B9CEE4984F}"/>
              </a:ext>
            </a:extLst>
          </p:cNvPr>
          <p:cNvSpPr/>
          <p:nvPr/>
        </p:nvSpPr>
        <p:spPr bwMode="auto">
          <a:xfrm>
            <a:off x="6036936" y="1072543"/>
            <a:ext cx="2724765" cy="3013815"/>
          </a:xfrm>
          <a:prstGeom prst="rect">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marL="171450" indent="-171450">
              <a:buFont typeface="Arial"/>
              <a:buChar char="•"/>
            </a:pPr>
            <a:r>
              <a:rPr lang="fr-FR" sz="1200" dirty="0">
                <a:solidFill>
                  <a:schemeClr val="tx1">
                    <a:lumMod val="75000"/>
                    <a:lumOff val="25000"/>
                  </a:schemeClr>
                </a:solidFill>
                <a:ea typeface="+mn-lt"/>
                <a:cs typeface="+mn-lt"/>
              </a:rPr>
              <a:t>Ne capture pas le contexte des mots (ex. : </a:t>
            </a:r>
            <a:r>
              <a:rPr lang="fr-FR" sz="1200" i="1" dirty="0">
                <a:solidFill>
                  <a:schemeClr val="tx1">
                    <a:lumMod val="75000"/>
                    <a:lumOff val="25000"/>
                  </a:schemeClr>
                </a:solidFill>
                <a:ea typeface="+mn-lt"/>
                <a:cs typeface="+mn-lt"/>
              </a:rPr>
              <a:t>Paris</a:t>
            </a:r>
            <a:r>
              <a:rPr lang="fr-FR" sz="1200" dirty="0">
                <a:solidFill>
                  <a:schemeClr val="tx1">
                    <a:lumMod val="75000"/>
                    <a:lumOff val="25000"/>
                  </a:schemeClr>
                </a:solidFill>
                <a:ea typeface="+mn-lt"/>
                <a:cs typeface="+mn-lt"/>
              </a:rPr>
              <a:t> dans "Paris est une ville" et "J’aime Paris" est traité de la même manière).</a:t>
            </a:r>
            <a:endParaRPr lang="fr-FR" sz="1200" dirty="0">
              <a:solidFill>
                <a:schemeClr val="tx1">
                  <a:lumMod val="75000"/>
                  <a:lumOff val="25000"/>
                </a:schemeClr>
              </a:solidFill>
              <a:ea typeface="Roboto"/>
              <a:cs typeface="Roboto"/>
            </a:endParaRPr>
          </a:p>
          <a:p>
            <a:endParaRPr lang="fr-FR" sz="1200">
              <a:solidFill>
                <a:schemeClr val="tx1">
                  <a:lumMod val="75000"/>
                  <a:lumOff val="25000"/>
                </a:schemeClr>
              </a:solidFill>
              <a:ea typeface="+mn-lt"/>
              <a:cs typeface="+mn-lt"/>
            </a:endParaRPr>
          </a:p>
          <a:p>
            <a:pPr marL="171450" indent="-171450">
              <a:buFont typeface="Arial"/>
              <a:buChar char="•"/>
            </a:pPr>
            <a:r>
              <a:rPr lang="fr-FR" sz="1200" dirty="0">
                <a:solidFill>
                  <a:schemeClr val="tx1">
                    <a:lumMod val="75000"/>
                    <a:lumOff val="25000"/>
                  </a:schemeClr>
                </a:solidFill>
                <a:ea typeface="+mn-lt"/>
                <a:cs typeface="+mn-lt"/>
              </a:rPr>
              <a:t>Très </a:t>
            </a:r>
            <a:r>
              <a:rPr lang="fr-FR" sz="1200" dirty="0" err="1">
                <a:solidFill>
                  <a:schemeClr val="tx1">
                    <a:lumMod val="75000"/>
                    <a:lumOff val="25000"/>
                  </a:schemeClr>
                </a:solidFill>
                <a:ea typeface="+mn-lt"/>
                <a:cs typeface="+mn-lt"/>
              </a:rPr>
              <a:t>sparse</a:t>
            </a:r>
            <a:r>
              <a:rPr lang="fr-FR" sz="1200" dirty="0">
                <a:solidFill>
                  <a:schemeClr val="tx1">
                    <a:lumMod val="75000"/>
                    <a:lumOff val="25000"/>
                  </a:schemeClr>
                </a:solidFill>
                <a:ea typeface="+mn-lt"/>
                <a:cs typeface="+mn-lt"/>
              </a:rPr>
              <a:t> (beaucoup de zéros) lorsque le vocabulaire est vaste.</a:t>
            </a:r>
            <a:endParaRPr lang="en-US" sz="1200" dirty="0">
              <a:solidFill>
                <a:schemeClr val="tx1">
                  <a:lumMod val="75000"/>
                  <a:lumOff val="25000"/>
                </a:schemeClr>
              </a:solidFill>
              <a:ea typeface="+mn-lt"/>
              <a:cs typeface="+mn-lt"/>
            </a:endParaRPr>
          </a:p>
          <a:p>
            <a:endParaRPr lang="fr-FR" sz="1200">
              <a:solidFill>
                <a:schemeClr val="tx1">
                  <a:lumMod val="75000"/>
                  <a:lumOff val="25000"/>
                </a:schemeClr>
              </a:solidFill>
              <a:ea typeface="+mn-lt"/>
              <a:cs typeface="+mn-lt"/>
            </a:endParaRPr>
          </a:p>
        </p:txBody>
      </p:sp>
      <p:sp>
        <p:nvSpPr>
          <p:cNvPr id="5" name="Rectangle 4">
            <a:extLst>
              <a:ext uri="{FF2B5EF4-FFF2-40B4-BE49-F238E27FC236}">
                <a16:creationId xmlns:a16="http://schemas.microsoft.com/office/drawing/2014/main" id="{AF56902C-6C28-CF53-A468-9DF4EE12014E}"/>
              </a:ext>
            </a:extLst>
          </p:cNvPr>
          <p:cNvSpPr/>
          <p:nvPr/>
        </p:nvSpPr>
        <p:spPr bwMode="auto">
          <a:xfrm>
            <a:off x="-81650"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pic>
        <p:nvPicPr>
          <p:cNvPr id="12" name="Graphique 11" descr="Fermer avec un remplissage uni">
            <a:extLst>
              <a:ext uri="{FF2B5EF4-FFF2-40B4-BE49-F238E27FC236}">
                <a16:creationId xmlns:a16="http://schemas.microsoft.com/office/drawing/2014/main" id="{9B412AE7-64B9-18D0-5E3F-05CE305C82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040" y="2723206"/>
            <a:ext cx="740381" cy="755201"/>
          </a:xfrm>
          <a:prstGeom prst="rect">
            <a:avLst/>
          </a:prstGeom>
        </p:spPr>
      </p:pic>
      <p:pic>
        <p:nvPicPr>
          <p:cNvPr id="11" name="Graphique 10" descr="Badge Tick1 contour">
            <a:extLst>
              <a:ext uri="{FF2B5EF4-FFF2-40B4-BE49-F238E27FC236}">
                <a16:creationId xmlns:a16="http://schemas.microsoft.com/office/drawing/2014/main" id="{0AB9E61A-BAB3-0E74-F9D0-3E8560C542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4783" y="2648473"/>
            <a:ext cx="914400" cy="914400"/>
          </a:xfrm>
          <a:prstGeom prst="rect">
            <a:avLst/>
          </a:prstGeom>
        </p:spPr>
      </p:pic>
    </p:spTree>
    <p:extLst>
      <p:ext uri="{BB962C8B-B14F-4D97-AF65-F5344CB8AC3E}">
        <p14:creationId xmlns:p14="http://schemas.microsoft.com/office/powerpoint/2010/main" val="19404468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2" accel="20000" decel="6000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1+#ppt_w/2"/>
                                          </p:val>
                                        </p:tav>
                                        <p:tav tm="100000">
                                          <p:val>
                                            <p:strVal val="#ppt_x"/>
                                          </p:val>
                                        </p:tav>
                                      </p:tavLst>
                                    </p:anim>
                                    <p:anim calcmode="lin" valueType="num">
                                      <p:cBhvr additive="base">
                                        <p:cTn id="12" dur="500" fill="hold"/>
                                        <p:tgtEl>
                                          <p:spTgt spid="3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accel="20000" decel="60000" fill="hold" grpId="0" nodeType="afterEffect">
                                  <p:stCondLst>
                                    <p:cond delay="0"/>
                                  </p:stCondLst>
                                  <p:childTnLst>
                                    <p:set>
                                      <p:cBhvr>
                                        <p:cTn id="15" dur="1" fill="hold">
                                          <p:stCondLst>
                                            <p:cond delay="0"/>
                                          </p:stCondLst>
                                        </p:cTn>
                                        <p:tgtEl>
                                          <p:spTgt spid="61"/>
                                        </p:tgtEl>
                                        <p:attrNameLst>
                                          <p:attrName>style.visibility</p:attrName>
                                        </p:attrNameLst>
                                      </p:cBhvr>
                                      <p:to>
                                        <p:strVal val="visible"/>
                                      </p:to>
                                    </p:set>
                                    <p:anim calcmode="lin" valueType="num">
                                      <p:cBhvr additive="base">
                                        <p:cTn id="16" dur="500" fill="hold"/>
                                        <p:tgtEl>
                                          <p:spTgt spid="61"/>
                                        </p:tgtEl>
                                        <p:attrNameLst>
                                          <p:attrName>ppt_x</p:attrName>
                                        </p:attrNameLst>
                                      </p:cBhvr>
                                      <p:tavLst>
                                        <p:tav tm="0">
                                          <p:val>
                                            <p:strVal val="#ppt_x"/>
                                          </p:val>
                                        </p:tav>
                                        <p:tav tm="100000">
                                          <p:val>
                                            <p:strVal val="#ppt_x"/>
                                          </p:val>
                                        </p:tav>
                                      </p:tavLst>
                                    </p:anim>
                                    <p:anim calcmode="lin" valueType="num">
                                      <p:cBhvr additive="base">
                                        <p:cTn id="17" dur="500" fill="hold"/>
                                        <p:tgtEl>
                                          <p:spTgt spid="61"/>
                                        </p:tgtEl>
                                        <p:attrNameLst>
                                          <p:attrName>ppt_y</p:attrName>
                                        </p:attrNameLst>
                                      </p:cBhvr>
                                      <p:tavLst>
                                        <p:tav tm="0">
                                          <p:val>
                                            <p:strVal val="1+#ppt_h/2"/>
                                          </p:val>
                                        </p:tav>
                                        <p:tav tm="100000">
                                          <p:val>
                                            <p:strVal val="#ppt_y"/>
                                          </p:val>
                                        </p:tav>
                                      </p:tavLst>
                                    </p:anim>
                                  </p:childTnLst>
                                </p:cTn>
                              </p:par>
                              <p:par>
                                <p:cTn id="18" presetID="2" presetClass="entr" presetSubtype="2" accel="20000" decel="60000" fill="hold" grpId="0" nodeType="withEffect">
                                  <p:stCondLst>
                                    <p:cond delay="0"/>
                                  </p:stCondLst>
                                  <p:childTnLst>
                                    <p:set>
                                      <p:cBhvr>
                                        <p:cTn id="19" dur="1" fill="hold">
                                          <p:stCondLst>
                                            <p:cond delay="0"/>
                                          </p:stCondLst>
                                        </p:cTn>
                                        <p:tgtEl>
                                          <p:spTgt spid="67"/>
                                        </p:tgtEl>
                                        <p:attrNameLst>
                                          <p:attrName>style.visibility</p:attrName>
                                        </p:attrNameLst>
                                      </p:cBhvr>
                                      <p:to>
                                        <p:strVal val="visible"/>
                                      </p:to>
                                    </p:set>
                                    <p:anim calcmode="lin" valueType="num">
                                      <p:cBhvr additive="base">
                                        <p:cTn id="20" dur="500" fill="hold"/>
                                        <p:tgtEl>
                                          <p:spTgt spid="67"/>
                                        </p:tgtEl>
                                        <p:attrNameLst>
                                          <p:attrName>ppt_x</p:attrName>
                                        </p:attrNameLst>
                                      </p:cBhvr>
                                      <p:tavLst>
                                        <p:tav tm="0">
                                          <p:val>
                                            <p:strVal val="1+#ppt_w/2"/>
                                          </p:val>
                                        </p:tav>
                                        <p:tav tm="100000">
                                          <p:val>
                                            <p:strVal val="#ppt_x"/>
                                          </p:val>
                                        </p:tav>
                                      </p:tavLst>
                                    </p:anim>
                                    <p:anim calcmode="lin" valueType="num">
                                      <p:cBhvr additive="base">
                                        <p:cTn id="21" dur="500" fill="hold"/>
                                        <p:tgtEl>
                                          <p:spTgt spid="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9" grpId="0" animBg="1"/>
      <p:bldP spid="61" grpId="0" animBg="1"/>
      <p:bldP spid="6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Classifiers</a:t>
            </a:r>
            <a:endParaRPr lang="fr-FR"/>
          </a:p>
        </p:txBody>
      </p:sp>
      <p:sp>
        <p:nvSpPr>
          <p:cNvPr id="164" name="Oval 163">
            <a:extLst>
              <a:ext uri="{FF2B5EF4-FFF2-40B4-BE49-F238E27FC236}">
                <a16:creationId xmlns:a16="http://schemas.microsoft.com/office/drawing/2014/main" id="{5B5D8E02-3C07-4A46-9E7E-74BFC0269B7E}"/>
              </a:ext>
            </a:extLst>
          </p:cNvPr>
          <p:cNvSpPr/>
          <p:nvPr/>
        </p:nvSpPr>
        <p:spPr bwMode="auto">
          <a:xfrm>
            <a:off x="905862" y="1323244"/>
            <a:ext cx="1820006" cy="1820006"/>
          </a:xfrm>
          <a:prstGeom prst="ellipse">
            <a:avLst/>
          </a:prstGeom>
          <a:noFill/>
          <a:ln w="28575">
            <a:solidFill>
              <a:schemeClr val="accent2"/>
            </a:solidFill>
            <a:round/>
            <a:headEnd/>
            <a:tailEnd/>
          </a:ln>
        </p:spPr>
        <p:txBody>
          <a:bodyPr vert="horz" wrap="square" lIns="0" tIns="0" rIns="0" bIns="0" numCol="1" rtlCol="0" anchor="ctr" anchorCtr="0" compatLnSpc="1">
            <a:prstTxWarp prst="textNoShape">
              <a:avLst/>
            </a:prstTxWarp>
          </a:bodyPr>
          <a:lstStyle/>
          <a:p>
            <a:pPr algn="ctr"/>
            <a:endParaRPr lang="en-US" sz="2800" b="1">
              <a:solidFill>
                <a:schemeClr val="tx1">
                  <a:lumMod val="75000"/>
                  <a:lumOff val="25000"/>
                </a:schemeClr>
              </a:solidFill>
            </a:endParaRPr>
          </a:p>
        </p:txBody>
      </p:sp>
      <p:sp>
        <p:nvSpPr>
          <p:cNvPr id="182" name="Oval 181">
            <a:extLst>
              <a:ext uri="{FF2B5EF4-FFF2-40B4-BE49-F238E27FC236}">
                <a16:creationId xmlns:a16="http://schemas.microsoft.com/office/drawing/2014/main" id="{3EC57C15-521A-4CED-94D8-5A307746A6A6}"/>
              </a:ext>
            </a:extLst>
          </p:cNvPr>
          <p:cNvSpPr/>
          <p:nvPr/>
        </p:nvSpPr>
        <p:spPr bwMode="auto">
          <a:xfrm>
            <a:off x="3675160" y="1323244"/>
            <a:ext cx="1820006" cy="1820006"/>
          </a:xfrm>
          <a:prstGeom prst="ellipse">
            <a:avLst/>
          </a:prstGeom>
          <a:noFill/>
          <a:ln w="28575">
            <a:solidFill>
              <a:schemeClr val="accent3"/>
            </a:solidFill>
            <a:round/>
            <a:headEnd/>
            <a:tailEnd/>
          </a:ln>
        </p:spPr>
        <p:txBody>
          <a:bodyPr vert="horz" wrap="square" lIns="0" tIns="0" rIns="0" bIns="0" numCol="1" rtlCol="0" anchor="ctr" anchorCtr="0" compatLnSpc="1">
            <a:prstTxWarp prst="textNoShape">
              <a:avLst/>
            </a:prstTxWarp>
          </a:bodyPr>
          <a:lstStyle/>
          <a:p>
            <a:pPr algn="ctr"/>
            <a:endParaRPr lang="en-US" sz="4000" b="1">
              <a:solidFill>
                <a:schemeClr val="tx1">
                  <a:lumMod val="75000"/>
                  <a:lumOff val="25000"/>
                </a:schemeClr>
              </a:solidFill>
            </a:endParaRPr>
          </a:p>
        </p:txBody>
      </p:sp>
      <p:sp>
        <p:nvSpPr>
          <p:cNvPr id="187" name="Oval 186">
            <a:extLst>
              <a:ext uri="{FF2B5EF4-FFF2-40B4-BE49-F238E27FC236}">
                <a16:creationId xmlns:a16="http://schemas.microsoft.com/office/drawing/2014/main" id="{C1AFAB7D-97A7-4BE0-A99A-A9E2402945D2}"/>
              </a:ext>
            </a:extLst>
          </p:cNvPr>
          <p:cNvSpPr/>
          <p:nvPr/>
        </p:nvSpPr>
        <p:spPr bwMode="auto">
          <a:xfrm>
            <a:off x="6444459" y="1280112"/>
            <a:ext cx="1820006" cy="1820006"/>
          </a:xfrm>
          <a:prstGeom prst="ellipse">
            <a:avLst/>
          </a:prstGeom>
          <a:noFill/>
          <a:ln w="28575">
            <a:solidFill>
              <a:schemeClr val="accent4"/>
            </a:solidFill>
            <a:round/>
            <a:headEnd/>
            <a:tailEnd/>
          </a:ln>
        </p:spPr>
        <p:txBody>
          <a:bodyPr vert="horz" wrap="square" lIns="0" tIns="0" rIns="0" bIns="0" numCol="1" rtlCol="0" anchor="ctr" anchorCtr="0" compatLnSpc="1">
            <a:prstTxWarp prst="textNoShape">
              <a:avLst/>
            </a:prstTxWarp>
          </a:bodyPr>
          <a:lstStyle/>
          <a:p>
            <a:pPr algn="ctr"/>
            <a:endParaRPr lang="en-US" sz="3600" b="1">
              <a:solidFill>
                <a:schemeClr val="tx1">
                  <a:lumMod val="75000"/>
                  <a:lumOff val="25000"/>
                </a:schemeClr>
              </a:solidFill>
            </a:endParaRPr>
          </a:p>
        </p:txBody>
      </p:sp>
      <p:sp>
        <p:nvSpPr>
          <p:cNvPr id="5" name="Rectangle 4">
            <a:extLst>
              <a:ext uri="{FF2B5EF4-FFF2-40B4-BE49-F238E27FC236}">
                <a16:creationId xmlns:a16="http://schemas.microsoft.com/office/drawing/2014/main" id="{6874262F-8BEA-45A4-1238-AA58DB46E67B}"/>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
        <p:nvSpPr>
          <p:cNvPr id="6" name="Rectangle : coins arrondis 5">
            <a:extLst>
              <a:ext uri="{FF2B5EF4-FFF2-40B4-BE49-F238E27FC236}">
                <a16:creationId xmlns:a16="http://schemas.microsoft.com/office/drawing/2014/main" id="{FF9ABCF2-C585-403D-1809-081F5FBB0A2E}"/>
              </a:ext>
            </a:extLst>
          </p:cNvPr>
          <p:cNvSpPr/>
          <p:nvPr/>
        </p:nvSpPr>
        <p:spPr bwMode="auto">
          <a:xfrm>
            <a:off x="901461" y="3354597"/>
            <a:ext cx="1830956" cy="914400"/>
          </a:xfrm>
          <a:prstGeom prst="roundRect">
            <a:avLst/>
          </a:prstGeom>
          <a:solidFill>
            <a:srgbClr val="494B69">
              <a:alpha val="40000"/>
            </a:srgbClr>
          </a:solidFill>
          <a:ln>
            <a:solidFill>
              <a:srgbClr val="494B69"/>
            </a:solidFill>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7" name="Rectangle : coins arrondis 6">
            <a:extLst>
              <a:ext uri="{FF2B5EF4-FFF2-40B4-BE49-F238E27FC236}">
                <a16:creationId xmlns:a16="http://schemas.microsoft.com/office/drawing/2014/main" id="{FFB893EC-240B-28EB-A880-39AE2BEABE78}"/>
              </a:ext>
            </a:extLst>
          </p:cNvPr>
          <p:cNvSpPr/>
          <p:nvPr/>
        </p:nvSpPr>
        <p:spPr bwMode="auto">
          <a:xfrm>
            <a:off x="6422366" y="3354597"/>
            <a:ext cx="1841739" cy="914400"/>
          </a:xfrm>
          <a:prstGeom prst="roundRect">
            <a:avLst/>
          </a:prstGeom>
          <a:solidFill>
            <a:srgbClr val="D8707C">
              <a:alpha val="40000"/>
            </a:srgbClr>
          </a:solidFill>
          <a:ln>
            <a:solidFill>
              <a:srgbClr val="D8707C"/>
            </a:solidFill>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8" name="Rectangle : coins arrondis 7">
            <a:extLst>
              <a:ext uri="{FF2B5EF4-FFF2-40B4-BE49-F238E27FC236}">
                <a16:creationId xmlns:a16="http://schemas.microsoft.com/office/drawing/2014/main" id="{640D2F6F-4997-EECC-203B-0AE48E18F668}"/>
              </a:ext>
            </a:extLst>
          </p:cNvPr>
          <p:cNvSpPr/>
          <p:nvPr/>
        </p:nvSpPr>
        <p:spPr bwMode="auto">
          <a:xfrm>
            <a:off x="3661913" y="3354597"/>
            <a:ext cx="1830956" cy="914400"/>
          </a:xfrm>
          <a:prstGeom prst="roundRect">
            <a:avLst/>
          </a:prstGeom>
          <a:solidFill>
            <a:srgbClr val="9F5B72">
              <a:alpha val="40000"/>
            </a:srgbClr>
          </a:solidFill>
          <a:ln>
            <a:solidFill>
              <a:srgbClr val="9F5B72"/>
            </a:solidFill>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9" name="ZoneTexte 8">
            <a:extLst>
              <a:ext uri="{FF2B5EF4-FFF2-40B4-BE49-F238E27FC236}">
                <a16:creationId xmlns:a16="http://schemas.microsoft.com/office/drawing/2014/main" id="{85D25A1A-6704-ED86-E2A2-428DF9FFEDCB}"/>
              </a:ext>
            </a:extLst>
          </p:cNvPr>
          <p:cNvSpPr txBox="1"/>
          <p:nvPr/>
        </p:nvSpPr>
        <p:spPr>
          <a:xfrm>
            <a:off x="1031533" y="2042003"/>
            <a:ext cx="1567851"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b="1" err="1">
                <a:solidFill>
                  <a:srgbClr val="494B69"/>
                </a:solidFill>
                <a:ea typeface="Roboto"/>
                <a:cs typeface="Roboto"/>
              </a:rPr>
              <a:t>Naive</a:t>
            </a:r>
            <a:r>
              <a:rPr lang="fr-FR" b="1">
                <a:solidFill>
                  <a:srgbClr val="494B69"/>
                </a:solidFill>
                <a:ea typeface="Roboto"/>
                <a:cs typeface="Roboto"/>
              </a:rPr>
              <a:t> Bayes</a:t>
            </a:r>
          </a:p>
        </p:txBody>
      </p:sp>
      <p:sp>
        <p:nvSpPr>
          <p:cNvPr id="11" name="ZoneTexte 10">
            <a:extLst>
              <a:ext uri="{FF2B5EF4-FFF2-40B4-BE49-F238E27FC236}">
                <a16:creationId xmlns:a16="http://schemas.microsoft.com/office/drawing/2014/main" id="{F6183CFB-746F-F94B-FCAC-58B6FC92D289}"/>
              </a:ext>
            </a:extLst>
          </p:cNvPr>
          <p:cNvSpPr txBox="1"/>
          <p:nvPr/>
        </p:nvSpPr>
        <p:spPr>
          <a:xfrm>
            <a:off x="3856370" y="1921634"/>
            <a:ext cx="14384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b="1" err="1">
                <a:solidFill>
                  <a:srgbClr val="9F5B72"/>
                </a:solidFill>
                <a:ea typeface="Roboto"/>
                <a:cs typeface="Roboto"/>
              </a:rPr>
              <a:t>Logistic</a:t>
            </a:r>
            <a:r>
              <a:rPr lang="fr-FR" b="1">
                <a:solidFill>
                  <a:srgbClr val="9F5B72"/>
                </a:solidFill>
                <a:ea typeface="Roboto"/>
                <a:cs typeface="Roboto"/>
              </a:rPr>
              <a:t> </a:t>
            </a:r>
            <a:r>
              <a:rPr lang="fr-FR" b="1" err="1">
                <a:solidFill>
                  <a:srgbClr val="9F5B72"/>
                </a:solidFill>
                <a:ea typeface="Roboto"/>
                <a:cs typeface="Roboto"/>
              </a:rPr>
              <a:t>Regression</a:t>
            </a:r>
            <a:endParaRPr lang="fr-FR" b="1">
              <a:solidFill>
                <a:srgbClr val="9F5B72"/>
              </a:solidFill>
              <a:ea typeface="Roboto"/>
              <a:cs typeface="Roboto"/>
            </a:endParaRPr>
          </a:p>
        </p:txBody>
      </p:sp>
      <p:sp>
        <p:nvSpPr>
          <p:cNvPr id="12" name="ZoneTexte 11">
            <a:extLst>
              <a:ext uri="{FF2B5EF4-FFF2-40B4-BE49-F238E27FC236}">
                <a16:creationId xmlns:a16="http://schemas.microsoft.com/office/drawing/2014/main" id="{13574934-31FB-8B11-BA51-87B9688E5766}"/>
              </a:ext>
            </a:extLst>
          </p:cNvPr>
          <p:cNvSpPr txBox="1"/>
          <p:nvPr/>
        </p:nvSpPr>
        <p:spPr>
          <a:xfrm>
            <a:off x="6661710" y="2031783"/>
            <a:ext cx="14276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b="1">
                <a:solidFill>
                  <a:srgbClr val="D8707C"/>
                </a:solidFill>
                <a:ea typeface="Roboto"/>
                <a:cs typeface="Roboto"/>
              </a:rPr>
              <a:t>Perceptron</a:t>
            </a:r>
          </a:p>
        </p:txBody>
      </p:sp>
      <p:grpSp>
        <p:nvGrpSpPr>
          <p:cNvPr id="18" name="Groupe 17">
            <a:extLst>
              <a:ext uri="{FF2B5EF4-FFF2-40B4-BE49-F238E27FC236}">
                <a16:creationId xmlns:a16="http://schemas.microsoft.com/office/drawing/2014/main" id="{A71DA2BC-2B34-EC0C-AB28-DD042C1F446F}"/>
              </a:ext>
            </a:extLst>
          </p:cNvPr>
          <p:cNvGrpSpPr/>
          <p:nvPr/>
        </p:nvGrpSpPr>
        <p:grpSpPr>
          <a:xfrm>
            <a:off x="903245" y="3525513"/>
            <a:ext cx="2064710" cy="588299"/>
            <a:chOff x="1886561" y="2357301"/>
            <a:chExt cx="2064710" cy="588299"/>
          </a:xfrm>
        </p:grpSpPr>
        <p:sp>
          <p:nvSpPr>
            <p:cNvPr id="10" name="ZoneTexte 9">
              <a:extLst>
                <a:ext uri="{FF2B5EF4-FFF2-40B4-BE49-F238E27FC236}">
                  <a16:creationId xmlns:a16="http://schemas.microsoft.com/office/drawing/2014/main" id="{EF24C211-8F57-4D0D-4797-597592FC3E0A}"/>
                </a:ext>
              </a:extLst>
            </p:cNvPr>
            <p:cNvSpPr txBox="1"/>
            <p:nvPr/>
          </p:nvSpPr>
          <p:spPr>
            <a:xfrm>
              <a:off x="1886561" y="2498095"/>
              <a:ext cx="69820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i="1">
                  <a:ea typeface="Roboto"/>
                  <a:cs typeface="Roboto"/>
                </a:rPr>
                <a:t>P</a:t>
              </a:r>
              <a:r>
                <a:rPr lang="fr-FR" sz="1200">
                  <a:ea typeface="Roboto"/>
                  <a:cs typeface="Roboto"/>
                </a:rPr>
                <a:t>(</a:t>
              </a:r>
              <a:r>
                <a:rPr lang="fr-FR" sz="1200" err="1">
                  <a:ea typeface="Roboto"/>
                  <a:cs typeface="Roboto"/>
                </a:rPr>
                <a:t>y|x</a:t>
              </a:r>
              <a:r>
                <a:rPr lang="fr-FR" sz="1200">
                  <a:ea typeface="Roboto"/>
                  <a:cs typeface="Roboto"/>
                </a:rPr>
                <a:t>) =</a:t>
              </a:r>
            </a:p>
          </p:txBody>
        </p:sp>
        <p:cxnSp>
          <p:nvCxnSpPr>
            <p:cNvPr id="15" name="Connecteur droit avec flèche 14">
              <a:extLst>
                <a:ext uri="{FF2B5EF4-FFF2-40B4-BE49-F238E27FC236}">
                  <a16:creationId xmlns:a16="http://schemas.microsoft.com/office/drawing/2014/main" id="{39504D31-4800-BEC1-36A5-E455686CF6C2}"/>
                </a:ext>
              </a:extLst>
            </p:cNvPr>
            <p:cNvCxnSpPr/>
            <p:nvPr/>
          </p:nvCxnSpPr>
          <p:spPr>
            <a:xfrm flipV="1">
              <a:off x="2589513" y="2633260"/>
              <a:ext cx="925983"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252C0078-61C4-72C0-8B73-0B9376F5E52F}"/>
                </a:ext>
              </a:extLst>
            </p:cNvPr>
            <p:cNvSpPr txBox="1"/>
            <p:nvPr/>
          </p:nvSpPr>
          <p:spPr>
            <a:xfrm>
              <a:off x="2838051" y="2668601"/>
              <a:ext cx="65027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i="1">
                  <a:ea typeface="Roboto"/>
                  <a:cs typeface="Roboto"/>
                </a:rPr>
                <a:t>P</a:t>
              </a:r>
              <a:r>
                <a:rPr lang="fr-FR" sz="1200">
                  <a:ea typeface="Roboto"/>
                  <a:cs typeface="Roboto"/>
                </a:rPr>
                <a:t>(x)</a:t>
              </a:r>
            </a:p>
          </p:txBody>
        </p:sp>
        <p:sp>
          <p:nvSpPr>
            <p:cNvPr id="17" name="ZoneTexte 16">
              <a:extLst>
                <a:ext uri="{FF2B5EF4-FFF2-40B4-BE49-F238E27FC236}">
                  <a16:creationId xmlns:a16="http://schemas.microsoft.com/office/drawing/2014/main" id="{7C0CBCCF-2493-D331-6F2E-2E7FE88A4220}"/>
                </a:ext>
              </a:extLst>
            </p:cNvPr>
            <p:cNvSpPr txBox="1"/>
            <p:nvPr/>
          </p:nvSpPr>
          <p:spPr>
            <a:xfrm>
              <a:off x="2575038" y="2357301"/>
              <a:ext cx="137623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i="1">
                  <a:ea typeface="Roboto"/>
                  <a:cs typeface="Roboto"/>
                </a:rPr>
                <a:t>P</a:t>
              </a:r>
              <a:r>
                <a:rPr lang="fr-FR" sz="1200">
                  <a:ea typeface="Roboto"/>
                  <a:cs typeface="Roboto"/>
                </a:rPr>
                <a:t>(</a:t>
              </a:r>
              <a:r>
                <a:rPr lang="fr-FR" sz="1200" err="1">
                  <a:ea typeface="Roboto"/>
                  <a:cs typeface="Roboto"/>
                </a:rPr>
                <a:t>x|y</a:t>
              </a:r>
              <a:r>
                <a:rPr lang="fr-FR" sz="1200">
                  <a:ea typeface="Roboto"/>
                  <a:cs typeface="Roboto"/>
                </a:rPr>
                <a:t>) . </a:t>
              </a:r>
              <a:r>
                <a:rPr lang="fr-FR" sz="1200" i="1">
                  <a:ea typeface="Roboto"/>
                  <a:cs typeface="Roboto"/>
                </a:rPr>
                <a:t>P</a:t>
              </a:r>
              <a:r>
                <a:rPr lang="fr-FR" sz="1200">
                  <a:ea typeface="Roboto"/>
                  <a:cs typeface="Roboto"/>
                </a:rPr>
                <a:t>(y)</a:t>
              </a:r>
            </a:p>
          </p:txBody>
        </p:sp>
      </p:grpSp>
      <p:grpSp>
        <p:nvGrpSpPr>
          <p:cNvPr id="23" name="Groupe 22">
            <a:extLst>
              <a:ext uri="{FF2B5EF4-FFF2-40B4-BE49-F238E27FC236}">
                <a16:creationId xmlns:a16="http://schemas.microsoft.com/office/drawing/2014/main" id="{EB9E67E2-A05F-A3F3-52C6-84C8E50DB32F}"/>
              </a:ext>
            </a:extLst>
          </p:cNvPr>
          <p:cNvGrpSpPr/>
          <p:nvPr/>
        </p:nvGrpSpPr>
        <p:grpSpPr>
          <a:xfrm>
            <a:off x="3685105" y="3525514"/>
            <a:ext cx="1803470" cy="593864"/>
            <a:chOff x="1785708" y="2374110"/>
            <a:chExt cx="1803470" cy="593864"/>
          </a:xfrm>
        </p:grpSpPr>
        <p:sp>
          <p:nvSpPr>
            <p:cNvPr id="19" name="ZoneTexte 18">
              <a:extLst>
                <a:ext uri="{FF2B5EF4-FFF2-40B4-BE49-F238E27FC236}">
                  <a16:creationId xmlns:a16="http://schemas.microsoft.com/office/drawing/2014/main" id="{FF7A5D1E-EF03-73F8-D930-1AF510E3657B}"/>
                </a:ext>
              </a:extLst>
            </p:cNvPr>
            <p:cNvSpPr txBox="1"/>
            <p:nvPr/>
          </p:nvSpPr>
          <p:spPr>
            <a:xfrm>
              <a:off x="1785708" y="2498095"/>
              <a:ext cx="102597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i="1">
                  <a:ea typeface="Roboto"/>
                  <a:cs typeface="Roboto"/>
                </a:rPr>
                <a:t>P</a:t>
              </a:r>
              <a:r>
                <a:rPr lang="fr-FR" sz="1200">
                  <a:ea typeface="Roboto"/>
                  <a:cs typeface="Roboto"/>
                </a:rPr>
                <a:t>(y=1|x) =</a:t>
              </a:r>
            </a:p>
          </p:txBody>
        </p:sp>
        <p:cxnSp>
          <p:nvCxnSpPr>
            <p:cNvPr id="20" name="Connecteur droit avec flèche 19">
              <a:extLst>
                <a:ext uri="{FF2B5EF4-FFF2-40B4-BE49-F238E27FC236}">
                  <a16:creationId xmlns:a16="http://schemas.microsoft.com/office/drawing/2014/main" id="{526F4DBE-E2FD-3260-1FCD-058A31AFF812}"/>
                </a:ext>
              </a:extLst>
            </p:cNvPr>
            <p:cNvCxnSpPr/>
            <p:nvPr/>
          </p:nvCxnSpPr>
          <p:spPr>
            <a:xfrm flipV="1">
              <a:off x="2589513" y="2633260"/>
              <a:ext cx="925983"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0B3B1DF7-5CFB-C7D2-9E37-3DFD42F60DD2}"/>
                </a:ext>
              </a:extLst>
            </p:cNvPr>
            <p:cNvSpPr txBox="1"/>
            <p:nvPr/>
          </p:nvSpPr>
          <p:spPr>
            <a:xfrm>
              <a:off x="2619536" y="2660197"/>
              <a:ext cx="96964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i="1">
                  <a:ea typeface="Roboto"/>
                  <a:cs typeface="Roboto"/>
                </a:rPr>
                <a:t>1 + </a:t>
              </a:r>
              <a:r>
                <a:rPr lang="fr-FR" sz="1400">
                  <a:solidFill>
                    <a:srgbClr val="000000"/>
                  </a:solidFill>
                  <a:latin typeface="Lucida Sans Unicode"/>
                  <a:ea typeface="Roboto"/>
                  <a:cs typeface="Lucida Sans Unicode"/>
                </a:rPr>
                <a:t>e</a:t>
              </a:r>
              <a:r>
                <a:rPr lang="fr-FR" sz="1100" baseline="30000">
                  <a:solidFill>
                    <a:srgbClr val="000000"/>
                  </a:solidFill>
                  <a:latin typeface="Lucida Sans Unicode"/>
                  <a:ea typeface="Roboto"/>
                  <a:cs typeface="Lucida Sans Unicode"/>
                </a:rPr>
                <a:t>-(</a:t>
              </a:r>
              <a:r>
                <a:rPr lang="fr-FR" sz="1100" baseline="30000" err="1">
                  <a:solidFill>
                    <a:srgbClr val="000000"/>
                  </a:solidFill>
                  <a:latin typeface="Lucida Sans Unicode"/>
                  <a:ea typeface="Roboto"/>
                  <a:cs typeface="Lucida Sans Unicode"/>
                </a:rPr>
                <a:t>wx+b</a:t>
              </a:r>
              <a:r>
                <a:rPr lang="fr-FR" sz="1100" baseline="30000">
                  <a:solidFill>
                    <a:srgbClr val="000000"/>
                  </a:solidFill>
                  <a:latin typeface="Lucida Sans Unicode"/>
                  <a:ea typeface="Roboto"/>
                  <a:cs typeface="Lucida Sans Unicode"/>
                </a:rPr>
                <a:t>)</a:t>
              </a:r>
              <a:endParaRPr lang="fr-FR" u="sng">
                <a:ea typeface="Roboto"/>
                <a:cs typeface="Roboto"/>
              </a:endParaRPr>
            </a:p>
          </p:txBody>
        </p:sp>
        <p:sp>
          <p:nvSpPr>
            <p:cNvPr id="22" name="ZoneTexte 21">
              <a:extLst>
                <a:ext uri="{FF2B5EF4-FFF2-40B4-BE49-F238E27FC236}">
                  <a16:creationId xmlns:a16="http://schemas.microsoft.com/office/drawing/2014/main" id="{026902FD-8F58-E7E0-DAFE-85DCA6FD2477}"/>
                </a:ext>
              </a:extLst>
            </p:cNvPr>
            <p:cNvSpPr txBox="1"/>
            <p:nvPr/>
          </p:nvSpPr>
          <p:spPr>
            <a:xfrm>
              <a:off x="2869192" y="2374110"/>
              <a:ext cx="29206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i="1">
                  <a:ea typeface="Roboto"/>
                  <a:cs typeface="Roboto"/>
                </a:rPr>
                <a:t>1</a:t>
              </a:r>
              <a:endParaRPr lang="fr-FR"/>
            </a:p>
          </p:txBody>
        </p:sp>
      </p:grpSp>
      <p:sp>
        <p:nvSpPr>
          <p:cNvPr id="25" name="ZoneTexte 24">
            <a:extLst>
              <a:ext uri="{FF2B5EF4-FFF2-40B4-BE49-F238E27FC236}">
                <a16:creationId xmlns:a16="http://schemas.microsoft.com/office/drawing/2014/main" id="{85D23FB8-5C35-D475-D4E1-9DAF0F847377}"/>
              </a:ext>
            </a:extLst>
          </p:cNvPr>
          <p:cNvSpPr txBox="1"/>
          <p:nvPr/>
        </p:nvSpPr>
        <p:spPr>
          <a:xfrm>
            <a:off x="6663642" y="3675913"/>
            <a:ext cx="143211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ea typeface="Roboto"/>
                <a:cs typeface="Roboto"/>
              </a:rPr>
              <a:t>y = signe(</a:t>
            </a:r>
            <a:r>
              <a:rPr lang="fr-FR" sz="1200" err="1">
                <a:ea typeface="Roboto"/>
                <a:cs typeface="Roboto"/>
              </a:rPr>
              <a:t>wx</a:t>
            </a:r>
            <a:r>
              <a:rPr lang="fr-FR" sz="1200">
                <a:ea typeface="Roboto"/>
                <a:cs typeface="Roboto"/>
              </a:rPr>
              <a:t> + b)</a:t>
            </a:r>
          </a:p>
        </p:txBody>
      </p:sp>
    </p:spTree>
    <p:extLst>
      <p:ext uri="{BB962C8B-B14F-4D97-AF65-F5344CB8AC3E}">
        <p14:creationId xmlns:p14="http://schemas.microsoft.com/office/powerpoint/2010/main" val="22181201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2000" fill="hold" grpId="0" nodeType="afterEffect">
                                  <p:stCondLst>
                                    <p:cond delay="0"/>
                                  </p:stCondLst>
                                  <p:childTnLst>
                                    <p:set>
                                      <p:cBhvr>
                                        <p:cTn id="6" dur="1" fill="hold">
                                          <p:stCondLst>
                                            <p:cond delay="0"/>
                                          </p:stCondLst>
                                        </p:cTn>
                                        <p:tgtEl>
                                          <p:spTgt spid="164"/>
                                        </p:tgtEl>
                                        <p:attrNameLst>
                                          <p:attrName>style.visibility</p:attrName>
                                        </p:attrNameLst>
                                      </p:cBhvr>
                                      <p:to>
                                        <p:strVal val="visible"/>
                                      </p:to>
                                    </p:set>
                                    <p:anim calcmode="lin" valueType="num">
                                      <p:cBhvr additive="base">
                                        <p:cTn id="7" dur="500" fill="hold"/>
                                        <p:tgtEl>
                                          <p:spTgt spid="164"/>
                                        </p:tgtEl>
                                        <p:attrNameLst>
                                          <p:attrName>ppt_x</p:attrName>
                                        </p:attrNameLst>
                                      </p:cBhvr>
                                      <p:tavLst>
                                        <p:tav tm="0">
                                          <p:val>
                                            <p:strVal val="#ppt_x"/>
                                          </p:val>
                                        </p:tav>
                                        <p:tav tm="100000">
                                          <p:val>
                                            <p:strVal val="#ppt_x"/>
                                          </p:val>
                                        </p:tav>
                                      </p:tavLst>
                                    </p:anim>
                                    <p:anim calcmode="lin" valueType="num">
                                      <p:cBhvr additive="base">
                                        <p:cTn id="8" dur="500" fill="hold"/>
                                        <p:tgtEl>
                                          <p:spTgt spid="16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accel="20000" decel="62000" fill="hold" grpId="0" nodeType="afterEffect">
                                  <p:stCondLst>
                                    <p:cond delay="0"/>
                                  </p:stCondLst>
                                  <p:childTnLst>
                                    <p:set>
                                      <p:cBhvr>
                                        <p:cTn id="11" dur="1" fill="hold">
                                          <p:stCondLst>
                                            <p:cond delay="0"/>
                                          </p:stCondLst>
                                        </p:cTn>
                                        <p:tgtEl>
                                          <p:spTgt spid="182"/>
                                        </p:tgtEl>
                                        <p:attrNameLst>
                                          <p:attrName>style.visibility</p:attrName>
                                        </p:attrNameLst>
                                      </p:cBhvr>
                                      <p:to>
                                        <p:strVal val="visible"/>
                                      </p:to>
                                    </p:set>
                                    <p:anim calcmode="lin" valueType="num">
                                      <p:cBhvr additive="base">
                                        <p:cTn id="12" dur="500" fill="hold"/>
                                        <p:tgtEl>
                                          <p:spTgt spid="182"/>
                                        </p:tgtEl>
                                        <p:attrNameLst>
                                          <p:attrName>ppt_x</p:attrName>
                                        </p:attrNameLst>
                                      </p:cBhvr>
                                      <p:tavLst>
                                        <p:tav tm="0">
                                          <p:val>
                                            <p:strVal val="#ppt_x"/>
                                          </p:val>
                                        </p:tav>
                                        <p:tav tm="100000">
                                          <p:val>
                                            <p:strVal val="#ppt_x"/>
                                          </p:val>
                                        </p:tav>
                                      </p:tavLst>
                                    </p:anim>
                                    <p:anim calcmode="lin" valueType="num">
                                      <p:cBhvr additive="base">
                                        <p:cTn id="13" dur="500" fill="hold"/>
                                        <p:tgtEl>
                                          <p:spTgt spid="18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accel="20000" decel="62000" fill="hold" grpId="0" nodeType="afterEffect">
                                  <p:stCondLst>
                                    <p:cond delay="0"/>
                                  </p:stCondLst>
                                  <p:childTnLst>
                                    <p:set>
                                      <p:cBhvr>
                                        <p:cTn id="16" dur="1" fill="hold">
                                          <p:stCondLst>
                                            <p:cond delay="0"/>
                                          </p:stCondLst>
                                        </p:cTn>
                                        <p:tgtEl>
                                          <p:spTgt spid="187"/>
                                        </p:tgtEl>
                                        <p:attrNameLst>
                                          <p:attrName>style.visibility</p:attrName>
                                        </p:attrNameLst>
                                      </p:cBhvr>
                                      <p:to>
                                        <p:strVal val="visible"/>
                                      </p:to>
                                    </p:set>
                                    <p:anim calcmode="lin" valueType="num">
                                      <p:cBhvr additive="base">
                                        <p:cTn id="17" dur="500" fill="hold"/>
                                        <p:tgtEl>
                                          <p:spTgt spid="187"/>
                                        </p:tgtEl>
                                        <p:attrNameLst>
                                          <p:attrName>ppt_x</p:attrName>
                                        </p:attrNameLst>
                                      </p:cBhvr>
                                      <p:tavLst>
                                        <p:tav tm="0">
                                          <p:val>
                                            <p:strVal val="#ppt_x"/>
                                          </p:val>
                                        </p:tav>
                                        <p:tav tm="100000">
                                          <p:val>
                                            <p:strVal val="#ppt_x"/>
                                          </p:val>
                                        </p:tav>
                                      </p:tavLst>
                                    </p:anim>
                                    <p:anim calcmode="lin" valueType="num">
                                      <p:cBhvr additive="base">
                                        <p:cTn id="18" dur="500" fill="hold"/>
                                        <p:tgtEl>
                                          <p:spTgt spid="1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p:bldP spid="182" grpId="0" animBg="1"/>
      <p:bldP spid="18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163">
            <a:extLst>
              <a:ext uri="{FF2B5EF4-FFF2-40B4-BE49-F238E27FC236}">
                <a16:creationId xmlns:a16="http://schemas.microsoft.com/office/drawing/2014/main" id="{5322143D-1DAB-4AC5-4278-0C2867FBDB46}"/>
              </a:ext>
            </a:extLst>
          </p:cNvPr>
          <p:cNvSpPr/>
          <p:nvPr/>
        </p:nvSpPr>
        <p:spPr bwMode="auto">
          <a:xfrm>
            <a:off x="97136" y="93980"/>
            <a:ext cx="903450" cy="827969"/>
          </a:xfrm>
          <a:prstGeom prst="ellipse">
            <a:avLst/>
          </a:prstGeom>
          <a:noFill/>
          <a:ln w="28575">
            <a:solidFill>
              <a:schemeClr val="accent2"/>
            </a:solidFill>
            <a:round/>
            <a:headEnd/>
            <a:tailEnd/>
          </a:ln>
        </p:spPr>
        <p:txBody>
          <a:bodyPr vert="horz" wrap="square" lIns="0" tIns="0" rIns="0" bIns="0" numCol="1" rtlCol="0" anchor="ctr" anchorCtr="0" compatLnSpc="1">
            <a:prstTxWarp prst="textNoShape">
              <a:avLst/>
            </a:prstTxWarp>
          </a:bodyPr>
          <a:lstStyle/>
          <a:p>
            <a:pPr algn="ctr"/>
            <a:endParaRPr lang="en-US" sz="2800" b="1">
              <a:solidFill>
                <a:schemeClr val="tx1">
                  <a:lumMod val="75000"/>
                  <a:lumOff val="25000"/>
                </a:schemeClr>
              </a:solidFill>
            </a:endParaRPr>
          </a:p>
        </p:txBody>
      </p:sp>
      <p:sp>
        <p:nvSpPr>
          <p:cNvPr id="11" name="ZoneTexte 10">
            <a:extLst>
              <a:ext uri="{FF2B5EF4-FFF2-40B4-BE49-F238E27FC236}">
                <a16:creationId xmlns:a16="http://schemas.microsoft.com/office/drawing/2014/main" id="{9825853D-E2B5-B181-36A9-9331B3605171}"/>
              </a:ext>
            </a:extLst>
          </p:cNvPr>
          <p:cNvSpPr txBox="1"/>
          <p:nvPr/>
        </p:nvSpPr>
        <p:spPr>
          <a:xfrm>
            <a:off x="158109" y="208890"/>
            <a:ext cx="780691" cy="58477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600" b="1" err="1">
                <a:solidFill>
                  <a:srgbClr val="494B69"/>
                </a:solidFill>
                <a:ea typeface="Roboto"/>
                <a:cs typeface="Roboto"/>
              </a:rPr>
              <a:t>Naive</a:t>
            </a:r>
            <a:r>
              <a:rPr lang="fr-FR" sz="1600" b="1">
                <a:solidFill>
                  <a:srgbClr val="494B69"/>
                </a:solidFill>
                <a:ea typeface="Roboto"/>
                <a:cs typeface="Roboto"/>
              </a:rPr>
              <a:t> Bayes</a:t>
            </a:r>
          </a:p>
        </p:txBody>
      </p:sp>
      <p:sp>
        <p:nvSpPr>
          <p:cNvPr id="18" name="Rectangle 17">
            <a:extLst>
              <a:ext uri="{FF2B5EF4-FFF2-40B4-BE49-F238E27FC236}">
                <a16:creationId xmlns:a16="http://schemas.microsoft.com/office/drawing/2014/main" id="{666013A0-FDFB-AF11-BD44-478D0446892C}"/>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
        <p:nvSpPr>
          <p:cNvPr id="25" name="Rectangle : coins arrondis 24">
            <a:extLst>
              <a:ext uri="{FF2B5EF4-FFF2-40B4-BE49-F238E27FC236}">
                <a16:creationId xmlns:a16="http://schemas.microsoft.com/office/drawing/2014/main" id="{0C6128C2-762D-CD03-90CF-A3AE74701B21}"/>
              </a:ext>
            </a:extLst>
          </p:cNvPr>
          <p:cNvSpPr/>
          <p:nvPr/>
        </p:nvSpPr>
        <p:spPr bwMode="auto">
          <a:xfrm>
            <a:off x="2289119" y="1685415"/>
            <a:ext cx="4394142" cy="1669211"/>
          </a:xfrm>
          <a:prstGeom prst="roundRect">
            <a:avLst/>
          </a:prstGeom>
          <a:solidFill>
            <a:srgbClr val="494B69">
              <a:alpha val="40000"/>
            </a:srgbClr>
          </a:solidFill>
          <a:ln>
            <a:solidFill>
              <a:srgbClr val="494B69"/>
            </a:solidFill>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fr-FR"/>
          </a:p>
        </p:txBody>
      </p:sp>
      <p:grpSp>
        <p:nvGrpSpPr>
          <p:cNvPr id="7" name="Groupe 6">
            <a:extLst>
              <a:ext uri="{FF2B5EF4-FFF2-40B4-BE49-F238E27FC236}">
                <a16:creationId xmlns:a16="http://schemas.microsoft.com/office/drawing/2014/main" id="{3A71C93D-3FF0-A872-EF77-BB1B6A4109F5}"/>
              </a:ext>
            </a:extLst>
          </p:cNvPr>
          <p:cNvGrpSpPr/>
          <p:nvPr/>
        </p:nvGrpSpPr>
        <p:grpSpPr>
          <a:xfrm>
            <a:off x="2289973" y="2189213"/>
            <a:ext cx="2157159" cy="654922"/>
            <a:chOff x="1812430" y="2294684"/>
            <a:chExt cx="2114131" cy="697082"/>
          </a:xfrm>
        </p:grpSpPr>
        <p:sp>
          <p:nvSpPr>
            <p:cNvPr id="3" name="ZoneTexte 2">
              <a:extLst>
                <a:ext uri="{FF2B5EF4-FFF2-40B4-BE49-F238E27FC236}">
                  <a16:creationId xmlns:a16="http://schemas.microsoft.com/office/drawing/2014/main" id="{68EBB5F4-83E5-C87E-0A77-EA9C0F78AEE7}"/>
                </a:ext>
              </a:extLst>
            </p:cNvPr>
            <p:cNvSpPr txBox="1"/>
            <p:nvPr/>
          </p:nvSpPr>
          <p:spPr>
            <a:xfrm>
              <a:off x="1812430" y="2471258"/>
              <a:ext cx="887648" cy="343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P</a:t>
              </a:r>
              <a:r>
                <a:rPr lang="fr-FR" sz="1500">
                  <a:ea typeface="Roboto"/>
                  <a:cs typeface="Roboto"/>
                </a:rPr>
                <a:t>(</a:t>
              </a:r>
              <a:r>
                <a:rPr lang="fr-FR" sz="1500" err="1">
                  <a:ea typeface="Roboto"/>
                  <a:cs typeface="Roboto"/>
                </a:rPr>
                <a:t>y|x</a:t>
              </a:r>
              <a:r>
                <a:rPr lang="fr-FR" sz="1500">
                  <a:ea typeface="Roboto"/>
                  <a:cs typeface="Roboto"/>
                </a:rPr>
                <a:t>) =</a:t>
              </a:r>
            </a:p>
          </p:txBody>
        </p:sp>
        <p:cxnSp>
          <p:nvCxnSpPr>
            <p:cNvPr id="4" name="Connecteur droit avec flèche 3">
              <a:extLst>
                <a:ext uri="{FF2B5EF4-FFF2-40B4-BE49-F238E27FC236}">
                  <a16:creationId xmlns:a16="http://schemas.microsoft.com/office/drawing/2014/main" id="{E5C23498-0CE2-CD8F-37CE-B4B4D34C0A90}"/>
                </a:ext>
              </a:extLst>
            </p:cNvPr>
            <p:cNvCxnSpPr/>
            <p:nvPr/>
          </p:nvCxnSpPr>
          <p:spPr>
            <a:xfrm flipV="1">
              <a:off x="2614222" y="2615370"/>
              <a:ext cx="1008351"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ZoneTexte 4">
              <a:extLst>
                <a:ext uri="{FF2B5EF4-FFF2-40B4-BE49-F238E27FC236}">
                  <a16:creationId xmlns:a16="http://schemas.microsoft.com/office/drawing/2014/main" id="{D3E7CBCB-EC8F-6953-C83F-481EFAD076CF}"/>
                </a:ext>
              </a:extLst>
            </p:cNvPr>
            <p:cNvSpPr txBox="1"/>
            <p:nvPr/>
          </p:nvSpPr>
          <p:spPr>
            <a:xfrm>
              <a:off x="2747447" y="2668601"/>
              <a:ext cx="650275"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500" i="1">
                  <a:ea typeface="Roboto"/>
                  <a:cs typeface="Roboto"/>
                </a:rPr>
                <a:t>P</a:t>
              </a:r>
              <a:r>
                <a:rPr lang="fr-FR" sz="1500">
                  <a:ea typeface="Roboto"/>
                  <a:cs typeface="Roboto"/>
                </a:rPr>
                <a:t>(x)</a:t>
              </a:r>
            </a:p>
          </p:txBody>
        </p:sp>
        <p:sp>
          <p:nvSpPr>
            <p:cNvPr id="6" name="ZoneTexte 5">
              <a:extLst>
                <a:ext uri="{FF2B5EF4-FFF2-40B4-BE49-F238E27FC236}">
                  <a16:creationId xmlns:a16="http://schemas.microsoft.com/office/drawing/2014/main" id="{2272D740-BBC9-3B24-22C0-F10C2B7E8DD9}"/>
                </a:ext>
              </a:extLst>
            </p:cNvPr>
            <p:cNvSpPr txBox="1"/>
            <p:nvPr/>
          </p:nvSpPr>
          <p:spPr>
            <a:xfrm>
              <a:off x="2550328" y="2294684"/>
              <a:ext cx="1376233"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P</a:t>
              </a:r>
              <a:r>
                <a:rPr lang="fr-FR" sz="1500">
                  <a:ea typeface="Roboto"/>
                  <a:cs typeface="Roboto"/>
                </a:rPr>
                <a:t>(</a:t>
              </a:r>
              <a:r>
                <a:rPr lang="fr-FR" sz="1500" err="1">
                  <a:ea typeface="Roboto"/>
                  <a:cs typeface="Roboto"/>
                </a:rPr>
                <a:t>x|y</a:t>
              </a:r>
              <a:r>
                <a:rPr lang="fr-FR" sz="1500">
                  <a:ea typeface="Roboto"/>
                  <a:cs typeface="Roboto"/>
                </a:rPr>
                <a:t>) . </a:t>
              </a:r>
              <a:r>
                <a:rPr lang="fr-FR" sz="1500" i="1">
                  <a:ea typeface="Roboto"/>
                  <a:cs typeface="Roboto"/>
                </a:rPr>
                <a:t>P</a:t>
              </a:r>
              <a:r>
                <a:rPr lang="fr-FR" sz="1500">
                  <a:ea typeface="Roboto"/>
                  <a:cs typeface="Roboto"/>
                </a:rPr>
                <a:t>(y)</a:t>
              </a:r>
            </a:p>
          </p:txBody>
        </p:sp>
      </p:grpSp>
      <p:pic>
        <p:nvPicPr>
          <p:cNvPr id="8" name="Image 7" descr="Naïve bayes classifier from scratch with hands on examples in r – Insight –  Data Science Society, IMI, New Delhi">
            <a:extLst>
              <a:ext uri="{FF2B5EF4-FFF2-40B4-BE49-F238E27FC236}">
                <a16:creationId xmlns:a16="http://schemas.microsoft.com/office/drawing/2014/main" id="{9DC6ADED-3676-D340-AE50-AB69CC486D96}"/>
              </a:ext>
            </a:extLst>
          </p:cNvPr>
          <p:cNvPicPr>
            <a:picLocks noChangeAspect="1"/>
          </p:cNvPicPr>
          <p:nvPr/>
        </p:nvPicPr>
        <p:blipFill>
          <a:blip r:embed="rId2"/>
          <a:stretch>
            <a:fillRect/>
          </a:stretch>
        </p:blipFill>
        <p:spPr>
          <a:xfrm>
            <a:off x="4368613" y="1969927"/>
            <a:ext cx="2154892" cy="1010345"/>
          </a:xfrm>
          <a:prstGeom prst="rect">
            <a:avLst/>
          </a:prstGeom>
        </p:spPr>
      </p:pic>
      <p:sp>
        <p:nvSpPr>
          <p:cNvPr id="2" name="Rectangle 1">
            <a:extLst>
              <a:ext uri="{FF2B5EF4-FFF2-40B4-BE49-F238E27FC236}">
                <a16:creationId xmlns:a16="http://schemas.microsoft.com/office/drawing/2014/main" id="{5E3DF829-68F4-2C40-5761-2E152F8F4E8E}"/>
              </a:ext>
            </a:extLst>
          </p:cNvPr>
          <p:cNvSpPr/>
          <p:nvPr/>
        </p:nvSpPr>
        <p:spPr bwMode="auto">
          <a:xfrm>
            <a:off x="2358278" y="2324658"/>
            <a:ext cx="510989" cy="376519"/>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10" name="Rectangle 9">
            <a:extLst>
              <a:ext uri="{FF2B5EF4-FFF2-40B4-BE49-F238E27FC236}">
                <a16:creationId xmlns:a16="http://schemas.microsoft.com/office/drawing/2014/main" id="{13B5A9D8-7282-863A-E4A5-B92A7C49D128}"/>
              </a:ext>
            </a:extLst>
          </p:cNvPr>
          <p:cNvSpPr/>
          <p:nvPr/>
        </p:nvSpPr>
        <p:spPr bwMode="auto">
          <a:xfrm>
            <a:off x="3114675" y="2190187"/>
            <a:ext cx="510989" cy="292475"/>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12" name="Rectangle 11">
            <a:extLst>
              <a:ext uri="{FF2B5EF4-FFF2-40B4-BE49-F238E27FC236}">
                <a16:creationId xmlns:a16="http://schemas.microsoft.com/office/drawing/2014/main" id="{4CEDD5FD-5584-F224-1175-488E07520FAF}"/>
              </a:ext>
            </a:extLst>
          </p:cNvPr>
          <p:cNvSpPr/>
          <p:nvPr/>
        </p:nvSpPr>
        <p:spPr bwMode="auto">
          <a:xfrm>
            <a:off x="3745006" y="2190187"/>
            <a:ext cx="359710" cy="292475"/>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13" name="Rectangle 12">
            <a:extLst>
              <a:ext uri="{FF2B5EF4-FFF2-40B4-BE49-F238E27FC236}">
                <a16:creationId xmlns:a16="http://schemas.microsoft.com/office/drawing/2014/main" id="{08A1C019-776B-C9D8-CF12-1753B4EE069C}"/>
              </a:ext>
            </a:extLst>
          </p:cNvPr>
          <p:cNvSpPr/>
          <p:nvPr/>
        </p:nvSpPr>
        <p:spPr bwMode="auto">
          <a:xfrm>
            <a:off x="3240741" y="2568386"/>
            <a:ext cx="510989" cy="275667"/>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cxnSp>
        <p:nvCxnSpPr>
          <p:cNvPr id="15" name="Connecteur : en angle 14">
            <a:extLst>
              <a:ext uri="{FF2B5EF4-FFF2-40B4-BE49-F238E27FC236}">
                <a16:creationId xmlns:a16="http://schemas.microsoft.com/office/drawing/2014/main" id="{92A19148-29AD-BC16-2379-9A7D7D7346D1}"/>
              </a:ext>
            </a:extLst>
          </p:cNvPr>
          <p:cNvCxnSpPr/>
          <p:nvPr/>
        </p:nvCxnSpPr>
        <p:spPr>
          <a:xfrm>
            <a:off x="3366807" y="2845735"/>
            <a:ext cx="788334" cy="107408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CFFE6FC0-CE1B-BEE5-3DDD-04629DF043DF}"/>
              </a:ext>
            </a:extLst>
          </p:cNvPr>
          <p:cNvCxnSpPr/>
          <p:nvPr/>
        </p:nvCxnSpPr>
        <p:spPr>
          <a:xfrm>
            <a:off x="1282512" y="2517961"/>
            <a:ext cx="1082489" cy="6723"/>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CD61624C-E2EF-2407-CC8C-5F02EC6C316D}"/>
              </a:ext>
            </a:extLst>
          </p:cNvPr>
          <p:cNvCxnSpPr/>
          <p:nvPr/>
        </p:nvCxnSpPr>
        <p:spPr>
          <a:xfrm>
            <a:off x="3307976" y="1106021"/>
            <a:ext cx="6726" cy="1090892"/>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9" name="Connecteur : en angle 18">
            <a:extLst>
              <a:ext uri="{FF2B5EF4-FFF2-40B4-BE49-F238E27FC236}">
                <a16:creationId xmlns:a16="http://schemas.microsoft.com/office/drawing/2014/main" id="{A038521D-82F3-D78D-94F9-D78B4C29B272}"/>
              </a:ext>
            </a:extLst>
          </p:cNvPr>
          <p:cNvCxnSpPr/>
          <p:nvPr/>
        </p:nvCxnSpPr>
        <p:spPr>
          <a:xfrm flipV="1">
            <a:off x="3879477" y="1062318"/>
            <a:ext cx="401731" cy="1136275"/>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F839657A-EC91-799E-D84A-FEBB89513491}"/>
              </a:ext>
            </a:extLst>
          </p:cNvPr>
          <p:cNvSpPr txBox="1"/>
          <p:nvPr/>
        </p:nvSpPr>
        <p:spPr>
          <a:xfrm>
            <a:off x="4150099" y="3587003"/>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404040"/>
                </a:solidFill>
                <a:latin typeface="Inter"/>
              </a:rPr>
              <a:t>probabilité</a:t>
            </a:r>
            <a:r>
              <a:rPr lang="en-US">
                <a:solidFill>
                  <a:srgbClr val="404040"/>
                </a:solidFill>
                <a:latin typeface="Inter"/>
              </a:rPr>
              <a:t> des </a:t>
            </a:r>
            <a:r>
              <a:rPr lang="en-US" err="1">
                <a:solidFill>
                  <a:srgbClr val="404040"/>
                </a:solidFill>
                <a:latin typeface="Inter"/>
              </a:rPr>
              <a:t>caractéristiques</a:t>
            </a:r>
            <a:r>
              <a:rPr lang="en-US">
                <a:solidFill>
                  <a:srgbClr val="404040"/>
                </a:solidFill>
                <a:latin typeface="Inter"/>
              </a:rPr>
              <a:t> </a:t>
            </a:r>
            <a:r>
              <a:rPr lang="en-US">
                <a:solidFill>
                  <a:srgbClr val="404040"/>
                </a:solidFill>
                <a:latin typeface="KaTeX_Main"/>
              </a:rPr>
              <a:t>x</a:t>
            </a:r>
            <a:r>
              <a:rPr lang="en-US">
                <a:solidFill>
                  <a:srgbClr val="404040"/>
                </a:solidFill>
                <a:latin typeface="Inter"/>
              </a:rPr>
              <a:t>.</a:t>
            </a:r>
            <a:endParaRPr lang="en-US"/>
          </a:p>
        </p:txBody>
      </p:sp>
      <p:sp>
        <p:nvSpPr>
          <p:cNvPr id="20" name="ZoneTexte 19">
            <a:extLst>
              <a:ext uri="{FF2B5EF4-FFF2-40B4-BE49-F238E27FC236}">
                <a16:creationId xmlns:a16="http://schemas.microsoft.com/office/drawing/2014/main" id="{98854CB5-C90F-A85D-0934-5AB0A19A1AAE}"/>
              </a:ext>
            </a:extLst>
          </p:cNvPr>
          <p:cNvSpPr txBox="1"/>
          <p:nvPr/>
        </p:nvSpPr>
        <p:spPr>
          <a:xfrm>
            <a:off x="4150098" y="784244"/>
            <a:ext cx="30443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404040"/>
                </a:solidFill>
                <a:latin typeface="Inter"/>
              </a:rPr>
              <a:t>probabilité</a:t>
            </a:r>
            <a:r>
              <a:rPr lang="en-US">
                <a:solidFill>
                  <a:srgbClr val="404040"/>
                </a:solidFill>
                <a:latin typeface="Inter"/>
              </a:rPr>
              <a:t> de la </a:t>
            </a:r>
            <a:r>
              <a:rPr lang="en-US" err="1">
                <a:solidFill>
                  <a:srgbClr val="404040"/>
                </a:solidFill>
                <a:latin typeface="Inter"/>
              </a:rPr>
              <a:t>classe</a:t>
            </a:r>
            <a:r>
              <a:rPr lang="en-US">
                <a:solidFill>
                  <a:srgbClr val="404040"/>
                </a:solidFill>
                <a:latin typeface="Inter"/>
              </a:rPr>
              <a:t> </a:t>
            </a:r>
            <a:r>
              <a:rPr lang="en-US" i="1">
                <a:solidFill>
                  <a:srgbClr val="404040"/>
                </a:solidFill>
                <a:latin typeface="KaTeX_Math"/>
              </a:rPr>
              <a:t>y(</a:t>
            </a:r>
            <a:r>
              <a:rPr lang="en-US" i="1" err="1">
                <a:solidFill>
                  <a:srgbClr val="404040"/>
                </a:solidFill>
                <a:latin typeface="KaTeX_Math"/>
              </a:rPr>
              <a:t>plagiat</a:t>
            </a:r>
            <a:r>
              <a:rPr lang="en-US" i="1">
                <a:solidFill>
                  <a:srgbClr val="404040"/>
                </a:solidFill>
                <a:latin typeface="KaTeX_Math"/>
              </a:rPr>
              <a:t>/</a:t>
            </a:r>
            <a:r>
              <a:rPr lang="en-US" i="1" err="1">
                <a:solidFill>
                  <a:srgbClr val="404040"/>
                </a:solidFill>
                <a:latin typeface="KaTeX_Math"/>
              </a:rPr>
              <a:t>non_plagiat</a:t>
            </a:r>
            <a:r>
              <a:rPr lang="en-US" i="1">
                <a:solidFill>
                  <a:srgbClr val="404040"/>
                </a:solidFill>
                <a:latin typeface="KaTeX_Math"/>
              </a:rPr>
              <a:t>)</a:t>
            </a:r>
            <a:endParaRPr lang="en-US"/>
          </a:p>
        </p:txBody>
      </p:sp>
      <p:sp>
        <p:nvSpPr>
          <p:cNvPr id="21" name="ZoneTexte 20">
            <a:extLst>
              <a:ext uri="{FF2B5EF4-FFF2-40B4-BE49-F238E27FC236}">
                <a16:creationId xmlns:a16="http://schemas.microsoft.com/office/drawing/2014/main" id="{036F5F1F-3EF5-2472-3EEC-0BA933DACE63}"/>
              </a:ext>
            </a:extLst>
          </p:cNvPr>
          <p:cNvSpPr txBox="1"/>
          <p:nvPr/>
        </p:nvSpPr>
        <p:spPr>
          <a:xfrm>
            <a:off x="2163022" y="460790"/>
            <a:ext cx="193637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04040"/>
                </a:solidFill>
                <a:latin typeface="Inter"/>
              </a:rPr>
              <a:t>probabilité</a:t>
            </a:r>
            <a:r>
              <a:rPr lang="en-US" sz="1600">
                <a:solidFill>
                  <a:srgbClr val="404040"/>
                </a:solidFill>
                <a:latin typeface="Inter"/>
              </a:rPr>
              <a:t> de </a:t>
            </a:r>
            <a:r>
              <a:rPr lang="en-US" sz="1600" i="1">
                <a:solidFill>
                  <a:srgbClr val="404040"/>
                </a:solidFill>
                <a:latin typeface="KaTeX_Math"/>
              </a:rPr>
              <a:t>x</a:t>
            </a:r>
            <a:r>
              <a:rPr lang="en-US" sz="1600">
                <a:solidFill>
                  <a:srgbClr val="404040"/>
                </a:solidFill>
                <a:latin typeface="Inter"/>
              </a:rPr>
              <a:t> </a:t>
            </a:r>
            <a:r>
              <a:rPr lang="en-US" sz="1600" err="1">
                <a:solidFill>
                  <a:srgbClr val="404040"/>
                </a:solidFill>
                <a:latin typeface="Inter"/>
              </a:rPr>
              <a:t>étant</a:t>
            </a:r>
            <a:r>
              <a:rPr lang="en-US" sz="1600">
                <a:solidFill>
                  <a:srgbClr val="404040"/>
                </a:solidFill>
                <a:latin typeface="Inter"/>
              </a:rPr>
              <a:t> </a:t>
            </a:r>
            <a:r>
              <a:rPr lang="en-US" sz="1600" err="1">
                <a:solidFill>
                  <a:srgbClr val="404040"/>
                </a:solidFill>
                <a:latin typeface="Inter"/>
              </a:rPr>
              <a:t>donné</a:t>
            </a:r>
            <a:r>
              <a:rPr lang="en-US" sz="1600">
                <a:solidFill>
                  <a:srgbClr val="404040"/>
                </a:solidFill>
                <a:latin typeface="Inter"/>
              </a:rPr>
              <a:t> la </a:t>
            </a:r>
            <a:r>
              <a:rPr lang="en-US" sz="1600" err="1">
                <a:solidFill>
                  <a:srgbClr val="404040"/>
                </a:solidFill>
                <a:latin typeface="Inter"/>
              </a:rPr>
              <a:t>classe</a:t>
            </a:r>
            <a:r>
              <a:rPr lang="en-US" sz="1600">
                <a:solidFill>
                  <a:srgbClr val="404040"/>
                </a:solidFill>
                <a:latin typeface="Inter"/>
              </a:rPr>
              <a:t> </a:t>
            </a:r>
            <a:r>
              <a:rPr lang="en-US" sz="1600" i="1">
                <a:solidFill>
                  <a:srgbClr val="404040"/>
                </a:solidFill>
                <a:latin typeface="KaTeX_Math"/>
              </a:rPr>
              <a:t>y</a:t>
            </a:r>
            <a:endParaRPr lang="en-US" sz="1600" err="1">
              <a:ea typeface="Roboto"/>
              <a:cs typeface="Roboto"/>
            </a:endParaRPr>
          </a:p>
        </p:txBody>
      </p:sp>
      <p:sp>
        <p:nvSpPr>
          <p:cNvPr id="22" name="ZoneTexte 21">
            <a:extLst>
              <a:ext uri="{FF2B5EF4-FFF2-40B4-BE49-F238E27FC236}">
                <a16:creationId xmlns:a16="http://schemas.microsoft.com/office/drawing/2014/main" id="{37B9AD09-D2A1-7DF4-5D9E-656DC4E74F01}"/>
              </a:ext>
            </a:extLst>
          </p:cNvPr>
          <p:cNvSpPr txBox="1"/>
          <p:nvPr/>
        </p:nvSpPr>
        <p:spPr>
          <a:xfrm>
            <a:off x="-1681" y="2519189"/>
            <a:ext cx="221940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404040"/>
                </a:solidFill>
                <a:latin typeface="Inter"/>
              </a:rPr>
              <a:t>probabilité que la classe soit Plagiat(ou non plagiat) étant donné les caractéristiques </a:t>
            </a:r>
            <a:r>
              <a:rPr lang="en-US" sz="1600" i="1">
                <a:solidFill>
                  <a:srgbClr val="404040"/>
                </a:solidFill>
                <a:latin typeface="KaTeX_Math"/>
              </a:rPr>
              <a:t>x</a:t>
            </a:r>
            <a:endParaRPr lang="en-US" sz="1600">
              <a:ea typeface="Roboto"/>
              <a:cs typeface="Roboto"/>
            </a:endParaRPr>
          </a:p>
        </p:txBody>
      </p:sp>
      <p:sp>
        <p:nvSpPr>
          <p:cNvPr id="23" name="ZoneTexte 22">
            <a:extLst>
              <a:ext uri="{FF2B5EF4-FFF2-40B4-BE49-F238E27FC236}">
                <a16:creationId xmlns:a16="http://schemas.microsoft.com/office/drawing/2014/main" id="{2439A37B-EE76-ECCA-5367-4FD9564F2B63}"/>
              </a:ext>
            </a:extLst>
          </p:cNvPr>
          <p:cNvSpPr txBox="1"/>
          <p:nvPr/>
        </p:nvSpPr>
        <p:spPr>
          <a:xfrm>
            <a:off x="6968075" y="-40296"/>
            <a:ext cx="274320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500">
              <a:solidFill>
                <a:srgbClr val="404040"/>
              </a:solidFill>
              <a:latin typeface="Roboto"/>
              <a:ea typeface="Roboto"/>
              <a:cs typeface="Roboto"/>
            </a:endParaRPr>
          </a:p>
          <a:p>
            <a:pPr marL="228600" lvl="1" indent="-228600">
              <a:buFont typeface=""/>
              <a:buChar char="•"/>
            </a:pPr>
            <a:r>
              <a:rPr lang="en-US" sz="1500">
                <a:solidFill>
                  <a:srgbClr val="404040"/>
                </a:solidFill>
                <a:latin typeface="Roboto"/>
                <a:ea typeface="Roboto"/>
                <a:cs typeface="Roboto"/>
              </a:rPr>
              <a:t>Simple et </a:t>
            </a:r>
            <a:r>
              <a:rPr lang="en-US" sz="1500" err="1">
                <a:solidFill>
                  <a:srgbClr val="404040"/>
                </a:solidFill>
                <a:latin typeface="Roboto"/>
                <a:ea typeface="Roboto"/>
                <a:cs typeface="Roboto"/>
              </a:rPr>
              <a:t>rapide</a:t>
            </a:r>
            <a:r>
              <a:rPr lang="en-US" sz="1500">
                <a:solidFill>
                  <a:srgbClr val="404040"/>
                </a:solidFill>
                <a:latin typeface="Roboto"/>
                <a:ea typeface="Roboto"/>
                <a:cs typeface="Roboto"/>
              </a:rPr>
              <a:t> à </a:t>
            </a:r>
            <a:r>
              <a:rPr lang="en-US" sz="1500" err="1">
                <a:solidFill>
                  <a:srgbClr val="404040"/>
                </a:solidFill>
                <a:latin typeface="Roboto"/>
                <a:ea typeface="Roboto"/>
                <a:cs typeface="Roboto"/>
              </a:rPr>
              <a:t>entraîner</a:t>
            </a:r>
            <a:r>
              <a:rPr lang="en-US" sz="1500">
                <a:solidFill>
                  <a:srgbClr val="404040"/>
                </a:solidFill>
                <a:latin typeface="Roboto"/>
                <a:ea typeface="Roboto"/>
                <a:cs typeface="Roboto"/>
              </a:rPr>
              <a:t>.</a:t>
            </a:r>
          </a:p>
        </p:txBody>
      </p:sp>
    </p:spTree>
    <p:extLst>
      <p:ext uri="{BB962C8B-B14F-4D97-AF65-F5344CB8AC3E}">
        <p14:creationId xmlns:p14="http://schemas.microsoft.com/office/powerpoint/2010/main" val="133087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2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2686C-D507-39A4-395C-430F8E4D02F1}"/>
            </a:ext>
          </a:extLst>
        </p:cNvPr>
        <p:cNvGrpSpPr/>
        <p:nvPr/>
      </p:nvGrpSpPr>
      <p:grpSpPr>
        <a:xfrm>
          <a:off x="0" y="0"/>
          <a:ext cx="0" cy="0"/>
          <a:chOff x="0" y="0"/>
          <a:chExt cx="0" cy="0"/>
        </a:xfrm>
      </p:grpSpPr>
      <p:sp>
        <p:nvSpPr>
          <p:cNvPr id="24" name="Rectangle : coins arrondis 23">
            <a:extLst>
              <a:ext uri="{FF2B5EF4-FFF2-40B4-BE49-F238E27FC236}">
                <a16:creationId xmlns:a16="http://schemas.microsoft.com/office/drawing/2014/main" id="{9C59A4D9-3A7D-C082-24D2-567F3660D1EF}"/>
              </a:ext>
            </a:extLst>
          </p:cNvPr>
          <p:cNvSpPr/>
          <p:nvPr/>
        </p:nvSpPr>
        <p:spPr bwMode="auto">
          <a:xfrm>
            <a:off x="2283590" y="1606478"/>
            <a:ext cx="4427917" cy="1553135"/>
          </a:xfrm>
          <a:prstGeom prst="roundRect">
            <a:avLst/>
          </a:prstGeom>
          <a:solidFill>
            <a:srgbClr val="9F5B72">
              <a:alpha val="40000"/>
            </a:srgbClr>
          </a:solidFill>
          <a:ln>
            <a:solidFill>
              <a:srgbClr val="9F5B72"/>
            </a:solidFill>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18" name="Rectangle 17">
            <a:extLst>
              <a:ext uri="{FF2B5EF4-FFF2-40B4-BE49-F238E27FC236}">
                <a16:creationId xmlns:a16="http://schemas.microsoft.com/office/drawing/2014/main" id="{35E5F602-242F-D89F-8465-7A9555888349}"/>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
        <p:nvSpPr>
          <p:cNvPr id="13" name="Oval 181">
            <a:extLst>
              <a:ext uri="{FF2B5EF4-FFF2-40B4-BE49-F238E27FC236}">
                <a16:creationId xmlns:a16="http://schemas.microsoft.com/office/drawing/2014/main" id="{2F4DE59C-15B2-22CC-C2F3-0120A92CCCE6}"/>
              </a:ext>
            </a:extLst>
          </p:cNvPr>
          <p:cNvSpPr/>
          <p:nvPr/>
        </p:nvSpPr>
        <p:spPr bwMode="auto">
          <a:xfrm>
            <a:off x="78072" y="79391"/>
            <a:ext cx="920734" cy="803073"/>
          </a:xfrm>
          <a:prstGeom prst="ellipse">
            <a:avLst/>
          </a:prstGeom>
          <a:noFill/>
          <a:ln w="28575">
            <a:solidFill>
              <a:schemeClr val="accent3"/>
            </a:solidFill>
            <a:round/>
            <a:headEnd/>
            <a:tailEnd/>
          </a:ln>
        </p:spPr>
        <p:txBody>
          <a:bodyPr vert="horz" wrap="square" lIns="0" tIns="0" rIns="0" bIns="0" numCol="1" rtlCol="0" anchor="ctr" anchorCtr="0" compatLnSpc="1">
            <a:prstTxWarp prst="textNoShape">
              <a:avLst/>
            </a:prstTxWarp>
          </a:bodyPr>
          <a:lstStyle/>
          <a:p>
            <a:pPr algn="ctr"/>
            <a:endParaRPr lang="en-US" sz="4000" b="1">
              <a:solidFill>
                <a:schemeClr val="tx1">
                  <a:lumMod val="75000"/>
                  <a:lumOff val="25000"/>
                </a:schemeClr>
              </a:solidFill>
            </a:endParaRPr>
          </a:p>
        </p:txBody>
      </p:sp>
      <p:sp>
        <p:nvSpPr>
          <p:cNvPr id="22" name="ZoneTexte 21">
            <a:extLst>
              <a:ext uri="{FF2B5EF4-FFF2-40B4-BE49-F238E27FC236}">
                <a16:creationId xmlns:a16="http://schemas.microsoft.com/office/drawing/2014/main" id="{05329EA8-FC26-824D-3F07-C50DD314D6CC}"/>
              </a:ext>
            </a:extLst>
          </p:cNvPr>
          <p:cNvSpPr txBox="1"/>
          <p:nvPr/>
        </p:nvSpPr>
        <p:spPr>
          <a:xfrm>
            <a:off x="40768" y="265965"/>
            <a:ext cx="1001424"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100" b="1" err="1">
                <a:solidFill>
                  <a:srgbClr val="9F5B72"/>
                </a:solidFill>
                <a:ea typeface="Roboto"/>
                <a:cs typeface="Roboto"/>
              </a:rPr>
              <a:t>Logistic</a:t>
            </a:r>
            <a:r>
              <a:rPr lang="fr-FR" sz="1100" b="1">
                <a:solidFill>
                  <a:srgbClr val="9F5B72"/>
                </a:solidFill>
                <a:ea typeface="Roboto"/>
                <a:cs typeface="Roboto"/>
              </a:rPr>
              <a:t> </a:t>
            </a:r>
            <a:r>
              <a:rPr lang="fr-FR" sz="1100" b="1" err="1">
                <a:solidFill>
                  <a:srgbClr val="9F5B72"/>
                </a:solidFill>
                <a:ea typeface="Roboto"/>
                <a:cs typeface="Roboto"/>
              </a:rPr>
              <a:t>Regression</a:t>
            </a:r>
            <a:endParaRPr lang="fr-FR" sz="1100" b="1">
              <a:solidFill>
                <a:srgbClr val="9F5B72"/>
              </a:solidFill>
              <a:ea typeface="Roboto"/>
              <a:cs typeface="Roboto"/>
            </a:endParaRPr>
          </a:p>
        </p:txBody>
      </p:sp>
      <p:pic>
        <p:nvPicPr>
          <p:cNvPr id="27" name="Image 26" descr="Une image contenant texte, capture d’écran, diagramme, ligne&#10;&#10;Le contenu généré par l’IA peut être incorrect.">
            <a:extLst>
              <a:ext uri="{FF2B5EF4-FFF2-40B4-BE49-F238E27FC236}">
                <a16:creationId xmlns:a16="http://schemas.microsoft.com/office/drawing/2014/main" id="{FABA4D6D-6618-CA38-1BEB-5FF932723B88}"/>
              </a:ext>
            </a:extLst>
          </p:cNvPr>
          <p:cNvPicPr>
            <a:picLocks noChangeAspect="1"/>
          </p:cNvPicPr>
          <p:nvPr/>
        </p:nvPicPr>
        <p:blipFill>
          <a:blip r:embed="rId2"/>
          <a:stretch>
            <a:fillRect/>
          </a:stretch>
        </p:blipFill>
        <p:spPr>
          <a:xfrm>
            <a:off x="4840941" y="1740271"/>
            <a:ext cx="1697692" cy="1251138"/>
          </a:xfrm>
          <a:prstGeom prst="rect">
            <a:avLst/>
          </a:prstGeom>
        </p:spPr>
      </p:pic>
      <p:grpSp>
        <p:nvGrpSpPr>
          <p:cNvPr id="17" name="Groupe 16">
            <a:extLst>
              <a:ext uri="{FF2B5EF4-FFF2-40B4-BE49-F238E27FC236}">
                <a16:creationId xmlns:a16="http://schemas.microsoft.com/office/drawing/2014/main" id="{4E0EEB7E-F238-6AEA-BE48-8E456950842A}"/>
              </a:ext>
            </a:extLst>
          </p:cNvPr>
          <p:cNvGrpSpPr/>
          <p:nvPr/>
        </p:nvGrpSpPr>
        <p:grpSpPr>
          <a:xfrm>
            <a:off x="2382421" y="2054742"/>
            <a:ext cx="2190072" cy="649853"/>
            <a:chOff x="1558789" y="2374110"/>
            <a:chExt cx="2190072" cy="649853"/>
          </a:xfrm>
        </p:grpSpPr>
        <p:sp>
          <p:nvSpPr>
            <p:cNvPr id="5" name="ZoneTexte 4">
              <a:extLst>
                <a:ext uri="{FF2B5EF4-FFF2-40B4-BE49-F238E27FC236}">
                  <a16:creationId xmlns:a16="http://schemas.microsoft.com/office/drawing/2014/main" id="{3A61D95F-6572-BDEB-AEF6-A37C52E39D25}"/>
                </a:ext>
              </a:extLst>
            </p:cNvPr>
            <p:cNvSpPr txBox="1"/>
            <p:nvPr/>
          </p:nvSpPr>
          <p:spPr>
            <a:xfrm>
              <a:off x="1558789" y="2489691"/>
              <a:ext cx="1278107"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P</a:t>
              </a:r>
              <a:r>
                <a:rPr lang="fr-FR" sz="1500">
                  <a:ea typeface="Roboto"/>
                  <a:cs typeface="Roboto"/>
                </a:rPr>
                <a:t>(y=1|x) =</a:t>
              </a:r>
            </a:p>
          </p:txBody>
        </p:sp>
        <p:cxnSp>
          <p:nvCxnSpPr>
            <p:cNvPr id="7" name="Connecteur droit avec flèche 6">
              <a:extLst>
                <a:ext uri="{FF2B5EF4-FFF2-40B4-BE49-F238E27FC236}">
                  <a16:creationId xmlns:a16="http://schemas.microsoft.com/office/drawing/2014/main" id="{04D005B2-3453-5E00-2E77-EF4E16F9FE3A}"/>
                </a:ext>
              </a:extLst>
            </p:cNvPr>
            <p:cNvCxnSpPr/>
            <p:nvPr/>
          </p:nvCxnSpPr>
          <p:spPr>
            <a:xfrm flipV="1">
              <a:off x="2589513" y="2633260"/>
              <a:ext cx="925983"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7467E7A6-6D58-EF5F-BA0A-E09AD90FB330}"/>
                </a:ext>
              </a:extLst>
            </p:cNvPr>
            <p:cNvSpPr txBox="1"/>
            <p:nvPr/>
          </p:nvSpPr>
          <p:spPr>
            <a:xfrm>
              <a:off x="2518683" y="2685409"/>
              <a:ext cx="123017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i="1">
                  <a:ea typeface="Roboto"/>
                  <a:cs typeface="Roboto"/>
                </a:rPr>
                <a:t>1 + </a:t>
              </a:r>
              <a:r>
                <a:rPr lang="fr-FR" sz="1600">
                  <a:solidFill>
                    <a:srgbClr val="000000"/>
                  </a:solidFill>
                  <a:latin typeface="Roboto"/>
                  <a:ea typeface="Roboto"/>
                  <a:cs typeface="Lucida Sans Unicode"/>
                </a:rPr>
                <a:t>e</a:t>
              </a:r>
              <a:r>
                <a:rPr lang="fr-FR" sz="1600" baseline="30000">
                  <a:solidFill>
                    <a:srgbClr val="000000"/>
                  </a:solidFill>
                  <a:latin typeface="Roboto"/>
                  <a:ea typeface="Roboto"/>
                  <a:cs typeface="Lucida Sans Unicode"/>
                </a:rPr>
                <a:t>-(</a:t>
              </a:r>
              <a:r>
                <a:rPr lang="fr-FR" sz="1600" baseline="30000" err="1">
                  <a:solidFill>
                    <a:srgbClr val="000000"/>
                  </a:solidFill>
                  <a:latin typeface="Roboto"/>
                  <a:ea typeface="Roboto"/>
                  <a:cs typeface="Lucida Sans Unicode"/>
                </a:rPr>
                <a:t>wx+b</a:t>
              </a:r>
              <a:r>
                <a:rPr lang="fr-FR" sz="1600" baseline="30000">
                  <a:solidFill>
                    <a:srgbClr val="000000"/>
                  </a:solidFill>
                  <a:latin typeface="Roboto"/>
                  <a:ea typeface="Roboto"/>
                  <a:cs typeface="Lucida Sans Unicode"/>
                </a:rPr>
                <a:t>)</a:t>
              </a:r>
              <a:endParaRPr lang="fr-FR" sz="1600" u="sng">
                <a:latin typeface="Roboto"/>
                <a:ea typeface="Roboto"/>
                <a:cs typeface="Roboto"/>
              </a:endParaRPr>
            </a:p>
          </p:txBody>
        </p:sp>
        <p:sp>
          <p:nvSpPr>
            <p:cNvPr id="11" name="ZoneTexte 10">
              <a:extLst>
                <a:ext uri="{FF2B5EF4-FFF2-40B4-BE49-F238E27FC236}">
                  <a16:creationId xmlns:a16="http://schemas.microsoft.com/office/drawing/2014/main" id="{32839C19-9F8A-1D27-A614-3EC331AB2FFD}"/>
                </a:ext>
              </a:extLst>
            </p:cNvPr>
            <p:cNvSpPr txBox="1"/>
            <p:nvPr/>
          </p:nvSpPr>
          <p:spPr>
            <a:xfrm>
              <a:off x="2869192" y="2374110"/>
              <a:ext cx="29206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1</a:t>
              </a:r>
              <a:endParaRPr lang="fr-FR" sz="1500">
                <a:ea typeface="Roboto"/>
                <a:cs typeface="Roboto"/>
              </a:endParaRPr>
            </a:p>
          </p:txBody>
        </p:sp>
      </p:grpSp>
      <p:cxnSp>
        <p:nvCxnSpPr>
          <p:cNvPr id="3" name="Connecteur : en angle 2">
            <a:extLst>
              <a:ext uri="{FF2B5EF4-FFF2-40B4-BE49-F238E27FC236}">
                <a16:creationId xmlns:a16="http://schemas.microsoft.com/office/drawing/2014/main" id="{045F5D37-8C38-FC37-AD7F-73E72DE59DCB}"/>
              </a:ext>
            </a:extLst>
          </p:cNvPr>
          <p:cNvCxnSpPr/>
          <p:nvPr/>
        </p:nvCxnSpPr>
        <p:spPr>
          <a:xfrm>
            <a:off x="3593726" y="2702859"/>
            <a:ext cx="914400" cy="914400"/>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4AD53D0-3640-54EA-C73F-F670B9BB3400}"/>
              </a:ext>
            </a:extLst>
          </p:cNvPr>
          <p:cNvSpPr/>
          <p:nvPr/>
        </p:nvSpPr>
        <p:spPr bwMode="auto">
          <a:xfrm>
            <a:off x="3694580" y="2383490"/>
            <a:ext cx="620246" cy="326093"/>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2" name="ZoneTexte 1">
            <a:extLst>
              <a:ext uri="{FF2B5EF4-FFF2-40B4-BE49-F238E27FC236}">
                <a16:creationId xmlns:a16="http://schemas.microsoft.com/office/drawing/2014/main" id="{9E4E2727-70D7-3197-46B5-5AB80FFEBEDA}"/>
              </a:ext>
            </a:extLst>
          </p:cNvPr>
          <p:cNvSpPr txBox="1"/>
          <p:nvPr/>
        </p:nvSpPr>
        <p:spPr>
          <a:xfrm>
            <a:off x="4578724" y="3368488"/>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i="1">
                <a:solidFill>
                  <a:srgbClr val="404040"/>
                </a:solidFill>
                <a:latin typeface="KaTeX_Math"/>
              </a:rPr>
              <a:t>w</a:t>
            </a:r>
            <a:r>
              <a:rPr lang="en-US">
                <a:solidFill>
                  <a:srgbClr val="404040"/>
                </a:solidFill>
                <a:latin typeface="Inter"/>
              </a:rPr>
              <a:t> = </a:t>
            </a:r>
            <a:r>
              <a:rPr lang="en-US" err="1">
                <a:solidFill>
                  <a:srgbClr val="404040"/>
                </a:solidFill>
                <a:latin typeface="Inter"/>
              </a:rPr>
              <a:t>vecteur</a:t>
            </a:r>
            <a:r>
              <a:rPr lang="en-US">
                <a:solidFill>
                  <a:srgbClr val="404040"/>
                </a:solidFill>
                <a:latin typeface="Inter"/>
              </a:rPr>
              <a:t> de </a:t>
            </a:r>
            <a:r>
              <a:rPr lang="en-US" err="1">
                <a:solidFill>
                  <a:srgbClr val="404040"/>
                </a:solidFill>
                <a:latin typeface="Inter"/>
              </a:rPr>
              <a:t>poids</a:t>
            </a:r>
            <a:r>
              <a:rPr lang="en-US">
                <a:solidFill>
                  <a:srgbClr val="404040"/>
                </a:solidFill>
                <a:latin typeface="Inter"/>
              </a:rPr>
              <a:t>,</a:t>
            </a:r>
          </a:p>
          <a:p>
            <a:pPr marL="228600" indent="-228600">
              <a:buFont typeface=""/>
              <a:buChar char="•"/>
            </a:pPr>
            <a:r>
              <a:rPr lang="en-US" i="1">
                <a:solidFill>
                  <a:srgbClr val="404040"/>
                </a:solidFill>
                <a:latin typeface="KaTeX_Math"/>
              </a:rPr>
              <a:t>x</a:t>
            </a:r>
            <a:r>
              <a:rPr lang="en-US">
                <a:solidFill>
                  <a:srgbClr val="404040"/>
                </a:solidFill>
                <a:latin typeface="Inter"/>
              </a:rPr>
              <a:t> = </a:t>
            </a:r>
            <a:r>
              <a:rPr lang="en-US" err="1">
                <a:solidFill>
                  <a:srgbClr val="404040"/>
                </a:solidFill>
                <a:latin typeface="Inter"/>
              </a:rPr>
              <a:t>vecteur</a:t>
            </a:r>
            <a:r>
              <a:rPr lang="en-US">
                <a:solidFill>
                  <a:srgbClr val="404040"/>
                </a:solidFill>
                <a:latin typeface="Inter"/>
              </a:rPr>
              <a:t> </a:t>
            </a:r>
            <a:r>
              <a:rPr lang="en-US" err="1">
                <a:solidFill>
                  <a:srgbClr val="404040"/>
                </a:solidFill>
                <a:latin typeface="Inter"/>
              </a:rPr>
              <a:t>d'entrée</a:t>
            </a:r>
            <a:r>
              <a:rPr lang="en-US">
                <a:solidFill>
                  <a:srgbClr val="404040"/>
                </a:solidFill>
                <a:latin typeface="Inter"/>
              </a:rPr>
              <a:t>,</a:t>
            </a:r>
          </a:p>
          <a:p>
            <a:pPr marL="228600" indent="-228600">
              <a:buFont typeface=""/>
              <a:buChar char="•"/>
            </a:pPr>
            <a:r>
              <a:rPr lang="en-US" i="1">
                <a:solidFill>
                  <a:srgbClr val="404040"/>
                </a:solidFill>
                <a:latin typeface="KaTeX_Math"/>
              </a:rPr>
              <a:t>b</a:t>
            </a:r>
            <a:r>
              <a:rPr lang="en-US">
                <a:solidFill>
                  <a:srgbClr val="404040"/>
                </a:solidFill>
                <a:latin typeface="Inter"/>
              </a:rPr>
              <a:t> = </a:t>
            </a:r>
            <a:r>
              <a:rPr lang="en-US" err="1">
                <a:solidFill>
                  <a:srgbClr val="404040"/>
                </a:solidFill>
                <a:latin typeface="Inter"/>
              </a:rPr>
              <a:t>biais</a:t>
            </a:r>
            <a:r>
              <a:rPr lang="en-US">
                <a:solidFill>
                  <a:srgbClr val="404040"/>
                </a:solidFill>
                <a:latin typeface="Inter"/>
              </a:rPr>
              <a:t>.</a:t>
            </a:r>
          </a:p>
        </p:txBody>
      </p:sp>
      <p:sp>
        <p:nvSpPr>
          <p:cNvPr id="10" name="ZoneTexte 9">
            <a:extLst>
              <a:ext uri="{FF2B5EF4-FFF2-40B4-BE49-F238E27FC236}">
                <a16:creationId xmlns:a16="http://schemas.microsoft.com/office/drawing/2014/main" id="{44DEF123-D66B-76FB-DFB2-A35D8B83B7F4}"/>
              </a:ext>
            </a:extLst>
          </p:cNvPr>
          <p:cNvSpPr txBox="1"/>
          <p:nvPr/>
        </p:nvSpPr>
        <p:spPr>
          <a:xfrm>
            <a:off x="6390216" y="75549"/>
            <a:ext cx="2743200"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500" err="1">
                <a:solidFill>
                  <a:srgbClr val="404040"/>
                </a:solidFill>
                <a:latin typeface="Roboto"/>
                <a:ea typeface="Roboto"/>
                <a:cs typeface="Roboto"/>
              </a:rPr>
              <a:t>Fournit</a:t>
            </a:r>
            <a:r>
              <a:rPr lang="en-US" sz="1500">
                <a:solidFill>
                  <a:srgbClr val="404040"/>
                </a:solidFill>
                <a:latin typeface="Roboto"/>
                <a:ea typeface="Roboto"/>
                <a:cs typeface="Roboto"/>
              </a:rPr>
              <a:t> des </a:t>
            </a:r>
            <a:r>
              <a:rPr lang="en-US" sz="1500" err="1">
                <a:solidFill>
                  <a:srgbClr val="404040"/>
                </a:solidFill>
                <a:latin typeface="Roboto"/>
                <a:ea typeface="Roboto"/>
                <a:cs typeface="Roboto"/>
              </a:rPr>
              <a:t>probabilités</a:t>
            </a:r>
            <a:r>
              <a:rPr lang="en-US" sz="1500">
                <a:solidFill>
                  <a:srgbClr val="404040"/>
                </a:solidFill>
                <a:latin typeface="Roboto"/>
                <a:ea typeface="Roboto"/>
                <a:cs typeface="Roboto"/>
              </a:rPr>
              <a:t> </a:t>
            </a:r>
            <a:r>
              <a:rPr lang="en-US" sz="1500" err="1">
                <a:solidFill>
                  <a:srgbClr val="404040"/>
                </a:solidFill>
                <a:latin typeface="Roboto"/>
                <a:ea typeface="Roboto"/>
                <a:cs typeface="Roboto"/>
              </a:rPr>
              <a:t>en</a:t>
            </a:r>
            <a:r>
              <a:rPr lang="en-US" sz="1500">
                <a:solidFill>
                  <a:srgbClr val="404040"/>
                </a:solidFill>
                <a:latin typeface="Roboto"/>
                <a:ea typeface="Roboto"/>
                <a:cs typeface="Roboto"/>
              </a:rPr>
              <a:t> sortie, </a:t>
            </a:r>
            <a:r>
              <a:rPr lang="en-US" sz="1500" err="1">
                <a:solidFill>
                  <a:srgbClr val="404040"/>
                </a:solidFill>
                <a:latin typeface="Roboto"/>
                <a:ea typeface="Roboto"/>
                <a:cs typeface="Roboto"/>
              </a:rPr>
              <a:t>utiles</a:t>
            </a:r>
            <a:r>
              <a:rPr lang="en-US" sz="1500">
                <a:solidFill>
                  <a:srgbClr val="404040"/>
                </a:solidFill>
                <a:latin typeface="Roboto"/>
                <a:ea typeface="Roboto"/>
                <a:cs typeface="Roboto"/>
              </a:rPr>
              <a:t> pour </a:t>
            </a:r>
            <a:r>
              <a:rPr lang="en-US" sz="1500" err="1">
                <a:solidFill>
                  <a:srgbClr val="404040"/>
                </a:solidFill>
                <a:latin typeface="Roboto"/>
                <a:ea typeface="Roboto"/>
                <a:cs typeface="Roboto"/>
              </a:rPr>
              <a:t>l'interprétation</a:t>
            </a:r>
            <a:r>
              <a:rPr lang="en-US" sz="1500">
                <a:solidFill>
                  <a:srgbClr val="404040"/>
                </a:solidFill>
                <a:latin typeface="Roboto"/>
                <a:ea typeface="Roboto"/>
                <a:cs typeface="Roboto"/>
              </a:rPr>
              <a:t>.</a:t>
            </a:r>
            <a:endParaRPr lang="fr-FR" sz="1500">
              <a:solidFill>
                <a:srgbClr val="262626"/>
              </a:solidFill>
              <a:latin typeface="Roboto"/>
              <a:ea typeface="Roboto"/>
              <a:cs typeface="Roboto"/>
            </a:endParaRPr>
          </a:p>
          <a:p>
            <a:pPr marL="228600" lvl="1" indent="-228600">
              <a:buFont typeface=""/>
              <a:buChar char="•"/>
            </a:pPr>
            <a:r>
              <a:rPr lang="en-US" sz="1500" err="1">
                <a:solidFill>
                  <a:srgbClr val="404040"/>
                </a:solidFill>
                <a:latin typeface="Roboto"/>
                <a:ea typeface="Roboto"/>
                <a:cs typeface="Roboto"/>
              </a:rPr>
              <a:t>Fonctionne</a:t>
            </a:r>
            <a:r>
              <a:rPr lang="en-US" sz="1500">
                <a:solidFill>
                  <a:srgbClr val="404040"/>
                </a:solidFill>
                <a:latin typeface="Roboto"/>
                <a:ea typeface="Roboto"/>
                <a:cs typeface="Roboto"/>
              </a:rPr>
              <a:t> bien pour les </a:t>
            </a:r>
            <a:r>
              <a:rPr lang="en-US" sz="1500" err="1">
                <a:solidFill>
                  <a:srgbClr val="404040"/>
                </a:solidFill>
                <a:latin typeface="Roboto"/>
                <a:ea typeface="Roboto"/>
                <a:cs typeface="Roboto"/>
              </a:rPr>
              <a:t>problèmes</a:t>
            </a:r>
            <a:r>
              <a:rPr lang="en-US" sz="1500">
                <a:solidFill>
                  <a:srgbClr val="404040"/>
                </a:solidFill>
                <a:latin typeface="Roboto"/>
                <a:ea typeface="Roboto"/>
                <a:cs typeface="Roboto"/>
              </a:rPr>
              <a:t> </a:t>
            </a:r>
            <a:r>
              <a:rPr lang="en-US" sz="1500" err="1">
                <a:solidFill>
                  <a:srgbClr val="404040"/>
                </a:solidFill>
                <a:latin typeface="Roboto"/>
                <a:ea typeface="Roboto"/>
                <a:cs typeface="Roboto"/>
              </a:rPr>
              <a:t>linéaires</a:t>
            </a:r>
            <a:r>
              <a:rPr lang="en-US" sz="1500">
                <a:solidFill>
                  <a:srgbClr val="404040"/>
                </a:solidFill>
                <a:latin typeface="Roboto"/>
                <a:ea typeface="Roboto"/>
                <a:cs typeface="Roboto"/>
              </a:rPr>
              <a:t>.</a:t>
            </a:r>
          </a:p>
        </p:txBody>
      </p:sp>
    </p:spTree>
    <p:extLst>
      <p:ext uri="{BB962C8B-B14F-4D97-AF65-F5344CB8AC3E}">
        <p14:creationId xmlns:p14="http://schemas.microsoft.com/office/powerpoint/2010/main" val="1984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AC17E-92E2-C7E8-1040-CDC910B9EDD5}"/>
            </a:ext>
          </a:extLst>
        </p:cNvPr>
        <p:cNvGrpSpPr/>
        <p:nvPr/>
      </p:nvGrpSpPr>
      <p:grpSpPr>
        <a:xfrm>
          <a:off x="0" y="0"/>
          <a:ext cx="0" cy="0"/>
          <a:chOff x="0" y="0"/>
          <a:chExt cx="0" cy="0"/>
        </a:xfrm>
      </p:grpSpPr>
      <p:sp>
        <p:nvSpPr>
          <p:cNvPr id="22" name="Rectangle : coins arrondis 21">
            <a:extLst>
              <a:ext uri="{FF2B5EF4-FFF2-40B4-BE49-F238E27FC236}">
                <a16:creationId xmlns:a16="http://schemas.microsoft.com/office/drawing/2014/main" id="{90FCAB4C-846F-68B2-7525-CED8F6AD2963}"/>
              </a:ext>
            </a:extLst>
          </p:cNvPr>
          <p:cNvSpPr/>
          <p:nvPr/>
        </p:nvSpPr>
        <p:spPr bwMode="auto">
          <a:xfrm>
            <a:off x="2312608" y="1497223"/>
            <a:ext cx="4539555" cy="1536325"/>
          </a:xfrm>
          <a:prstGeom prst="roundRect">
            <a:avLst/>
          </a:prstGeom>
          <a:solidFill>
            <a:srgbClr val="D8707C">
              <a:alpha val="40000"/>
            </a:srgbClr>
          </a:solidFill>
          <a:ln>
            <a:solidFill>
              <a:srgbClr val="D8707C"/>
            </a:solidFill>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18" name="Rectangle 17">
            <a:extLst>
              <a:ext uri="{FF2B5EF4-FFF2-40B4-BE49-F238E27FC236}">
                <a16:creationId xmlns:a16="http://schemas.microsoft.com/office/drawing/2014/main" id="{8416476A-852B-215A-4BE5-54FFFC61E676}"/>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
        <p:nvSpPr>
          <p:cNvPr id="13" name="Oval 186">
            <a:extLst>
              <a:ext uri="{FF2B5EF4-FFF2-40B4-BE49-F238E27FC236}">
                <a16:creationId xmlns:a16="http://schemas.microsoft.com/office/drawing/2014/main" id="{7451544B-6B8B-F75D-D397-A33AB44369F0}"/>
              </a:ext>
            </a:extLst>
          </p:cNvPr>
          <p:cNvSpPr/>
          <p:nvPr/>
        </p:nvSpPr>
        <p:spPr bwMode="auto">
          <a:xfrm>
            <a:off x="99128" y="120303"/>
            <a:ext cx="895521" cy="878712"/>
          </a:xfrm>
          <a:prstGeom prst="ellipse">
            <a:avLst/>
          </a:prstGeom>
          <a:noFill/>
          <a:ln w="28575">
            <a:solidFill>
              <a:schemeClr val="accent4"/>
            </a:solidFill>
            <a:round/>
            <a:headEnd/>
            <a:tailEnd/>
          </a:ln>
        </p:spPr>
        <p:txBody>
          <a:bodyPr vert="horz" wrap="square" lIns="0" tIns="0" rIns="0" bIns="0" numCol="1" rtlCol="0" anchor="ctr" anchorCtr="0" compatLnSpc="1">
            <a:prstTxWarp prst="textNoShape">
              <a:avLst/>
            </a:prstTxWarp>
          </a:bodyPr>
          <a:lstStyle/>
          <a:p>
            <a:pPr algn="ctr"/>
            <a:endParaRPr lang="en-US" sz="3600" b="1">
              <a:solidFill>
                <a:schemeClr val="tx1">
                  <a:lumMod val="75000"/>
                  <a:lumOff val="25000"/>
                </a:schemeClr>
              </a:solidFill>
            </a:endParaRPr>
          </a:p>
        </p:txBody>
      </p:sp>
      <p:sp>
        <p:nvSpPr>
          <p:cNvPr id="24" name="ZoneTexte 23">
            <a:extLst>
              <a:ext uri="{FF2B5EF4-FFF2-40B4-BE49-F238E27FC236}">
                <a16:creationId xmlns:a16="http://schemas.microsoft.com/office/drawing/2014/main" id="{6A4EAAF5-1F8E-A009-4BF7-DE2C57DA710E}"/>
              </a:ext>
            </a:extLst>
          </p:cNvPr>
          <p:cNvSpPr txBox="1"/>
          <p:nvPr/>
        </p:nvSpPr>
        <p:spPr>
          <a:xfrm>
            <a:off x="22224" y="426540"/>
            <a:ext cx="10410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200" b="1">
                <a:solidFill>
                  <a:srgbClr val="D8707C"/>
                </a:solidFill>
                <a:ea typeface="Roboto"/>
                <a:cs typeface="Roboto"/>
              </a:rPr>
              <a:t>Perceptron</a:t>
            </a:r>
          </a:p>
        </p:txBody>
      </p:sp>
      <p:pic>
        <p:nvPicPr>
          <p:cNvPr id="31" name="Image 30" descr="Une image contenant diagramme, cercle, ligne, texte&#10;&#10;Le contenu généré par l’IA peut être incorrect.">
            <a:extLst>
              <a:ext uri="{FF2B5EF4-FFF2-40B4-BE49-F238E27FC236}">
                <a16:creationId xmlns:a16="http://schemas.microsoft.com/office/drawing/2014/main" id="{63D612DD-271D-2FAD-A60C-A589B27AE6E2}"/>
              </a:ext>
            </a:extLst>
          </p:cNvPr>
          <p:cNvPicPr>
            <a:picLocks noChangeAspect="1"/>
          </p:cNvPicPr>
          <p:nvPr/>
        </p:nvPicPr>
        <p:blipFill>
          <a:blip r:embed="rId2"/>
          <a:stretch>
            <a:fillRect/>
          </a:stretch>
        </p:blipFill>
        <p:spPr>
          <a:xfrm>
            <a:off x="4794998" y="1630176"/>
            <a:ext cx="1848410" cy="1269627"/>
          </a:xfrm>
          <a:prstGeom prst="rect">
            <a:avLst/>
          </a:prstGeom>
        </p:spPr>
      </p:pic>
      <p:sp>
        <p:nvSpPr>
          <p:cNvPr id="3" name="ZoneTexte 2">
            <a:extLst>
              <a:ext uri="{FF2B5EF4-FFF2-40B4-BE49-F238E27FC236}">
                <a16:creationId xmlns:a16="http://schemas.microsoft.com/office/drawing/2014/main" id="{A3F80C58-561B-C040-E2CB-D902168EB805}"/>
              </a:ext>
            </a:extLst>
          </p:cNvPr>
          <p:cNvSpPr txBox="1"/>
          <p:nvPr/>
        </p:nvSpPr>
        <p:spPr>
          <a:xfrm>
            <a:off x="2579098" y="2104288"/>
            <a:ext cx="173467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Roboto"/>
                <a:cs typeface="Roboto"/>
              </a:rPr>
              <a:t>y = signe(</a:t>
            </a:r>
            <a:r>
              <a:rPr lang="fr-FR" sz="1500" err="1">
                <a:ea typeface="Roboto"/>
                <a:cs typeface="Roboto"/>
              </a:rPr>
              <a:t>wx</a:t>
            </a:r>
            <a:r>
              <a:rPr lang="fr-FR" sz="1500">
                <a:ea typeface="Roboto"/>
                <a:cs typeface="Roboto"/>
              </a:rPr>
              <a:t> + b)</a:t>
            </a:r>
          </a:p>
        </p:txBody>
      </p:sp>
      <p:sp>
        <p:nvSpPr>
          <p:cNvPr id="4" name="Rectangle 3">
            <a:extLst>
              <a:ext uri="{FF2B5EF4-FFF2-40B4-BE49-F238E27FC236}">
                <a16:creationId xmlns:a16="http://schemas.microsoft.com/office/drawing/2014/main" id="{1688366B-B880-640B-CB30-A4FF85E7AA82}"/>
              </a:ext>
            </a:extLst>
          </p:cNvPr>
          <p:cNvSpPr/>
          <p:nvPr/>
        </p:nvSpPr>
        <p:spPr bwMode="auto">
          <a:xfrm>
            <a:off x="2921374" y="2106145"/>
            <a:ext cx="1242172" cy="326092"/>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cxnSp>
        <p:nvCxnSpPr>
          <p:cNvPr id="5" name="Connecteur : en angle 4">
            <a:extLst>
              <a:ext uri="{FF2B5EF4-FFF2-40B4-BE49-F238E27FC236}">
                <a16:creationId xmlns:a16="http://schemas.microsoft.com/office/drawing/2014/main" id="{9D69A4FF-696C-E0EE-392A-F882B5E13B3A}"/>
              </a:ext>
            </a:extLst>
          </p:cNvPr>
          <p:cNvCxnSpPr/>
          <p:nvPr/>
        </p:nvCxnSpPr>
        <p:spPr>
          <a:xfrm>
            <a:off x="3088412" y="2433392"/>
            <a:ext cx="905996" cy="1452281"/>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C032C290-FA98-91BF-B6B5-1CDDBABEC745}"/>
              </a:ext>
            </a:extLst>
          </p:cNvPr>
          <p:cNvSpPr txBox="1"/>
          <p:nvPr/>
        </p:nvSpPr>
        <p:spPr>
          <a:xfrm>
            <a:off x="3998819" y="3418915"/>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i="1">
                <a:solidFill>
                  <a:srgbClr val="404040"/>
                </a:solidFill>
                <a:latin typeface="KaTeX_Math"/>
              </a:rPr>
              <a:t>w</a:t>
            </a:r>
            <a:r>
              <a:rPr lang="en-US">
                <a:solidFill>
                  <a:srgbClr val="404040"/>
                </a:solidFill>
                <a:latin typeface="Inter"/>
              </a:rPr>
              <a:t> = </a:t>
            </a:r>
            <a:r>
              <a:rPr lang="en-US" err="1">
                <a:solidFill>
                  <a:srgbClr val="404040"/>
                </a:solidFill>
                <a:latin typeface="Inter"/>
              </a:rPr>
              <a:t>vecteur</a:t>
            </a:r>
            <a:r>
              <a:rPr lang="en-US">
                <a:solidFill>
                  <a:srgbClr val="404040"/>
                </a:solidFill>
                <a:latin typeface="Inter"/>
              </a:rPr>
              <a:t> de </a:t>
            </a:r>
            <a:r>
              <a:rPr lang="en-US" err="1">
                <a:solidFill>
                  <a:srgbClr val="404040"/>
                </a:solidFill>
                <a:latin typeface="Inter"/>
              </a:rPr>
              <a:t>poids</a:t>
            </a:r>
            <a:r>
              <a:rPr lang="en-US">
                <a:solidFill>
                  <a:srgbClr val="404040"/>
                </a:solidFill>
                <a:latin typeface="Inter"/>
              </a:rPr>
              <a:t>,</a:t>
            </a:r>
          </a:p>
          <a:p>
            <a:pPr marL="228600" indent="-228600">
              <a:buFont typeface=""/>
              <a:buChar char="•"/>
            </a:pPr>
            <a:r>
              <a:rPr lang="en-US" i="1">
                <a:solidFill>
                  <a:srgbClr val="404040"/>
                </a:solidFill>
                <a:latin typeface="KaTeX_Math"/>
              </a:rPr>
              <a:t>x</a:t>
            </a:r>
            <a:r>
              <a:rPr lang="en-US">
                <a:solidFill>
                  <a:srgbClr val="404040"/>
                </a:solidFill>
                <a:latin typeface="Inter"/>
              </a:rPr>
              <a:t> = </a:t>
            </a:r>
            <a:r>
              <a:rPr lang="en-US" err="1">
                <a:solidFill>
                  <a:srgbClr val="404040"/>
                </a:solidFill>
                <a:latin typeface="Inter"/>
              </a:rPr>
              <a:t>vecteur</a:t>
            </a:r>
            <a:r>
              <a:rPr lang="en-US">
                <a:solidFill>
                  <a:srgbClr val="404040"/>
                </a:solidFill>
                <a:latin typeface="Inter"/>
              </a:rPr>
              <a:t> </a:t>
            </a:r>
            <a:r>
              <a:rPr lang="en-US" err="1">
                <a:solidFill>
                  <a:srgbClr val="404040"/>
                </a:solidFill>
                <a:latin typeface="Inter"/>
              </a:rPr>
              <a:t>d'entrée</a:t>
            </a:r>
            <a:r>
              <a:rPr lang="en-US">
                <a:solidFill>
                  <a:srgbClr val="404040"/>
                </a:solidFill>
                <a:latin typeface="Inter"/>
              </a:rPr>
              <a:t>,</a:t>
            </a:r>
          </a:p>
          <a:p>
            <a:pPr marL="228600" indent="-228600">
              <a:buFont typeface=""/>
              <a:buChar char="•"/>
            </a:pPr>
            <a:r>
              <a:rPr lang="en-US" i="1">
                <a:solidFill>
                  <a:srgbClr val="404040"/>
                </a:solidFill>
                <a:latin typeface="KaTeX_Math"/>
              </a:rPr>
              <a:t>b</a:t>
            </a:r>
            <a:r>
              <a:rPr lang="en-US">
                <a:solidFill>
                  <a:srgbClr val="404040"/>
                </a:solidFill>
                <a:latin typeface="Inter"/>
              </a:rPr>
              <a:t> = </a:t>
            </a:r>
            <a:r>
              <a:rPr lang="en-US" err="1">
                <a:solidFill>
                  <a:srgbClr val="404040"/>
                </a:solidFill>
                <a:latin typeface="Inter"/>
              </a:rPr>
              <a:t>biais</a:t>
            </a:r>
            <a:r>
              <a:rPr lang="en-US">
                <a:solidFill>
                  <a:srgbClr val="404040"/>
                </a:solidFill>
                <a:latin typeface="Inter"/>
              </a:rPr>
              <a:t>.</a:t>
            </a:r>
          </a:p>
        </p:txBody>
      </p:sp>
      <p:sp>
        <p:nvSpPr>
          <p:cNvPr id="6" name="ZoneTexte 5">
            <a:extLst>
              <a:ext uri="{FF2B5EF4-FFF2-40B4-BE49-F238E27FC236}">
                <a16:creationId xmlns:a16="http://schemas.microsoft.com/office/drawing/2014/main" id="{F4CDA556-453B-73BD-1366-EDF362BDF389}"/>
              </a:ext>
            </a:extLst>
          </p:cNvPr>
          <p:cNvSpPr txBox="1"/>
          <p:nvPr/>
        </p:nvSpPr>
        <p:spPr>
          <a:xfrm>
            <a:off x="6402480" y="40341"/>
            <a:ext cx="2743200"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500">
              <a:solidFill>
                <a:srgbClr val="404040"/>
              </a:solidFill>
              <a:latin typeface="Roboto"/>
              <a:ea typeface="Roboto"/>
              <a:cs typeface="Roboto"/>
            </a:endParaRPr>
          </a:p>
          <a:p>
            <a:pPr marL="228600" lvl="1" indent="-228600">
              <a:buFont typeface=""/>
              <a:buChar char="•"/>
            </a:pPr>
            <a:r>
              <a:rPr lang="en-US" sz="1500">
                <a:solidFill>
                  <a:srgbClr val="404040"/>
                </a:solidFill>
                <a:latin typeface="Roboto"/>
                <a:ea typeface="Roboto"/>
                <a:cs typeface="Roboto"/>
              </a:rPr>
              <a:t>Simple et </a:t>
            </a:r>
            <a:r>
              <a:rPr lang="en-US" sz="1500" err="1">
                <a:solidFill>
                  <a:srgbClr val="404040"/>
                </a:solidFill>
                <a:latin typeface="Roboto"/>
                <a:ea typeface="Roboto"/>
                <a:cs typeface="Roboto"/>
              </a:rPr>
              <a:t>efficace</a:t>
            </a:r>
            <a:r>
              <a:rPr lang="en-US" sz="1500">
                <a:solidFill>
                  <a:srgbClr val="404040"/>
                </a:solidFill>
                <a:latin typeface="Roboto"/>
                <a:ea typeface="Roboto"/>
                <a:cs typeface="Roboto"/>
              </a:rPr>
              <a:t> pour les </a:t>
            </a:r>
            <a:r>
              <a:rPr lang="en-US" sz="1500" err="1">
                <a:solidFill>
                  <a:srgbClr val="404040"/>
                </a:solidFill>
                <a:latin typeface="Roboto"/>
                <a:ea typeface="Roboto"/>
                <a:cs typeface="Roboto"/>
              </a:rPr>
              <a:t>problèmes</a:t>
            </a:r>
            <a:r>
              <a:rPr lang="en-US" sz="1500">
                <a:solidFill>
                  <a:srgbClr val="404040"/>
                </a:solidFill>
                <a:latin typeface="Roboto"/>
                <a:ea typeface="Roboto"/>
                <a:cs typeface="Roboto"/>
              </a:rPr>
              <a:t> </a:t>
            </a:r>
            <a:r>
              <a:rPr lang="en-US" sz="1500" err="1">
                <a:solidFill>
                  <a:srgbClr val="404040"/>
                </a:solidFill>
                <a:latin typeface="Roboto"/>
                <a:ea typeface="Roboto"/>
                <a:cs typeface="Roboto"/>
              </a:rPr>
              <a:t>linéairement</a:t>
            </a:r>
            <a:r>
              <a:rPr lang="en-US" sz="1500">
                <a:solidFill>
                  <a:srgbClr val="404040"/>
                </a:solidFill>
                <a:latin typeface="Roboto"/>
                <a:ea typeface="Roboto"/>
                <a:cs typeface="Roboto"/>
              </a:rPr>
              <a:t> </a:t>
            </a:r>
            <a:r>
              <a:rPr lang="en-US" sz="1500" err="1">
                <a:solidFill>
                  <a:srgbClr val="404040"/>
                </a:solidFill>
                <a:latin typeface="Roboto"/>
                <a:ea typeface="Roboto"/>
                <a:cs typeface="Roboto"/>
              </a:rPr>
              <a:t>séparables</a:t>
            </a:r>
            <a:r>
              <a:rPr lang="en-US" sz="1500">
                <a:solidFill>
                  <a:srgbClr val="404040"/>
                </a:solidFill>
                <a:latin typeface="Roboto"/>
                <a:ea typeface="Roboto"/>
                <a:cs typeface="Roboto"/>
              </a:rPr>
              <a:t>.</a:t>
            </a:r>
          </a:p>
          <a:p>
            <a:pPr marL="228600" lvl="1" indent="-228600">
              <a:buFont typeface=""/>
              <a:buChar char="•"/>
            </a:pPr>
            <a:r>
              <a:rPr lang="en-US" sz="1500" err="1">
                <a:solidFill>
                  <a:srgbClr val="404040"/>
                </a:solidFill>
                <a:latin typeface="Roboto"/>
                <a:ea typeface="Roboto"/>
                <a:cs typeface="Roboto"/>
              </a:rPr>
              <a:t>Rapide</a:t>
            </a:r>
            <a:r>
              <a:rPr lang="en-US" sz="1500">
                <a:solidFill>
                  <a:srgbClr val="404040"/>
                </a:solidFill>
                <a:latin typeface="Roboto"/>
                <a:ea typeface="Roboto"/>
                <a:cs typeface="Roboto"/>
              </a:rPr>
              <a:t> à </a:t>
            </a:r>
            <a:r>
              <a:rPr lang="en-US" sz="1500" err="1">
                <a:solidFill>
                  <a:srgbClr val="404040"/>
                </a:solidFill>
                <a:latin typeface="Roboto"/>
                <a:ea typeface="Roboto"/>
                <a:cs typeface="Roboto"/>
              </a:rPr>
              <a:t>entraîner</a:t>
            </a:r>
            <a:r>
              <a:rPr lang="en-US" sz="1500">
                <a:solidFill>
                  <a:srgbClr val="404040"/>
                </a:solidFill>
                <a:latin typeface="Roboto"/>
                <a:ea typeface="Roboto"/>
                <a:cs typeface="Roboto"/>
              </a:rPr>
              <a:t>.</a:t>
            </a:r>
          </a:p>
        </p:txBody>
      </p:sp>
    </p:spTree>
    <p:extLst>
      <p:ext uri="{BB962C8B-B14F-4D97-AF65-F5344CB8AC3E}">
        <p14:creationId xmlns:p14="http://schemas.microsoft.com/office/powerpoint/2010/main" val="210373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EXPÉRIMENTATIONS </a:t>
            </a:r>
          </a:p>
        </p:txBody>
      </p:sp>
      <p:grpSp>
        <p:nvGrpSpPr>
          <p:cNvPr id="59" name="Group 58">
            <a:extLst>
              <a:ext uri="{FF2B5EF4-FFF2-40B4-BE49-F238E27FC236}">
                <a16:creationId xmlns:a16="http://schemas.microsoft.com/office/drawing/2014/main" id="{5D0128CE-7CA5-4B5B-A735-2F2BC8A54510}"/>
              </a:ext>
            </a:extLst>
          </p:cNvPr>
          <p:cNvGrpSpPr/>
          <p:nvPr/>
        </p:nvGrpSpPr>
        <p:grpSpPr>
          <a:xfrm>
            <a:off x="5415318" y="1169571"/>
            <a:ext cx="3271482" cy="3271478"/>
            <a:chOff x="-1687513" y="3627438"/>
            <a:chExt cx="1303338" cy="1303337"/>
          </a:xfrm>
          <a:solidFill>
            <a:schemeClr val="bg1">
              <a:lumMod val="95000"/>
              <a:alpha val="50000"/>
            </a:schemeClr>
          </a:solidFill>
        </p:grpSpPr>
        <p:sp>
          <p:nvSpPr>
            <p:cNvPr id="62" name="Freeform 47">
              <a:extLst>
                <a:ext uri="{FF2B5EF4-FFF2-40B4-BE49-F238E27FC236}">
                  <a16:creationId xmlns:a16="http://schemas.microsoft.com/office/drawing/2014/main" id="{86D1D9EF-2734-4F65-BD82-668E4AE8DA9F}"/>
                </a:ext>
              </a:extLst>
            </p:cNvPr>
            <p:cNvSpPr>
              <a:spLocks noEditPoints="1"/>
            </p:cNvSpPr>
            <p:nvPr/>
          </p:nvSpPr>
          <p:spPr bwMode="auto">
            <a:xfrm>
              <a:off x="-1687513" y="3627438"/>
              <a:ext cx="1303338" cy="1303337"/>
            </a:xfrm>
            <a:custGeom>
              <a:avLst/>
              <a:gdLst>
                <a:gd name="T0" fmla="*/ 1696 w 1920"/>
                <a:gd name="T1" fmla="*/ 647 h 1920"/>
                <a:gd name="T2" fmla="*/ 1729 w 1920"/>
                <a:gd name="T3" fmla="*/ 372 h 1920"/>
                <a:gd name="T4" fmla="*/ 1385 w 1920"/>
                <a:gd name="T5" fmla="*/ 282 h 1920"/>
                <a:gd name="T6" fmla="*/ 1088 w 1920"/>
                <a:gd name="T7" fmla="*/ 0 h 1920"/>
                <a:gd name="T8" fmla="*/ 781 w 1920"/>
                <a:gd name="T9" fmla="*/ 180 h 1920"/>
                <a:gd name="T10" fmla="*/ 372 w 1920"/>
                <a:gd name="T11" fmla="*/ 191 h 1920"/>
                <a:gd name="T12" fmla="*/ 282 w 1920"/>
                <a:gd name="T13" fmla="*/ 535 h 1920"/>
                <a:gd name="T14" fmla="*/ 0 w 1920"/>
                <a:gd name="T15" fmla="*/ 832 h 1920"/>
                <a:gd name="T16" fmla="*/ 180 w 1920"/>
                <a:gd name="T17" fmla="*/ 1139 h 1920"/>
                <a:gd name="T18" fmla="*/ 191 w 1920"/>
                <a:gd name="T19" fmla="*/ 1548 h 1920"/>
                <a:gd name="T20" fmla="*/ 535 w 1920"/>
                <a:gd name="T21" fmla="*/ 1638 h 1920"/>
                <a:gd name="T22" fmla="*/ 832 w 1920"/>
                <a:gd name="T23" fmla="*/ 1920 h 1920"/>
                <a:gd name="T24" fmla="*/ 1139 w 1920"/>
                <a:gd name="T25" fmla="*/ 1740 h 1920"/>
                <a:gd name="T26" fmla="*/ 1376 w 1920"/>
                <a:gd name="T27" fmla="*/ 1920 h 1920"/>
                <a:gd name="T28" fmla="*/ 1506 w 1920"/>
                <a:gd name="T29" fmla="*/ 1732 h 1920"/>
                <a:gd name="T30" fmla="*/ 1732 w 1920"/>
                <a:gd name="T31" fmla="*/ 1506 h 1920"/>
                <a:gd name="T32" fmla="*/ 1789 w 1920"/>
                <a:gd name="T33" fmla="*/ 1132 h 1920"/>
                <a:gd name="T34" fmla="*/ 1920 w 1920"/>
                <a:gd name="T35" fmla="*/ 832 h 1920"/>
                <a:gd name="T36" fmla="*/ 1078 w 1920"/>
                <a:gd name="T37" fmla="*/ 1709 h 1920"/>
                <a:gd name="T38" fmla="*/ 842 w 1920"/>
                <a:gd name="T39" fmla="*/ 1709 h 1920"/>
                <a:gd name="T40" fmla="*/ 514 w 1920"/>
                <a:gd name="T41" fmla="*/ 1573 h 1920"/>
                <a:gd name="T42" fmla="*/ 347 w 1920"/>
                <a:gd name="T43" fmla="*/ 1406 h 1920"/>
                <a:gd name="T44" fmla="*/ 211 w 1920"/>
                <a:gd name="T45" fmla="*/ 1078 h 1920"/>
                <a:gd name="T46" fmla="*/ 211 w 1920"/>
                <a:gd name="T47" fmla="*/ 842 h 1920"/>
                <a:gd name="T48" fmla="*/ 347 w 1920"/>
                <a:gd name="T49" fmla="*/ 514 h 1920"/>
                <a:gd name="T50" fmla="*/ 514 w 1920"/>
                <a:gd name="T51" fmla="*/ 347 h 1920"/>
                <a:gd name="T52" fmla="*/ 842 w 1920"/>
                <a:gd name="T53" fmla="*/ 211 h 1920"/>
                <a:gd name="T54" fmla="*/ 1078 w 1920"/>
                <a:gd name="T55" fmla="*/ 211 h 1920"/>
                <a:gd name="T56" fmla="*/ 1406 w 1920"/>
                <a:gd name="T57" fmla="*/ 347 h 1920"/>
                <a:gd name="T58" fmla="*/ 1573 w 1920"/>
                <a:gd name="T59" fmla="*/ 514 h 1920"/>
                <a:gd name="T60" fmla="*/ 1241 w 1920"/>
                <a:gd name="T61" fmla="*/ 533 h 1920"/>
                <a:gd name="T62" fmla="*/ 960 w 1920"/>
                <a:gd name="T63" fmla="*/ 1472 h 1920"/>
                <a:gd name="T64" fmla="*/ 1280 w 1920"/>
                <a:gd name="T65" fmla="*/ 1440 h 1920"/>
                <a:gd name="T66" fmla="*/ 1103 w 1920"/>
                <a:gd name="T67" fmla="*/ 1682 h 1920"/>
                <a:gd name="T68" fmla="*/ 699 w 1920"/>
                <a:gd name="T69" fmla="*/ 1146 h 1920"/>
                <a:gd name="T70" fmla="*/ 612 w 1920"/>
                <a:gd name="T71" fmla="*/ 1243 h 1920"/>
                <a:gd name="T72" fmla="*/ 1050 w 1920"/>
                <a:gd name="T73" fmla="*/ 653 h 1920"/>
                <a:gd name="T74" fmla="*/ 746 w 1920"/>
                <a:gd name="T75" fmla="*/ 1101 h 1920"/>
                <a:gd name="T76" fmla="*/ 1344 w 1920"/>
                <a:gd name="T77" fmla="*/ 1406 h 1920"/>
                <a:gd name="T78" fmla="*/ 1408 w 1920"/>
                <a:gd name="T79" fmla="*/ 1440 h 1920"/>
                <a:gd name="T80" fmla="*/ 1440 w 1920"/>
                <a:gd name="T81" fmla="*/ 1792 h 1920"/>
                <a:gd name="T82" fmla="*/ 1312 w 1920"/>
                <a:gd name="T83" fmla="*/ 1504 h 1920"/>
                <a:gd name="T84" fmla="*/ 1664 w 1920"/>
                <a:gd name="T85" fmla="*/ 1523 h 1920"/>
                <a:gd name="T86" fmla="*/ 1504 w 1920"/>
                <a:gd name="T87" fmla="*/ 1472 h 1920"/>
                <a:gd name="T88" fmla="*/ 1578 w 1920"/>
                <a:gd name="T89" fmla="*/ 1359 h 1920"/>
                <a:gd name="T90" fmla="*/ 1664 w 1920"/>
                <a:gd name="T91" fmla="*/ 1523 h 1920"/>
                <a:gd name="T92" fmla="*/ 1376 w 1920"/>
                <a:gd name="T93" fmla="*/ 576 h 1920"/>
                <a:gd name="T94" fmla="*/ 1856 w 1920"/>
                <a:gd name="T95" fmla="*/ 1060 h 1920"/>
                <a:gd name="T96" fmla="*/ 1856 w 1920"/>
                <a:gd name="T97" fmla="*/ 860 h 1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20" h="1920">
                  <a:moveTo>
                    <a:pt x="1892" y="800"/>
                  </a:moveTo>
                  <a:cubicBezTo>
                    <a:pt x="1790" y="787"/>
                    <a:pt x="1790" y="787"/>
                    <a:pt x="1790" y="787"/>
                  </a:cubicBezTo>
                  <a:cubicBezTo>
                    <a:pt x="1767" y="735"/>
                    <a:pt x="1736" y="688"/>
                    <a:pt x="1696" y="647"/>
                  </a:cubicBezTo>
                  <a:cubicBezTo>
                    <a:pt x="1680" y="608"/>
                    <a:pt x="1660" y="571"/>
                    <a:pt x="1638" y="535"/>
                  </a:cubicBezTo>
                  <a:cubicBezTo>
                    <a:pt x="1732" y="414"/>
                    <a:pt x="1732" y="414"/>
                    <a:pt x="1732" y="414"/>
                  </a:cubicBezTo>
                  <a:cubicBezTo>
                    <a:pt x="1742" y="401"/>
                    <a:pt x="1740" y="383"/>
                    <a:pt x="1729" y="372"/>
                  </a:cubicBezTo>
                  <a:cubicBezTo>
                    <a:pt x="1548" y="191"/>
                    <a:pt x="1548" y="191"/>
                    <a:pt x="1548" y="191"/>
                  </a:cubicBezTo>
                  <a:cubicBezTo>
                    <a:pt x="1537" y="179"/>
                    <a:pt x="1519" y="178"/>
                    <a:pt x="1506" y="188"/>
                  </a:cubicBezTo>
                  <a:cubicBezTo>
                    <a:pt x="1385" y="282"/>
                    <a:pt x="1385" y="282"/>
                    <a:pt x="1385" y="282"/>
                  </a:cubicBezTo>
                  <a:cubicBezTo>
                    <a:pt x="1309" y="234"/>
                    <a:pt x="1226" y="200"/>
                    <a:pt x="1139" y="180"/>
                  </a:cubicBezTo>
                  <a:cubicBezTo>
                    <a:pt x="1120" y="28"/>
                    <a:pt x="1120" y="28"/>
                    <a:pt x="1120" y="28"/>
                  </a:cubicBezTo>
                  <a:cubicBezTo>
                    <a:pt x="1118" y="12"/>
                    <a:pt x="1104" y="0"/>
                    <a:pt x="1088" y="0"/>
                  </a:cubicBezTo>
                  <a:cubicBezTo>
                    <a:pt x="832" y="0"/>
                    <a:pt x="832" y="0"/>
                    <a:pt x="832" y="0"/>
                  </a:cubicBezTo>
                  <a:cubicBezTo>
                    <a:pt x="816" y="0"/>
                    <a:pt x="802" y="12"/>
                    <a:pt x="800" y="28"/>
                  </a:cubicBezTo>
                  <a:cubicBezTo>
                    <a:pt x="781" y="180"/>
                    <a:pt x="781" y="180"/>
                    <a:pt x="781" y="180"/>
                  </a:cubicBezTo>
                  <a:cubicBezTo>
                    <a:pt x="694" y="200"/>
                    <a:pt x="611" y="234"/>
                    <a:pt x="535" y="282"/>
                  </a:cubicBezTo>
                  <a:cubicBezTo>
                    <a:pt x="414" y="188"/>
                    <a:pt x="414" y="188"/>
                    <a:pt x="414" y="188"/>
                  </a:cubicBezTo>
                  <a:cubicBezTo>
                    <a:pt x="401" y="178"/>
                    <a:pt x="383" y="179"/>
                    <a:pt x="372" y="191"/>
                  </a:cubicBezTo>
                  <a:cubicBezTo>
                    <a:pt x="191" y="372"/>
                    <a:pt x="191" y="372"/>
                    <a:pt x="191" y="372"/>
                  </a:cubicBezTo>
                  <a:cubicBezTo>
                    <a:pt x="179" y="383"/>
                    <a:pt x="178" y="401"/>
                    <a:pt x="188" y="414"/>
                  </a:cubicBezTo>
                  <a:cubicBezTo>
                    <a:pt x="282" y="535"/>
                    <a:pt x="282" y="535"/>
                    <a:pt x="282" y="535"/>
                  </a:cubicBezTo>
                  <a:cubicBezTo>
                    <a:pt x="234" y="611"/>
                    <a:pt x="200" y="694"/>
                    <a:pt x="180" y="781"/>
                  </a:cubicBezTo>
                  <a:cubicBezTo>
                    <a:pt x="28" y="800"/>
                    <a:pt x="28" y="800"/>
                    <a:pt x="28" y="800"/>
                  </a:cubicBezTo>
                  <a:cubicBezTo>
                    <a:pt x="12" y="802"/>
                    <a:pt x="0" y="816"/>
                    <a:pt x="0" y="832"/>
                  </a:cubicBezTo>
                  <a:cubicBezTo>
                    <a:pt x="0" y="1088"/>
                    <a:pt x="0" y="1088"/>
                    <a:pt x="0" y="1088"/>
                  </a:cubicBezTo>
                  <a:cubicBezTo>
                    <a:pt x="0" y="1104"/>
                    <a:pt x="12" y="1118"/>
                    <a:pt x="28" y="1120"/>
                  </a:cubicBezTo>
                  <a:cubicBezTo>
                    <a:pt x="180" y="1139"/>
                    <a:pt x="180" y="1139"/>
                    <a:pt x="180" y="1139"/>
                  </a:cubicBezTo>
                  <a:cubicBezTo>
                    <a:pt x="200" y="1226"/>
                    <a:pt x="234" y="1309"/>
                    <a:pt x="282" y="1385"/>
                  </a:cubicBezTo>
                  <a:cubicBezTo>
                    <a:pt x="188" y="1506"/>
                    <a:pt x="188" y="1506"/>
                    <a:pt x="188" y="1506"/>
                  </a:cubicBezTo>
                  <a:cubicBezTo>
                    <a:pt x="178" y="1519"/>
                    <a:pt x="179" y="1537"/>
                    <a:pt x="191" y="1548"/>
                  </a:cubicBezTo>
                  <a:cubicBezTo>
                    <a:pt x="372" y="1729"/>
                    <a:pt x="372" y="1729"/>
                    <a:pt x="372" y="1729"/>
                  </a:cubicBezTo>
                  <a:cubicBezTo>
                    <a:pt x="383" y="1741"/>
                    <a:pt x="401" y="1742"/>
                    <a:pt x="414" y="1732"/>
                  </a:cubicBezTo>
                  <a:cubicBezTo>
                    <a:pt x="535" y="1638"/>
                    <a:pt x="535" y="1638"/>
                    <a:pt x="535" y="1638"/>
                  </a:cubicBezTo>
                  <a:cubicBezTo>
                    <a:pt x="611" y="1686"/>
                    <a:pt x="694" y="1720"/>
                    <a:pt x="781" y="1740"/>
                  </a:cubicBezTo>
                  <a:cubicBezTo>
                    <a:pt x="800" y="1892"/>
                    <a:pt x="800" y="1892"/>
                    <a:pt x="800" y="1892"/>
                  </a:cubicBezTo>
                  <a:cubicBezTo>
                    <a:pt x="802" y="1908"/>
                    <a:pt x="816" y="1920"/>
                    <a:pt x="832" y="1920"/>
                  </a:cubicBezTo>
                  <a:cubicBezTo>
                    <a:pt x="1088" y="1920"/>
                    <a:pt x="1088" y="1920"/>
                    <a:pt x="1088" y="1920"/>
                  </a:cubicBezTo>
                  <a:cubicBezTo>
                    <a:pt x="1104" y="1920"/>
                    <a:pt x="1118" y="1908"/>
                    <a:pt x="1120" y="1892"/>
                  </a:cubicBezTo>
                  <a:cubicBezTo>
                    <a:pt x="1139" y="1740"/>
                    <a:pt x="1139" y="1740"/>
                    <a:pt x="1139" y="1740"/>
                  </a:cubicBezTo>
                  <a:cubicBezTo>
                    <a:pt x="1176" y="1731"/>
                    <a:pt x="1212" y="1720"/>
                    <a:pt x="1248" y="1706"/>
                  </a:cubicBezTo>
                  <a:cubicBezTo>
                    <a:pt x="1248" y="1792"/>
                    <a:pt x="1248" y="1792"/>
                    <a:pt x="1248" y="1792"/>
                  </a:cubicBezTo>
                  <a:cubicBezTo>
                    <a:pt x="1248" y="1863"/>
                    <a:pt x="1305" y="1920"/>
                    <a:pt x="1376" y="1920"/>
                  </a:cubicBezTo>
                  <a:cubicBezTo>
                    <a:pt x="1447" y="1920"/>
                    <a:pt x="1504" y="1863"/>
                    <a:pt x="1504" y="1792"/>
                  </a:cubicBezTo>
                  <a:cubicBezTo>
                    <a:pt x="1504" y="1730"/>
                    <a:pt x="1504" y="1730"/>
                    <a:pt x="1504" y="1730"/>
                  </a:cubicBezTo>
                  <a:cubicBezTo>
                    <a:pt x="1506" y="1732"/>
                    <a:pt x="1506" y="1732"/>
                    <a:pt x="1506" y="1732"/>
                  </a:cubicBezTo>
                  <a:cubicBezTo>
                    <a:pt x="1519" y="1742"/>
                    <a:pt x="1537" y="1741"/>
                    <a:pt x="1548" y="1729"/>
                  </a:cubicBezTo>
                  <a:cubicBezTo>
                    <a:pt x="1729" y="1548"/>
                    <a:pt x="1729" y="1548"/>
                    <a:pt x="1729" y="1548"/>
                  </a:cubicBezTo>
                  <a:cubicBezTo>
                    <a:pt x="1741" y="1537"/>
                    <a:pt x="1742" y="1519"/>
                    <a:pt x="1732" y="1506"/>
                  </a:cubicBezTo>
                  <a:cubicBezTo>
                    <a:pt x="1638" y="1385"/>
                    <a:pt x="1638" y="1385"/>
                    <a:pt x="1638" y="1385"/>
                  </a:cubicBezTo>
                  <a:cubicBezTo>
                    <a:pt x="1660" y="1349"/>
                    <a:pt x="1680" y="1312"/>
                    <a:pt x="1696" y="1273"/>
                  </a:cubicBezTo>
                  <a:cubicBezTo>
                    <a:pt x="1736" y="1232"/>
                    <a:pt x="1767" y="1185"/>
                    <a:pt x="1789" y="1132"/>
                  </a:cubicBezTo>
                  <a:cubicBezTo>
                    <a:pt x="1892" y="1120"/>
                    <a:pt x="1892" y="1120"/>
                    <a:pt x="1892" y="1120"/>
                  </a:cubicBezTo>
                  <a:cubicBezTo>
                    <a:pt x="1908" y="1118"/>
                    <a:pt x="1920" y="1104"/>
                    <a:pt x="1920" y="1088"/>
                  </a:cubicBezTo>
                  <a:cubicBezTo>
                    <a:pt x="1920" y="832"/>
                    <a:pt x="1920" y="832"/>
                    <a:pt x="1920" y="832"/>
                  </a:cubicBezTo>
                  <a:cubicBezTo>
                    <a:pt x="1920" y="816"/>
                    <a:pt x="1908" y="802"/>
                    <a:pt x="1892" y="800"/>
                  </a:cubicBezTo>
                  <a:close/>
                  <a:moveTo>
                    <a:pt x="1103" y="1682"/>
                  </a:moveTo>
                  <a:cubicBezTo>
                    <a:pt x="1090" y="1685"/>
                    <a:pt x="1080" y="1696"/>
                    <a:pt x="1078" y="1709"/>
                  </a:cubicBezTo>
                  <a:cubicBezTo>
                    <a:pt x="1060" y="1856"/>
                    <a:pt x="1060" y="1856"/>
                    <a:pt x="1060" y="1856"/>
                  </a:cubicBezTo>
                  <a:cubicBezTo>
                    <a:pt x="860" y="1856"/>
                    <a:pt x="860" y="1856"/>
                    <a:pt x="860" y="1856"/>
                  </a:cubicBezTo>
                  <a:cubicBezTo>
                    <a:pt x="842" y="1709"/>
                    <a:pt x="842" y="1709"/>
                    <a:pt x="842" y="1709"/>
                  </a:cubicBezTo>
                  <a:cubicBezTo>
                    <a:pt x="840" y="1696"/>
                    <a:pt x="830" y="1685"/>
                    <a:pt x="816" y="1682"/>
                  </a:cubicBezTo>
                  <a:cubicBezTo>
                    <a:pt x="722" y="1663"/>
                    <a:pt x="631" y="1626"/>
                    <a:pt x="551" y="1572"/>
                  </a:cubicBezTo>
                  <a:cubicBezTo>
                    <a:pt x="540" y="1564"/>
                    <a:pt x="525" y="1565"/>
                    <a:pt x="514" y="1573"/>
                  </a:cubicBezTo>
                  <a:cubicBezTo>
                    <a:pt x="397" y="1664"/>
                    <a:pt x="397" y="1664"/>
                    <a:pt x="397" y="1664"/>
                  </a:cubicBezTo>
                  <a:cubicBezTo>
                    <a:pt x="256" y="1523"/>
                    <a:pt x="256" y="1523"/>
                    <a:pt x="256" y="1523"/>
                  </a:cubicBezTo>
                  <a:cubicBezTo>
                    <a:pt x="347" y="1406"/>
                    <a:pt x="347" y="1406"/>
                    <a:pt x="347" y="1406"/>
                  </a:cubicBezTo>
                  <a:cubicBezTo>
                    <a:pt x="355" y="1395"/>
                    <a:pt x="356" y="1380"/>
                    <a:pt x="348" y="1369"/>
                  </a:cubicBezTo>
                  <a:cubicBezTo>
                    <a:pt x="294" y="1289"/>
                    <a:pt x="257" y="1199"/>
                    <a:pt x="238" y="1104"/>
                  </a:cubicBezTo>
                  <a:cubicBezTo>
                    <a:pt x="235" y="1090"/>
                    <a:pt x="224" y="1080"/>
                    <a:pt x="211" y="1078"/>
                  </a:cubicBezTo>
                  <a:cubicBezTo>
                    <a:pt x="64" y="1060"/>
                    <a:pt x="64" y="1060"/>
                    <a:pt x="64" y="1060"/>
                  </a:cubicBezTo>
                  <a:cubicBezTo>
                    <a:pt x="64" y="860"/>
                    <a:pt x="64" y="860"/>
                    <a:pt x="64" y="860"/>
                  </a:cubicBezTo>
                  <a:cubicBezTo>
                    <a:pt x="211" y="842"/>
                    <a:pt x="211" y="842"/>
                    <a:pt x="211" y="842"/>
                  </a:cubicBezTo>
                  <a:cubicBezTo>
                    <a:pt x="224" y="840"/>
                    <a:pt x="235" y="830"/>
                    <a:pt x="238" y="816"/>
                  </a:cubicBezTo>
                  <a:cubicBezTo>
                    <a:pt x="257" y="722"/>
                    <a:pt x="294" y="631"/>
                    <a:pt x="348" y="551"/>
                  </a:cubicBezTo>
                  <a:cubicBezTo>
                    <a:pt x="356" y="540"/>
                    <a:pt x="355" y="525"/>
                    <a:pt x="347" y="514"/>
                  </a:cubicBezTo>
                  <a:cubicBezTo>
                    <a:pt x="256" y="397"/>
                    <a:pt x="256" y="397"/>
                    <a:pt x="256" y="397"/>
                  </a:cubicBezTo>
                  <a:cubicBezTo>
                    <a:pt x="397" y="256"/>
                    <a:pt x="397" y="256"/>
                    <a:pt x="397" y="256"/>
                  </a:cubicBezTo>
                  <a:cubicBezTo>
                    <a:pt x="514" y="347"/>
                    <a:pt x="514" y="347"/>
                    <a:pt x="514" y="347"/>
                  </a:cubicBezTo>
                  <a:cubicBezTo>
                    <a:pt x="525" y="355"/>
                    <a:pt x="540" y="356"/>
                    <a:pt x="551" y="348"/>
                  </a:cubicBezTo>
                  <a:cubicBezTo>
                    <a:pt x="631" y="294"/>
                    <a:pt x="722" y="257"/>
                    <a:pt x="816" y="238"/>
                  </a:cubicBezTo>
                  <a:cubicBezTo>
                    <a:pt x="830" y="235"/>
                    <a:pt x="840" y="224"/>
                    <a:pt x="842" y="211"/>
                  </a:cubicBezTo>
                  <a:cubicBezTo>
                    <a:pt x="860" y="64"/>
                    <a:pt x="860" y="64"/>
                    <a:pt x="860" y="64"/>
                  </a:cubicBezTo>
                  <a:cubicBezTo>
                    <a:pt x="1060" y="64"/>
                    <a:pt x="1060" y="64"/>
                    <a:pt x="1060" y="64"/>
                  </a:cubicBezTo>
                  <a:cubicBezTo>
                    <a:pt x="1078" y="211"/>
                    <a:pt x="1078" y="211"/>
                    <a:pt x="1078" y="211"/>
                  </a:cubicBezTo>
                  <a:cubicBezTo>
                    <a:pt x="1080" y="224"/>
                    <a:pt x="1090" y="235"/>
                    <a:pt x="1104" y="238"/>
                  </a:cubicBezTo>
                  <a:cubicBezTo>
                    <a:pt x="1198" y="257"/>
                    <a:pt x="1289" y="294"/>
                    <a:pt x="1369" y="348"/>
                  </a:cubicBezTo>
                  <a:cubicBezTo>
                    <a:pt x="1380" y="356"/>
                    <a:pt x="1395" y="355"/>
                    <a:pt x="1406" y="347"/>
                  </a:cubicBezTo>
                  <a:cubicBezTo>
                    <a:pt x="1523" y="256"/>
                    <a:pt x="1523" y="256"/>
                    <a:pt x="1523" y="256"/>
                  </a:cubicBezTo>
                  <a:cubicBezTo>
                    <a:pt x="1664" y="397"/>
                    <a:pt x="1664" y="397"/>
                    <a:pt x="1664" y="397"/>
                  </a:cubicBezTo>
                  <a:cubicBezTo>
                    <a:pt x="1573" y="514"/>
                    <a:pt x="1573" y="514"/>
                    <a:pt x="1573" y="514"/>
                  </a:cubicBezTo>
                  <a:cubicBezTo>
                    <a:pt x="1565" y="525"/>
                    <a:pt x="1564" y="540"/>
                    <a:pt x="1572" y="551"/>
                  </a:cubicBezTo>
                  <a:cubicBezTo>
                    <a:pt x="1574" y="554"/>
                    <a:pt x="1576" y="557"/>
                    <a:pt x="1578" y="560"/>
                  </a:cubicBezTo>
                  <a:cubicBezTo>
                    <a:pt x="1474" y="507"/>
                    <a:pt x="1353" y="497"/>
                    <a:pt x="1241" y="533"/>
                  </a:cubicBezTo>
                  <a:cubicBezTo>
                    <a:pt x="1158" y="477"/>
                    <a:pt x="1060" y="448"/>
                    <a:pt x="960" y="448"/>
                  </a:cubicBezTo>
                  <a:cubicBezTo>
                    <a:pt x="677" y="448"/>
                    <a:pt x="448" y="677"/>
                    <a:pt x="448" y="960"/>
                  </a:cubicBezTo>
                  <a:cubicBezTo>
                    <a:pt x="448" y="1243"/>
                    <a:pt x="677" y="1472"/>
                    <a:pt x="960" y="1472"/>
                  </a:cubicBezTo>
                  <a:cubicBezTo>
                    <a:pt x="1060" y="1472"/>
                    <a:pt x="1158" y="1443"/>
                    <a:pt x="1241" y="1387"/>
                  </a:cubicBezTo>
                  <a:cubicBezTo>
                    <a:pt x="1254" y="1391"/>
                    <a:pt x="1267" y="1394"/>
                    <a:pt x="1280" y="1397"/>
                  </a:cubicBezTo>
                  <a:cubicBezTo>
                    <a:pt x="1280" y="1440"/>
                    <a:pt x="1280" y="1440"/>
                    <a:pt x="1280" y="1440"/>
                  </a:cubicBezTo>
                  <a:cubicBezTo>
                    <a:pt x="1262" y="1440"/>
                    <a:pt x="1248" y="1454"/>
                    <a:pt x="1248" y="1472"/>
                  </a:cubicBezTo>
                  <a:cubicBezTo>
                    <a:pt x="1248" y="1637"/>
                    <a:pt x="1248" y="1637"/>
                    <a:pt x="1248" y="1637"/>
                  </a:cubicBezTo>
                  <a:cubicBezTo>
                    <a:pt x="1202" y="1657"/>
                    <a:pt x="1153" y="1672"/>
                    <a:pt x="1103" y="1682"/>
                  </a:cubicBezTo>
                  <a:close/>
                  <a:moveTo>
                    <a:pt x="1050" y="653"/>
                  </a:moveTo>
                  <a:cubicBezTo>
                    <a:pt x="919" y="614"/>
                    <a:pt x="778" y="663"/>
                    <a:pt x="699" y="774"/>
                  </a:cubicBezTo>
                  <a:cubicBezTo>
                    <a:pt x="619" y="885"/>
                    <a:pt x="619" y="1035"/>
                    <a:pt x="699" y="1146"/>
                  </a:cubicBezTo>
                  <a:cubicBezTo>
                    <a:pt x="778" y="1257"/>
                    <a:pt x="919" y="1306"/>
                    <a:pt x="1050" y="1267"/>
                  </a:cubicBezTo>
                  <a:cubicBezTo>
                    <a:pt x="1084" y="1303"/>
                    <a:pt x="1124" y="1333"/>
                    <a:pt x="1168" y="1356"/>
                  </a:cubicBezTo>
                  <a:cubicBezTo>
                    <a:pt x="980" y="1456"/>
                    <a:pt x="747" y="1408"/>
                    <a:pt x="612" y="1243"/>
                  </a:cubicBezTo>
                  <a:cubicBezTo>
                    <a:pt x="478" y="1079"/>
                    <a:pt x="478" y="841"/>
                    <a:pt x="612" y="677"/>
                  </a:cubicBezTo>
                  <a:cubicBezTo>
                    <a:pt x="747" y="512"/>
                    <a:pt x="980" y="464"/>
                    <a:pt x="1168" y="564"/>
                  </a:cubicBezTo>
                  <a:cubicBezTo>
                    <a:pt x="1124" y="587"/>
                    <a:pt x="1084" y="617"/>
                    <a:pt x="1050" y="653"/>
                  </a:cubicBezTo>
                  <a:close/>
                  <a:moveTo>
                    <a:pt x="1006" y="708"/>
                  </a:moveTo>
                  <a:cubicBezTo>
                    <a:pt x="902" y="860"/>
                    <a:pt x="902" y="1060"/>
                    <a:pt x="1006" y="1212"/>
                  </a:cubicBezTo>
                  <a:cubicBezTo>
                    <a:pt x="905" y="1230"/>
                    <a:pt x="803" y="1187"/>
                    <a:pt x="746" y="1101"/>
                  </a:cubicBezTo>
                  <a:cubicBezTo>
                    <a:pt x="690" y="1016"/>
                    <a:pt x="690" y="904"/>
                    <a:pt x="746" y="819"/>
                  </a:cubicBezTo>
                  <a:cubicBezTo>
                    <a:pt x="803" y="733"/>
                    <a:pt x="905" y="690"/>
                    <a:pt x="1006" y="708"/>
                  </a:cubicBezTo>
                  <a:close/>
                  <a:moveTo>
                    <a:pt x="1344" y="1406"/>
                  </a:moveTo>
                  <a:cubicBezTo>
                    <a:pt x="1355" y="1407"/>
                    <a:pt x="1365" y="1408"/>
                    <a:pt x="1376" y="1408"/>
                  </a:cubicBezTo>
                  <a:cubicBezTo>
                    <a:pt x="1387" y="1408"/>
                    <a:pt x="1397" y="1407"/>
                    <a:pt x="1408" y="1406"/>
                  </a:cubicBezTo>
                  <a:cubicBezTo>
                    <a:pt x="1408" y="1440"/>
                    <a:pt x="1408" y="1440"/>
                    <a:pt x="1408" y="1440"/>
                  </a:cubicBezTo>
                  <a:cubicBezTo>
                    <a:pt x="1344" y="1440"/>
                    <a:pt x="1344" y="1440"/>
                    <a:pt x="1344" y="1440"/>
                  </a:cubicBezTo>
                  <a:lnTo>
                    <a:pt x="1344" y="1406"/>
                  </a:lnTo>
                  <a:close/>
                  <a:moveTo>
                    <a:pt x="1440" y="1792"/>
                  </a:moveTo>
                  <a:cubicBezTo>
                    <a:pt x="1440" y="1827"/>
                    <a:pt x="1411" y="1856"/>
                    <a:pt x="1376" y="1856"/>
                  </a:cubicBezTo>
                  <a:cubicBezTo>
                    <a:pt x="1341" y="1856"/>
                    <a:pt x="1312" y="1827"/>
                    <a:pt x="1312" y="1792"/>
                  </a:cubicBezTo>
                  <a:cubicBezTo>
                    <a:pt x="1312" y="1504"/>
                    <a:pt x="1312" y="1504"/>
                    <a:pt x="1312" y="1504"/>
                  </a:cubicBezTo>
                  <a:cubicBezTo>
                    <a:pt x="1440" y="1504"/>
                    <a:pt x="1440" y="1504"/>
                    <a:pt x="1440" y="1504"/>
                  </a:cubicBezTo>
                  <a:lnTo>
                    <a:pt x="1440" y="1792"/>
                  </a:lnTo>
                  <a:close/>
                  <a:moveTo>
                    <a:pt x="1664" y="1523"/>
                  </a:moveTo>
                  <a:cubicBezTo>
                    <a:pt x="1523" y="1664"/>
                    <a:pt x="1523" y="1664"/>
                    <a:pt x="1523" y="1664"/>
                  </a:cubicBezTo>
                  <a:cubicBezTo>
                    <a:pt x="1504" y="1649"/>
                    <a:pt x="1504" y="1649"/>
                    <a:pt x="1504" y="1649"/>
                  </a:cubicBezTo>
                  <a:cubicBezTo>
                    <a:pt x="1504" y="1472"/>
                    <a:pt x="1504" y="1472"/>
                    <a:pt x="1504" y="1472"/>
                  </a:cubicBezTo>
                  <a:cubicBezTo>
                    <a:pt x="1504" y="1454"/>
                    <a:pt x="1490" y="1440"/>
                    <a:pt x="1472" y="1440"/>
                  </a:cubicBezTo>
                  <a:cubicBezTo>
                    <a:pt x="1472" y="1397"/>
                    <a:pt x="1472" y="1397"/>
                    <a:pt x="1472" y="1397"/>
                  </a:cubicBezTo>
                  <a:cubicBezTo>
                    <a:pt x="1509" y="1389"/>
                    <a:pt x="1544" y="1377"/>
                    <a:pt x="1578" y="1359"/>
                  </a:cubicBezTo>
                  <a:cubicBezTo>
                    <a:pt x="1576" y="1363"/>
                    <a:pt x="1574" y="1366"/>
                    <a:pt x="1572" y="1369"/>
                  </a:cubicBezTo>
                  <a:cubicBezTo>
                    <a:pt x="1564" y="1380"/>
                    <a:pt x="1565" y="1395"/>
                    <a:pt x="1573" y="1406"/>
                  </a:cubicBezTo>
                  <a:lnTo>
                    <a:pt x="1664" y="1523"/>
                  </a:lnTo>
                  <a:close/>
                  <a:moveTo>
                    <a:pt x="1376" y="1344"/>
                  </a:moveTo>
                  <a:cubicBezTo>
                    <a:pt x="1164" y="1344"/>
                    <a:pt x="992" y="1172"/>
                    <a:pt x="992" y="960"/>
                  </a:cubicBezTo>
                  <a:cubicBezTo>
                    <a:pt x="992" y="748"/>
                    <a:pt x="1164" y="576"/>
                    <a:pt x="1376" y="576"/>
                  </a:cubicBezTo>
                  <a:cubicBezTo>
                    <a:pt x="1588" y="576"/>
                    <a:pt x="1760" y="748"/>
                    <a:pt x="1760" y="960"/>
                  </a:cubicBezTo>
                  <a:cubicBezTo>
                    <a:pt x="1760" y="1172"/>
                    <a:pt x="1588" y="1344"/>
                    <a:pt x="1376" y="1344"/>
                  </a:cubicBezTo>
                  <a:close/>
                  <a:moveTo>
                    <a:pt x="1856" y="1060"/>
                  </a:moveTo>
                  <a:cubicBezTo>
                    <a:pt x="1811" y="1065"/>
                    <a:pt x="1811" y="1065"/>
                    <a:pt x="1811" y="1065"/>
                  </a:cubicBezTo>
                  <a:cubicBezTo>
                    <a:pt x="1828" y="996"/>
                    <a:pt x="1828" y="924"/>
                    <a:pt x="1811" y="855"/>
                  </a:cubicBezTo>
                  <a:cubicBezTo>
                    <a:pt x="1856" y="860"/>
                    <a:pt x="1856" y="860"/>
                    <a:pt x="1856" y="860"/>
                  </a:cubicBezTo>
                  <a:lnTo>
                    <a:pt x="1856" y="10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48">
              <a:extLst>
                <a:ext uri="{FF2B5EF4-FFF2-40B4-BE49-F238E27FC236}">
                  <a16:creationId xmlns:a16="http://schemas.microsoft.com/office/drawing/2014/main" id="{513117C0-3522-4AA5-88C0-C879E2082BB0}"/>
                </a:ext>
              </a:extLst>
            </p:cNvPr>
            <p:cNvSpPr>
              <a:spLocks/>
            </p:cNvSpPr>
            <p:nvPr/>
          </p:nvSpPr>
          <p:spPr bwMode="auto">
            <a:xfrm>
              <a:off x="-969963" y="4062413"/>
              <a:ext cx="217488" cy="434975"/>
            </a:xfrm>
            <a:custGeom>
              <a:avLst/>
              <a:gdLst>
                <a:gd name="T0" fmla="*/ 0 w 320"/>
                <a:gd name="T1" fmla="*/ 320 h 640"/>
                <a:gd name="T2" fmla="*/ 320 w 320"/>
                <a:gd name="T3" fmla="*/ 640 h 640"/>
                <a:gd name="T4" fmla="*/ 320 w 320"/>
                <a:gd name="T5" fmla="*/ 576 h 640"/>
                <a:gd name="T6" fmla="*/ 64 w 320"/>
                <a:gd name="T7" fmla="*/ 320 h 640"/>
                <a:gd name="T8" fmla="*/ 320 w 320"/>
                <a:gd name="T9" fmla="*/ 64 h 640"/>
                <a:gd name="T10" fmla="*/ 320 w 320"/>
                <a:gd name="T11" fmla="*/ 0 h 640"/>
                <a:gd name="T12" fmla="*/ 0 w 32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 h="640">
                  <a:moveTo>
                    <a:pt x="0" y="320"/>
                  </a:moveTo>
                  <a:cubicBezTo>
                    <a:pt x="0" y="497"/>
                    <a:pt x="143" y="640"/>
                    <a:pt x="320" y="640"/>
                  </a:cubicBezTo>
                  <a:cubicBezTo>
                    <a:pt x="320" y="576"/>
                    <a:pt x="320" y="576"/>
                    <a:pt x="320" y="576"/>
                  </a:cubicBezTo>
                  <a:cubicBezTo>
                    <a:pt x="179" y="576"/>
                    <a:pt x="64" y="461"/>
                    <a:pt x="64" y="320"/>
                  </a:cubicBezTo>
                  <a:cubicBezTo>
                    <a:pt x="64" y="179"/>
                    <a:pt x="179" y="64"/>
                    <a:pt x="320" y="64"/>
                  </a:cubicBezTo>
                  <a:cubicBezTo>
                    <a:pt x="320" y="0"/>
                    <a:pt x="320" y="0"/>
                    <a:pt x="320" y="0"/>
                  </a:cubicBezTo>
                  <a:cubicBezTo>
                    <a:pt x="143" y="0"/>
                    <a:pt x="0" y="143"/>
                    <a:pt x="0"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4" name="Group 63">
            <a:extLst>
              <a:ext uri="{FF2B5EF4-FFF2-40B4-BE49-F238E27FC236}">
                <a16:creationId xmlns:a16="http://schemas.microsoft.com/office/drawing/2014/main" id="{BF702B39-A6F7-44AA-9BAD-7B6B1ECD1AE4}"/>
              </a:ext>
            </a:extLst>
          </p:cNvPr>
          <p:cNvGrpSpPr/>
          <p:nvPr/>
        </p:nvGrpSpPr>
        <p:grpSpPr>
          <a:xfrm>
            <a:off x="6216472" y="1970724"/>
            <a:ext cx="1669174" cy="1669172"/>
            <a:chOff x="-1687513" y="3627438"/>
            <a:chExt cx="1303338" cy="1303337"/>
          </a:xfrm>
          <a:solidFill>
            <a:schemeClr val="accent2"/>
          </a:solidFill>
        </p:grpSpPr>
        <p:sp>
          <p:nvSpPr>
            <p:cNvPr id="65" name="Freeform 47">
              <a:extLst>
                <a:ext uri="{FF2B5EF4-FFF2-40B4-BE49-F238E27FC236}">
                  <a16:creationId xmlns:a16="http://schemas.microsoft.com/office/drawing/2014/main" id="{96613CE2-A73D-4267-B1E8-7EB4769EFB3A}"/>
                </a:ext>
              </a:extLst>
            </p:cNvPr>
            <p:cNvSpPr>
              <a:spLocks noEditPoints="1"/>
            </p:cNvSpPr>
            <p:nvPr/>
          </p:nvSpPr>
          <p:spPr bwMode="auto">
            <a:xfrm>
              <a:off x="-1687513" y="3627438"/>
              <a:ext cx="1303338" cy="1303337"/>
            </a:xfrm>
            <a:custGeom>
              <a:avLst/>
              <a:gdLst>
                <a:gd name="T0" fmla="*/ 1696 w 1920"/>
                <a:gd name="T1" fmla="*/ 647 h 1920"/>
                <a:gd name="T2" fmla="*/ 1729 w 1920"/>
                <a:gd name="T3" fmla="*/ 372 h 1920"/>
                <a:gd name="T4" fmla="*/ 1385 w 1920"/>
                <a:gd name="T5" fmla="*/ 282 h 1920"/>
                <a:gd name="T6" fmla="*/ 1088 w 1920"/>
                <a:gd name="T7" fmla="*/ 0 h 1920"/>
                <a:gd name="T8" fmla="*/ 781 w 1920"/>
                <a:gd name="T9" fmla="*/ 180 h 1920"/>
                <a:gd name="T10" fmla="*/ 372 w 1920"/>
                <a:gd name="T11" fmla="*/ 191 h 1920"/>
                <a:gd name="T12" fmla="*/ 282 w 1920"/>
                <a:gd name="T13" fmla="*/ 535 h 1920"/>
                <a:gd name="T14" fmla="*/ 0 w 1920"/>
                <a:gd name="T15" fmla="*/ 832 h 1920"/>
                <a:gd name="T16" fmla="*/ 180 w 1920"/>
                <a:gd name="T17" fmla="*/ 1139 h 1920"/>
                <a:gd name="T18" fmla="*/ 191 w 1920"/>
                <a:gd name="T19" fmla="*/ 1548 h 1920"/>
                <a:gd name="T20" fmla="*/ 535 w 1920"/>
                <a:gd name="T21" fmla="*/ 1638 h 1920"/>
                <a:gd name="T22" fmla="*/ 832 w 1920"/>
                <a:gd name="T23" fmla="*/ 1920 h 1920"/>
                <a:gd name="T24" fmla="*/ 1139 w 1920"/>
                <a:gd name="T25" fmla="*/ 1740 h 1920"/>
                <a:gd name="T26" fmla="*/ 1376 w 1920"/>
                <a:gd name="T27" fmla="*/ 1920 h 1920"/>
                <a:gd name="T28" fmla="*/ 1506 w 1920"/>
                <a:gd name="T29" fmla="*/ 1732 h 1920"/>
                <a:gd name="T30" fmla="*/ 1732 w 1920"/>
                <a:gd name="T31" fmla="*/ 1506 h 1920"/>
                <a:gd name="T32" fmla="*/ 1789 w 1920"/>
                <a:gd name="T33" fmla="*/ 1132 h 1920"/>
                <a:gd name="T34" fmla="*/ 1920 w 1920"/>
                <a:gd name="T35" fmla="*/ 832 h 1920"/>
                <a:gd name="T36" fmla="*/ 1078 w 1920"/>
                <a:gd name="T37" fmla="*/ 1709 h 1920"/>
                <a:gd name="T38" fmla="*/ 842 w 1920"/>
                <a:gd name="T39" fmla="*/ 1709 h 1920"/>
                <a:gd name="T40" fmla="*/ 514 w 1920"/>
                <a:gd name="T41" fmla="*/ 1573 h 1920"/>
                <a:gd name="T42" fmla="*/ 347 w 1920"/>
                <a:gd name="T43" fmla="*/ 1406 h 1920"/>
                <a:gd name="T44" fmla="*/ 211 w 1920"/>
                <a:gd name="T45" fmla="*/ 1078 h 1920"/>
                <a:gd name="T46" fmla="*/ 211 w 1920"/>
                <a:gd name="T47" fmla="*/ 842 h 1920"/>
                <a:gd name="T48" fmla="*/ 347 w 1920"/>
                <a:gd name="T49" fmla="*/ 514 h 1920"/>
                <a:gd name="T50" fmla="*/ 514 w 1920"/>
                <a:gd name="T51" fmla="*/ 347 h 1920"/>
                <a:gd name="T52" fmla="*/ 842 w 1920"/>
                <a:gd name="T53" fmla="*/ 211 h 1920"/>
                <a:gd name="T54" fmla="*/ 1078 w 1920"/>
                <a:gd name="T55" fmla="*/ 211 h 1920"/>
                <a:gd name="T56" fmla="*/ 1406 w 1920"/>
                <a:gd name="T57" fmla="*/ 347 h 1920"/>
                <a:gd name="T58" fmla="*/ 1573 w 1920"/>
                <a:gd name="T59" fmla="*/ 514 h 1920"/>
                <a:gd name="T60" fmla="*/ 1241 w 1920"/>
                <a:gd name="T61" fmla="*/ 533 h 1920"/>
                <a:gd name="T62" fmla="*/ 960 w 1920"/>
                <a:gd name="T63" fmla="*/ 1472 h 1920"/>
                <a:gd name="T64" fmla="*/ 1280 w 1920"/>
                <a:gd name="T65" fmla="*/ 1440 h 1920"/>
                <a:gd name="T66" fmla="*/ 1103 w 1920"/>
                <a:gd name="T67" fmla="*/ 1682 h 1920"/>
                <a:gd name="T68" fmla="*/ 699 w 1920"/>
                <a:gd name="T69" fmla="*/ 1146 h 1920"/>
                <a:gd name="T70" fmla="*/ 612 w 1920"/>
                <a:gd name="T71" fmla="*/ 1243 h 1920"/>
                <a:gd name="T72" fmla="*/ 1050 w 1920"/>
                <a:gd name="T73" fmla="*/ 653 h 1920"/>
                <a:gd name="T74" fmla="*/ 746 w 1920"/>
                <a:gd name="T75" fmla="*/ 1101 h 1920"/>
                <a:gd name="T76" fmla="*/ 1344 w 1920"/>
                <a:gd name="T77" fmla="*/ 1406 h 1920"/>
                <a:gd name="T78" fmla="*/ 1408 w 1920"/>
                <a:gd name="T79" fmla="*/ 1440 h 1920"/>
                <a:gd name="T80" fmla="*/ 1440 w 1920"/>
                <a:gd name="T81" fmla="*/ 1792 h 1920"/>
                <a:gd name="T82" fmla="*/ 1312 w 1920"/>
                <a:gd name="T83" fmla="*/ 1504 h 1920"/>
                <a:gd name="T84" fmla="*/ 1664 w 1920"/>
                <a:gd name="T85" fmla="*/ 1523 h 1920"/>
                <a:gd name="T86" fmla="*/ 1504 w 1920"/>
                <a:gd name="T87" fmla="*/ 1472 h 1920"/>
                <a:gd name="T88" fmla="*/ 1578 w 1920"/>
                <a:gd name="T89" fmla="*/ 1359 h 1920"/>
                <a:gd name="T90" fmla="*/ 1664 w 1920"/>
                <a:gd name="T91" fmla="*/ 1523 h 1920"/>
                <a:gd name="T92" fmla="*/ 1376 w 1920"/>
                <a:gd name="T93" fmla="*/ 576 h 1920"/>
                <a:gd name="T94" fmla="*/ 1856 w 1920"/>
                <a:gd name="T95" fmla="*/ 1060 h 1920"/>
                <a:gd name="T96" fmla="*/ 1856 w 1920"/>
                <a:gd name="T97" fmla="*/ 860 h 1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20" h="1920">
                  <a:moveTo>
                    <a:pt x="1892" y="800"/>
                  </a:moveTo>
                  <a:cubicBezTo>
                    <a:pt x="1790" y="787"/>
                    <a:pt x="1790" y="787"/>
                    <a:pt x="1790" y="787"/>
                  </a:cubicBezTo>
                  <a:cubicBezTo>
                    <a:pt x="1767" y="735"/>
                    <a:pt x="1736" y="688"/>
                    <a:pt x="1696" y="647"/>
                  </a:cubicBezTo>
                  <a:cubicBezTo>
                    <a:pt x="1680" y="608"/>
                    <a:pt x="1660" y="571"/>
                    <a:pt x="1638" y="535"/>
                  </a:cubicBezTo>
                  <a:cubicBezTo>
                    <a:pt x="1732" y="414"/>
                    <a:pt x="1732" y="414"/>
                    <a:pt x="1732" y="414"/>
                  </a:cubicBezTo>
                  <a:cubicBezTo>
                    <a:pt x="1742" y="401"/>
                    <a:pt x="1740" y="383"/>
                    <a:pt x="1729" y="372"/>
                  </a:cubicBezTo>
                  <a:cubicBezTo>
                    <a:pt x="1548" y="191"/>
                    <a:pt x="1548" y="191"/>
                    <a:pt x="1548" y="191"/>
                  </a:cubicBezTo>
                  <a:cubicBezTo>
                    <a:pt x="1537" y="179"/>
                    <a:pt x="1519" y="178"/>
                    <a:pt x="1506" y="188"/>
                  </a:cubicBezTo>
                  <a:cubicBezTo>
                    <a:pt x="1385" y="282"/>
                    <a:pt x="1385" y="282"/>
                    <a:pt x="1385" y="282"/>
                  </a:cubicBezTo>
                  <a:cubicBezTo>
                    <a:pt x="1309" y="234"/>
                    <a:pt x="1226" y="200"/>
                    <a:pt x="1139" y="180"/>
                  </a:cubicBezTo>
                  <a:cubicBezTo>
                    <a:pt x="1120" y="28"/>
                    <a:pt x="1120" y="28"/>
                    <a:pt x="1120" y="28"/>
                  </a:cubicBezTo>
                  <a:cubicBezTo>
                    <a:pt x="1118" y="12"/>
                    <a:pt x="1104" y="0"/>
                    <a:pt x="1088" y="0"/>
                  </a:cubicBezTo>
                  <a:cubicBezTo>
                    <a:pt x="832" y="0"/>
                    <a:pt x="832" y="0"/>
                    <a:pt x="832" y="0"/>
                  </a:cubicBezTo>
                  <a:cubicBezTo>
                    <a:pt x="816" y="0"/>
                    <a:pt x="802" y="12"/>
                    <a:pt x="800" y="28"/>
                  </a:cubicBezTo>
                  <a:cubicBezTo>
                    <a:pt x="781" y="180"/>
                    <a:pt x="781" y="180"/>
                    <a:pt x="781" y="180"/>
                  </a:cubicBezTo>
                  <a:cubicBezTo>
                    <a:pt x="694" y="200"/>
                    <a:pt x="611" y="234"/>
                    <a:pt x="535" y="282"/>
                  </a:cubicBezTo>
                  <a:cubicBezTo>
                    <a:pt x="414" y="188"/>
                    <a:pt x="414" y="188"/>
                    <a:pt x="414" y="188"/>
                  </a:cubicBezTo>
                  <a:cubicBezTo>
                    <a:pt x="401" y="178"/>
                    <a:pt x="383" y="179"/>
                    <a:pt x="372" y="191"/>
                  </a:cubicBezTo>
                  <a:cubicBezTo>
                    <a:pt x="191" y="372"/>
                    <a:pt x="191" y="372"/>
                    <a:pt x="191" y="372"/>
                  </a:cubicBezTo>
                  <a:cubicBezTo>
                    <a:pt x="179" y="383"/>
                    <a:pt x="178" y="401"/>
                    <a:pt x="188" y="414"/>
                  </a:cubicBezTo>
                  <a:cubicBezTo>
                    <a:pt x="282" y="535"/>
                    <a:pt x="282" y="535"/>
                    <a:pt x="282" y="535"/>
                  </a:cubicBezTo>
                  <a:cubicBezTo>
                    <a:pt x="234" y="611"/>
                    <a:pt x="200" y="694"/>
                    <a:pt x="180" y="781"/>
                  </a:cubicBezTo>
                  <a:cubicBezTo>
                    <a:pt x="28" y="800"/>
                    <a:pt x="28" y="800"/>
                    <a:pt x="28" y="800"/>
                  </a:cubicBezTo>
                  <a:cubicBezTo>
                    <a:pt x="12" y="802"/>
                    <a:pt x="0" y="816"/>
                    <a:pt x="0" y="832"/>
                  </a:cubicBezTo>
                  <a:cubicBezTo>
                    <a:pt x="0" y="1088"/>
                    <a:pt x="0" y="1088"/>
                    <a:pt x="0" y="1088"/>
                  </a:cubicBezTo>
                  <a:cubicBezTo>
                    <a:pt x="0" y="1104"/>
                    <a:pt x="12" y="1118"/>
                    <a:pt x="28" y="1120"/>
                  </a:cubicBezTo>
                  <a:cubicBezTo>
                    <a:pt x="180" y="1139"/>
                    <a:pt x="180" y="1139"/>
                    <a:pt x="180" y="1139"/>
                  </a:cubicBezTo>
                  <a:cubicBezTo>
                    <a:pt x="200" y="1226"/>
                    <a:pt x="234" y="1309"/>
                    <a:pt x="282" y="1385"/>
                  </a:cubicBezTo>
                  <a:cubicBezTo>
                    <a:pt x="188" y="1506"/>
                    <a:pt x="188" y="1506"/>
                    <a:pt x="188" y="1506"/>
                  </a:cubicBezTo>
                  <a:cubicBezTo>
                    <a:pt x="178" y="1519"/>
                    <a:pt x="179" y="1537"/>
                    <a:pt x="191" y="1548"/>
                  </a:cubicBezTo>
                  <a:cubicBezTo>
                    <a:pt x="372" y="1729"/>
                    <a:pt x="372" y="1729"/>
                    <a:pt x="372" y="1729"/>
                  </a:cubicBezTo>
                  <a:cubicBezTo>
                    <a:pt x="383" y="1741"/>
                    <a:pt x="401" y="1742"/>
                    <a:pt x="414" y="1732"/>
                  </a:cubicBezTo>
                  <a:cubicBezTo>
                    <a:pt x="535" y="1638"/>
                    <a:pt x="535" y="1638"/>
                    <a:pt x="535" y="1638"/>
                  </a:cubicBezTo>
                  <a:cubicBezTo>
                    <a:pt x="611" y="1686"/>
                    <a:pt x="694" y="1720"/>
                    <a:pt x="781" y="1740"/>
                  </a:cubicBezTo>
                  <a:cubicBezTo>
                    <a:pt x="800" y="1892"/>
                    <a:pt x="800" y="1892"/>
                    <a:pt x="800" y="1892"/>
                  </a:cubicBezTo>
                  <a:cubicBezTo>
                    <a:pt x="802" y="1908"/>
                    <a:pt x="816" y="1920"/>
                    <a:pt x="832" y="1920"/>
                  </a:cubicBezTo>
                  <a:cubicBezTo>
                    <a:pt x="1088" y="1920"/>
                    <a:pt x="1088" y="1920"/>
                    <a:pt x="1088" y="1920"/>
                  </a:cubicBezTo>
                  <a:cubicBezTo>
                    <a:pt x="1104" y="1920"/>
                    <a:pt x="1118" y="1908"/>
                    <a:pt x="1120" y="1892"/>
                  </a:cubicBezTo>
                  <a:cubicBezTo>
                    <a:pt x="1139" y="1740"/>
                    <a:pt x="1139" y="1740"/>
                    <a:pt x="1139" y="1740"/>
                  </a:cubicBezTo>
                  <a:cubicBezTo>
                    <a:pt x="1176" y="1731"/>
                    <a:pt x="1212" y="1720"/>
                    <a:pt x="1248" y="1706"/>
                  </a:cubicBezTo>
                  <a:cubicBezTo>
                    <a:pt x="1248" y="1792"/>
                    <a:pt x="1248" y="1792"/>
                    <a:pt x="1248" y="1792"/>
                  </a:cubicBezTo>
                  <a:cubicBezTo>
                    <a:pt x="1248" y="1863"/>
                    <a:pt x="1305" y="1920"/>
                    <a:pt x="1376" y="1920"/>
                  </a:cubicBezTo>
                  <a:cubicBezTo>
                    <a:pt x="1447" y="1920"/>
                    <a:pt x="1504" y="1863"/>
                    <a:pt x="1504" y="1792"/>
                  </a:cubicBezTo>
                  <a:cubicBezTo>
                    <a:pt x="1504" y="1730"/>
                    <a:pt x="1504" y="1730"/>
                    <a:pt x="1504" y="1730"/>
                  </a:cubicBezTo>
                  <a:cubicBezTo>
                    <a:pt x="1506" y="1732"/>
                    <a:pt x="1506" y="1732"/>
                    <a:pt x="1506" y="1732"/>
                  </a:cubicBezTo>
                  <a:cubicBezTo>
                    <a:pt x="1519" y="1742"/>
                    <a:pt x="1537" y="1741"/>
                    <a:pt x="1548" y="1729"/>
                  </a:cubicBezTo>
                  <a:cubicBezTo>
                    <a:pt x="1729" y="1548"/>
                    <a:pt x="1729" y="1548"/>
                    <a:pt x="1729" y="1548"/>
                  </a:cubicBezTo>
                  <a:cubicBezTo>
                    <a:pt x="1741" y="1537"/>
                    <a:pt x="1742" y="1519"/>
                    <a:pt x="1732" y="1506"/>
                  </a:cubicBezTo>
                  <a:cubicBezTo>
                    <a:pt x="1638" y="1385"/>
                    <a:pt x="1638" y="1385"/>
                    <a:pt x="1638" y="1385"/>
                  </a:cubicBezTo>
                  <a:cubicBezTo>
                    <a:pt x="1660" y="1349"/>
                    <a:pt x="1680" y="1312"/>
                    <a:pt x="1696" y="1273"/>
                  </a:cubicBezTo>
                  <a:cubicBezTo>
                    <a:pt x="1736" y="1232"/>
                    <a:pt x="1767" y="1185"/>
                    <a:pt x="1789" y="1132"/>
                  </a:cubicBezTo>
                  <a:cubicBezTo>
                    <a:pt x="1892" y="1120"/>
                    <a:pt x="1892" y="1120"/>
                    <a:pt x="1892" y="1120"/>
                  </a:cubicBezTo>
                  <a:cubicBezTo>
                    <a:pt x="1908" y="1118"/>
                    <a:pt x="1920" y="1104"/>
                    <a:pt x="1920" y="1088"/>
                  </a:cubicBezTo>
                  <a:cubicBezTo>
                    <a:pt x="1920" y="832"/>
                    <a:pt x="1920" y="832"/>
                    <a:pt x="1920" y="832"/>
                  </a:cubicBezTo>
                  <a:cubicBezTo>
                    <a:pt x="1920" y="816"/>
                    <a:pt x="1908" y="802"/>
                    <a:pt x="1892" y="800"/>
                  </a:cubicBezTo>
                  <a:close/>
                  <a:moveTo>
                    <a:pt x="1103" y="1682"/>
                  </a:moveTo>
                  <a:cubicBezTo>
                    <a:pt x="1090" y="1685"/>
                    <a:pt x="1080" y="1696"/>
                    <a:pt x="1078" y="1709"/>
                  </a:cubicBezTo>
                  <a:cubicBezTo>
                    <a:pt x="1060" y="1856"/>
                    <a:pt x="1060" y="1856"/>
                    <a:pt x="1060" y="1856"/>
                  </a:cubicBezTo>
                  <a:cubicBezTo>
                    <a:pt x="860" y="1856"/>
                    <a:pt x="860" y="1856"/>
                    <a:pt x="860" y="1856"/>
                  </a:cubicBezTo>
                  <a:cubicBezTo>
                    <a:pt x="842" y="1709"/>
                    <a:pt x="842" y="1709"/>
                    <a:pt x="842" y="1709"/>
                  </a:cubicBezTo>
                  <a:cubicBezTo>
                    <a:pt x="840" y="1696"/>
                    <a:pt x="830" y="1685"/>
                    <a:pt x="816" y="1682"/>
                  </a:cubicBezTo>
                  <a:cubicBezTo>
                    <a:pt x="722" y="1663"/>
                    <a:pt x="631" y="1626"/>
                    <a:pt x="551" y="1572"/>
                  </a:cubicBezTo>
                  <a:cubicBezTo>
                    <a:pt x="540" y="1564"/>
                    <a:pt x="525" y="1565"/>
                    <a:pt x="514" y="1573"/>
                  </a:cubicBezTo>
                  <a:cubicBezTo>
                    <a:pt x="397" y="1664"/>
                    <a:pt x="397" y="1664"/>
                    <a:pt x="397" y="1664"/>
                  </a:cubicBezTo>
                  <a:cubicBezTo>
                    <a:pt x="256" y="1523"/>
                    <a:pt x="256" y="1523"/>
                    <a:pt x="256" y="1523"/>
                  </a:cubicBezTo>
                  <a:cubicBezTo>
                    <a:pt x="347" y="1406"/>
                    <a:pt x="347" y="1406"/>
                    <a:pt x="347" y="1406"/>
                  </a:cubicBezTo>
                  <a:cubicBezTo>
                    <a:pt x="355" y="1395"/>
                    <a:pt x="356" y="1380"/>
                    <a:pt x="348" y="1369"/>
                  </a:cubicBezTo>
                  <a:cubicBezTo>
                    <a:pt x="294" y="1289"/>
                    <a:pt x="257" y="1199"/>
                    <a:pt x="238" y="1104"/>
                  </a:cubicBezTo>
                  <a:cubicBezTo>
                    <a:pt x="235" y="1090"/>
                    <a:pt x="224" y="1080"/>
                    <a:pt x="211" y="1078"/>
                  </a:cubicBezTo>
                  <a:cubicBezTo>
                    <a:pt x="64" y="1060"/>
                    <a:pt x="64" y="1060"/>
                    <a:pt x="64" y="1060"/>
                  </a:cubicBezTo>
                  <a:cubicBezTo>
                    <a:pt x="64" y="860"/>
                    <a:pt x="64" y="860"/>
                    <a:pt x="64" y="860"/>
                  </a:cubicBezTo>
                  <a:cubicBezTo>
                    <a:pt x="211" y="842"/>
                    <a:pt x="211" y="842"/>
                    <a:pt x="211" y="842"/>
                  </a:cubicBezTo>
                  <a:cubicBezTo>
                    <a:pt x="224" y="840"/>
                    <a:pt x="235" y="830"/>
                    <a:pt x="238" y="816"/>
                  </a:cubicBezTo>
                  <a:cubicBezTo>
                    <a:pt x="257" y="722"/>
                    <a:pt x="294" y="631"/>
                    <a:pt x="348" y="551"/>
                  </a:cubicBezTo>
                  <a:cubicBezTo>
                    <a:pt x="356" y="540"/>
                    <a:pt x="355" y="525"/>
                    <a:pt x="347" y="514"/>
                  </a:cubicBezTo>
                  <a:cubicBezTo>
                    <a:pt x="256" y="397"/>
                    <a:pt x="256" y="397"/>
                    <a:pt x="256" y="397"/>
                  </a:cubicBezTo>
                  <a:cubicBezTo>
                    <a:pt x="397" y="256"/>
                    <a:pt x="397" y="256"/>
                    <a:pt x="397" y="256"/>
                  </a:cubicBezTo>
                  <a:cubicBezTo>
                    <a:pt x="514" y="347"/>
                    <a:pt x="514" y="347"/>
                    <a:pt x="514" y="347"/>
                  </a:cubicBezTo>
                  <a:cubicBezTo>
                    <a:pt x="525" y="355"/>
                    <a:pt x="540" y="356"/>
                    <a:pt x="551" y="348"/>
                  </a:cubicBezTo>
                  <a:cubicBezTo>
                    <a:pt x="631" y="294"/>
                    <a:pt x="722" y="257"/>
                    <a:pt x="816" y="238"/>
                  </a:cubicBezTo>
                  <a:cubicBezTo>
                    <a:pt x="830" y="235"/>
                    <a:pt x="840" y="224"/>
                    <a:pt x="842" y="211"/>
                  </a:cubicBezTo>
                  <a:cubicBezTo>
                    <a:pt x="860" y="64"/>
                    <a:pt x="860" y="64"/>
                    <a:pt x="860" y="64"/>
                  </a:cubicBezTo>
                  <a:cubicBezTo>
                    <a:pt x="1060" y="64"/>
                    <a:pt x="1060" y="64"/>
                    <a:pt x="1060" y="64"/>
                  </a:cubicBezTo>
                  <a:cubicBezTo>
                    <a:pt x="1078" y="211"/>
                    <a:pt x="1078" y="211"/>
                    <a:pt x="1078" y="211"/>
                  </a:cubicBezTo>
                  <a:cubicBezTo>
                    <a:pt x="1080" y="224"/>
                    <a:pt x="1090" y="235"/>
                    <a:pt x="1104" y="238"/>
                  </a:cubicBezTo>
                  <a:cubicBezTo>
                    <a:pt x="1198" y="257"/>
                    <a:pt x="1289" y="294"/>
                    <a:pt x="1369" y="348"/>
                  </a:cubicBezTo>
                  <a:cubicBezTo>
                    <a:pt x="1380" y="356"/>
                    <a:pt x="1395" y="355"/>
                    <a:pt x="1406" y="347"/>
                  </a:cubicBezTo>
                  <a:cubicBezTo>
                    <a:pt x="1523" y="256"/>
                    <a:pt x="1523" y="256"/>
                    <a:pt x="1523" y="256"/>
                  </a:cubicBezTo>
                  <a:cubicBezTo>
                    <a:pt x="1664" y="397"/>
                    <a:pt x="1664" y="397"/>
                    <a:pt x="1664" y="397"/>
                  </a:cubicBezTo>
                  <a:cubicBezTo>
                    <a:pt x="1573" y="514"/>
                    <a:pt x="1573" y="514"/>
                    <a:pt x="1573" y="514"/>
                  </a:cubicBezTo>
                  <a:cubicBezTo>
                    <a:pt x="1565" y="525"/>
                    <a:pt x="1564" y="540"/>
                    <a:pt x="1572" y="551"/>
                  </a:cubicBezTo>
                  <a:cubicBezTo>
                    <a:pt x="1574" y="554"/>
                    <a:pt x="1576" y="557"/>
                    <a:pt x="1578" y="560"/>
                  </a:cubicBezTo>
                  <a:cubicBezTo>
                    <a:pt x="1474" y="507"/>
                    <a:pt x="1353" y="497"/>
                    <a:pt x="1241" y="533"/>
                  </a:cubicBezTo>
                  <a:cubicBezTo>
                    <a:pt x="1158" y="477"/>
                    <a:pt x="1060" y="448"/>
                    <a:pt x="960" y="448"/>
                  </a:cubicBezTo>
                  <a:cubicBezTo>
                    <a:pt x="677" y="448"/>
                    <a:pt x="448" y="677"/>
                    <a:pt x="448" y="960"/>
                  </a:cubicBezTo>
                  <a:cubicBezTo>
                    <a:pt x="448" y="1243"/>
                    <a:pt x="677" y="1472"/>
                    <a:pt x="960" y="1472"/>
                  </a:cubicBezTo>
                  <a:cubicBezTo>
                    <a:pt x="1060" y="1472"/>
                    <a:pt x="1158" y="1443"/>
                    <a:pt x="1241" y="1387"/>
                  </a:cubicBezTo>
                  <a:cubicBezTo>
                    <a:pt x="1254" y="1391"/>
                    <a:pt x="1267" y="1394"/>
                    <a:pt x="1280" y="1397"/>
                  </a:cubicBezTo>
                  <a:cubicBezTo>
                    <a:pt x="1280" y="1440"/>
                    <a:pt x="1280" y="1440"/>
                    <a:pt x="1280" y="1440"/>
                  </a:cubicBezTo>
                  <a:cubicBezTo>
                    <a:pt x="1262" y="1440"/>
                    <a:pt x="1248" y="1454"/>
                    <a:pt x="1248" y="1472"/>
                  </a:cubicBezTo>
                  <a:cubicBezTo>
                    <a:pt x="1248" y="1637"/>
                    <a:pt x="1248" y="1637"/>
                    <a:pt x="1248" y="1637"/>
                  </a:cubicBezTo>
                  <a:cubicBezTo>
                    <a:pt x="1202" y="1657"/>
                    <a:pt x="1153" y="1672"/>
                    <a:pt x="1103" y="1682"/>
                  </a:cubicBezTo>
                  <a:close/>
                  <a:moveTo>
                    <a:pt x="1050" y="653"/>
                  </a:moveTo>
                  <a:cubicBezTo>
                    <a:pt x="919" y="614"/>
                    <a:pt x="778" y="663"/>
                    <a:pt x="699" y="774"/>
                  </a:cubicBezTo>
                  <a:cubicBezTo>
                    <a:pt x="619" y="885"/>
                    <a:pt x="619" y="1035"/>
                    <a:pt x="699" y="1146"/>
                  </a:cubicBezTo>
                  <a:cubicBezTo>
                    <a:pt x="778" y="1257"/>
                    <a:pt x="919" y="1306"/>
                    <a:pt x="1050" y="1267"/>
                  </a:cubicBezTo>
                  <a:cubicBezTo>
                    <a:pt x="1084" y="1303"/>
                    <a:pt x="1124" y="1333"/>
                    <a:pt x="1168" y="1356"/>
                  </a:cubicBezTo>
                  <a:cubicBezTo>
                    <a:pt x="980" y="1456"/>
                    <a:pt x="747" y="1408"/>
                    <a:pt x="612" y="1243"/>
                  </a:cubicBezTo>
                  <a:cubicBezTo>
                    <a:pt x="478" y="1079"/>
                    <a:pt x="478" y="841"/>
                    <a:pt x="612" y="677"/>
                  </a:cubicBezTo>
                  <a:cubicBezTo>
                    <a:pt x="747" y="512"/>
                    <a:pt x="980" y="464"/>
                    <a:pt x="1168" y="564"/>
                  </a:cubicBezTo>
                  <a:cubicBezTo>
                    <a:pt x="1124" y="587"/>
                    <a:pt x="1084" y="617"/>
                    <a:pt x="1050" y="653"/>
                  </a:cubicBezTo>
                  <a:close/>
                  <a:moveTo>
                    <a:pt x="1006" y="708"/>
                  </a:moveTo>
                  <a:cubicBezTo>
                    <a:pt x="902" y="860"/>
                    <a:pt x="902" y="1060"/>
                    <a:pt x="1006" y="1212"/>
                  </a:cubicBezTo>
                  <a:cubicBezTo>
                    <a:pt x="905" y="1230"/>
                    <a:pt x="803" y="1187"/>
                    <a:pt x="746" y="1101"/>
                  </a:cubicBezTo>
                  <a:cubicBezTo>
                    <a:pt x="690" y="1016"/>
                    <a:pt x="690" y="904"/>
                    <a:pt x="746" y="819"/>
                  </a:cubicBezTo>
                  <a:cubicBezTo>
                    <a:pt x="803" y="733"/>
                    <a:pt x="905" y="690"/>
                    <a:pt x="1006" y="708"/>
                  </a:cubicBezTo>
                  <a:close/>
                  <a:moveTo>
                    <a:pt x="1344" y="1406"/>
                  </a:moveTo>
                  <a:cubicBezTo>
                    <a:pt x="1355" y="1407"/>
                    <a:pt x="1365" y="1408"/>
                    <a:pt x="1376" y="1408"/>
                  </a:cubicBezTo>
                  <a:cubicBezTo>
                    <a:pt x="1387" y="1408"/>
                    <a:pt x="1397" y="1407"/>
                    <a:pt x="1408" y="1406"/>
                  </a:cubicBezTo>
                  <a:cubicBezTo>
                    <a:pt x="1408" y="1440"/>
                    <a:pt x="1408" y="1440"/>
                    <a:pt x="1408" y="1440"/>
                  </a:cubicBezTo>
                  <a:cubicBezTo>
                    <a:pt x="1344" y="1440"/>
                    <a:pt x="1344" y="1440"/>
                    <a:pt x="1344" y="1440"/>
                  </a:cubicBezTo>
                  <a:lnTo>
                    <a:pt x="1344" y="1406"/>
                  </a:lnTo>
                  <a:close/>
                  <a:moveTo>
                    <a:pt x="1440" y="1792"/>
                  </a:moveTo>
                  <a:cubicBezTo>
                    <a:pt x="1440" y="1827"/>
                    <a:pt x="1411" y="1856"/>
                    <a:pt x="1376" y="1856"/>
                  </a:cubicBezTo>
                  <a:cubicBezTo>
                    <a:pt x="1341" y="1856"/>
                    <a:pt x="1312" y="1827"/>
                    <a:pt x="1312" y="1792"/>
                  </a:cubicBezTo>
                  <a:cubicBezTo>
                    <a:pt x="1312" y="1504"/>
                    <a:pt x="1312" y="1504"/>
                    <a:pt x="1312" y="1504"/>
                  </a:cubicBezTo>
                  <a:cubicBezTo>
                    <a:pt x="1440" y="1504"/>
                    <a:pt x="1440" y="1504"/>
                    <a:pt x="1440" y="1504"/>
                  </a:cubicBezTo>
                  <a:lnTo>
                    <a:pt x="1440" y="1792"/>
                  </a:lnTo>
                  <a:close/>
                  <a:moveTo>
                    <a:pt x="1664" y="1523"/>
                  </a:moveTo>
                  <a:cubicBezTo>
                    <a:pt x="1523" y="1664"/>
                    <a:pt x="1523" y="1664"/>
                    <a:pt x="1523" y="1664"/>
                  </a:cubicBezTo>
                  <a:cubicBezTo>
                    <a:pt x="1504" y="1649"/>
                    <a:pt x="1504" y="1649"/>
                    <a:pt x="1504" y="1649"/>
                  </a:cubicBezTo>
                  <a:cubicBezTo>
                    <a:pt x="1504" y="1472"/>
                    <a:pt x="1504" y="1472"/>
                    <a:pt x="1504" y="1472"/>
                  </a:cubicBezTo>
                  <a:cubicBezTo>
                    <a:pt x="1504" y="1454"/>
                    <a:pt x="1490" y="1440"/>
                    <a:pt x="1472" y="1440"/>
                  </a:cubicBezTo>
                  <a:cubicBezTo>
                    <a:pt x="1472" y="1397"/>
                    <a:pt x="1472" y="1397"/>
                    <a:pt x="1472" y="1397"/>
                  </a:cubicBezTo>
                  <a:cubicBezTo>
                    <a:pt x="1509" y="1389"/>
                    <a:pt x="1544" y="1377"/>
                    <a:pt x="1578" y="1359"/>
                  </a:cubicBezTo>
                  <a:cubicBezTo>
                    <a:pt x="1576" y="1363"/>
                    <a:pt x="1574" y="1366"/>
                    <a:pt x="1572" y="1369"/>
                  </a:cubicBezTo>
                  <a:cubicBezTo>
                    <a:pt x="1564" y="1380"/>
                    <a:pt x="1565" y="1395"/>
                    <a:pt x="1573" y="1406"/>
                  </a:cubicBezTo>
                  <a:lnTo>
                    <a:pt x="1664" y="1523"/>
                  </a:lnTo>
                  <a:close/>
                  <a:moveTo>
                    <a:pt x="1376" y="1344"/>
                  </a:moveTo>
                  <a:cubicBezTo>
                    <a:pt x="1164" y="1344"/>
                    <a:pt x="992" y="1172"/>
                    <a:pt x="992" y="960"/>
                  </a:cubicBezTo>
                  <a:cubicBezTo>
                    <a:pt x="992" y="748"/>
                    <a:pt x="1164" y="576"/>
                    <a:pt x="1376" y="576"/>
                  </a:cubicBezTo>
                  <a:cubicBezTo>
                    <a:pt x="1588" y="576"/>
                    <a:pt x="1760" y="748"/>
                    <a:pt x="1760" y="960"/>
                  </a:cubicBezTo>
                  <a:cubicBezTo>
                    <a:pt x="1760" y="1172"/>
                    <a:pt x="1588" y="1344"/>
                    <a:pt x="1376" y="1344"/>
                  </a:cubicBezTo>
                  <a:close/>
                  <a:moveTo>
                    <a:pt x="1856" y="1060"/>
                  </a:moveTo>
                  <a:cubicBezTo>
                    <a:pt x="1811" y="1065"/>
                    <a:pt x="1811" y="1065"/>
                    <a:pt x="1811" y="1065"/>
                  </a:cubicBezTo>
                  <a:cubicBezTo>
                    <a:pt x="1828" y="996"/>
                    <a:pt x="1828" y="924"/>
                    <a:pt x="1811" y="855"/>
                  </a:cubicBezTo>
                  <a:cubicBezTo>
                    <a:pt x="1856" y="860"/>
                    <a:pt x="1856" y="860"/>
                    <a:pt x="1856" y="860"/>
                  </a:cubicBezTo>
                  <a:lnTo>
                    <a:pt x="1856" y="10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48">
              <a:extLst>
                <a:ext uri="{FF2B5EF4-FFF2-40B4-BE49-F238E27FC236}">
                  <a16:creationId xmlns:a16="http://schemas.microsoft.com/office/drawing/2014/main" id="{134A4F51-9728-422C-92D7-F8BFEE8CA63D}"/>
                </a:ext>
              </a:extLst>
            </p:cNvPr>
            <p:cNvSpPr>
              <a:spLocks/>
            </p:cNvSpPr>
            <p:nvPr/>
          </p:nvSpPr>
          <p:spPr bwMode="auto">
            <a:xfrm>
              <a:off x="-969963" y="4062413"/>
              <a:ext cx="217488" cy="434975"/>
            </a:xfrm>
            <a:custGeom>
              <a:avLst/>
              <a:gdLst>
                <a:gd name="T0" fmla="*/ 0 w 320"/>
                <a:gd name="T1" fmla="*/ 320 h 640"/>
                <a:gd name="T2" fmla="*/ 320 w 320"/>
                <a:gd name="T3" fmla="*/ 640 h 640"/>
                <a:gd name="T4" fmla="*/ 320 w 320"/>
                <a:gd name="T5" fmla="*/ 576 h 640"/>
                <a:gd name="T6" fmla="*/ 64 w 320"/>
                <a:gd name="T7" fmla="*/ 320 h 640"/>
                <a:gd name="T8" fmla="*/ 320 w 320"/>
                <a:gd name="T9" fmla="*/ 64 h 640"/>
                <a:gd name="T10" fmla="*/ 320 w 320"/>
                <a:gd name="T11" fmla="*/ 0 h 640"/>
                <a:gd name="T12" fmla="*/ 0 w 32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 h="640">
                  <a:moveTo>
                    <a:pt x="0" y="320"/>
                  </a:moveTo>
                  <a:cubicBezTo>
                    <a:pt x="0" y="497"/>
                    <a:pt x="143" y="640"/>
                    <a:pt x="320" y="640"/>
                  </a:cubicBezTo>
                  <a:cubicBezTo>
                    <a:pt x="320" y="576"/>
                    <a:pt x="320" y="576"/>
                    <a:pt x="320" y="576"/>
                  </a:cubicBezTo>
                  <a:cubicBezTo>
                    <a:pt x="179" y="576"/>
                    <a:pt x="64" y="461"/>
                    <a:pt x="64" y="320"/>
                  </a:cubicBezTo>
                  <a:cubicBezTo>
                    <a:pt x="64" y="179"/>
                    <a:pt x="179" y="64"/>
                    <a:pt x="320" y="64"/>
                  </a:cubicBezTo>
                  <a:cubicBezTo>
                    <a:pt x="320" y="0"/>
                    <a:pt x="320" y="0"/>
                    <a:pt x="320" y="0"/>
                  </a:cubicBezTo>
                  <a:cubicBezTo>
                    <a:pt x="143" y="0"/>
                    <a:pt x="0" y="143"/>
                    <a:pt x="0"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8" name="Rectangle 67">
            <a:extLst>
              <a:ext uri="{FF2B5EF4-FFF2-40B4-BE49-F238E27FC236}">
                <a16:creationId xmlns:a16="http://schemas.microsoft.com/office/drawing/2014/main" id="{B3B0C8F7-009B-419C-91CF-D82E89740F41}"/>
              </a:ext>
            </a:extLst>
          </p:cNvPr>
          <p:cNvSpPr/>
          <p:nvPr/>
        </p:nvSpPr>
        <p:spPr>
          <a:xfrm>
            <a:off x="388209" y="1172691"/>
            <a:ext cx="5024050" cy="3319883"/>
          </a:xfrm>
          <a:prstGeom prst="rect">
            <a:avLst/>
          </a:prstGeom>
        </p:spPr>
        <p:txBody>
          <a:bodyPr wrap="square" lIns="91440" tIns="45720" rIns="91440" bIns="45720" anchor="t">
            <a:spAutoFit/>
          </a:bodyPr>
          <a:lstStyle/>
          <a:p>
            <a:pPr marL="171450" indent="-171450">
              <a:lnSpc>
                <a:spcPct val="120000"/>
              </a:lnSpc>
              <a:buFont typeface="Arial"/>
              <a:buChar char="•"/>
            </a:pPr>
            <a:r>
              <a:rPr lang="en-US" sz="1600" err="1">
                <a:solidFill>
                  <a:schemeClr val="tx1">
                    <a:lumMod val="75000"/>
                    <a:lumOff val="25000"/>
                  </a:schemeClr>
                </a:solidFill>
                <a:ea typeface="+mn-lt"/>
                <a:cs typeface="+mn-lt"/>
              </a:rPr>
              <a:t>Evaluer</a:t>
            </a:r>
            <a:r>
              <a:rPr lang="en-US" sz="1600">
                <a:solidFill>
                  <a:schemeClr val="tx1">
                    <a:lumMod val="75000"/>
                    <a:lumOff val="25000"/>
                  </a:schemeClr>
                </a:solidFill>
                <a:ea typeface="+mn-lt"/>
                <a:cs typeface="+mn-lt"/>
              </a:rPr>
              <a:t> et tester pour </a:t>
            </a:r>
            <a:r>
              <a:rPr lang="en-US" sz="1600" err="1">
                <a:solidFill>
                  <a:schemeClr val="tx1">
                    <a:lumMod val="75000"/>
                    <a:lumOff val="25000"/>
                  </a:schemeClr>
                </a:solidFill>
                <a:ea typeface="+mn-lt"/>
                <a:cs typeface="+mn-lt"/>
              </a:rPr>
              <a:t>mieux</a:t>
            </a:r>
            <a:r>
              <a:rPr lang="en-US" sz="1600">
                <a:solidFill>
                  <a:schemeClr val="tx1">
                    <a:lumMod val="75000"/>
                    <a:lumOff val="25000"/>
                  </a:schemeClr>
                </a:solidFill>
                <a:ea typeface="+mn-lt"/>
                <a:cs typeface="+mn-lt"/>
              </a:rPr>
              <a:t> </a:t>
            </a:r>
            <a:r>
              <a:rPr lang="en-US" sz="1600" err="1">
                <a:solidFill>
                  <a:schemeClr val="tx1">
                    <a:lumMod val="75000"/>
                    <a:lumOff val="25000"/>
                  </a:schemeClr>
                </a:solidFill>
                <a:ea typeface="+mn-lt"/>
                <a:cs typeface="+mn-lt"/>
              </a:rPr>
              <a:t>comprendre</a:t>
            </a:r>
            <a:r>
              <a:rPr lang="en-US" sz="1600">
                <a:solidFill>
                  <a:schemeClr val="tx1">
                    <a:lumMod val="75000"/>
                    <a:lumOff val="25000"/>
                  </a:schemeClr>
                </a:solidFill>
                <a:ea typeface="+mn-lt"/>
                <a:cs typeface="+mn-lt"/>
              </a:rPr>
              <a:t> et </a:t>
            </a:r>
            <a:r>
              <a:rPr lang="en-US" sz="1600" err="1">
                <a:solidFill>
                  <a:schemeClr val="tx1">
                    <a:lumMod val="75000"/>
                    <a:lumOff val="25000"/>
                  </a:schemeClr>
                </a:solidFill>
                <a:ea typeface="+mn-lt"/>
                <a:cs typeface="+mn-lt"/>
              </a:rPr>
              <a:t>améliorer</a:t>
            </a:r>
            <a:r>
              <a:rPr lang="en-US" sz="1600">
                <a:solidFill>
                  <a:schemeClr val="tx1">
                    <a:lumMod val="75000"/>
                    <a:lumOff val="25000"/>
                  </a:schemeClr>
                </a:solidFill>
                <a:ea typeface="+mn-lt"/>
                <a:cs typeface="+mn-lt"/>
              </a:rPr>
              <a:t>.</a:t>
            </a:r>
          </a:p>
          <a:p>
            <a:pPr>
              <a:lnSpc>
                <a:spcPct val="120000"/>
              </a:lnSpc>
            </a:pPr>
            <a:endParaRPr lang="en-US" sz="1600">
              <a:solidFill>
                <a:schemeClr val="tx1">
                  <a:lumMod val="75000"/>
                  <a:lumOff val="25000"/>
                </a:schemeClr>
              </a:solidFill>
              <a:ea typeface="+mn-lt"/>
              <a:cs typeface="+mn-lt"/>
            </a:endParaRPr>
          </a:p>
          <a:p>
            <a:pPr marL="171450" indent="-171450">
              <a:lnSpc>
                <a:spcPct val="120000"/>
              </a:lnSpc>
              <a:buFont typeface="Arial"/>
              <a:buChar char="•"/>
            </a:pPr>
            <a:r>
              <a:rPr lang="en-US" sz="1600">
                <a:solidFill>
                  <a:schemeClr val="tx1">
                    <a:lumMod val="75000"/>
                    <a:lumOff val="25000"/>
                  </a:schemeClr>
                </a:solidFill>
                <a:ea typeface="+mn-lt"/>
                <a:cs typeface="+mn-lt"/>
              </a:rPr>
              <a:t>Comparer aux bibliothèque </a:t>
            </a:r>
            <a:r>
              <a:rPr lang="en-US" sz="1600" err="1">
                <a:solidFill>
                  <a:schemeClr val="tx1">
                    <a:lumMod val="75000"/>
                    <a:lumOff val="25000"/>
                  </a:schemeClr>
                </a:solidFill>
                <a:ea typeface="+mn-lt"/>
                <a:cs typeface="+mn-lt"/>
              </a:rPr>
              <a:t>existantes</a:t>
            </a:r>
            <a:r>
              <a:rPr lang="en-US" sz="1600">
                <a:solidFill>
                  <a:schemeClr val="tx1">
                    <a:lumMod val="75000"/>
                    <a:lumOff val="25000"/>
                  </a:schemeClr>
                </a:solidFill>
                <a:ea typeface="+mn-lt"/>
                <a:cs typeface="+mn-lt"/>
              </a:rPr>
              <a:t>.</a:t>
            </a:r>
          </a:p>
          <a:p>
            <a:pPr>
              <a:lnSpc>
                <a:spcPct val="120000"/>
              </a:lnSpc>
            </a:pPr>
            <a:endParaRPr lang="en-US" sz="1600">
              <a:solidFill>
                <a:schemeClr val="tx1">
                  <a:lumMod val="75000"/>
                  <a:lumOff val="25000"/>
                </a:schemeClr>
              </a:solidFill>
              <a:ea typeface="+mn-lt"/>
              <a:cs typeface="+mn-lt"/>
            </a:endParaRPr>
          </a:p>
          <a:p>
            <a:pPr marL="171450" indent="-171450">
              <a:lnSpc>
                <a:spcPct val="120000"/>
              </a:lnSpc>
              <a:buFont typeface="Arial"/>
              <a:buChar char="•"/>
            </a:pPr>
            <a:r>
              <a:rPr lang="en-US" sz="1600">
                <a:solidFill>
                  <a:schemeClr val="tx1">
                    <a:lumMod val="75000"/>
                    <a:lumOff val="25000"/>
                  </a:schemeClr>
                </a:solidFill>
                <a:ea typeface="+mn-lt"/>
                <a:cs typeface="+mn-lt"/>
              </a:rPr>
              <a:t>Accuracy, principal </a:t>
            </a:r>
            <a:r>
              <a:rPr lang="en-US" sz="1600" err="1">
                <a:solidFill>
                  <a:schemeClr val="tx1">
                    <a:lumMod val="75000"/>
                    <a:lumOff val="25000"/>
                  </a:schemeClr>
                </a:solidFill>
                <a:ea typeface="+mn-lt"/>
                <a:cs typeface="+mn-lt"/>
              </a:rPr>
              <a:t>métrique</a:t>
            </a:r>
            <a:r>
              <a:rPr lang="en-US" sz="1600">
                <a:solidFill>
                  <a:schemeClr val="tx1">
                    <a:lumMod val="75000"/>
                    <a:lumOff val="25000"/>
                  </a:schemeClr>
                </a:solidFill>
                <a:ea typeface="+mn-lt"/>
                <a:cs typeface="+mn-lt"/>
              </a:rPr>
              <a:t> </a:t>
            </a:r>
            <a:r>
              <a:rPr lang="en-US" sz="1600" err="1">
                <a:solidFill>
                  <a:schemeClr val="tx1">
                    <a:lumMod val="75000"/>
                    <a:lumOff val="25000"/>
                  </a:schemeClr>
                </a:solidFill>
                <a:ea typeface="+mn-lt"/>
                <a:cs typeface="+mn-lt"/>
              </a:rPr>
              <a:t>évalué</a:t>
            </a:r>
            <a:r>
              <a:rPr lang="en-US" sz="1600">
                <a:solidFill>
                  <a:schemeClr val="tx1">
                    <a:lumMod val="75000"/>
                    <a:lumOff val="25000"/>
                  </a:schemeClr>
                </a:solidFill>
                <a:ea typeface="+mn-lt"/>
                <a:cs typeface="+mn-lt"/>
              </a:rPr>
              <a:t>.</a:t>
            </a:r>
          </a:p>
          <a:p>
            <a:pPr>
              <a:lnSpc>
                <a:spcPct val="120000"/>
              </a:lnSpc>
            </a:pPr>
            <a:endParaRPr lang="en-US" sz="1600">
              <a:solidFill>
                <a:schemeClr val="tx1">
                  <a:lumMod val="75000"/>
                  <a:lumOff val="25000"/>
                </a:schemeClr>
              </a:solidFill>
              <a:ea typeface="+mn-lt"/>
              <a:cs typeface="+mn-lt"/>
            </a:endParaRPr>
          </a:p>
          <a:p>
            <a:pPr marL="171450" indent="-171450">
              <a:lnSpc>
                <a:spcPct val="120000"/>
              </a:lnSpc>
              <a:buFont typeface="Arial,Sans-Serif"/>
              <a:buChar char="•"/>
            </a:pPr>
            <a:r>
              <a:rPr lang="en-US" sz="1600" err="1">
                <a:solidFill>
                  <a:schemeClr val="tx1">
                    <a:lumMod val="75000"/>
                    <a:lumOff val="25000"/>
                  </a:schemeClr>
                </a:solidFill>
                <a:ea typeface="+mn-lt"/>
                <a:cs typeface="+mn-lt"/>
              </a:rPr>
              <a:t>Plusieurs</a:t>
            </a:r>
            <a:r>
              <a:rPr lang="en-US" sz="1600">
                <a:solidFill>
                  <a:schemeClr val="tx1">
                    <a:lumMod val="75000"/>
                    <a:lumOff val="25000"/>
                  </a:schemeClr>
                </a:solidFill>
                <a:ea typeface="+mn-lt"/>
                <a:cs typeface="+mn-lt"/>
              </a:rPr>
              <a:t> angles </a:t>
            </a:r>
            <a:r>
              <a:rPr lang="en-US" sz="1600" err="1">
                <a:solidFill>
                  <a:schemeClr val="tx1">
                    <a:lumMod val="75000"/>
                    <a:lumOff val="25000"/>
                  </a:schemeClr>
                </a:solidFill>
                <a:ea typeface="+mn-lt"/>
                <a:cs typeface="+mn-lt"/>
              </a:rPr>
              <a:t>d'expérimentations</a:t>
            </a:r>
            <a:r>
              <a:rPr lang="en-US" sz="1600">
                <a:solidFill>
                  <a:schemeClr val="tx1">
                    <a:lumMod val="75000"/>
                    <a:lumOff val="25000"/>
                  </a:schemeClr>
                </a:solidFill>
                <a:ea typeface="+mn-lt"/>
                <a:cs typeface="+mn-lt"/>
              </a:rPr>
              <a:t>.</a:t>
            </a:r>
            <a:endParaRPr lang="en-US">
              <a:solidFill>
                <a:schemeClr val="tx1">
                  <a:lumMod val="75000"/>
                  <a:lumOff val="25000"/>
                </a:schemeClr>
              </a:solidFill>
            </a:endParaRPr>
          </a:p>
          <a:p>
            <a:pPr marL="171450" indent="-171450">
              <a:lnSpc>
                <a:spcPct val="120000"/>
              </a:lnSpc>
              <a:buFont typeface="Arial,Sans-Serif"/>
              <a:buChar char="•"/>
            </a:pPr>
            <a:endParaRPr lang="en-US" sz="1600">
              <a:solidFill>
                <a:schemeClr val="tx1">
                  <a:lumMod val="75000"/>
                  <a:lumOff val="25000"/>
                </a:schemeClr>
              </a:solidFill>
              <a:ea typeface="Roboto"/>
              <a:cs typeface="Roboto"/>
            </a:endParaRPr>
          </a:p>
          <a:p>
            <a:pPr marL="171450" indent="-171450">
              <a:lnSpc>
                <a:spcPct val="120000"/>
              </a:lnSpc>
              <a:buFont typeface="Arial,Sans-Serif"/>
              <a:buChar char="•"/>
            </a:pPr>
            <a:r>
              <a:rPr lang="en-US" sz="1600">
                <a:solidFill>
                  <a:schemeClr val="tx1">
                    <a:lumMod val="75000"/>
                    <a:lumOff val="25000"/>
                  </a:schemeClr>
                </a:solidFill>
                <a:ea typeface="Roboto"/>
                <a:cs typeface="Roboto"/>
              </a:rPr>
              <a:t>Evaluation de la </a:t>
            </a:r>
            <a:r>
              <a:rPr lang="en-US" sz="1600" err="1">
                <a:solidFill>
                  <a:schemeClr val="tx1">
                    <a:lumMod val="75000"/>
                    <a:lumOff val="25000"/>
                  </a:schemeClr>
                </a:solidFill>
                <a:ea typeface="Roboto"/>
                <a:cs typeface="Roboto"/>
              </a:rPr>
              <a:t>rapidité</a:t>
            </a:r>
          </a:p>
          <a:p>
            <a:pPr marL="171450" indent="-171450">
              <a:lnSpc>
                <a:spcPct val="120000"/>
              </a:lnSpc>
              <a:buFont typeface="Arial"/>
              <a:buChar char="•"/>
            </a:pPr>
            <a:endParaRPr lang="en-US" sz="1600" err="1">
              <a:solidFill>
                <a:schemeClr val="tx1">
                  <a:lumMod val="75000"/>
                  <a:lumOff val="25000"/>
                </a:schemeClr>
              </a:solidFill>
              <a:ea typeface="Roboto"/>
              <a:cs typeface="Roboto"/>
            </a:endParaRPr>
          </a:p>
        </p:txBody>
      </p:sp>
      <p:sp>
        <p:nvSpPr>
          <p:cNvPr id="5" name="Rectangle 4">
            <a:extLst>
              <a:ext uri="{FF2B5EF4-FFF2-40B4-BE49-F238E27FC236}">
                <a16:creationId xmlns:a16="http://schemas.microsoft.com/office/drawing/2014/main" id="{DFF7FD89-8064-33B9-C637-422B9DAFCDC2}"/>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15879221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left)">
                                      <p:cBhvr>
                                        <p:cTn id="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0096" y="761423"/>
            <a:ext cx="8368363" cy="412666"/>
          </a:xfrm>
          <a:prstGeom prst="rect">
            <a:avLst/>
          </a:prstGeom>
        </p:spPr>
        <p:txBody>
          <a:bodyPr/>
          <a:lstStyle/>
          <a:p>
            <a:pPr marL="171450" indent="-171450">
              <a:buChar char="•"/>
            </a:pPr>
            <a:r>
              <a:rPr lang="en-US" sz="1000">
                <a:solidFill>
                  <a:schemeClr val="tx1">
                    <a:lumMod val="75000"/>
                    <a:lumOff val="25000"/>
                  </a:schemeClr>
                </a:solidFill>
                <a:latin typeface="Calibri Light"/>
                <a:ea typeface="Calibri Light"/>
                <a:cs typeface="Calibri Light"/>
              </a:rPr>
              <a:t>Le </a:t>
            </a:r>
            <a:r>
              <a:rPr lang="en-US" sz="1000" err="1">
                <a:solidFill>
                  <a:schemeClr val="tx1">
                    <a:lumMod val="75000"/>
                    <a:lumOff val="25000"/>
                  </a:schemeClr>
                </a:solidFill>
                <a:latin typeface="Calibri Light"/>
                <a:ea typeface="Calibri Light"/>
                <a:cs typeface="Calibri Light"/>
              </a:rPr>
              <a:t>modèle</a:t>
            </a:r>
            <a:r>
              <a:rPr lang="en-US" sz="1000">
                <a:solidFill>
                  <a:schemeClr val="tx1">
                    <a:lumMod val="75000"/>
                    <a:lumOff val="25000"/>
                  </a:schemeClr>
                </a:solidFill>
                <a:latin typeface="Calibri Light"/>
                <a:ea typeface="Calibri Light"/>
                <a:cs typeface="Calibri Light"/>
              </a:rPr>
              <a:t> </a:t>
            </a:r>
            <a:r>
              <a:rPr lang="en-US" sz="1000" err="1">
                <a:solidFill>
                  <a:schemeClr val="tx1">
                    <a:lumMod val="75000"/>
                    <a:lumOff val="25000"/>
                  </a:schemeClr>
                </a:solidFill>
                <a:latin typeface="Calibri Light"/>
                <a:ea typeface="Calibri Light"/>
                <a:cs typeface="Calibri Light"/>
              </a:rPr>
              <a:t>est</a:t>
            </a:r>
            <a:r>
              <a:rPr lang="en-US" sz="1000">
                <a:solidFill>
                  <a:schemeClr val="tx1">
                    <a:lumMod val="75000"/>
                    <a:lumOff val="25000"/>
                  </a:schemeClr>
                </a:solidFill>
                <a:latin typeface="Calibri Light"/>
                <a:ea typeface="Calibri Light"/>
                <a:cs typeface="Calibri Light"/>
              </a:rPr>
              <a:t> il </a:t>
            </a:r>
            <a:r>
              <a:rPr lang="en-US" sz="1000" err="1">
                <a:solidFill>
                  <a:schemeClr val="tx1">
                    <a:lumMod val="75000"/>
                    <a:lumOff val="25000"/>
                  </a:schemeClr>
                </a:solidFill>
                <a:latin typeface="Calibri Light"/>
                <a:ea typeface="Calibri Light"/>
                <a:cs typeface="Calibri Light"/>
              </a:rPr>
              <a:t>meilleur</a:t>
            </a:r>
            <a:r>
              <a:rPr lang="en-US" sz="1000">
                <a:solidFill>
                  <a:schemeClr val="tx1">
                    <a:lumMod val="75000"/>
                    <a:lumOff val="25000"/>
                  </a:schemeClr>
                </a:solidFill>
                <a:latin typeface="Calibri Light"/>
                <a:ea typeface="Calibri Light"/>
                <a:cs typeface="Calibri Light"/>
              </a:rPr>
              <a:t> plus il </a:t>
            </a:r>
            <a:r>
              <a:rPr lang="en-US" sz="1000" err="1">
                <a:solidFill>
                  <a:schemeClr val="tx1">
                    <a:lumMod val="75000"/>
                    <a:lumOff val="25000"/>
                  </a:schemeClr>
                </a:solidFill>
                <a:latin typeface="Calibri Light"/>
                <a:ea typeface="Calibri Light"/>
                <a:cs typeface="Calibri Light"/>
              </a:rPr>
              <a:t>apprend</a:t>
            </a:r>
            <a:r>
              <a:rPr lang="en-US" sz="1000">
                <a:solidFill>
                  <a:schemeClr val="tx1">
                    <a:lumMod val="75000"/>
                    <a:lumOff val="25000"/>
                  </a:schemeClr>
                </a:solidFill>
                <a:latin typeface="Calibri Light"/>
                <a:ea typeface="Calibri Light"/>
                <a:cs typeface="Calibri Light"/>
              </a:rPr>
              <a:t> ?</a:t>
            </a:r>
          </a:p>
          <a:p>
            <a:pPr marL="171450" indent="-171450">
              <a:buChar char="•"/>
            </a:pPr>
            <a:r>
              <a:rPr lang="en-US" sz="1000">
                <a:solidFill>
                  <a:schemeClr val="tx1">
                    <a:lumMod val="75000"/>
                    <a:lumOff val="25000"/>
                  </a:schemeClr>
                </a:solidFill>
                <a:latin typeface="Calibri Light"/>
                <a:ea typeface="Calibri Light"/>
                <a:cs typeface="Calibri Light"/>
              </a:rPr>
              <a:t>Sur des </a:t>
            </a:r>
            <a:r>
              <a:rPr lang="en-US" sz="1000" err="1">
                <a:solidFill>
                  <a:schemeClr val="tx1">
                    <a:lumMod val="75000"/>
                    <a:lumOff val="25000"/>
                  </a:schemeClr>
                </a:solidFill>
                <a:latin typeface="Calibri Light"/>
                <a:ea typeface="Calibri Light"/>
                <a:cs typeface="Calibri Light"/>
              </a:rPr>
              <a:t>textes</a:t>
            </a:r>
            <a:r>
              <a:rPr lang="en-US" sz="1000">
                <a:solidFill>
                  <a:schemeClr val="tx1">
                    <a:lumMod val="75000"/>
                    <a:lumOff val="25000"/>
                  </a:schemeClr>
                </a:solidFill>
                <a:latin typeface="Calibri Light"/>
                <a:ea typeface="Calibri Light"/>
                <a:cs typeface="Calibri Light"/>
              </a:rPr>
              <a:t> </a:t>
            </a:r>
            <a:r>
              <a:rPr lang="en-US" sz="1000" err="1">
                <a:solidFill>
                  <a:schemeClr val="tx1">
                    <a:lumMod val="75000"/>
                    <a:lumOff val="25000"/>
                  </a:schemeClr>
                </a:solidFill>
                <a:latin typeface="Calibri Light"/>
                <a:ea typeface="Calibri Light"/>
                <a:cs typeface="Calibri Light"/>
              </a:rPr>
              <a:t>qu'il</a:t>
            </a:r>
            <a:r>
              <a:rPr lang="en-US" sz="1000">
                <a:solidFill>
                  <a:schemeClr val="tx1">
                    <a:lumMod val="75000"/>
                    <a:lumOff val="25000"/>
                  </a:schemeClr>
                </a:solidFill>
                <a:latin typeface="Calibri Light"/>
                <a:ea typeface="Calibri Light"/>
                <a:cs typeface="Calibri Light"/>
              </a:rPr>
              <a:t> a </a:t>
            </a:r>
            <a:r>
              <a:rPr lang="en-US" sz="1000" err="1">
                <a:solidFill>
                  <a:schemeClr val="tx1">
                    <a:lumMod val="75000"/>
                    <a:lumOff val="25000"/>
                  </a:schemeClr>
                </a:solidFill>
                <a:latin typeface="Calibri Light"/>
                <a:ea typeface="Calibri Light"/>
                <a:cs typeface="Calibri Light"/>
              </a:rPr>
              <a:t>appris</a:t>
            </a:r>
            <a:r>
              <a:rPr lang="en-US" sz="1000">
                <a:solidFill>
                  <a:schemeClr val="tx1">
                    <a:lumMod val="75000"/>
                    <a:lumOff val="25000"/>
                  </a:schemeClr>
                </a:solidFill>
                <a:latin typeface="Calibri Light"/>
                <a:ea typeface="Calibri Light"/>
                <a:cs typeface="Calibri Light"/>
              </a:rPr>
              <a:t> ? Sur des </a:t>
            </a:r>
            <a:r>
              <a:rPr lang="en-US" sz="1000" err="1">
                <a:solidFill>
                  <a:schemeClr val="tx1">
                    <a:lumMod val="75000"/>
                    <a:lumOff val="25000"/>
                  </a:schemeClr>
                </a:solidFill>
                <a:latin typeface="Calibri Light"/>
                <a:ea typeface="Calibri Light"/>
                <a:cs typeface="Calibri Light"/>
              </a:rPr>
              <a:t>textes</a:t>
            </a:r>
            <a:r>
              <a:rPr lang="en-US" sz="1000">
                <a:solidFill>
                  <a:schemeClr val="tx1">
                    <a:lumMod val="75000"/>
                    <a:lumOff val="25000"/>
                  </a:schemeClr>
                </a:solidFill>
                <a:latin typeface="Calibri Light"/>
                <a:ea typeface="Calibri Light"/>
                <a:cs typeface="Calibri Light"/>
              </a:rPr>
              <a:t> </a:t>
            </a:r>
            <a:r>
              <a:rPr lang="en-US" sz="1000" err="1">
                <a:solidFill>
                  <a:schemeClr val="tx1">
                    <a:lumMod val="75000"/>
                    <a:lumOff val="25000"/>
                  </a:schemeClr>
                </a:solidFill>
                <a:latin typeface="Calibri Light"/>
                <a:ea typeface="Calibri Light"/>
                <a:cs typeface="Calibri Light"/>
              </a:rPr>
              <a:t>qu'il</a:t>
            </a:r>
            <a:r>
              <a:rPr lang="en-US" sz="1000">
                <a:solidFill>
                  <a:schemeClr val="tx1">
                    <a:lumMod val="75000"/>
                    <a:lumOff val="25000"/>
                  </a:schemeClr>
                </a:solidFill>
                <a:latin typeface="Calibri Light"/>
                <a:ea typeface="Calibri Light"/>
                <a:cs typeface="Calibri Light"/>
              </a:rPr>
              <a:t> </a:t>
            </a:r>
            <a:r>
              <a:rPr lang="en-US" sz="1000" err="1">
                <a:solidFill>
                  <a:schemeClr val="tx1">
                    <a:lumMod val="75000"/>
                    <a:lumOff val="25000"/>
                  </a:schemeClr>
                </a:solidFill>
                <a:latin typeface="Calibri Light"/>
                <a:ea typeface="Calibri Light"/>
                <a:cs typeface="Calibri Light"/>
              </a:rPr>
              <a:t>n'a</a:t>
            </a:r>
            <a:r>
              <a:rPr lang="en-US" sz="1000">
                <a:solidFill>
                  <a:schemeClr val="tx1">
                    <a:lumMod val="75000"/>
                    <a:lumOff val="25000"/>
                  </a:schemeClr>
                </a:solidFill>
                <a:latin typeface="Calibri Light"/>
                <a:ea typeface="Calibri Light"/>
                <a:cs typeface="Calibri Light"/>
              </a:rPr>
              <a:t> pas </a:t>
            </a:r>
            <a:r>
              <a:rPr lang="en-US" sz="1000" err="1">
                <a:solidFill>
                  <a:schemeClr val="tx1">
                    <a:lumMod val="75000"/>
                    <a:lumOff val="25000"/>
                  </a:schemeClr>
                </a:solidFill>
                <a:latin typeface="Calibri Light"/>
                <a:ea typeface="Calibri Light"/>
                <a:cs typeface="Calibri Light"/>
              </a:rPr>
              <a:t>appris</a:t>
            </a:r>
            <a:r>
              <a:rPr lang="en-US" sz="1000">
                <a:solidFill>
                  <a:schemeClr val="tx1">
                    <a:lumMod val="75000"/>
                    <a:lumOff val="25000"/>
                  </a:schemeClr>
                </a:solidFill>
                <a:latin typeface="Calibri Light"/>
                <a:ea typeface="Calibri Light"/>
                <a:cs typeface="Calibri Light"/>
              </a:rPr>
              <a:t> ? Sur la </a:t>
            </a:r>
            <a:r>
              <a:rPr lang="en-US" sz="1000" err="1">
                <a:solidFill>
                  <a:schemeClr val="tx1">
                    <a:lumMod val="75000"/>
                    <a:lumOff val="25000"/>
                  </a:schemeClr>
                </a:solidFill>
                <a:latin typeface="Calibri Light"/>
                <a:ea typeface="Calibri Light"/>
                <a:cs typeface="Calibri Light"/>
              </a:rPr>
              <a:t>totalité</a:t>
            </a:r>
            <a:r>
              <a:rPr lang="en-US" sz="1000">
                <a:solidFill>
                  <a:schemeClr val="tx1">
                    <a:lumMod val="75000"/>
                    <a:lumOff val="25000"/>
                  </a:schemeClr>
                </a:solidFill>
                <a:latin typeface="Calibri Light"/>
                <a:ea typeface="Calibri Light"/>
                <a:cs typeface="Calibri Light"/>
              </a:rPr>
              <a:t> des </a:t>
            </a:r>
            <a:r>
              <a:rPr lang="en-US" sz="1000" err="1">
                <a:solidFill>
                  <a:schemeClr val="tx1">
                    <a:lumMod val="75000"/>
                    <a:lumOff val="25000"/>
                  </a:schemeClr>
                </a:solidFill>
                <a:latin typeface="Calibri Light"/>
                <a:ea typeface="Calibri Light"/>
                <a:cs typeface="Calibri Light"/>
              </a:rPr>
              <a:t>textes</a:t>
            </a:r>
            <a:r>
              <a:rPr lang="en-US" sz="1000">
                <a:solidFill>
                  <a:schemeClr val="tx1">
                    <a:lumMod val="75000"/>
                    <a:lumOff val="25000"/>
                  </a:schemeClr>
                </a:solidFill>
                <a:latin typeface="Calibri Light"/>
                <a:ea typeface="Calibri Light"/>
                <a:cs typeface="Calibri Light"/>
              </a:rPr>
              <a:t> ?</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ea typeface="+mj-lt"/>
                <a:cs typeface="+mj-lt"/>
              </a:rPr>
              <a:t>IMPACT DE L'APPRENTISSAGE</a:t>
            </a:r>
            <a:endParaRPr lang="en-US"/>
          </a:p>
        </p:txBody>
      </p:sp>
      <p:grpSp>
        <p:nvGrpSpPr>
          <p:cNvPr id="20" name="Group 19">
            <a:extLst>
              <a:ext uri="{FF2B5EF4-FFF2-40B4-BE49-F238E27FC236}">
                <a16:creationId xmlns:a16="http://schemas.microsoft.com/office/drawing/2014/main" id="{68E6F1E8-B521-418C-A2FA-86802CE68BF3}"/>
              </a:ext>
            </a:extLst>
          </p:cNvPr>
          <p:cNvGrpSpPr/>
          <p:nvPr/>
        </p:nvGrpSpPr>
        <p:grpSpPr>
          <a:xfrm>
            <a:off x="5345376" y="1066801"/>
            <a:ext cx="3277662" cy="3271838"/>
            <a:chOff x="5197476" y="919163"/>
            <a:chExt cx="3573462" cy="3567113"/>
          </a:xfrm>
          <a:solidFill>
            <a:schemeClr val="bg1">
              <a:lumMod val="95000"/>
              <a:alpha val="50000"/>
            </a:schemeClr>
          </a:solidFill>
        </p:grpSpPr>
        <p:sp>
          <p:nvSpPr>
            <p:cNvPr id="11" name="Freeform 5">
              <a:extLst>
                <a:ext uri="{FF2B5EF4-FFF2-40B4-BE49-F238E27FC236}">
                  <a16:creationId xmlns:a16="http://schemas.microsoft.com/office/drawing/2014/main" id="{9ABA1EC8-D243-4770-96D2-7BC0A6A5AD7C}"/>
                </a:ext>
              </a:extLst>
            </p:cNvPr>
            <p:cNvSpPr>
              <a:spLocks/>
            </p:cNvSpPr>
            <p:nvPr/>
          </p:nvSpPr>
          <p:spPr bwMode="auto">
            <a:xfrm>
              <a:off x="5197476" y="919163"/>
              <a:ext cx="2974975" cy="3567113"/>
            </a:xfrm>
            <a:custGeom>
              <a:avLst/>
              <a:gdLst>
                <a:gd name="T0" fmla="*/ 91 w 1709"/>
                <a:gd name="T1" fmla="*/ 1299 h 2050"/>
                <a:gd name="T2" fmla="*/ 128 w 1709"/>
                <a:gd name="T3" fmla="*/ 1362 h 2050"/>
                <a:gd name="T4" fmla="*/ 111 w 1709"/>
                <a:gd name="T5" fmla="*/ 1476 h 2050"/>
                <a:gd name="T6" fmla="*/ 132 w 1709"/>
                <a:gd name="T7" fmla="*/ 1550 h 2050"/>
                <a:gd name="T8" fmla="*/ 175 w 1709"/>
                <a:gd name="T9" fmla="*/ 1599 h 2050"/>
                <a:gd name="T10" fmla="*/ 203 w 1709"/>
                <a:gd name="T11" fmla="*/ 1667 h 2050"/>
                <a:gd name="T12" fmla="*/ 209 w 1709"/>
                <a:gd name="T13" fmla="*/ 1786 h 2050"/>
                <a:gd name="T14" fmla="*/ 358 w 1709"/>
                <a:gd name="T15" fmla="*/ 1876 h 2050"/>
                <a:gd name="T16" fmla="*/ 784 w 1709"/>
                <a:gd name="T17" fmla="*/ 2024 h 2050"/>
                <a:gd name="T18" fmla="*/ 1673 w 1709"/>
                <a:gd name="T19" fmla="*/ 2048 h 2050"/>
                <a:gd name="T20" fmla="*/ 1706 w 1709"/>
                <a:gd name="T21" fmla="*/ 2003 h 2050"/>
                <a:gd name="T22" fmla="*/ 1649 w 1709"/>
                <a:gd name="T23" fmla="*/ 1901 h 2050"/>
                <a:gd name="T24" fmla="*/ 1571 w 1709"/>
                <a:gd name="T25" fmla="*/ 1605 h 2050"/>
                <a:gd name="T26" fmla="*/ 1516 w 1709"/>
                <a:gd name="T27" fmla="*/ 1581 h 2050"/>
                <a:gd name="T28" fmla="*/ 1546 w 1709"/>
                <a:gd name="T29" fmla="*/ 1825 h 2050"/>
                <a:gd name="T30" fmla="*/ 1614 w 1709"/>
                <a:gd name="T31" fmla="*/ 1976 h 2050"/>
                <a:gd name="T32" fmla="*/ 842 w 1709"/>
                <a:gd name="T33" fmla="*/ 1982 h 2050"/>
                <a:gd name="T34" fmla="*/ 753 w 1709"/>
                <a:gd name="T35" fmla="*/ 1753 h 2050"/>
                <a:gd name="T36" fmla="*/ 1019 w 1709"/>
                <a:gd name="T37" fmla="*/ 1538 h 2050"/>
                <a:gd name="T38" fmla="*/ 985 w 1709"/>
                <a:gd name="T39" fmla="*/ 1505 h 2050"/>
                <a:gd name="T40" fmla="*/ 781 w 1709"/>
                <a:gd name="T41" fmla="*/ 1671 h 2050"/>
                <a:gd name="T42" fmla="*/ 638 w 1709"/>
                <a:gd name="T43" fmla="*/ 1721 h 2050"/>
                <a:gd name="T44" fmla="*/ 344 w 1709"/>
                <a:gd name="T45" fmla="*/ 1809 h 2050"/>
                <a:gd name="T46" fmla="*/ 266 w 1709"/>
                <a:gd name="T47" fmla="*/ 1703 h 2050"/>
                <a:gd name="T48" fmla="*/ 273 w 1709"/>
                <a:gd name="T49" fmla="*/ 1609 h 2050"/>
                <a:gd name="T50" fmla="*/ 202 w 1709"/>
                <a:gd name="T51" fmla="*/ 1535 h 2050"/>
                <a:gd name="T52" fmla="*/ 222 w 1709"/>
                <a:gd name="T53" fmla="*/ 1488 h 2050"/>
                <a:gd name="T54" fmla="*/ 167 w 1709"/>
                <a:gd name="T55" fmla="*/ 1434 h 2050"/>
                <a:gd name="T56" fmla="*/ 190 w 1709"/>
                <a:gd name="T57" fmla="*/ 1391 h 2050"/>
                <a:gd name="T58" fmla="*/ 122 w 1709"/>
                <a:gd name="T59" fmla="*/ 1238 h 2050"/>
                <a:gd name="T60" fmla="*/ 73 w 1709"/>
                <a:gd name="T61" fmla="*/ 1205 h 2050"/>
                <a:gd name="T62" fmla="*/ 261 w 1709"/>
                <a:gd name="T63" fmla="*/ 902 h 2050"/>
                <a:gd name="T64" fmla="*/ 224 w 1709"/>
                <a:gd name="T65" fmla="*/ 771 h 2050"/>
                <a:gd name="T66" fmla="*/ 201 w 1709"/>
                <a:gd name="T67" fmla="*/ 711 h 2050"/>
                <a:gd name="T68" fmla="*/ 253 w 1709"/>
                <a:gd name="T69" fmla="*/ 578 h 2050"/>
                <a:gd name="T70" fmla="*/ 284 w 1709"/>
                <a:gd name="T71" fmla="*/ 463 h 2050"/>
                <a:gd name="T72" fmla="*/ 713 w 1709"/>
                <a:gd name="T73" fmla="*/ 117 h 2050"/>
                <a:gd name="T74" fmla="*/ 1194 w 1709"/>
                <a:gd name="T75" fmla="*/ 80 h 2050"/>
                <a:gd name="T76" fmla="*/ 1206 w 1709"/>
                <a:gd name="T77" fmla="*/ 13 h 2050"/>
                <a:gd name="T78" fmla="*/ 699 w 1709"/>
                <a:gd name="T79" fmla="*/ 50 h 2050"/>
                <a:gd name="T80" fmla="*/ 220 w 1709"/>
                <a:gd name="T81" fmla="*/ 439 h 2050"/>
                <a:gd name="T82" fmla="*/ 187 w 1709"/>
                <a:gd name="T83" fmla="*/ 563 h 2050"/>
                <a:gd name="T84" fmla="*/ 138 w 1709"/>
                <a:gd name="T85" fmla="*/ 688 h 2050"/>
                <a:gd name="T86" fmla="*/ 178 w 1709"/>
                <a:gd name="T87" fmla="*/ 821 h 2050"/>
                <a:gd name="T88" fmla="*/ 200 w 1709"/>
                <a:gd name="T89" fmla="*/ 871 h 2050"/>
                <a:gd name="T90" fmla="*/ 6 w 1709"/>
                <a:gd name="T91" fmla="*/ 1214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09" h="2050">
                  <a:moveTo>
                    <a:pt x="55" y="1278"/>
                  </a:moveTo>
                  <a:cubicBezTo>
                    <a:pt x="66" y="1286"/>
                    <a:pt x="78" y="1293"/>
                    <a:pt x="91" y="1299"/>
                  </a:cubicBezTo>
                  <a:cubicBezTo>
                    <a:pt x="105" y="1306"/>
                    <a:pt x="130" y="1319"/>
                    <a:pt x="132" y="1328"/>
                  </a:cubicBezTo>
                  <a:cubicBezTo>
                    <a:pt x="134" y="1339"/>
                    <a:pt x="133" y="1351"/>
                    <a:pt x="128" y="1362"/>
                  </a:cubicBezTo>
                  <a:cubicBezTo>
                    <a:pt x="123" y="1373"/>
                    <a:pt x="117" y="1383"/>
                    <a:pt x="113" y="1391"/>
                  </a:cubicBezTo>
                  <a:cubicBezTo>
                    <a:pt x="100" y="1413"/>
                    <a:pt x="79" y="1450"/>
                    <a:pt x="111" y="1476"/>
                  </a:cubicBezTo>
                  <a:cubicBezTo>
                    <a:pt x="118" y="1482"/>
                    <a:pt x="131" y="1492"/>
                    <a:pt x="143" y="1501"/>
                  </a:cubicBezTo>
                  <a:cubicBezTo>
                    <a:pt x="134" y="1516"/>
                    <a:pt x="130" y="1533"/>
                    <a:pt x="132" y="1550"/>
                  </a:cubicBezTo>
                  <a:cubicBezTo>
                    <a:pt x="133" y="1564"/>
                    <a:pt x="141" y="1576"/>
                    <a:pt x="152" y="1584"/>
                  </a:cubicBezTo>
                  <a:cubicBezTo>
                    <a:pt x="159" y="1589"/>
                    <a:pt x="168" y="1594"/>
                    <a:pt x="175" y="1599"/>
                  </a:cubicBezTo>
                  <a:cubicBezTo>
                    <a:pt x="196" y="1610"/>
                    <a:pt x="204" y="1615"/>
                    <a:pt x="206" y="1626"/>
                  </a:cubicBezTo>
                  <a:cubicBezTo>
                    <a:pt x="208" y="1640"/>
                    <a:pt x="207" y="1654"/>
                    <a:pt x="203" y="1667"/>
                  </a:cubicBezTo>
                  <a:cubicBezTo>
                    <a:pt x="201" y="1676"/>
                    <a:pt x="199" y="1685"/>
                    <a:pt x="198" y="1694"/>
                  </a:cubicBezTo>
                  <a:cubicBezTo>
                    <a:pt x="194" y="1725"/>
                    <a:pt x="198" y="1757"/>
                    <a:pt x="209" y="1786"/>
                  </a:cubicBezTo>
                  <a:cubicBezTo>
                    <a:pt x="224" y="1841"/>
                    <a:pt x="273" y="1878"/>
                    <a:pt x="330" y="1879"/>
                  </a:cubicBezTo>
                  <a:cubicBezTo>
                    <a:pt x="339" y="1879"/>
                    <a:pt x="348" y="1878"/>
                    <a:pt x="358" y="1876"/>
                  </a:cubicBezTo>
                  <a:cubicBezTo>
                    <a:pt x="455" y="1853"/>
                    <a:pt x="551" y="1824"/>
                    <a:pt x="645" y="1790"/>
                  </a:cubicBezTo>
                  <a:cubicBezTo>
                    <a:pt x="722" y="1835"/>
                    <a:pt x="771" y="1973"/>
                    <a:pt x="784" y="2024"/>
                  </a:cubicBezTo>
                  <a:cubicBezTo>
                    <a:pt x="787" y="2039"/>
                    <a:pt x="801" y="2050"/>
                    <a:pt x="817" y="2050"/>
                  </a:cubicBezTo>
                  <a:cubicBezTo>
                    <a:pt x="1673" y="2048"/>
                    <a:pt x="1673" y="2048"/>
                    <a:pt x="1673" y="2048"/>
                  </a:cubicBezTo>
                  <a:cubicBezTo>
                    <a:pt x="1684" y="2048"/>
                    <a:pt x="1694" y="2042"/>
                    <a:pt x="1701" y="2034"/>
                  </a:cubicBezTo>
                  <a:cubicBezTo>
                    <a:pt x="1707" y="2025"/>
                    <a:pt x="1709" y="2014"/>
                    <a:pt x="1706" y="2003"/>
                  </a:cubicBezTo>
                  <a:cubicBezTo>
                    <a:pt x="1697" y="1980"/>
                    <a:pt x="1686" y="1958"/>
                    <a:pt x="1671" y="1938"/>
                  </a:cubicBezTo>
                  <a:cubicBezTo>
                    <a:pt x="1663" y="1927"/>
                    <a:pt x="1656" y="1914"/>
                    <a:pt x="1649" y="1901"/>
                  </a:cubicBezTo>
                  <a:cubicBezTo>
                    <a:pt x="1634" y="1870"/>
                    <a:pt x="1621" y="1838"/>
                    <a:pt x="1611" y="1804"/>
                  </a:cubicBezTo>
                  <a:cubicBezTo>
                    <a:pt x="1592" y="1739"/>
                    <a:pt x="1578" y="1672"/>
                    <a:pt x="1571" y="1605"/>
                  </a:cubicBezTo>
                  <a:cubicBezTo>
                    <a:pt x="1570" y="1592"/>
                    <a:pt x="1562" y="1581"/>
                    <a:pt x="1550" y="1576"/>
                  </a:cubicBezTo>
                  <a:cubicBezTo>
                    <a:pt x="1539" y="1571"/>
                    <a:pt x="1526" y="1573"/>
                    <a:pt x="1516" y="1581"/>
                  </a:cubicBezTo>
                  <a:cubicBezTo>
                    <a:pt x="1506" y="1588"/>
                    <a:pt x="1501" y="1601"/>
                    <a:pt x="1503" y="1613"/>
                  </a:cubicBezTo>
                  <a:cubicBezTo>
                    <a:pt x="1511" y="1685"/>
                    <a:pt x="1525" y="1756"/>
                    <a:pt x="1546" y="1825"/>
                  </a:cubicBezTo>
                  <a:cubicBezTo>
                    <a:pt x="1557" y="1861"/>
                    <a:pt x="1571" y="1897"/>
                    <a:pt x="1588" y="1931"/>
                  </a:cubicBezTo>
                  <a:cubicBezTo>
                    <a:pt x="1596" y="1947"/>
                    <a:pt x="1604" y="1962"/>
                    <a:pt x="1614" y="1976"/>
                  </a:cubicBezTo>
                  <a:cubicBezTo>
                    <a:pt x="1617" y="1980"/>
                    <a:pt x="1617" y="1980"/>
                    <a:pt x="1617" y="1980"/>
                  </a:cubicBezTo>
                  <a:cubicBezTo>
                    <a:pt x="842" y="1982"/>
                    <a:pt x="842" y="1982"/>
                    <a:pt x="842" y="1982"/>
                  </a:cubicBezTo>
                  <a:cubicBezTo>
                    <a:pt x="820" y="1901"/>
                    <a:pt x="779" y="1826"/>
                    <a:pt x="722" y="1764"/>
                  </a:cubicBezTo>
                  <a:cubicBezTo>
                    <a:pt x="753" y="1753"/>
                    <a:pt x="753" y="1753"/>
                    <a:pt x="753" y="1753"/>
                  </a:cubicBezTo>
                  <a:cubicBezTo>
                    <a:pt x="776" y="1745"/>
                    <a:pt x="793" y="1739"/>
                    <a:pt x="802" y="1736"/>
                  </a:cubicBezTo>
                  <a:cubicBezTo>
                    <a:pt x="948" y="1690"/>
                    <a:pt x="1021" y="1623"/>
                    <a:pt x="1019" y="1538"/>
                  </a:cubicBezTo>
                  <a:cubicBezTo>
                    <a:pt x="1019" y="1529"/>
                    <a:pt x="1016" y="1520"/>
                    <a:pt x="1009" y="1514"/>
                  </a:cubicBezTo>
                  <a:cubicBezTo>
                    <a:pt x="1003" y="1508"/>
                    <a:pt x="994" y="1504"/>
                    <a:pt x="985" y="1505"/>
                  </a:cubicBezTo>
                  <a:cubicBezTo>
                    <a:pt x="966" y="1505"/>
                    <a:pt x="951" y="1521"/>
                    <a:pt x="951" y="1540"/>
                  </a:cubicBezTo>
                  <a:cubicBezTo>
                    <a:pt x="952" y="1575"/>
                    <a:pt x="923" y="1626"/>
                    <a:pt x="781" y="1671"/>
                  </a:cubicBezTo>
                  <a:cubicBezTo>
                    <a:pt x="772" y="1674"/>
                    <a:pt x="754" y="1680"/>
                    <a:pt x="731" y="1688"/>
                  </a:cubicBezTo>
                  <a:cubicBezTo>
                    <a:pt x="705" y="1697"/>
                    <a:pt x="673" y="1709"/>
                    <a:pt x="638" y="1721"/>
                  </a:cubicBezTo>
                  <a:cubicBezTo>
                    <a:pt x="637" y="1721"/>
                    <a:pt x="637" y="1721"/>
                    <a:pt x="637" y="1721"/>
                  </a:cubicBezTo>
                  <a:cubicBezTo>
                    <a:pt x="541" y="1756"/>
                    <a:pt x="443" y="1786"/>
                    <a:pt x="344" y="1809"/>
                  </a:cubicBezTo>
                  <a:cubicBezTo>
                    <a:pt x="312" y="1816"/>
                    <a:pt x="281" y="1796"/>
                    <a:pt x="274" y="1764"/>
                  </a:cubicBezTo>
                  <a:cubicBezTo>
                    <a:pt x="266" y="1745"/>
                    <a:pt x="263" y="1724"/>
                    <a:pt x="266" y="1703"/>
                  </a:cubicBezTo>
                  <a:cubicBezTo>
                    <a:pt x="266" y="1696"/>
                    <a:pt x="268" y="1689"/>
                    <a:pt x="270" y="1682"/>
                  </a:cubicBezTo>
                  <a:cubicBezTo>
                    <a:pt x="277" y="1658"/>
                    <a:pt x="278" y="1633"/>
                    <a:pt x="273" y="1609"/>
                  </a:cubicBezTo>
                  <a:cubicBezTo>
                    <a:pt x="263" y="1578"/>
                    <a:pt x="240" y="1552"/>
                    <a:pt x="209" y="1539"/>
                  </a:cubicBezTo>
                  <a:cubicBezTo>
                    <a:pt x="202" y="1535"/>
                    <a:pt x="202" y="1535"/>
                    <a:pt x="202" y="1535"/>
                  </a:cubicBezTo>
                  <a:cubicBezTo>
                    <a:pt x="206" y="1528"/>
                    <a:pt x="210" y="1521"/>
                    <a:pt x="215" y="1514"/>
                  </a:cubicBezTo>
                  <a:cubicBezTo>
                    <a:pt x="221" y="1507"/>
                    <a:pt x="224" y="1498"/>
                    <a:pt x="222" y="1488"/>
                  </a:cubicBezTo>
                  <a:cubicBezTo>
                    <a:pt x="221" y="1479"/>
                    <a:pt x="216" y="1471"/>
                    <a:pt x="209" y="1465"/>
                  </a:cubicBezTo>
                  <a:cubicBezTo>
                    <a:pt x="201" y="1459"/>
                    <a:pt x="181" y="1445"/>
                    <a:pt x="167" y="1434"/>
                  </a:cubicBezTo>
                  <a:cubicBezTo>
                    <a:pt x="169" y="1431"/>
                    <a:pt x="171" y="1427"/>
                    <a:pt x="172" y="1424"/>
                  </a:cubicBezTo>
                  <a:cubicBezTo>
                    <a:pt x="178" y="1415"/>
                    <a:pt x="184" y="1404"/>
                    <a:pt x="190" y="1391"/>
                  </a:cubicBezTo>
                  <a:cubicBezTo>
                    <a:pt x="201" y="1368"/>
                    <a:pt x="204" y="1341"/>
                    <a:pt x="199" y="1315"/>
                  </a:cubicBezTo>
                  <a:cubicBezTo>
                    <a:pt x="191" y="1273"/>
                    <a:pt x="151" y="1253"/>
                    <a:pt x="122" y="1238"/>
                  </a:cubicBezTo>
                  <a:cubicBezTo>
                    <a:pt x="112" y="1233"/>
                    <a:pt x="103" y="1228"/>
                    <a:pt x="94" y="1222"/>
                  </a:cubicBezTo>
                  <a:cubicBezTo>
                    <a:pt x="86" y="1217"/>
                    <a:pt x="80" y="1211"/>
                    <a:pt x="73" y="1205"/>
                  </a:cubicBezTo>
                  <a:cubicBezTo>
                    <a:pt x="73" y="1200"/>
                    <a:pt x="79" y="1188"/>
                    <a:pt x="105" y="1156"/>
                  </a:cubicBezTo>
                  <a:cubicBezTo>
                    <a:pt x="166" y="1077"/>
                    <a:pt x="218" y="992"/>
                    <a:pt x="261" y="902"/>
                  </a:cubicBezTo>
                  <a:cubicBezTo>
                    <a:pt x="269" y="888"/>
                    <a:pt x="274" y="872"/>
                    <a:pt x="274" y="856"/>
                  </a:cubicBezTo>
                  <a:cubicBezTo>
                    <a:pt x="271" y="822"/>
                    <a:pt x="253" y="790"/>
                    <a:pt x="224" y="771"/>
                  </a:cubicBezTo>
                  <a:cubicBezTo>
                    <a:pt x="211" y="758"/>
                    <a:pt x="198" y="746"/>
                    <a:pt x="196" y="735"/>
                  </a:cubicBezTo>
                  <a:cubicBezTo>
                    <a:pt x="196" y="727"/>
                    <a:pt x="198" y="719"/>
                    <a:pt x="201" y="711"/>
                  </a:cubicBezTo>
                  <a:cubicBezTo>
                    <a:pt x="207" y="697"/>
                    <a:pt x="213" y="682"/>
                    <a:pt x="220" y="668"/>
                  </a:cubicBezTo>
                  <a:cubicBezTo>
                    <a:pt x="234" y="639"/>
                    <a:pt x="245" y="609"/>
                    <a:pt x="253" y="578"/>
                  </a:cubicBezTo>
                  <a:cubicBezTo>
                    <a:pt x="257" y="564"/>
                    <a:pt x="257" y="564"/>
                    <a:pt x="257" y="564"/>
                  </a:cubicBezTo>
                  <a:cubicBezTo>
                    <a:pt x="264" y="529"/>
                    <a:pt x="273" y="496"/>
                    <a:pt x="284" y="463"/>
                  </a:cubicBezTo>
                  <a:cubicBezTo>
                    <a:pt x="311" y="389"/>
                    <a:pt x="353" y="320"/>
                    <a:pt x="407" y="263"/>
                  </a:cubicBezTo>
                  <a:cubicBezTo>
                    <a:pt x="472" y="194"/>
                    <a:pt x="575" y="145"/>
                    <a:pt x="713" y="117"/>
                  </a:cubicBezTo>
                  <a:cubicBezTo>
                    <a:pt x="818" y="94"/>
                    <a:pt x="925" y="79"/>
                    <a:pt x="1033" y="71"/>
                  </a:cubicBezTo>
                  <a:cubicBezTo>
                    <a:pt x="1087" y="68"/>
                    <a:pt x="1141" y="71"/>
                    <a:pt x="1194" y="80"/>
                  </a:cubicBezTo>
                  <a:cubicBezTo>
                    <a:pt x="1212" y="83"/>
                    <a:pt x="1229" y="71"/>
                    <a:pt x="1233" y="52"/>
                  </a:cubicBezTo>
                  <a:cubicBezTo>
                    <a:pt x="1236" y="34"/>
                    <a:pt x="1224" y="17"/>
                    <a:pt x="1206" y="13"/>
                  </a:cubicBezTo>
                  <a:cubicBezTo>
                    <a:pt x="1147" y="3"/>
                    <a:pt x="1088" y="0"/>
                    <a:pt x="1030" y="3"/>
                  </a:cubicBezTo>
                  <a:cubicBezTo>
                    <a:pt x="919" y="11"/>
                    <a:pt x="808" y="27"/>
                    <a:pt x="699" y="50"/>
                  </a:cubicBezTo>
                  <a:cubicBezTo>
                    <a:pt x="546" y="81"/>
                    <a:pt x="434" y="135"/>
                    <a:pt x="357" y="216"/>
                  </a:cubicBezTo>
                  <a:cubicBezTo>
                    <a:pt x="297" y="280"/>
                    <a:pt x="251" y="356"/>
                    <a:pt x="220" y="439"/>
                  </a:cubicBezTo>
                  <a:cubicBezTo>
                    <a:pt x="208" y="475"/>
                    <a:pt x="198" y="511"/>
                    <a:pt x="190" y="548"/>
                  </a:cubicBezTo>
                  <a:cubicBezTo>
                    <a:pt x="187" y="563"/>
                    <a:pt x="187" y="563"/>
                    <a:pt x="187" y="563"/>
                  </a:cubicBezTo>
                  <a:cubicBezTo>
                    <a:pt x="179" y="589"/>
                    <a:pt x="170" y="615"/>
                    <a:pt x="158" y="640"/>
                  </a:cubicBezTo>
                  <a:cubicBezTo>
                    <a:pt x="151" y="656"/>
                    <a:pt x="144" y="671"/>
                    <a:pt x="138" y="688"/>
                  </a:cubicBezTo>
                  <a:cubicBezTo>
                    <a:pt x="130" y="705"/>
                    <a:pt x="127" y="725"/>
                    <a:pt x="128" y="745"/>
                  </a:cubicBezTo>
                  <a:cubicBezTo>
                    <a:pt x="135" y="775"/>
                    <a:pt x="153" y="802"/>
                    <a:pt x="178" y="821"/>
                  </a:cubicBezTo>
                  <a:cubicBezTo>
                    <a:pt x="195" y="836"/>
                    <a:pt x="206" y="847"/>
                    <a:pt x="206" y="856"/>
                  </a:cubicBezTo>
                  <a:cubicBezTo>
                    <a:pt x="205" y="862"/>
                    <a:pt x="203" y="867"/>
                    <a:pt x="200" y="871"/>
                  </a:cubicBezTo>
                  <a:cubicBezTo>
                    <a:pt x="159" y="957"/>
                    <a:pt x="109" y="1039"/>
                    <a:pt x="51" y="1114"/>
                  </a:cubicBezTo>
                  <a:cubicBezTo>
                    <a:pt x="26" y="1144"/>
                    <a:pt x="0" y="1179"/>
                    <a:pt x="6" y="1214"/>
                  </a:cubicBezTo>
                  <a:cubicBezTo>
                    <a:pt x="13" y="1241"/>
                    <a:pt x="31" y="1265"/>
                    <a:pt x="55" y="12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033F9CD4-5998-43C3-BB05-9799C818429C}"/>
                </a:ext>
              </a:extLst>
            </p:cNvPr>
            <p:cNvSpPr>
              <a:spLocks/>
            </p:cNvSpPr>
            <p:nvPr/>
          </p:nvSpPr>
          <p:spPr bwMode="auto">
            <a:xfrm>
              <a:off x="5745163" y="1268413"/>
              <a:ext cx="652462" cy="757238"/>
            </a:xfrm>
            <a:custGeom>
              <a:avLst/>
              <a:gdLst>
                <a:gd name="T0" fmla="*/ 71 w 375"/>
                <a:gd name="T1" fmla="*/ 408 h 435"/>
                <a:gd name="T2" fmla="*/ 75 w 375"/>
                <a:gd name="T3" fmla="*/ 393 h 435"/>
                <a:gd name="T4" fmla="*/ 97 w 375"/>
                <a:gd name="T5" fmla="*/ 309 h 435"/>
                <a:gd name="T6" fmla="*/ 191 w 375"/>
                <a:gd name="T7" fmla="*/ 156 h 435"/>
                <a:gd name="T8" fmla="*/ 348 w 375"/>
                <a:gd name="T9" fmla="*/ 69 h 435"/>
                <a:gd name="T10" fmla="*/ 372 w 375"/>
                <a:gd name="T11" fmla="*/ 44 h 435"/>
                <a:gd name="T12" fmla="*/ 362 w 375"/>
                <a:gd name="T13" fmla="*/ 11 h 435"/>
                <a:gd name="T14" fmla="*/ 328 w 375"/>
                <a:gd name="T15" fmla="*/ 4 h 435"/>
                <a:gd name="T16" fmla="*/ 141 w 375"/>
                <a:gd name="T17" fmla="*/ 109 h 435"/>
                <a:gd name="T18" fmla="*/ 33 w 375"/>
                <a:gd name="T19" fmla="*/ 286 h 435"/>
                <a:gd name="T20" fmla="*/ 8 w 375"/>
                <a:gd name="T21" fmla="*/ 378 h 435"/>
                <a:gd name="T22" fmla="*/ 5 w 375"/>
                <a:gd name="T23" fmla="*/ 393 h 435"/>
                <a:gd name="T24" fmla="*/ 30 w 375"/>
                <a:gd name="T25" fmla="*/ 434 h 435"/>
                <a:gd name="T26" fmla="*/ 38 w 375"/>
                <a:gd name="T27" fmla="*/ 435 h 435"/>
                <a:gd name="T28" fmla="*/ 71 w 375"/>
                <a:gd name="T29" fmla="*/ 408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5" h="435">
                  <a:moveTo>
                    <a:pt x="71" y="408"/>
                  </a:moveTo>
                  <a:cubicBezTo>
                    <a:pt x="75" y="393"/>
                    <a:pt x="75" y="393"/>
                    <a:pt x="75" y="393"/>
                  </a:cubicBezTo>
                  <a:cubicBezTo>
                    <a:pt x="81" y="365"/>
                    <a:pt x="88" y="337"/>
                    <a:pt x="97" y="309"/>
                  </a:cubicBezTo>
                  <a:cubicBezTo>
                    <a:pt x="118" y="252"/>
                    <a:pt x="150" y="200"/>
                    <a:pt x="191" y="156"/>
                  </a:cubicBezTo>
                  <a:cubicBezTo>
                    <a:pt x="235" y="114"/>
                    <a:pt x="289" y="84"/>
                    <a:pt x="348" y="69"/>
                  </a:cubicBezTo>
                  <a:cubicBezTo>
                    <a:pt x="360" y="66"/>
                    <a:pt x="369" y="56"/>
                    <a:pt x="372" y="44"/>
                  </a:cubicBezTo>
                  <a:cubicBezTo>
                    <a:pt x="375" y="32"/>
                    <a:pt x="371" y="20"/>
                    <a:pt x="362" y="11"/>
                  </a:cubicBezTo>
                  <a:cubicBezTo>
                    <a:pt x="353" y="3"/>
                    <a:pt x="340" y="0"/>
                    <a:pt x="328" y="4"/>
                  </a:cubicBezTo>
                  <a:cubicBezTo>
                    <a:pt x="258" y="22"/>
                    <a:pt x="194" y="58"/>
                    <a:pt x="141" y="109"/>
                  </a:cubicBezTo>
                  <a:cubicBezTo>
                    <a:pt x="94" y="160"/>
                    <a:pt x="57" y="220"/>
                    <a:pt x="33" y="286"/>
                  </a:cubicBezTo>
                  <a:cubicBezTo>
                    <a:pt x="23" y="316"/>
                    <a:pt x="15" y="347"/>
                    <a:pt x="8" y="378"/>
                  </a:cubicBezTo>
                  <a:cubicBezTo>
                    <a:pt x="5" y="393"/>
                    <a:pt x="5" y="393"/>
                    <a:pt x="5" y="393"/>
                  </a:cubicBezTo>
                  <a:cubicBezTo>
                    <a:pt x="0" y="411"/>
                    <a:pt x="12" y="430"/>
                    <a:pt x="30" y="434"/>
                  </a:cubicBezTo>
                  <a:cubicBezTo>
                    <a:pt x="33" y="434"/>
                    <a:pt x="35" y="435"/>
                    <a:pt x="38" y="435"/>
                  </a:cubicBezTo>
                  <a:cubicBezTo>
                    <a:pt x="54" y="435"/>
                    <a:pt x="68" y="424"/>
                    <a:pt x="71" y="4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Oval 7">
              <a:extLst>
                <a:ext uri="{FF2B5EF4-FFF2-40B4-BE49-F238E27FC236}">
                  <a16:creationId xmlns:a16="http://schemas.microsoft.com/office/drawing/2014/main" id="{682ECCFD-59E2-4953-8AC8-09B854715E90}"/>
                </a:ext>
              </a:extLst>
            </p:cNvPr>
            <p:cNvSpPr>
              <a:spLocks noChangeArrowheads="1"/>
            </p:cNvSpPr>
            <p:nvPr/>
          </p:nvSpPr>
          <p:spPr bwMode="auto">
            <a:xfrm>
              <a:off x="5680075" y="2111376"/>
              <a:ext cx="119062" cy="1174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AFC348AF-075B-4F9D-8FAE-80B2F17CF085}"/>
                </a:ext>
              </a:extLst>
            </p:cNvPr>
            <p:cNvSpPr>
              <a:spLocks noEditPoints="1"/>
            </p:cNvSpPr>
            <p:nvPr/>
          </p:nvSpPr>
          <p:spPr bwMode="auto">
            <a:xfrm>
              <a:off x="6805613" y="1338263"/>
              <a:ext cx="1552575" cy="2374900"/>
            </a:xfrm>
            <a:custGeom>
              <a:avLst/>
              <a:gdLst>
                <a:gd name="T0" fmla="*/ 118 w 892"/>
                <a:gd name="T1" fmla="*/ 768 h 1365"/>
                <a:gd name="T2" fmla="*/ 306 w 892"/>
                <a:gd name="T3" fmla="*/ 963 h 1365"/>
                <a:gd name="T4" fmla="*/ 242 w 892"/>
                <a:gd name="T5" fmla="*/ 1126 h 1365"/>
                <a:gd name="T6" fmla="*/ 310 w 892"/>
                <a:gd name="T7" fmla="*/ 1229 h 1365"/>
                <a:gd name="T8" fmla="*/ 583 w 892"/>
                <a:gd name="T9" fmla="*/ 1229 h 1365"/>
                <a:gd name="T10" fmla="*/ 651 w 892"/>
                <a:gd name="T11" fmla="*/ 1126 h 1365"/>
                <a:gd name="T12" fmla="*/ 586 w 892"/>
                <a:gd name="T13" fmla="*/ 963 h 1365"/>
                <a:gd name="T14" fmla="*/ 775 w 892"/>
                <a:gd name="T15" fmla="*/ 768 h 1365"/>
                <a:gd name="T16" fmla="*/ 446 w 892"/>
                <a:gd name="T17" fmla="*/ 0 h 1365"/>
                <a:gd name="T18" fmla="*/ 344 w 892"/>
                <a:gd name="T19" fmla="*/ 512 h 1365"/>
                <a:gd name="T20" fmla="*/ 276 w 892"/>
                <a:gd name="T21" fmla="*/ 478 h 1365"/>
                <a:gd name="T22" fmla="*/ 344 w 892"/>
                <a:gd name="T23" fmla="*/ 478 h 1365"/>
                <a:gd name="T24" fmla="*/ 480 w 892"/>
                <a:gd name="T25" fmla="*/ 956 h 1365"/>
                <a:gd name="T26" fmla="*/ 412 w 892"/>
                <a:gd name="T27" fmla="*/ 580 h 1365"/>
                <a:gd name="T28" fmla="*/ 480 w 892"/>
                <a:gd name="T29" fmla="*/ 956 h 1365"/>
                <a:gd name="T30" fmla="*/ 378 w 892"/>
                <a:gd name="T31" fmla="*/ 1229 h 1365"/>
                <a:gd name="T32" fmla="*/ 446 w 892"/>
                <a:gd name="T33" fmla="*/ 1297 h 1365"/>
                <a:gd name="T34" fmla="*/ 549 w 892"/>
                <a:gd name="T35" fmla="*/ 1160 h 1365"/>
                <a:gd name="T36" fmla="*/ 310 w 892"/>
                <a:gd name="T37" fmla="*/ 1126 h 1365"/>
                <a:gd name="T38" fmla="*/ 344 w 892"/>
                <a:gd name="T39" fmla="*/ 1024 h 1365"/>
                <a:gd name="T40" fmla="*/ 583 w 892"/>
                <a:gd name="T41" fmla="*/ 1058 h 1365"/>
                <a:gd name="T42" fmla="*/ 822 w 892"/>
                <a:gd name="T43" fmla="*/ 452 h 1365"/>
                <a:gd name="T44" fmla="*/ 655 w 892"/>
                <a:gd name="T45" fmla="*/ 782 h 1365"/>
                <a:gd name="T46" fmla="*/ 549 w 892"/>
                <a:gd name="T47" fmla="*/ 580 h 1365"/>
                <a:gd name="T48" fmla="*/ 685 w 892"/>
                <a:gd name="T49" fmla="*/ 478 h 1365"/>
                <a:gd name="T50" fmla="*/ 480 w 892"/>
                <a:gd name="T51" fmla="*/ 478 h 1365"/>
                <a:gd name="T52" fmla="*/ 412 w 892"/>
                <a:gd name="T53" fmla="*/ 512 h 1365"/>
                <a:gd name="T54" fmla="*/ 310 w 892"/>
                <a:gd name="T55" fmla="*/ 375 h 1365"/>
                <a:gd name="T56" fmla="*/ 310 w 892"/>
                <a:gd name="T57" fmla="*/ 580 h 1365"/>
                <a:gd name="T58" fmla="*/ 344 w 892"/>
                <a:gd name="T59" fmla="*/ 883 h 1365"/>
                <a:gd name="T60" fmla="*/ 169 w 892"/>
                <a:gd name="T61" fmla="*/ 722 h 1365"/>
                <a:gd name="T62" fmla="*/ 446 w 892"/>
                <a:gd name="T63" fmla="*/ 68 h 1365"/>
                <a:gd name="T64" fmla="*/ 549 w 892"/>
                <a:gd name="T65" fmla="*/ 512 h 1365"/>
                <a:gd name="T66" fmla="*/ 583 w 892"/>
                <a:gd name="T67" fmla="*/ 444 h 1365"/>
                <a:gd name="T68" fmla="*/ 583 w 892"/>
                <a:gd name="T69" fmla="*/ 512 h 1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1365">
                  <a:moveTo>
                    <a:pt x="3" y="451"/>
                  </a:moveTo>
                  <a:cubicBezTo>
                    <a:pt x="0" y="567"/>
                    <a:pt x="41" y="680"/>
                    <a:pt x="118" y="768"/>
                  </a:cubicBezTo>
                  <a:cubicBezTo>
                    <a:pt x="142" y="793"/>
                    <a:pt x="168" y="816"/>
                    <a:pt x="196" y="836"/>
                  </a:cubicBezTo>
                  <a:cubicBezTo>
                    <a:pt x="246" y="875"/>
                    <a:pt x="294" y="912"/>
                    <a:pt x="306" y="963"/>
                  </a:cubicBezTo>
                  <a:cubicBezTo>
                    <a:pt x="267" y="978"/>
                    <a:pt x="242" y="1016"/>
                    <a:pt x="242" y="1058"/>
                  </a:cubicBezTo>
                  <a:cubicBezTo>
                    <a:pt x="242" y="1126"/>
                    <a:pt x="242" y="1126"/>
                    <a:pt x="242" y="1126"/>
                  </a:cubicBezTo>
                  <a:cubicBezTo>
                    <a:pt x="242" y="1170"/>
                    <a:pt x="269" y="1208"/>
                    <a:pt x="310" y="1222"/>
                  </a:cubicBezTo>
                  <a:cubicBezTo>
                    <a:pt x="310" y="1229"/>
                    <a:pt x="310" y="1229"/>
                    <a:pt x="310" y="1229"/>
                  </a:cubicBezTo>
                  <a:cubicBezTo>
                    <a:pt x="310" y="1304"/>
                    <a:pt x="371" y="1365"/>
                    <a:pt x="446" y="1365"/>
                  </a:cubicBezTo>
                  <a:cubicBezTo>
                    <a:pt x="522" y="1365"/>
                    <a:pt x="583" y="1304"/>
                    <a:pt x="583" y="1229"/>
                  </a:cubicBezTo>
                  <a:cubicBezTo>
                    <a:pt x="583" y="1222"/>
                    <a:pt x="583" y="1222"/>
                    <a:pt x="583" y="1222"/>
                  </a:cubicBezTo>
                  <a:cubicBezTo>
                    <a:pt x="624" y="1208"/>
                    <a:pt x="651" y="1170"/>
                    <a:pt x="651" y="1126"/>
                  </a:cubicBezTo>
                  <a:cubicBezTo>
                    <a:pt x="651" y="1058"/>
                    <a:pt x="651" y="1058"/>
                    <a:pt x="651" y="1058"/>
                  </a:cubicBezTo>
                  <a:cubicBezTo>
                    <a:pt x="651" y="1016"/>
                    <a:pt x="625" y="978"/>
                    <a:pt x="586" y="963"/>
                  </a:cubicBezTo>
                  <a:cubicBezTo>
                    <a:pt x="599" y="912"/>
                    <a:pt x="646" y="875"/>
                    <a:pt x="696" y="836"/>
                  </a:cubicBezTo>
                  <a:cubicBezTo>
                    <a:pt x="724" y="816"/>
                    <a:pt x="750" y="793"/>
                    <a:pt x="775" y="768"/>
                  </a:cubicBezTo>
                  <a:cubicBezTo>
                    <a:pt x="851" y="680"/>
                    <a:pt x="892" y="567"/>
                    <a:pt x="890" y="451"/>
                  </a:cubicBezTo>
                  <a:cubicBezTo>
                    <a:pt x="889" y="205"/>
                    <a:pt x="692" y="5"/>
                    <a:pt x="446" y="0"/>
                  </a:cubicBezTo>
                  <a:cubicBezTo>
                    <a:pt x="201" y="5"/>
                    <a:pt x="4" y="205"/>
                    <a:pt x="3" y="451"/>
                  </a:cubicBezTo>
                  <a:close/>
                  <a:moveTo>
                    <a:pt x="344" y="512"/>
                  </a:moveTo>
                  <a:cubicBezTo>
                    <a:pt x="310" y="512"/>
                    <a:pt x="310" y="512"/>
                    <a:pt x="310" y="512"/>
                  </a:cubicBezTo>
                  <a:cubicBezTo>
                    <a:pt x="291" y="512"/>
                    <a:pt x="276" y="497"/>
                    <a:pt x="276" y="478"/>
                  </a:cubicBezTo>
                  <a:cubicBezTo>
                    <a:pt x="276" y="459"/>
                    <a:pt x="291" y="444"/>
                    <a:pt x="310" y="444"/>
                  </a:cubicBezTo>
                  <a:cubicBezTo>
                    <a:pt x="329" y="444"/>
                    <a:pt x="344" y="459"/>
                    <a:pt x="344" y="478"/>
                  </a:cubicBezTo>
                  <a:lnTo>
                    <a:pt x="344" y="512"/>
                  </a:lnTo>
                  <a:close/>
                  <a:moveTo>
                    <a:pt x="480" y="956"/>
                  </a:moveTo>
                  <a:cubicBezTo>
                    <a:pt x="412" y="956"/>
                    <a:pt x="412" y="956"/>
                    <a:pt x="412" y="956"/>
                  </a:cubicBezTo>
                  <a:cubicBezTo>
                    <a:pt x="412" y="580"/>
                    <a:pt x="412" y="580"/>
                    <a:pt x="412" y="580"/>
                  </a:cubicBezTo>
                  <a:cubicBezTo>
                    <a:pt x="480" y="580"/>
                    <a:pt x="480" y="580"/>
                    <a:pt x="480" y="580"/>
                  </a:cubicBezTo>
                  <a:lnTo>
                    <a:pt x="480" y="956"/>
                  </a:lnTo>
                  <a:close/>
                  <a:moveTo>
                    <a:pt x="446" y="1297"/>
                  </a:moveTo>
                  <a:cubicBezTo>
                    <a:pt x="409" y="1297"/>
                    <a:pt x="378" y="1266"/>
                    <a:pt x="378" y="1229"/>
                  </a:cubicBezTo>
                  <a:cubicBezTo>
                    <a:pt x="515" y="1229"/>
                    <a:pt x="515" y="1229"/>
                    <a:pt x="515" y="1229"/>
                  </a:cubicBezTo>
                  <a:cubicBezTo>
                    <a:pt x="515" y="1266"/>
                    <a:pt x="484" y="1297"/>
                    <a:pt x="446" y="1297"/>
                  </a:cubicBezTo>
                  <a:close/>
                  <a:moveTo>
                    <a:pt x="583" y="1126"/>
                  </a:moveTo>
                  <a:cubicBezTo>
                    <a:pt x="583" y="1145"/>
                    <a:pt x="568" y="1160"/>
                    <a:pt x="549" y="1160"/>
                  </a:cubicBezTo>
                  <a:cubicBezTo>
                    <a:pt x="344" y="1160"/>
                    <a:pt x="344" y="1160"/>
                    <a:pt x="344" y="1160"/>
                  </a:cubicBezTo>
                  <a:cubicBezTo>
                    <a:pt x="325" y="1160"/>
                    <a:pt x="310" y="1145"/>
                    <a:pt x="310" y="1126"/>
                  </a:cubicBezTo>
                  <a:cubicBezTo>
                    <a:pt x="310" y="1058"/>
                    <a:pt x="310" y="1058"/>
                    <a:pt x="310" y="1058"/>
                  </a:cubicBezTo>
                  <a:cubicBezTo>
                    <a:pt x="310" y="1039"/>
                    <a:pt x="325" y="1024"/>
                    <a:pt x="344" y="1024"/>
                  </a:cubicBezTo>
                  <a:cubicBezTo>
                    <a:pt x="549" y="1024"/>
                    <a:pt x="549" y="1024"/>
                    <a:pt x="549" y="1024"/>
                  </a:cubicBezTo>
                  <a:cubicBezTo>
                    <a:pt x="568" y="1024"/>
                    <a:pt x="583" y="1039"/>
                    <a:pt x="583" y="1058"/>
                  </a:cubicBezTo>
                  <a:lnTo>
                    <a:pt x="583" y="1126"/>
                  </a:lnTo>
                  <a:close/>
                  <a:moveTo>
                    <a:pt x="822" y="452"/>
                  </a:moveTo>
                  <a:cubicBezTo>
                    <a:pt x="824" y="551"/>
                    <a:pt x="789" y="647"/>
                    <a:pt x="724" y="722"/>
                  </a:cubicBezTo>
                  <a:cubicBezTo>
                    <a:pt x="703" y="744"/>
                    <a:pt x="679" y="764"/>
                    <a:pt x="655" y="782"/>
                  </a:cubicBezTo>
                  <a:cubicBezTo>
                    <a:pt x="614" y="810"/>
                    <a:pt x="579" y="844"/>
                    <a:pt x="549" y="883"/>
                  </a:cubicBezTo>
                  <a:cubicBezTo>
                    <a:pt x="549" y="580"/>
                    <a:pt x="549" y="580"/>
                    <a:pt x="549" y="580"/>
                  </a:cubicBezTo>
                  <a:cubicBezTo>
                    <a:pt x="583" y="580"/>
                    <a:pt x="583" y="580"/>
                    <a:pt x="583" y="580"/>
                  </a:cubicBezTo>
                  <a:cubicBezTo>
                    <a:pt x="639" y="580"/>
                    <a:pt x="685" y="534"/>
                    <a:pt x="685" y="478"/>
                  </a:cubicBezTo>
                  <a:cubicBezTo>
                    <a:pt x="685" y="421"/>
                    <a:pt x="639" y="375"/>
                    <a:pt x="583" y="375"/>
                  </a:cubicBezTo>
                  <a:cubicBezTo>
                    <a:pt x="526" y="375"/>
                    <a:pt x="480" y="421"/>
                    <a:pt x="480" y="478"/>
                  </a:cubicBezTo>
                  <a:cubicBezTo>
                    <a:pt x="480" y="512"/>
                    <a:pt x="480" y="512"/>
                    <a:pt x="480" y="512"/>
                  </a:cubicBezTo>
                  <a:cubicBezTo>
                    <a:pt x="412" y="512"/>
                    <a:pt x="412" y="512"/>
                    <a:pt x="412" y="512"/>
                  </a:cubicBezTo>
                  <a:cubicBezTo>
                    <a:pt x="412" y="478"/>
                    <a:pt x="412" y="478"/>
                    <a:pt x="412" y="478"/>
                  </a:cubicBezTo>
                  <a:cubicBezTo>
                    <a:pt x="412" y="421"/>
                    <a:pt x="366" y="375"/>
                    <a:pt x="310" y="375"/>
                  </a:cubicBezTo>
                  <a:cubicBezTo>
                    <a:pt x="253" y="375"/>
                    <a:pt x="207" y="421"/>
                    <a:pt x="207" y="478"/>
                  </a:cubicBezTo>
                  <a:cubicBezTo>
                    <a:pt x="207" y="534"/>
                    <a:pt x="253" y="580"/>
                    <a:pt x="310" y="580"/>
                  </a:cubicBezTo>
                  <a:cubicBezTo>
                    <a:pt x="344" y="580"/>
                    <a:pt x="344" y="580"/>
                    <a:pt x="344" y="580"/>
                  </a:cubicBezTo>
                  <a:cubicBezTo>
                    <a:pt x="344" y="883"/>
                    <a:pt x="344" y="883"/>
                    <a:pt x="344" y="883"/>
                  </a:cubicBezTo>
                  <a:cubicBezTo>
                    <a:pt x="314" y="844"/>
                    <a:pt x="278" y="810"/>
                    <a:pt x="238" y="782"/>
                  </a:cubicBezTo>
                  <a:cubicBezTo>
                    <a:pt x="213" y="764"/>
                    <a:pt x="190" y="744"/>
                    <a:pt x="169" y="722"/>
                  </a:cubicBezTo>
                  <a:cubicBezTo>
                    <a:pt x="104" y="647"/>
                    <a:pt x="69" y="551"/>
                    <a:pt x="71" y="452"/>
                  </a:cubicBezTo>
                  <a:cubicBezTo>
                    <a:pt x="74" y="244"/>
                    <a:pt x="246" y="68"/>
                    <a:pt x="446" y="68"/>
                  </a:cubicBezTo>
                  <a:cubicBezTo>
                    <a:pt x="647" y="68"/>
                    <a:pt x="819" y="244"/>
                    <a:pt x="822" y="452"/>
                  </a:cubicBezTo>
                  <a:close/>
                  <a:moveTo>
                    <a:pt x="549" y="512"/>
                  </a:moveTo>
                  <a:cubicBezTo>
                    <a:pt x="549" y="478"/>
                    <a:pt x="549" y="478"/>
                    <a:pt x="549" y="478"/>
                  </a:cubicBezTo>
                  <a:cubicBezTo>
                    <a:pt x="549" y="459"/>
                    <a:pt x="564" y="444"/>
                    <a:pt x="583" y="444"/>
                  </a:cubicBezTo>
                  <a:cubicBezTo>
                    <a:pt x="602" y="444"/>
                    <a:pt x="617" y="459"/>
                    <a:pt x="617" y="478"/>
                  </a:cubicBezTo>
                  <a:cubicBezTo>
                    <a:pt x="617" y="497"/>
                    <a:pt x="602" y="512"/>
                    <a:pt x="583" y="512"/>
                  </a:cubicBezTo>
                  <a:lnTo>
                    <a:pt x="549" y="5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BCE1D9A1-ACF6-4E89-8B78-D15A32A41C5A}"/>
                </a:ext>
              </a:extLst>
            </p:cNvPr>
            <p:cNvSpPr>
              <a:spLocks/>
            </p:cNvSpPr>
            <p:nvPr/>
          </p:nvSpPr>
          <p:spPr bwMode="auto">
            <a:xfrm>
              <a:off x="8472488" y="2051051"/>
              <a:ext cx="298450" cy="119063"/>
            </a:xfrm>
            <a:custGeom>
              <a:avLst/>
              <a:gdLst>
                <a:gd name="T0" fmla="*/ 34 w 171"/>
                <a:gd name="T1" fmla="*/ 68 h 68"/>
                <a:gd name="T2" fmla="*/ 137 w 171"/>
                <a:gd name="T3" fmla="*/ 68 h 68"/>
                <a:gd name="T4" fmla="*/ 171 w 171"/>
                <a:gd name="T5" fmla="*/ 34 h 68"/>
                <a:gd name="T6" fmla="*/ 137 w 171"/>
                <a:gd name="T7" fmla="*/ 0 h 68"/>
                <a:gd name="T8" fmla="*/ 34 w 171"/>
                <a:gd name="T9" fmla="*/ 0 h 68"/>
                <a:gd name="T10" fmla="*/ 0 w 171"/>
                <a:gd name="T11" fmla="*/ 34 h 68"/>
                <a:gd name="T12" fmla="*/ 34 w 171"/>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171" h="68">
                  <a:moveTo>
                    <a:pt x="34" y="68"/>
                  </a:moveTo>
                  <a:cubicBezTo>
                    <a:pt x="137" y="68"/>
                    <a:pt x="137" y="68"/>
                    <a:pt x="137" y="68"/>
                  </a:cubicBezTo>
                  <a:cubicBezTo>
                    <a:pt x="156" y="68"/>
                    <a:pt x="171" y="53"/>
                    <a:pt x="171" y="34"/>
                  </a:cubicBezTo>
                  <a:cubicBezTo>
                    <a:pt x="171" y="15"/>
                    <a:pt x="156" y="0"/>
                    <a:pt x="137" y="0"/>
                  </a:cubicBezTo>
                  <a:cubicBezTo>
                    <a:pt x="34" y="0"/>
                    <a:pt x="34" y="0"/>
                    <a:pt x="34" y="0"/>
                  </a:cubicBezTo>
                  <a:cubicBezTo>
                    <a:pt x="16" y="0"/>
                    <a:pt x="0" y="15"/>
                    <a:pt x="0" y="34"/>
                  </a:cubicBezTo>
                  <a:cubicBezTo>
                    <a:pt x="0" y="53"/>
                    <a:pt x="16" y="68"/>
                    <a:pt x="34" y="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D20F52BB-347C-499C-A453-675F2BB401A7}"/>
                </a:ext>
              </a:extLst>
            </p:cNvPr>
            <p:cNvSpPr>
              <a:spLocks/>
            </p:cNvSpPr>
            <p:nvPr/>
          </p:nvSpPr>
          <p:spPr bwMode="auto">
            <a:xfrm>
              <a:off x="8191500" y="1249363"/>
              <a:ext cx="252412" cy="249238"/>
            </a:xfrm>
            <a:custGeom>
              <a:avLst/>
              <a:gdLst>
                <a:gd name="T0" fmla="*/ 36 w 145"/>
                <a:gd name="T1" fmla="*/ 143 h 143"/>
                <a:gd name="T2" fmla="*/ 61 w 145"/>
                <a:gd name="T3" fmla="*/ 133 h 143"/>
                <a:gd name="T4" fmla="*/ 133 w 145"/>
                <a:gd name="T5" fmla="*/ 60 h 143"/>
                <a:gd name="T6" fmla="*/ 142 w 145"/>
                <a:gd name="T7" fmla="*/ 27 h 143"/>
                <a:gd name="T8" fmla="*/ 118 w 145"/>
                <a:gd name="T9" fmla="*/ 3 h 143"/>
                <a:gd name="T10" fmla="*/ 85 w 145"/>
                <a:gd name="T11" fmla="*/ 12 h 143"/>
                <a:gd name="T12" fmla="*/ 12 w 145"/>
                <a:gd name="T13" fmla="*/ 84 h 143"/>
                <a:gd name="T14" fmla="*/ 5 w 145"/>
                <a:gd name="T15" fmla="*/ 122 h 143"/>
                <a:gd name="T16" fmla="*/ 36 w 145"/>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 h="143">
                  <a:moveTo>
                    <a:pt x="36" y="143"/>
                  </a:moveTo>
                  <a:cubicBezTo>
                    <a:pt x="46" y="143"/>
                    <a:pt x="54" y="139"/>
                    <a:pt x="61" y="133"/>
                  </a:cubicBezTo>
                  <a:cubicBezTo>
                    <a:pt x="133" y="60"/>
                    <a:pt x="133" y="60"/>
                    <a:pt x="133" y="60"/>
                  </a:cubicBezTo>
                  <a:cubicBezTo>
                    <a:pt x="142" y="52"/>
                    <a:pt x="145" y="39"/>
                    <a:pt x="142" y="27"/>
                  </a:cubicBezTo>
                  <a:cubicBezTo>
                    <a:pt x="139" y="15"/>
                    <a:pt x="130" y="6"/>
                    <a:pt x="118" y="3"/>
                  </a:cubicBezTo>
                  <a:cubicBezTo>
                    <a:pt x="106" y="0"/>
                    <a:pt x="93" y="3"/>
                    <a:pt x="85" y="12"/>
                  </a:cubicBezTo>
                  <a:cubicBezTo>
                    <a:pt x="12" y="84"/>
                    <a:pt x="12" y="84"/>
                    <a:pt x="12" y="84"/>
                  </a:cubicBezTo>
                  <a:cubicBezTo>
                    <a:pt x="3" y="94"/>
                    <a:pt x="0" y="109"/>
                    <a:pt x="5" y="122"/>
                  </a:cubicBezTo>
                  <a:cubicBezTo>
                    <a:pt x="10" y="134"/>
                    <a:pt x="23" y="143"/>
                    <a:pt x="36"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D9E0472E-6D68-410A-A04D-C0742A5ADF20}"/>
                </a:ext>
              </a:extLst>
            </p:cNvPr>
            <p:cNvSpPr>
              <a:spLocks/>
            </p:cNvSpPr>
            <p:nvPr/>
          </p:nvSpPr>
          <p:spPr bwMode="auto">
            <a:xfrm>
              <a:off x="7523163" y="922338"/>
              <a:ext cx="117475" cy="298450"/>
            </a:xfrm>
            <a:custGeom>
              <a:avLst/>
              <a:gdLst>
                <a:gd name="T0" fmla="*/ 34 w 68"/>
                <a:gd name="T1" fmla="*/ 171 h 171"/>
                <a:gd name="T2" fmla="*/ 68 w 68"/>
                <a:gd name="T3" fmla="*/ 137 h 171"/>
                <a:gd name="T4" fmla="*/ 68 w 68"/>
                <a:gd name="T5" fmla="*/ 34 h 171"/>
                <a:gd name="T6" fmla="*/ 34 w 68"/>
                <a:gd name="T7" fmla="*/ 0 h 171"/>
                <a:gd name="T8" fmla="*/ 0 w 68"/>
                <a:gd name="T9" fmla="*/ 34 h 171"/>
                <a:gd name="T10" fmla="*/ 0 w 68"/>
                <a:gd name="T11" fmla="*/ 137 h 171"/>
                <a:gd name="T12" fmla="*/ 34 w 68"/>
                <a:gd name="T13" fmla="*/ 171 h 171"/>
              </a:gdLst>
              <a:ahLst/>
              <a:cxnLst>
                <a:cxn ang="0">
                  <a:pos x="T0" y="T1"/>
                </a:cxn>
                <a:cxn ang="0">
                  <a:pos x="T2" y="T3"/>
                </a:cxn>
                <a:cxn ang="0">
                  <a:pos x="T4" y="T5"/>
                </a:cxn>
                <a:cxn ang="0">
                  <a:pos x="T6" y="T7"/>
                </a:cxn>
                <a:cxn ang="0">
                  <a:pos x="T8" y="T9"/>
                </a:cxn>
                <a:cxn ang="0">
                  <a:pos x="T10" y="T11"/>
                </a:cxn>
                <a:cxn ang="0">
                  <a:pos x="T12" y="T13"/>
                </a:cxn>
              </a:cxnLst>
              <a:rect l="0" t="0" r="r" b="b"/>
              <a:pathLst>
                <a:path w="68" h="171">
                  <a:moveTo>
                    <a:pt x="34" y="171"/>
                  </a:moveTo>
                  <a:cubicBezTo>
                    <a:pt x="53" y="171"/>
                    <a:pt x="68" y="155"/>
                    <a:pt x="68" y="137"/>
                  </a:cubicBezTo>
                  <a:cubicBezTo>
                    <a:pt x="68" y="34"/>
                    <a:pt x="68" y="34"/>
                    <a:pt x="68" y="34"/>
                  </a:cubicBezTo>
                  <a:cubicBezTo>
                    <a:pt x="68" y="15"/>
                    <a:pt x="53" y="0"/>
                    <a:pt x="34" y="0"/>
                  </a:cubicBezTo>
                  <a:cubicBezTo>
                    <a:pt x="15" y="0"/>
                    <a:pt x="0" y="15"/>
                    <a:pt x="0" y="34"/>
                  </a:cubicBezTo>
                  <a:cubicBezTo>
                    <a:pt x="0" y="137"/>
                    <a:pt x="0" y="137"/>
                    <a:pt x="0" y="137"/>
                  </a:cubicBezTo>
                  <a:cubicBezTo>
                    <a:pt x="0" y="155"/>
                    <a:pt x="15" y="171"/>
                    <a:pt x="34"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a:extLst>
                <a:ext uri="{FF2B5EF4-FFF2-40B4-BE49-F238E27FC236}">
                  <a16:creationId xmlns:a16="http://schemas.microsoft.com/office/drawing/2014/main" id="{0EA50C45-0CC1-49D4-94D4-6435DE22B8FC}"/>
                </a:ext>
              </a:extLst>
            </p:cNvPr>
            <p:cNvSpPr>
              <a:spLocks/>
            </p:cNvSpPr>
            <p:nvPr/>
          </p:nvSpPr>
          <p:spPr bwMode="auto">
            <a:xfrm>
              <a:off x="6719888" y="1249363"/>
              <a:ext cx="249237" cy="249238"/>
            </a:xfrm>
            <a:custGeom>
              <a:avLst/>
              <a:gdLst>
                <a:gd name="T0" fmla="*/ 133 w 143"/>
                <a:gd name="T1" fmla="*/ 133 h 143"/>
                <a:gd name="T2" fmla="*/ 143 w 143"/>
                <a:gd name="T3" fmla="*/ 108 h 143"/>
                <a:gd name="T4" fmla="*/ 133 w 143"/>
                <a:gd name="T5" fmla="*/ 84 h 143"/>
                <a:gd name="T6" fmla="*/ 61 w 143"/>
                <a:gd name="T7" fmla="*/ 12 h 143"/>
                <a:gd name="T8" fmla="*/ 28 w 143"/>
                <a:gd name="T9" fmla="*/ 3 h 143"/>
                <a:gd name="T10" fmla="*/ 3 w 143"/>
                <a:gd name="T11" fmla="*/ 27 h 143"/>
                <a:gd name="T12" fmla="*/ 13 w 143"/>
                <a:gd name="T13" fmla="*/ 60 h 143"/>
                <a:gd name="T14" fmla="*/ 85 w 143"/>
                <a:gd name="T15" fmla="*/ 133 h 143"/>
                <a:gd name="T16" fmla="*/ 109 w 143"/>
                <a:gd name="T17" fmla="*/ 143 h 143"/>
                <a:gd name="T18" fmla="*/ 133 w 143"/>
                <a:gd name="T19" fmla="*/ 13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43">
                  <a:moveTo>
                    <a:pt x="133" y="133"/>
                  </a:moveTo>
                  <a:cubicBezTo>
                    <a:pt x="140" y="126"/>
                    <a:pt x="143" y="118"/>
                    <a:pt x="143" y="108"/>
                  </a:cubicBezTo>
                  <a:cubicBezTo>
                    <a:pt x="143" y="99"/>
                    <a:pt x="140" y="91"/>
                    <a:pt x="133" y="84"/>
                  </a:cubicBezTo>
                  <a:cubicBezTo>
                    <a:pt x="61" y="12"/>
                    <a:pt x="61" y="12"/>
                    <a:pt x="61" y="12"/>
                  </a:cubicBezTo>
                  <a:cubicBezTo>
                    <a:pt x="52" y="3"/>
                    <a:pt x="40" y="0"/>
                    <a:pt x="28" y="3"/>
                  </a:cubicBezTo>
                  <a:cubicBezTo>
                    <a:pt x="16" y="6"/>
                    <a:pt x="6" y="15"/>
                    <a:pt x="3" y="27"/>
                  </a:cubicBezTo>
                  <a:cubicBezTo>
                    <a:pt x="0" y="39"/>
                    <a:pt x="4" y="52"/>
                    <a:pt x="13" y="60"/>
                  </a:cubicBezTo>
                  <a:cubicBezTo>
                    <a:pt x="85" y="133"/>
                    <a:pt x="85" y="133"/>
                    <a:pt x="85" y="133"/>
                  </a:cubicBezTo>
                  <a:cubicBezTo>
                    <a:pt x="91" y="139"/>
                    <a:pt x="100" y="143"/>
                    <a:pt x="109" y="143"/>
                  </a:cubicBezTo>
                  <a:cubicBezTo>
                    <a:pt x="118" y="143"/>
                    <a:pt x="127" y="139"/>
                    <a:pt x="133"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3">
              <a:extLst>
                <a:ext uri="{FF2B5EF4-FFF2-40B4-BE49-F238E27FC236}">
                  <a16:creationId xmlns:a16="http://schemas.microsoft.com/office/drawing/2014/main" id="{9A1BC50E-36DD-42AC-A5C7-3B92676870D7}"/>
                </a:ext>
              </a:extLst>
            </p:cNvPr>
            <p:cNvSpPr>
              <a:spLocks/>
            </p:cNvSpPr>
            <p:nvPr/>
          </p:nvSpPr>
          <p:spPr bwMode="auto">
            <a:xfrm>
              <a:off x="6394450" y="2051051"/>
              <a:ext cx="295275" cy="119063"/>
            </a:xfrm>
            <a:custGeom>
              <a:avLst/>
              <a:gdLst>
                <a:gd name="T0" fmla="*/ 34 w 170"/>
                <a:gd name="T1" fmla="*/ 0 h 68"/>
                <a:gd name="T2" fmla="*/ 0 w 170"/>
                <a:gd name="T3" fmla="*/ 34 h 68"/>
                <a:gd name="T4" fmla="*/ 34 w 170"/>
                <a:gd name="T5" fmla="*/ 68 h 68"/>
                <a:gd name="T6" fmla="*/ 136 w 170"/>
                <a:gd name="T7" fmla="*/ 68 h 68"/>
                <a:gd name="T8" fmla="*/ 170 w 170"/>
                <a:gd name="T9" fmla="*/ 34 h 68"/>
                <a:gd name="T10" fmla="*/ 136 w 170"/>
                <a:gd name="T11" fmla="*/ 0 h 68"/>
                <a:gd name="T12" fmla="*/ 34 w 170"/>
                <a:gd name="T13" fmla="*/ 0 h 68"/>
              </a:gdLst>
              <a:ahLst/>
              <a:cxnLst>
                <a:cxn ang="0">
                  <a:pos x="T0" y="T1"/>
                </a:cxn>
                <a:cxn ang="0">
                  <a:pos x="T2" y="T3"/>
                </a:cxn>
                <a:cxn ang="0">
                  <a:pos x="T4" y="T5"/>
                </a:cxn>
                <a:cxn ang="0">
                  <a:pos x="T6" y="T7"/>
                </a:cxn>
                <a:cxn ang="0">
                  <a:pos x="T8" y="T9"/>
                </a:cxn>
                <a:cxn ang="0">
                  <a:pos x="T10" y="T11"/>
                </a:cxn>
                <a:cxn ang="0">
                  <a:pos x="T12" y="T13"/>
                </a:cxn>
              </a:cxnLst>
              <a:rect l="0" t="0" r="r" b="b"/>
              <a:pathLst>
                <a:path w="170" h="68">
                  <a:moveTo>
                    <a:pt x="34" y="0"/>
                  </a:moveTo>
                  <a:cubicBezTo>
                    <a:pt x="15" y="0"/>
                    <a:pt x="0" y="15"/>
                    <a:pt x="0" y="34"/>
                  </a:cubicBezTo>
                  <a:cubicBezTo>
                    <a:pt x="0" y="53"/>
                    <a:pt x="15" y="68"/>
                    <a:pt x="34" y="68"/>
                  </a:cubicBezTo>
                  <a:cubicBezTo>
                    <a:pt x="136" y="68"/>
                    <a:pt x="136" y="68"/>
                    <a:pt x="136" y="68"/>
                  </a:cubicBezTo>
                  <a:cubicBezTo>
                    <a:pt x="155" y="68"/>
                    <a:pt x="170" y="53"/>
                    <a:pt x="170" y="34"/>
                  </a:cubicBezTo>
                  <a:cubicBezTo>
                    <a:pt x="170" y="15"/>
                    <a:pt x="155" y="0"/>
                    <a:pt x="136" y="0"/>
                  </a:cubicBez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1" name="Group 30">
            <a:extLst>
              <a:ext uri="{FF2B5EF4-FFF2-40B4-BE49-F238E27FC236}">
                <a16:creationId xmlns:a16="http://schemas.microsoft.com/office/drawing/2014/main" id="{928D2915-1446-4B37-AF26-C73A0479B259}"/>
              </a:ext>
            </a:extLst>
          </p:cNvPr>
          <p:cNvGrpSpPr/>
          <p:nvPr/>
        </p:nvGrpSpPr>
        <p:grpSpPr>
          <a:xfrm>
            <a:off x="5891214" y="1611669"/>
            <a:ext cx="2185986" cy="2182100"/>
            <a:chOff x="5197476" y="919163"/>
            <a:chExt cx="3573462" cy="3567113"/>
          </a:xfrm>
          <a:solidFill>
            <a:schemeClr val="accent2"/>
          </a:solidFill>
        </p:grpSpPr>
        <p:sp>
          <p:nvSpPr>
            <p:cNvPr id="32" name="Freeform 5">
              <a:extLst>
                <a:ext uri="{FF2B5EF4-FFF2-40B4-BE49-F238E27FC236}">
                  <a16:creationId xmlns:a16="http://schemas.microsoft.com/office/drawing/2014/main" id="{F4EF3A10-60A8-4887-8DE6-0A90AC22BD5E}"/>
                </a:ext>
              </a:extLst>
            </p:cNvPr>
            <p:cNvSpPr>
              <a:spLocks/>
            </p:cNvSpPr>
            <p:nvPr/>
          </p:nvSpPr>
          <p:spPr bwMode="auto">
            <a:xfrm>
              <a:off x="5197476" y="919163"/>
              <a:ext cx="2974975" cy="3567113"/>
            </a:xfrm>
            <a:custGeom>
              <a:avLst/>
              <a:gdLst>
                <a:gd name="T0" fmla="*/ 91 w 1709"/>
                <a:gd name="T1" fmla="*/ 1299 h 2050"/>
                <a:gd name="T2" fmla="*/ 128 w 1709"/>
                <a:gd name="T3" fmla="*/ 1362 h 2050"/>
                <a:gd name="T4" fmla="*/ 111 w 1709"/>
                <a:gd name="T5" fmla="*/ 1476 h 2050"/>
                <a:gd name="T6" fmla="*/ 132 w 1709"/>
                <a:gd name="T7" fmla="*/ 1550 h 2050"/>
                <a:gd name="T8" fmla="*/ 175 w 1709"/>
                <a:gd name="T9" fmla="*/ 1599 h 2050"/>
                <a:gd name="T10" fmla="*/ 203 w 1709"/>
                <a:gd name="T11" fmla="*/ 1667 h 2050"/>
                <a:gd name="T12" fmla="*/ 209 w 1709"/>
                <a:gd name="T13" fmla="*/ 1786 h 2050"/>
                <a:gd name="T14" fmla="*/ 358 w 1709"/>
                <a:gd name="T15" fmla="*/ 1876 h 2050"/>
                <a:gd name="T16" fmla="*/ 784 w 1709"/>
                <a:gd name="T17" fmla="*/ 2024 h 2050"/>
                <a:gd name="T18" fmla="*/ 1673 w 1709"/>
                <a:gd name="T19" fmla="*/ 2048 h 2050"/>
                <a:gd name="T20" fmla="*/ 1706 w 1709"/>
                <a:gd name="T21" fmla="*/ 2003 h 2050"/>
                <a:gd name="T22" fmla="*/ 1649 w 1709"/>
                <a:gd name="T23" fmla="*/ 1901 h 2050"/>
                <a:gd name="T24" fmla="*/ 1571 w 1709"/>
                <a:gd name="T25" fmla="*/ 1605 h 2050"/>
                <a:gd name="T26" fmla="*/ 1516 w 1709"/>
                <a:gd name="T27" fmla="*/ 1581 h 2050"/>
                <a:gd name="T28" fmla="*/ 1546 w 1709"/>
                <a:gd name="T29" fmla="*/ 1825 h 2050"/>
                <a:gd name="T30" fmla="*/ 1614 w 1709"/>
                <a:gd name="T31" fmla="*/ 1976 h 2050"/>
                <a:gd name="T32" fmla="*/ 842 w 1709"/>
                <a:gd name="T33" fmla="*/ 1982 h 2050"/>
                <a:gd name="T34" fmla="*/ 753 w 1709"/>
                <a:gd name="T35" fmla="*/ 1753 h 2050"/>
                <a:gd name="T36" fmla="*/ 1019 w 1709"/>
                <a:gd name="T37" fmla="*/ 1538 h 2050"/>
                <a:gd name="T38" fmla="*/ 985 w 1709"/>
                <a:gd name="T39" fmla="*/ 1505 h 2050"/>
                <a:gd name="T40" fmla="*/ 781 w 1709"/>
                <a:gd name="T41" fmla="*/ 1671 h 2050"/>
                <a:gd name="T42" fmla="*/ 638 w 1709"/>
                <a:gd name="T43" fmla="*/ 1721 h 2050"/>
                <a:gd name="T44" fmla="*/ 344 w 1709"/>
                <a:gd name="T45" fmla="*/ 1809 h 2050"/>
                <a:gd name="T46" fmla="*/ 266 w 1709"/>
                <a:gd name="T47" fmla="*/ 1703 h 2050"/>
                <a:gd name="T48" fmla="*/ 273 w 1709"/>
                <a:gd name="T49" fmla="*/ 1609 h 2050"/>
                <a:gd name="T50" fmla="*/ 202 w 1709"/>
                <a:gd name="T51" fmla="*/ 1535 h 2050"/>
                <a:gd name="T52" fmla="*/ 222 w 1709"/>
                <a:gd name="T53" fmla="*/ 1488 h 2050"/>
                <a:gd name="T54" fmla="*/ 167 w 1709"/>
                <a:gd name="T55" fmla="*/ 1434 h 2050"/>
                <a:gd name="T56" fmla="*/ 190 w 1709"/>
                <a:gd name="T57" fmla="*/ 1391 h 2050"/>
                <a:gd name="T58" fmla="*/ 122 w 1709"/>
                <a:gd name="T59" fmla="*/ 1238 h 2050"/>
                <a:gd name="T60" fmla="*/ 73 w 1709"/>
                <a:gd name="T61" fmla="*/ 1205 h 2050"/>
                <a:gd name="T62" fmla="*/ 261 w 1709"/>
                <a:gd name="T63" fmla="*/ 902 h 2050"/>
                <a:gd name="T64" fmla="*/ 224 w 1709"/>
                <a:gd name="T65" fmla="*/ 771 h 2050"/>
                <a:gd name="T66" fmla="*/ 201 w 1709"/>
                <a:gd name="T67" fmla="*/ 711 h 2050"/>
                <a:gd name="T68" fmla="*/ 253 w 1709"/>
                <a:gd name="T69" fmla="*/ 578 h 2050"/>
                <a:gd name="T70" fmla="*/ 284 w 1709"/>
                <a:gd name="T71" fmla="*/ 463 h 2050"/>
                <a:gd name="T72" fmla="*/ 713 w 1709"/>
                <a:gd name="T73" fmla="*/ 117 h 2050"/>
                <a:gd name="T74" fmla="*/ 1194 w 1709"/>
                <a:gd name="T75" fmla="*/ 80 h 2050"/>
                <a:gd name="T76" fmla="*/ 1206 w 1709"/>
                <a:gd name="T77" fmla="*/ 13 h 2050"/>
                <a:gd name="T78" fmla="*/ 699 w 1709"/>
                <a:gd name="T79" fmla="*/ 50 h 2050"/>
                <a:gd name="T80" fmla="*/ 220 w 1709"/>
                <a:gd name="T81" fmla="*/ 439 h 2050"/>
                <a:gd name="T82" fmla="*/ 187 w 1709"/>
                <a:gd name="T83" fmla="*/ 563 h 2050"/>
                <a:gd name="T84" fmla="*/ 138 w 1709"/>
                <a:gd name="T85" fmla="*/ 688 h 2050"/>
                <a:gd name="T86" fmla="*/ 178 w 1709"/>
                <a:gd name="T87" fmla="*/ 821 h 2050"/>
                <a:gd name="T88" fmla="*/ 200 w 1709"/>
                <a:gd name="T89" fmla="*/ 871 h 2050"/>
                <a:gd name="T90" fmla="*/ 6 w 1709"/>
                <a:gd name="T91" fmla="*/ 1214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09" h="2050">
                  <a:moveTo>
                    <a:pt x="55" y="1278"/>
                  </a:moveTo>
                  <a:cubicBezTo>
                    <a:pt x="66" y="1286"/>
                    <a:pt x="78" y="1293"/>
                    <a:pt x="91" y="1299"/>
                  </a:cubicBezTo>
                  <a:cubicBezTo>
                    <a:pt x="105" y="1306"/>
                    <a:pt x="130" y="1319"/>
                    <a:pt x="132" y="1328"/>
                  </a:cubicBezTo>
                  <a:cubicBezTo>
                    <a:pt x="134" y="1339"/>
                    <a:pt x="133" y="1351"/>
                    <a:pt x="128" y="1362"/>
                  </a:cubicBezTo>
                  <a:cubicBezTo>
                    <a:pt x="123" y="1373"/>
                    <a:pt x="117" y="1383"/>
                    <a:pt x="113" y="1391"/>
                  </a:cubicBezTo>
                  <a:cubicBezTo>
                    <a:pt x="100" y="1413"/>
                    <a:pt x="79" y="1450"/>
                    <a:pt x="111" y="1476"/>
                  </a:cubicBezTo>
                  <a:cubicBezTo>
                    <a:pt x="118" y="1482"/>
                    <a:pt x="131" y="1492"/>
                    <a:pt x="143" y="1501"/>
                  </a:cubicBezTo>
                  <a:cubicBezTo>
                    <a:pt x="134" y="1516"/>
                    <a:pt x="130" y="1533"/>
                    <a:pt x="132" y="1550"/>
                  </a:cubicBezTo>
                  <a:cubicBezTo>
                    <a:pt x="133" y="1564"/>
                    <a:pt x="141" y="1576"/>
                    <a:pt x="152" y="1584"/>
                  </a:cubicBezTo>
                  <a:cubicBezTo>
                    <a:pt x="159" y="1589"/>
                    <a:pt x="168" y="1594"/>
                    <a:pt x="175" y="1599"/>
                  </a:cubicBezTo>
                  <a:cubicBezTo>
                    <a:pt x="196" y="1610"/>
                    <a:pt x="204" y="1615"/>
                    <a:pt x="206" y="1626"/>
                  </a:cubicBezTo>
                  <a:cubicBezTo>
                    <a:pt x="208" y="1640"/>
                    <a:pt x="207" y="1654"/>
                    <a:pt x="203" y="1667"/>
                  </a:cubicBezTo>
                  <a:cubicBezTo>
                    <a:pt x="201" y="1676"/>
                    <a:pt x="199" y="1685"/>
                    <a:pt x="198" y="1694"/>
                  </a:cubicBezTo>
                  <a:cubicBezTo>
                    <a:pt x="194" y="1725"/>
                    <a:pt x="198" y="1757"/>
                    <a:pt x="209" y="1786"/>
                  </a:cubicBezTo>
                  <a:cubicBezTo>
                    <a:pt x="224" y="1841"/>
                    <a:pt x="273" y="1878"/>
                    <a:pt x="330" y="1879"/>
                  </a:cubicBezTo>
                  <a:cubicBezTo>
                    <a:pt x="339" y="1879"/>
                    <a:pt x="348" y="1878"/>
                    <a:pt x="358" y="1876"/>
                  </a:cubicBezTo>
                  <a:cubicBezTo>
                    <a:pt x="455" y="1853"/>
                    <a:pt x="551" y="1824"/>
                    <a:pt x="645" y="1790"/>
                  </a:cubicBezTo>
                  <a:cubicBezTo>
                    <a:pt x="722" y="1835"/>
                    <a:pt x="771" y="1973"/>
                    <a:pt x="784" y="2024"/>
                  </a:cubicBezTo>
                  <a:cubicBezTo>
                    <a:pt x="787" y="2039"/>
                    <a:pt x="801" y="2050"/>
                    <a:pt x="817" y="2050"/>
                  </a:cubicBezTo>
                  <a:cubicBezTo>
                    <a:pt x="1673" y="2048"/>
                    <a:pt x="1673" y="2048"/>
                    <a:pt x="1673" y="2048"/>
                  </a:cubicBezTo>
                  <a:cubicBezTo>
                    <a:pt x="1684" y="2048"/>
                    <a:pt x="1694" y="2042"/>
                    <a:pt x="1701" y="2034"/>
                  </a:cubicBezTo>
                  <a:cubicBezTo>
                    <a:pt x="1707" y="2025"/>
                    <a:pt x="1709" y="2014"/>
                    <a:pt x="1706" y="2003"/>
                  </a:cubicBezTo>
                  <a:cubicBezTo>
                    <a:pt x="1697" y="1980"/>
                    <a:pt x="1686" y="1958"/>
                    <a:pt x="1671" y="1938"/>
                  </a:cubicBezTo>
                  <a:cubicBezTo>
                    <a:pt x="1663" y="1927"/>
                    <a:pt x="1656" y="1914"/>
                    <a:pt x="1649" y="1901"/>
                  </a:cubicBezTo>
                  <a:cubicBezTo>
                    <a:pt x="1634" y="1870"/>
                    <a:pt x="1621" y="1838"/>
                    <a:pt x="1611" y="1804"/>
                  </a:cubicBezTo>
                  <a:cubicBezTo>
                    <a:pt x="1592" y="1739"/>
                    <a:pt x="1578" y="1672"/>
                    <a:pt x="1571" y="1605"/>
                  </a:cubicBezTo>
                  <a:cubicBezTo>
                    <a:pt x="1570" y="1592"/>
                    <a:pt x="1562" y="1581"/>
                    <a:pt x="1550" y="1576"/>
                  </a:cubicBezTo>
                  <a:cubicBezTo>
                    <a:pt x="1539" y="1571"/>
                    <a:pt x="1526" y="1573"/>
                    <a:pt x="1516" y="1581"/>
                  </a:cubicBezTo>
                  <a:cubicBezTo>
                    <a:pt x="1506" y="1588"/>
                    <a:pt x="1501" y="1601"/>
                    <a:pt x="1503" y="1613"/>
                  </a:cubicBezTo>
                  <a:cubicBezTo>
                    <a:pt x="1511" y="1685"/>
                    <a:pt x="1525" y="1756"/>
                    <a:pt x="1546" y="1825"/>
                  </a:cubicBezTo>
                  <a:cubicBezTo>
                    <a:pt x="1557" y="1861"/>
                    <a:pt x="1571" y="1897"/>
                    <a:pt x="1588" y="1931"/>
                  </a:cubicBezTo>
                  <a:cubicBezTo>
                    <a:pt x="1596" y="1947"/>
                    <a:pt x="1604" y="1962"/>
                    <a:pt x="1614" y="1976"/>
                  </a:cubicBezTo>
                  <a:cubicBezTo>
                    <a:pt x="1617" y="1980"/>
                    <a:pt x="1617" y="1980"/>
                    <a:pt x="1617" y="1980"/>
                  </a:cubicBezTo>
                  <a:cubicBezTo>
                    <a:pt x="842" y="1982"/>
                    <a:pt x="842" y="1982"/>
                    <a:pt x="842" y="1982"/>
                  </a:cubicBezTo>
                  <a:cubicBezTo>
                    <a:pt x="820" y="1901"/>
                    <a:pt x="779" y="1826"/>
                    <a:pt x="722" y="1764"/>
                  </a:cubicBezTo>
                  <a:cubicBezTo>
                    <a:pt x="753" y="1753"/>
                    <a:pt x="753" y="1753"/>
                    <a:pt x="753" y="1753"/>
                  </a:cubicBezTo>
                  <a:cubicBezTo>
                    <a:pt x="776" y="1745"/>
                    <a:pt x="793" y="1739"/>
                    <a:pt x="802" y="1736"/>
                  </a:cubicBezTo>
                  <a:cubicBezTo>
                    <a:pt x="948" y="1690"/>
                    <a:pt x="1021" y="1623"/>
                    <a:pt x="1019" y="1538"/>
                  </a:cubicBezTo>
                  <a:cubicBezTo>
                    <a:pt x="1019" y="1529"/>
                    <a:pt x="1016" y="1520"/>
                    <a:pt x="1009" y="1514"/>
                  </a:cubicBezTo>
                  <a:cubicBezTo>
                    <a:pt x="1003" y="1508"/>
                    <a:pt x="994" y="1504"/>
                    <a:pt x="985" y="1505"/>
                  </a:cubicBezTo>
                  <a:cubicBezTo>
                    <a:pt x="966" y="1505"/>
                    <a:pt x="951" y="1521"/>
                    <a:pt x="951" y="1540"/>
                  </a:cubicBezTo>
                  <a:cubicBezTo>
                    <a:pt x="952" y="1575"/>
                    <a:pt x="923" y="1626"/>
                    <a:pt x="781" y="1671"/>
                  </a:cubicBezTo>
                  <a:cubicBezTo>
                    <a:pt x="772" y="1674"/>
                    <a:pt x="754" y="1680"/>
                    <a:pt x="731" y="1688"/>
                  </a:cubicBezTo>
                  <a:cubicBezTo>
                    <a:pt x="705" y="1697"/>
                    <a:pt x="673" y="1709"/>
                    <a:pt x="638" y="1721"/>
                  </a:cubicBezTo>
                  <a:cubicBezTo>
                    <a:pt x="637" y="1721"/>
                    <a:pt x="637" y="1721"/>
                    <a:pt x="637" y="1721"/>
                  </a:cubicBezTo>
                  <a:cubicBezTo>
                    <a:pt x="541" y="1756"/>
                    <a:pt x="443" y="1786"/>
                    <a:pt x="344" y="1809"/>
                  </a:cubicBezTo>
                  <a:cubicBezTo>
                    <a:pt x="312" y="1816"/>
                    <a:pt x="281" y="1796"/>
                    <a:pt x="274" y="1764"/>
                  </a:cubicBezTo>
                  <a:cubicBezTo>
                    <a:pt x="266" y="1745"/>
                    <a:pt x="263" y="1724"/>
                    <a:pt x="266" y="1703"/>
                  </a:cubicBezTo>
                  <a:cubicBezTo>
                    <a:pt x="266" y="1696"/>
                    <a:pt x="268" y="1689"/>
                    <a:pt x="270" y="1682"/>
                  </a:cubicBezTo>
                  <a:cubicBezTo>
                    <a:pt x="277" y="1658"/>
                    <a:pt x="278" y="1633"/>
                    <a:pt x="273" y="1609"/>
                  </a:cubicBezTo>
                  <a:cubicBezTo>
                    <a:pt x="263" y="1578"/>
                    <a:pt x="240" y="1552"/>
                    <a:pt x="209" y="1539"/>
                  </a:cubicBezTo>
                  <a:cubicBezTo>
                    <a:pt x="202" y="1535"/>
                    <a:pt x="202" y="1535"/>
                    <a:pt x="202" y="1535"/>
                  </a:cubicBezTo>
                  <a:cubicBezTo>
                    <a:pt x="206" y="1528"/>
                    <a:pt x="210" y="1521"/>
                    <a:pt x="215" y="1514"/>
                  </a:cubicBezTo>
                  <a:cubicBezTo>
                    <a:pt x="221" y="1507"/>
                    <a:pt x="224" y="1498"/>
                    <a:pt x="222" y="1488"/>
                  </a:cubicBezTo>
                  <a:cubicBezTo>
                    <a:pt x="221" y="1479"/>
                    <a:pt x="216" y="1471"/>
                    <a:pt x="209" y="1465"/>
                  </a:cubicBezTo>
                  <a:cubicBezTo>
                    <a:pt x="201" y="1459"/>
                    <a:pt x="181" y="1445"/>
                    <a:pt x="167" y="1434"/>
                  </a:cubicBezTo>
                  <a:cubicBezTo>
                    <a:pt x="169" y="1431"/>
                    <a:pt x="171" y="1427"/>
                    <a:pt x="172" y="1424"/>
                  </a:cubicBezTo>
                  <a:cubicBezTo>
                    <a:pt x="178" y="1415"/>
                    <a:pt x="184" y="1404"/>
                    <a:pt x="190" y="1391"/>
                  </a:cubicBezTo>
                  <a:cubicBezTo>
                    <a:pt x="201" y="1368"/>
                    <a:pt x="204" y="1341"/>
                    <a:pt x="199" y="1315"/>
                  </a:cubicBezTo>
                  <a:cubicBezTo>
                    <a:pt x="191" y="1273"/>
                    <a:pt x="151" y="1253"/>
                    <a:pt x="122" y="1238"/>
                  </a:cubicBezTo>
                  <a:cubicBezTo>
                    <a:pt x="112" y="1233"/>
                    <a:pt x="103" y="1228"/>
                    <a:pt x="94" y="1222"/>
                  </a:cubicBezTo>
                  <a:cubicBezTo>
                    <a:pt x="86" y="1217"/>
                    <a:pt x="80" y="1211"/>
                    <a:pt x="73" y="1205"/>
                  </a:cubicBezTo>
                  <a:cubicBezTo>
                    <a:pt x="73" y="1200"/>
                    <a:pt x="79" y="1188"/>
                    <a:pt x="105" y="1156"/>
                  </a:cubicBezTo>
                  <a:cubicBezTo>
                    <a:pt x="166" y="1077"/>
                    <a:pt x="218" y="992"/>
                    <a:pt x="261" y="902"/>
                  </a:cubicBezTo>
                  <a:cubicBezTo>
                    <a:pt x="269" y="888"/>
                    <a:pt x="274" y="872"/>
                    <a:pt x="274" y="856"/>
                  </a:cubicBezTo>
                  <a:cubicBezTo>
                    <a:pt x="271" y="822"/>
                    <a:pt x="253" y="790"/>
                    <a:pt x="224" y="771"/>
                  </a:cubicBezTo>
                  <a:cubicBezTo>
                    <a:pt x="211" y="758"/>
                    <a:pt x="198" y="746"/>
                    <a:pt x="196" y="735"/>
                  </a:cubicBezTo>
                  <a:cubicBezTo>
                    <a:pt x="196" y="727"/>
                    <a:pt x="198" y="719"/>
                    <a:pt x="201" y="711"/>
                  </a:cubicBezTo>
                  <a:cubicBezTo>
                    <a:pt x="207" y="697"/>
                    <a:pt x="213" y="682"/>
                    <a:pt x="220" y="668"/>
                  </a:cubicBezTo>
                  <a:cubicBezTo>
                    <a:pt x="234" y="639"/>
                    <a:pt x="245" y="609"/>
                    <a:pt x="253" y="578"/>
                  </a:cubicBezTo>
                  <a:cubicBezTo>
                    <a:pt x="257" y="564"/>
                    <a:pt x="257" y="564"/>
                    <a:pt x="257" y="564"/>
                  </a:cubicBezTo>
                  <a:cubicBezTo>
                    <a:pt x="264" y="529"/>
                    <a:pt x="273" y="496"/>
                    <a:pt x="284" y="463"/>
                  </a:cubicBezTo>
                  <a:cubicBezTo>
                    <a:pt x="311" y="389"/>
                    <a:pt x="353" y="320"/>
                    <a:pt x="407" y="263"/>
                  </a:cubicBezTo>
                  <a:cubicBezTo>
                    <a:pt x="472" y="194"/>
                    <a:pt x="575" y="145"/>
                    <a:pt x="713" y="117"/>
                  </a:cubicBezTo>
                  <a:cubicBezTo>
                    <a:pt x="818" y="94"/>
                    <a:pt x="925" y="79"/>
                    <a:pt x="1033" y="71"/>
                  </a:cubicBezTo>
                  <a:cubicBezTo>
                    <a:pt x="1087" y="68"/>
                    <a:pt x="1141" y="71"/>
                    <a:pt x="1194" y="80"/>
                  </a:cubicBezTo>
                  <a:cubicBezTo>
                    <a:pt x="1212" y="83"/>
                    <a:pt x="1229" y="71"/>
                    <a:pt x="1233" y="52"/>
                  </a:cubicBezTo>
                  <a:cubicBezTo>
                    <a:pt x="1236" y="34"/>
                    <a:pt x="1224" y="17"/>
                    <a:pt x="1206" y="13"/>
                  </a:cubicBezTo>
                  <a:cubicBezTo>
                    <a:pt x="1147" y="3"/>
                    <a:pt x="1088" y="0"/>
                    <a:pt x="1030" y="3"/>
                  </a:cubicBezTo>
                  <a:cubicBezTo>
                    <a:pt x="919" y="11"/>
                    <a:pt x="808" y="27"/>
                    <a:pt x="699" y="50"/>
                  </a:cubicBezTo>
                  <a:cubicBezTo>
                    <a:pt x="546" y="81"/>
                    <a:pt x="434" y="135"/>
                    <a:pt x="357" y="216"/>
                  </a:cubicBezTo>
                  <a:cubicBezTo>
                    <a:pt x="297" y="280"/>
                    <a:pt x="251" y="356"/>
                    <a:pt x="220" y="439"/>
                  </a:cubicBezTo>
                  <a:cubicBezTo>
                    <a:pt x="208" y="475"/>
                    <a:pt x="198" y="511"/>
                    <a:pt x="190" y="548"/>
                  </a:cubicBezTo>
                  <a:cubicBezTo>
                    <a:pt x="187" y="563"/>
                    <a:pt x="187" y="563"/>
                    <a:pt x="187" y="563"/>
                  </a:cubicBezTo>
                  <a:cubicBezTo>
                    <a:pt x="179" y="589"/>
                    <a:pt x="170" y="615"/>
                    <a:pt x="158" y="640"/>
                  </a:cubicBezTo>
                  <a:cubicBezTo>
                    <a:pt x="151" y="656"/>
                    <a:pt x="144" y="671"/>
                    <a:pt x="138" y="688"/>
                  </a:cubicBezTo>
                  <a:cubicBezTo>
                    <a:pt x="130" y="705"/>
                    <a:pt x="127" y="725"/>
                    <a:pt x="128" y="745"/>
                  </a:cubicBezTo>
                  <a:cubicBezTo>
                    <a:pt x="135" y="775"/>
                    <a:pt x="153" y="802"/>
                    <a:pt x="178" y="821"/>
                  </a:cubicBezTo>
                  <a:cubicBezTo>
                    <a:pt x="195" y="836"/>
                    <a:pt x="206" y="847"/>
                    <a:pt x="206" y="856"/>
                  </a:cubicBezTo>
                  <a:cubicBezTo>
                    <a:pt x="205" y="862"/>
                    <a:pt x="203" y="867"/>
                    <a:pt x="200" y="871"/>
                  </a:cubicBezTo>
                  <a:cubicBezTo>
                    <a:pt x="159" y="957"/>
                    <a:pt x="109" y="1039"/>
                    <a:pt x="51" y="1114"/>
                  </a:cubicBezTo>
                  <a:cubicBezTo>
                    <a:pt x="26" y="1144"/>
                    <a:pt x="0" y="1179"/>
                    <a:pt x="6" y="1214"/>
                  </a:cubicBezTo>
                  <a:cubicBezTo>
                    <a:pt x="13" y="1241"/>
                    <a:pt x="31" y="1265"/>
                    <a:pt x="55" y="12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6">
              <a:extLst>
                <a:ext uri="{FF2B5EF4-FFF2-40B4-BE49-F238E27FC236}">
                  <a16:creationId xmlns:a16="http://schemas.microsoft.com/office/drawing/2014/main" id="{70FDC790-6E0E-4FD5-9A69-4AE34441FC0C}"/>
                </a:ext>
              </a:extLst>
            </p:cNvPr>
            <p:cNvSpPr>
              <a:spLocks/>
            </p:cNvSpPr>
            <p:nvPr/>
          </p:nvSpPr>
          <p:spPr bwMode="auto">
            <a:xfrm>
              <a:off x="5745163" y="1268413"/>
              <a:ext cx="652462" cy="757238"/>
            </a:xfrm>
            <a:custGeom>
              <a:avLst/>
              <a:gdLst>
                <a:gd name="T0" fmla="*/ 71 w 375"/>
                <a:gd name="T1" fmla="*/ 408 h 435"/>
                <a:gd name="T2" fmla="*/ 75 w 375"/>
                <a:gd name="T3" fmla="*/ 393 h 435"/>
                <a:gd name="T4" fmla="*/ 97 w 375"/>
                <a:gd name="T5" fmla="*/ 309 h 435"/>
                <a:gd name="T6" fmla="*/ 191 w 375"/>
                <a:gd name="T7" fmla="*/ 156 h 435"/>
                <a:gd name="T8" fmla="*/ 348 w 375"/>
                <a:gd name="T9" fmla="*/ 69 h 435"/>
                <a:gd name="T10" fmla="*/ 372 w 375"/>
                <a:gd name="T11" fmla="*/ 44 h 435"/>
                <a:gd name="T12" fmla="*/ 362 w 375"/>
                <a:gd name="T13" fmla="*/ 11 h 435"/>
                <a:gd name="T14" fmla="*/ 328 w 375"/>
                <a:gd name="T15" fmla="*/ 4 h 435"/>
                <a:gd name="T16" fmla="*/ 141 w 375"/>
                <a:gd name="T17" fmla="*/ 109 h 435"/>
                <a:gd name="T18" fmla="*/ 33 w 375"/>
                <a:gd name="T19" fmla="*/ 286 h 435"/>
                <a:gd name="T20" fmla="*/ 8 w 375"/>
                <a:gd name="T21" fmla="*/ 378 h 435"/>
                <a:gd name="T22" fmla="*/ 5 w 375"/>
                <a:gd name="T23" fmla="*/ 393 h 435"/>
                <a:gd name="T24" fmla="*/ 30 w 375"/>
                <a:gd name="T25" fmla="*/ 434 h 435"/>
                <a:gd name="T26" fmla="*/ 38 w 375"/>
                <a:gd name="T27" fmla="*/ 435 h 435"/>
                <a:gd name="T28" fmla="*/ 71 w 375"/>
                <a:gd name="T29" fmla="*/ 408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5" h="435">
                  <a:moveTo>
                    <a:pt x="71" y="408"/>
                  </a:moveTo>
                  <a:cubicBezTo>
                    <a:pt x="75" y="393"/>
                    <a:pt x="75" y="393"/>
                    <a:pt x="75" y="393"/>
                  </a:cubicBezTo>
                  <a:cubicBezTo>
                    <a:pt x="81" y="365"/>
                    <a:pt x="88" y="337"/>
                    <a:pt x="97" y="309"/>
                  </a:cubicBezTo>
                  <a:cubicBezTo>
                    <a:pt x="118" y="252"/>
                    <a:pt x="150" y="200"/>
                    <a:pt x="191" y="156"/>
                  </a:cubicBezTo>
                  <a:cubicBezTo>
                    <a:pt x="235" y="114"/>
                    <a:pt x="289" y="84"/>
                    <a:pt x="348" y="69"/>
                  </a:cubicBezTo>
                  <a:cubicBezTo>
                    <a:pt x="360" y="66"/>
                    <a:pt x="369" y="56"/>
                    <a:pt x="372" y="44"/>
                  </a:cubicBezTo>
                  <a:cubicBezTo>
                    <a:pt x="375" y="32"/>
                    <a:pt x="371" y="20"/>
                    <a:pt x="362" y="11"/>
                  </a:cubicBezTo>
                  <a:cubicBezTo>
                    <a:pt x="353" y="3"/>
                    <a:pt x="340" y="0"/>
                    <a:pt x="328" y="4"/>
                  </a:cubicBezTo>
                  <a:cubicBezTo>
                    <a:pt x="258" y="22"/>
                    <a:pt x="194" y="58"/>
                    <a:pt x="141" y="109"/>
                  </a:cubicBezTo>
                  <a:cubicBezTo>
                    <a:pt x="94" y="160"/>
                    <a:pt x="57" y="220"/>
                    <a:pt x="33" y="286"/>
                  </a:cubicBezTo>
                  <a:cubicBezTo>
                    <a:pt x="23" y="316"/>
                    <a:pt x="15" y="347"/>
                    <a:pt x="8" y="378"/>
                  </a:cubicBezTo>
                  <a:cubicBezTo>
                    <a:pt x="5" y="393"/>
                    <a:pt x="5" y="393"/>
                    <a:pt x="5" y="393"/>
                  </a:cubicBezTo>
                  <a:cubicBezTo>
                    <a:pt x="0" y="411"/>
                    <a:pt x="12" y="430"/>
                    <a:pt x="30" y="434"/>
                  </a:cubicBezTo>
                  <a:cubicBezTo>
                    <a:pt x="33" y="434"/>
                    <a:pt x="35" y="435"/>
                    <a:pt x="38" y="435"/>
                  </a:cubicBezTo>
                  <a:cubicBezTo>
                    <a:pt x="54" y="435"/>
                    <a:pt x="68" y="424"/>
                    <a:pt x="71" y="4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Oval 7">
              <a:extLst>
                <a:ext uri="{FF2B5EF4-FFF2-40B4-BE49-F238E27FC236}">
                  <a16:creationId xmlns:a16="http://schemas.microsoft.com/office/drawing/2014/main" id="{C0EB0A72-09B9-4C1C-BE4A-4A71BBA0DE51}"/>
                </a:ext>
              </a:extLst>
            </p:cNvPr>
            <p:cNvSpPr>
              <a:spLocks noChangeArrowheads="1"/>
            </p:cNvSpPr>
            <p:nvPr/>
          </p:nvSpPr>
          <p:spPr bwMode="auto">
            <a:xfrm>
              <a:off x="5680075" y="2111376"/>
              <a:ext cx="119062" cy="1174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8">
              <a:extLst>
                <a:ext uri="{FF2B5EF4-FFF2-40B4-BE49-F238E27FC236}">
                  <a16:creationId xmlns:a16="http://schemas.microsoft.com/office/drawing/2014/main" id="{F5477A86-2AFA-457D-9B3F-8683C6C87587}"/>
                </a:ext>
              </a:extLst>
            </p:cNvPr>
            <p:cNvSpPr>
              <a:spLocks noEditPoints="1"/>
            </p:cNvSpPr>
            <p:nvPr/>
          </p:nvSpPr>
          <p:spPr bwMode="auto">
            <a:xfrm>
              <a:off x="6805613" y="1338263"/>
              <a:ext cx="1552575" cy="2374900"/>
            </a:xfrm>
            <a:custGeom>
              <a:avLst/>
              <a:gdLst>
                <a:gd name="T0" fmla="*/ 118 w 892"/>
                <a:gd name="T1" fmla="*/ 768 h 1365"/>
                <a:gd name="T2" fmla="*/ 306 w 892"/>
                <a:gd name="T3" fmla="*/ 963 h 1365"/>
                <a:gd name="T4" fmla="*/ 242 w 892"/>
                <a:gd name="T5" fmla="*/ 1126 h 1365"/>
                <a:gd name="T6" fmla="*/ 310 w 892"/>
                <a:gd name="T7" fmla="*/ 1229 h 1365"/>
                <a:gd name="T8" fmla="*/ 583 w 892"/>
                <a:gd name="T9" fmla="*/ 1229 h 1365"/>
                <a:gd name="T10" fmla="*/ 651 w 892"/>
                <a:gd name="T11" fmla="*/ 1126 h 1365"/>
                <a:gd name="T12" fmla="*/ 586 w 892"/>
                <a:gd name="T13" fmla="*/ 963 h 1365"/>
                <a:gd name="T14" fmla="*/ 775 w 892"/>
                <a:gd name="T15" fmla="*/ 768 h 1365"/>
                <a:gd name="T16" fmla="*/ 446 w 892"/>
                <a:gd name="T17" fmla="*/ 0 h 1365"/>
                <a:gd name="T18" fmla="*/ 344 w 892"/>
                <a:gd name="T19" fmla="*/ 512 h 1365"/>
                <a:gd name="T20" fmla="*/ 276 w 892"/>
                <a:gd name="T21" fmla="*/ 478 h 1365"/>
                <a:gd name="T22" fmla="*/ 344 w 892"/>
                <a:gd name="T23" fmla="*/ 478 h 1365"/>
                <a:gd name="T24" fmla="*/ 480 w 892"/>
                <a:gd name="T25" fmla="*/ 956 h 1365"/>
                <a:gd name="T26" fmla="*/ 412 w 892"/>
                <a:gd name="T27" fmla="*/ 580 h 1365"/>
                <a:gd name="T28" fmla="*/ 480 w 892"/>
                <a:gd name="T29" fmla="*/ 956 h 1365"/>
                <a:gd name="T30" fmla="*/ 378 w 892"/>
                <a:gd name="T31" fmla="*/ 1229 h 1365"/>
                <a:gd name="T32" fmla="*/ 446 w 892"/>
                <a:gd name="T33" fmla="*/ 1297 h 1365"/>
                <a:gd name="T34" fmla="*/ 549 w 892"/>
                <a:gd name="T35" fmla="*/ 1160 h 1365"/>
                <a:gd name="T36" fmla="*/ 310 w 892"/>
                <a:gd name="T37" fmla="*/ 1126 h 1365"/>
                <a:gd name="T38" fmla="*/ 344 w 892"/>
                <a:gd name="T39" fmla="*/ 1024 h 1365"/>
                <a:gd name="T40" fmla="*/ 583 w 892"/>
                <a:gd name="T41" fmla="*/ 1058 h 1365"/>
                <a:gd name="T42" fmla="*/ 822 w 892"/>
                <a:gd name="T43" fmla="*/ 452 h 1365"/>
                <a:gd name="T44" fmla="*/ 655 w 892"/>
                <a:gd name="T45" fmla="*/ 782 h 1365"/>
                <a:gd name="T46" fmla="*/ 549 w 892"/>
                <a:gd name="T47" fmla="*/ 580 h 1365"/>
                <a:gd name="T48" fmla="*/ 685 w 892"/>
                <a:gd name="T49" fmla="*/ 478 h 1365"/>
                <a:gd name="T50" fmla="*/ 480 w 892"/>
                <a:gd name="T51" fmla="*/ 478 h 1365"/>
                <a:gd name="T52" fmla="*/ 412 w 892"/>
                <a:gd name="T53" fmla="*/ 512 h 1365"/>
                <a:gd name="T54" fmla="*/ 310 w 892"/>
                <a:gd name="T55" fmla="*/ 375 h 1365"/>
                <a:gd name="T56" fmla="*/ 310 w 892"/>
                <a:gd name="T57" fmla="*/ 580 h 1365"/>
                <a:gd name="T58" fmla="*/ 344 w 892"/>
                <a:gd name="T59" fmla="*/ 883 h 1365"/>
                <a:gd name="T60" fmla="*/ 169 w 892"/>
                <a:gd name="T61" fmla="*/ 722 h 1365"/>
                <a:gd name="T62" fmla="*/ 446 w 892"/>
                <a:gd name="T63" fmla="*/ 68 h 1365"/>
                <a:gd name="T64" fmla="*/ 549 w 892"/>
                <a:gd name="T65" fmla="*/ 512 h 1365"/>
                <a:gd name="T66" fmla="*/ 583 w 892"/>
                <a:gd name="T67" fmla="*/ 444 h 1365"/>
                <a:gd name="T68" fmla="*/ 583 w 892"/>
                <a:gd name="T69" fmla="*/ 512 h 1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1365">
                  <a:moveTo>
                    <a:pt x="3" y="451"/>
                  </a:moveTo>
                  <a:cubicBezTo>
                    <a:pt x="0" y="567"/>
                    <a:pt x="41" y="680"/>
                    <a:pt x="118" y="768"/>
                  </a:cubicBezTo>
                  <a:cubicBezTo>
                    <a:pt x="142" y="793"/>
                    <a:pt x="168" y="816"/>
                    <a:pt x="196" y="836"/>
                  </a:cubicBezTo>
                  <a:cubicBezTo>
                    <a:pt x="246" y="875"/>
                    <a:pt x="294" y="912"/>
                    <a:pt x="306" y="963"/>
                  </a:cubicBezTo>
                  <a:cubicBezTo>
                    <a:pt x="267" y="978"/>
                    <a:pt x="242" y="1016"/>
                    <a:pt x="242" y="1058"/>
                  </a:cubicBezTo>
                  <a:cubicBezTo>
                    <a:pt x="242" y="1126"/>
                    <a:pt x="242" y="1126"/>
                    <a:pt x="242" y="1126"/>
                  </a:cubicBezTo>
                  <a:cubicBezTo>
                    <a:pt x="242" y="1170"/>
                    <a:pt x="269" y="1208"/>
                    <a:pt x="310" y="1222"/>
                  </a:cubicBezTo>
                  <a:cubicBezTo>
                    <a:pt x="310" y="1229"/>
                    <a:pt x="310" y="1229"/>
                    <a:pt x="310" y="1229"/>
                  </a:cubicBezTo>
                  <a:cubicBezTo>
                    <a:pt x="310" y="1304"/>
                    <a:pt x="371" y="1365"/>
                    <a:pt x="446" y="1365"/>
                  </a:cubicBezTo>
                  <a:cubicBezTo>
                    <a:pt x="522" y="1365"/>
                    <a:pt x="583" y="1304"/>
                    <a:pt x="583" y="1229"/>
                  </a:cubicBezTo>
                  <a:cubicBezTo>
                    <a:pt x="583" y="1222"/>
                    <a:pt x="583" y="1222"/>
                    <a:pt x="583" y="1222"/>
                  </a:cubicBezTo>
                  <a:cubicBezTo>
                    <a:pt x="624" y="1208"/>
                    <a:pt x="651" y="1170"/>
                    <a:pt x="651" y="1126"/>
                  </a:cubicBezTo>
                  <a:cubicBezTo>
                    <a:pt x="651" y="1058"/>
                    <a:pt x="651" y="1058"/>
                    <a:pt x="651" y="1058"/>
                  </a:cubicBezTo>
                  <a:cubicBezTo>
                    <a:pt x="651" y="1016"/>
                    <a:pt x="625" y="978"/>
                    <a:pt x="586" y="963"/>
                  </a:cubicBezTo>
                  <a:cubicBezTo>
                    <a:pt x="599" y="912"/>
                    <a:pt x="646" y="875"/>
                    <a:pt x="696" y="836"/>
                  </a:cubicBezTo>
                  <a:cubicBezTo>
                    <a:pt x="724" y="816"/>
                    <a:pt x="750" y="793"/>
                    <a:pt x="775" y="768"/>
                  </a:cubicBezTo>
                  <a:cubicBezTo>
                    <a:pt x="851" y="680"/>
                    <a:pt x="892" y="567"/>
                    <a:pt x="890" y="451"/>
                  </a:cubicBezTo>
                  <a:cubicBezTo>
                    <a:pt x="889" y="205"/>
                    <a:pt x="692" y="5"/>
                    <a:pt x="446" y="0"/>
                  </a:cubicBezTo>
                  <a:cubicBezTo>
                    <a:pt x="201" y="5"/>
                    <a:pt x="4" y="205"/>
                    <a:pt x="3" y="451"/>
                  </a:cubicBezTo>
                  <a:close/>
                  <a:moveTo>
                    <a:pt x="344" y="512"/>
                  </a:moveTo>
                  <a:cubicBezTo>
                    <a:pt x="310" y="512"/>
                    <a:pt x="310" y="512"/>
                    <a:pt x="310" y="512"/>
                  </a:cubicBezTo>
                  <a:cubicBezTo>
                    <a:pt x="291" y="512"/>
                    <a:pt x="276" y="497"/>
                    <a:pt x="276" y="478"/>
                  </a:cubicBezTo>
                  <a:cubicBezTo>
                    <a:pt x="276" y="459"/>
                    <a:pt x="291" y="444"/>
                    <a:pt x="310" y="444"/>
                  </a:cubicBezTo>
                  <a:cubicBezTo>
                    <a:pt x="329" y="444"/>
                    <a:pt x="344" y="459"/>
                    <a:pt x="344" y="478"/>
                  </a:cubicBezTo>
                  <a:lnTo>
                    <a:pt x="344" y="512"/>
                  </a:lnTo>
                  <a:close/>
                  <a:moveTo>
                    <a:pt x="480" y="956"/>
                  </a:moveTo>
                  <a:cubicBezTo>
                    <a:pt x="412" y="956"/>
                    <a:pt x="412" y="956"/>
                    <a:pt x="412" y="956"/>
                  </a:cubicBezTo>
                  <a:cubicBezTo>
                    <a:pt x="412" y="580"/>
                    <a:pt x="412" y="580"/>
                    <a:pt x="412" y="580"/>
                  </a:cubicBezTo>
                  <a:cubicBezTo>
                    <a:pt x="480" y="580"/>
                    <a:pt x="480" y="580"/>
                    <a:pt x="480" y="580"/>
                  </a:cubicBezTo>
                  <a:lnTo>
                    <a:pt x="480" y="956"/>
                  </a:lnTo>
                  <a:close/>
                  <a:moveTo>
                    <a:pt x="446" y="1297"/>
                  </a:moveTo>
                  <a:cubicBezTo>
                    <a:pt x="409" y="1297"/>
                    <a:pt x="378" y="1266"/>
                    <a:pt x="378" y="1229"/>
                  </a:cubicBezTo>
                  <a:cubicBezTo>
                    <a:pt x="515" y="1229"/>
                    <a:pt x="515" y="1229"/>
                    <a:pt x="515" y="1229"/>
                  </a:cubicBezTo>
                  <a:cubicBezTo>
                    <a:pt x="515" y="1266"/>
                    <a:pt x="484" y="1297"/>
                    <a:pt x="446" y="1297"/>
                  </a:cubicBezTo>
                  <a:close/>
                  <a:moveTo>
                    <a:pt x="583" y="1126"/>
                  </a:moveTo>
                  <a:cubicBezTo>
                    <a:pt x="583" y="1145"/>
                    <a:pt x="568" y="1160"/>
                    <a:pt x="549" y="1160"/>
                  </a:cubicBezTo>
                  <a:cubicBezTo>
                    <a:pt x="344" y="1160"/>
                    <a:pt x="344" y="1160"/>
                    <a:pt x="344" y="1160"/>
                  </a:cubicBezTo>
                  <a:cubicBezTo>
                    <a:pt x="325" y="1160"/>
                    <a:pt x="310" y="1145"/>
                    <a:pt x="310" y="1126"/>
                  </a:cubicBezTo>
                  <a:cubicBezTo>
                    <a:pt x="310" y="1058"/>
                    <a:pt x="310" y="1058"/>
                    <a:pt x="310" y="1058"/>
                  </a:cubicBezTo>
                  <a:cubicBezTo>
                    <a:pt x="310" y="1039"/>
                    <a:pt x="325" y="1024"/>
                    <a:pt x="344" y="1024"/>
                  </a:cubicBezTo>
                  <a:cubicBezTo>
                    <a:pt x="549" y="1024"/>
                    <a:pt x="549" y="1024"/>
                    <a:pt x="549" y="1024"/>
                  </a:cubicBezTo>
                  <a:cubicBezTo>
                    <a:pt x="568" y="1024"/>
                    <a:pt x="583" y="1039"/>
                    <a:pt x="583" y="1058"/>
                  </a:cubicBezTo>
                  <a:lnTo>
                    <a:pt x="583" y="1126"/>
                  </a:lnTo>
                  <a:close/>
                  <a:moveTo>
                    <a:pt x="822" y="452"/>
                  </a:moveTo>
                  <a:cubicBezTo>
                    <a:pt x="824" y="551"/>
                    <a:pt x="789" y="647"/>
                    <a:pt x="724" y="722"/>
                  </a:cubicBezTo>
                  <a:cubicBezTo>
                    <a:pt x="703" y="744"/>
                    <a:pt x="679" y="764"/>
                    <a:pt x="655" y="782"/>
                  </a:cubicBezTo>
                  <a:cubicBezTo>
                    <a:pt x="614" y="810"/>
                    <a:pt x="579" y="844"/>
                    <a:pt x="549" y="883"/>
                  </a:cubicBezTo>
                  <a:cubicBezTo>
                    <a:pt x="549" y="580"/>
                    <a:pt x="549" y="580"/>
                    <a:pt x="549" y="580"/>
                  </a:cubicBezTo>
                  <a:cubicBezTo>
                    <a:pt x="583" y="580"/>
                    <a:pt x="583" y="580"/>
                    <a:pt x="583" y="580"/>
                  </a:cubicBezTo>
                  <a:cubicBezTo>
                    <a:pt x="639" y="580"/>
                    <a:pt x="685" y="534"/>
                    <a:pt x="685" y="478"/>
                  </a:cubicBezTo>
                  <a:cubicBezTo>
                    <a:pt x="685" y="421"/>
                    <a:pt x="639" y="375"/>
                    <a:pt x="583" y="375"/>
                  </a:cubicBezTo>
                  <a:cubicBezTo>
                    <a:pt x="526" y="375"/>
                    <a:pt x="480" y="421"/>
                    <a:pt x="480" y="478"/>
                  </a:cubicBezTo>
                  <a:cubicBezTo>
                    <a:pt x="480" y="512"/>
                    <a:pt x="480" y="512"/>
                    <a:pt x="480" y="512"/>
                  </a:cubicBezTo>
                  <a:cubicBezTo>
                    <a:pt x="412" y="512"/>
                    <a:pt x="412" y="512"/>
                    <a:pt x="412" y="512"/>
                  </a:cubicBezTo>
                  <a:cubicBezTo>
                    <a:pt x="412" y="478"/>
                    <a:pt x="412" y="478"/>
                    <a:pt x="412" y="478"/>
                  </a:cubicBezTo>
                  <a:cubicBezTo>
                    <a:pt x="412" y="421"/>
                    <a:pt x="366" y="375"/>
                    <a:pt x="310" y="375"/>
                  </a:cubicBezTo>
                  <a:cubicBezTo>
                    <a:pt x="253" y="375"/>
                    <a:pt x="207" y="421"/>
                    <a:pt x="207" y="478"/>
                  </a:cubicBezTo>
                  <a:cubicBezTo>
                    <a:pt x="207" y="534"/>
                    <a:pt x="253" y="580"/>
                    <a:pt x="310" y="580"/>
                  </a:cubicBezTo>
                  <a:cubicBezTo>
                    <a:pt x="344" y="580"/>
                    <a:pt x="344" y="580"/>
                    <a:pt x="344" y="580"/>
                  </a:cubicBezTo>
                  <a:cubicBezTo>
                    <a:pt x="344" y="883"/>
                    <a:pt x="344" y="883"/>
                    <a:pt x="344" y="883"/>
                  </a:cubicBezTo>
                  <a:cubicBezTo>
                    <a:pt x="314" y="844"/>
                    <a:pt x="278" y="810"/>
                    <a:pt x="238" y="782"/>
                  </a:cubicBezTo>
                  <a:cubicBezTo>
                    <a:pt x="213" y="764"/>
                    <a:pt x="190" y="744"/>
                    <a:pt x="169" y="722"/>
                  </a:cubicBezTo>
                  <a:cubicBezTo>
                    <a:pt x="104" y="647"/>
                    <a:pt x="69" y="551"/>
                    <a:pt x="71" y="452"/>
                  </a:cubicBezTo>
                  <a:cubicBezTo>
                    <a:pt x="74" y="244"/>
                    <a:pt x="246" y="68"/>
                    <a:pt x="446" y="68"/>
                  </a:cubicBezTo>
                  <a:cubicBezTo>
                    <a:pt x="647" y="68"/>
                    <a:pt x="819" y="244"/>
                    <a:pt x="822" y="452"/>
                  </a:cubicBezTo>
                  <a:close/>
                  <a:moveTo>
                    <a:pt x="549" y="512"/>
                  </a:moveTo>
                  <a:cubicBezTo>
                    <a:pt x="549" y="478"/>
                    <a:pt x="549" y="478"/>
                    <a:pt x="549" y="478"/>
                  </a:cubicBezTo>
                  <a:cubicBezTo>
                    <a:pt x="549" y="459"/>
                    <a:pt x="564" y="444"/>
                    <a:pt x="583" y="444"/>
                  </a:cubicBezTo>
                  <a:cubicBezTo>
                    <a:pt x="602" y="444"/>
                    <a:pt x="617" y="459"/>
                    <a:pt x="617" y="478"/>
                  </a:cubicBezTo>
                  <a:cubicBezTo>
                    <a:pt x="617" y="497"/>
                    <a:pt x="602" y="512"/>
                    <a:pt x="583" y="512"/>
                  </a:cubicBezTo>
                  <a:lnTo>
                    <a:pt x="549" y="5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9">
              <a:extLst>
                <a:ext uri="{FF2B5EF4-FFF2-40B4-BE49-F238E27FC236}">
                  <a16:creationId xmlns:a16="http://schemas.microsoft.com/office/drawing/2014/main" id="{2EA6B4A5-4C3B-4F3D-B7BB-12C1B7B45D6B}"/>
                </a:ext>
              </a:extLst>
            </p:cNvPr>
            <p:cNvSpPr>
              <a:spLocks/>
            </p:cNvSpPr>
            <p:nvPr/>
          </p:nvSpPr>
          <p:spPr bwMode="auto">
            <a:xfrm>
              <a:off x="8472488" y="2051051"/>
              <a:ext cx="298450" cy="119063"/>
            </a:xfrm>
            <a:custGeom>
              <a:avLst/>
              <a:gdLst>
                <a:gd name="T0" fmla="*/ 34 w 171"/>
                <a:gd name="T1" fmla="*/ 68 h 68"/>
                <a:gd name="T2" fmla="*/ 137 w 171"/>
                <a:gd name="T3" fmla="*/ 68 h 68"/>
                <a:gd name="T4" fmla="*/ 171 w 171"/>
                <a:gd name="T5" fmla="*/ 34 h 68"/>
                <a:gd name="T6" fmla="*/ 137 w 171"/>
                <a:gd name="T7" fmla="*/ 0 h 68"/>
                <a:gd name="T8" fmla="*/ 34 w 171"/>
                <a:gd name="T9" fmla="*/ 0 h 68"/>
                <a:gd name="T10" fmla="*/ 0 w 171"/>
                <a:gd name="T11" fmla="*/ 34 h 68"/>
                <a:gd name="T12" fmla="*/ 34 w 171"/>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171" h="68">
                  <a:moveTo>
                    <a:pt x="34" y="68"/>
                  </a:moveTo>
                  <a:cubicBezTo>
                    <a:pt x="137" y="68"/>
                    <a:pt x="137" y="68"/>
                    <a:pt x="137" y="68"/>
                  </a:cubicBezTo>
                  <a:cubicBezTo>
                    <a:pt x="156" y="68"/>
                    <a:pt x="171" y="53"/>
                    <a:pt x="171" y="34"/>
                  </a:cubicBezTo>
                  <a:cubicBezTo>
                    <a:pt x="171" y="15"/>
                    <a:pt x="156" y="0"/>
                    <a:pt x="137" y="0"/>
                  </a:cubicBezTo>
                  <a:cubicBezTo>
                    <a:pt x="34" y="0"/>
                    <a:pt x="34" y="0"/>
                    <a:pt x="34" y="0"/>
                  </a:cubicBezTo>
                  <a:cubicBezTo>
                    <a:pt x="16" y="0"/>
                    <a:pt x="0" y="15"/>
                    <a:pt x="0" y="34"/>
                  </a:cubicBezTo>
                  <a:cubicBezTo>
                    <a:pt x="0" y="53"/>
                    <a:pt x="16" y="68"/>
                    <a:pt x="34" y="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10">
              <a:extLst>
                <a:ext uri="{FF2B5EF4-FFF2-40B4-BE49-F238E27FC236}">
                  <a16:creationId xmlns:a16="http://schemas.microsoft.com/office/drawing/2014/main" id="{7F36445A-D88C-421C-9359-B6A405A28698}"/>
                </a:ext>
              </a:extLst>
            </p:cNvPr>
            <p:cNvSpPr>
              <a:spLocks/>
            </p:cNvSpPr>
            <p:nvPr/>
          </p:nvSpPr>
          <p:spPr bwMode="auto">
            <a:xfrm>
              <a:off x="8191500" y="1249363"/>
              <a:ext cx="252412" cy="249238"/>
            </a:xfrm>
            <a:custGeom>
              <a:avLst/>
              <a:gdLst>
                <a:gd name="T0" fmla="*/ 36 w 145"/>
                <a:gd name="T1" fmla="*/ 143 h 143"/>
                <a:gd name="T2" fmla="*/ 61 w 145"/>
                <a:gd name="T3" fmla="*/ 133 h 143"/>
                <a:gd name="T4" fmla="*/ 133 w 145"/>
                <a:gd name="T5" fmla="*/ 60 h 143"/>
                <a:gd name="T6" fmla="*/ 142 w 145"/>
                <a:gd name="T7" fmla="*/ 27 h 143"/>
                <a:gd name="T8" fmla="*/ 118 w 145"/>
                <a:gd name="T9" fmla="*/ 3 h 143"/>
                <a:gd name="T10" fmla="*/ 85 w 145"/>
                <a:gd name="T11" fmla="*/ 12 h 143"/>
                <a:gd name="T12" fmla="*/ 12 w 145"/>
                <a:gd name="T13" fmla="*/ 84 h 143"/>
                <a:gd name="T14" fmla="*/ 5 w 145"/>
                <a:gd name="T15" fmla="*/ 122 h 143"/>
                <a:gd name="T16" fmla="*/ 36 w 145"/>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 h="143">
                  <a:moveTo>
                    <a:pt x="36" y="143"/>
                  </a:moveTo>
                  <a:cubicBezTo>
                    <a:pt x="46" y="143"/>
                    <a:pt x="54" y="139"/>
                    <a:pt x="61" y="133"/>
                  </a:cubicBezTo>
                  <a:cubicBezTo>
                    <a:pt x="133" y="60"/>
                    <a:pt x="133" y="60"/>
                    <a:pt x="133" y="60"/>
                  </a:cubicBezTo>
                  <a:cubicBezTo>
                    <a:pt x="142" y="52"/>
                    <a:pt x="145" y="39"/>
                    <a:pt x="142" y="27"/>
                  </a:cubicBezTo>
                  <a:cubicBezTo>
                    <a:pt x="139" y="15"/>
                    <a:pt x="130" y="6"/>
                    <a:pt x="118" y="3"/>
                  </a:cubicBezTo>
                  <a:cubicBezTo>
                    <a:pt x="106" y="0"/>
                    <a:pt x="93" y="3"/>
                    <a:pt x="85" y="12"/>
                  </a:cubicBezTo>
                  <a:cubicBezTo>
                    <a:pt x="12" y="84"/>
                    <a:pt x="12" y="84"/>
                    <a:pt x="12" y="84"/>
                  </a:cubicBezTo>
                  <a:cubicBezTo>
                    <a:pt x="3" y="94"/>
                    <a:pt x="0" y="109"/>
                    <a:pt x="5" y="122"/>
                  </a:cubicBezTo>
                  <a:cubicBezTo>
                    <a:pt x="10" y="134"/>
                    <a:pt x="23" y="143"/>
                    <a:pt x="36"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11">
              <a:extLst>
                <a:ext uri="{FF2B5EF4-FFF2-40B4-BE49-F238E27FC236}">
                  <a16:creationId xmlns:a16="http://schemas.microsoft.com/office/drawing/2014/main" id="{42BC5436-B583-4AB2-A62D-03E563ECDFD7}"/>
                </a:ext>
              </a:extLst>
            </p:cNvPr>
            <p:cNvSpPr>
              <a:spLocks/>
            </p:cNvSpPr>
            <p:nvPr/>
          </p:nvSpPr>
          <p:spPr bwMode="auto">
            <a:xfrm>
              <a:off x="7523163" y="922338"/>
              <a:ext cx="117475" cy="298450"/>
            </a:xfrm>
            <a:custGeom>
              <a:avLst/>
              <a:gdLst>
                <a:gd name="T0" fmla="*/ 34 w 68"/>
                <a:gd name="T1" fmla="*/ 171 h 171"/>
                <a:gd name="T2" fmla="*/ 68 w 68"/>
                <a:gd name="T3" fmla="*/ 137 h 171"/>
                <a:gd name="T4" fmla="*/ 68 w 68"/>
                <a:gd name="T5" fmla="*/ 34 h 171"/>
                <a:gd name="T6" fmla="*/ 34 w 68"/>
                <a:gd name="T7" fmla="*/ 0 h 171"/>
                <a:gd name="T8" fmla="*/ 0 w 68"/>
                <a:gd name="T9" fmla="*/ 34 h 171"/>
                <a:gd name="T10" fmla="*/ 0 w 68"/>
                <a:gd name="T11" fmla="*/ 137 h 171"/>
                <a:gd name="T12" fmla="*/ 34 w 68"/>
                <a:gd name="T13" fmla="*/ 171 h 171"/>
              </a:gdLst>
              <a:ahLst/>
              <a:cxnLst>
                <a:cxn ang="0">
                  <a:pos x="T0" y="T1"/>
                </a:cxn>
                <a:cxn ang="0">
                  <a:pos x="T2" y="T3"/>
                </a:cxn>
                <a:cxn ang="0">
                  <a:pos x="T4" y="T5"/>
                </a:cxn>
                <a:cxn ang="0">
                  <a:pos x="T6" y="T7"/>
                </a:cxn>
                <a:cxn ang="0">
                  <a:pos x="T8" y="T9"/>
                </a:cxn>
                <a:cxn ang="0">
                  <a:pos x="T10" y="T11"/>
                </a:cxn>
                <a:cxn ang="0">
                  <a:pos x="T12" y="T13"/>
                </a:cxn>
              </a:cxnLst>
              <a:rect l="0" t="0" r="r" b="b"/>
              <a:pathLst>
                <a:path w="68" h="171">
                  <a:moveTo>
                    <a:pt x="34" y="171"/>
                  </a:moveTo>
                  <a:cubicBezTo>
                    <a:pt x="53" y="171"/>
                    <a:pt x="68" y="155"/>
                    <a:pt x="68" y="137"/>
                  </a:cubicBezTo>
                  <a:cubicBezTo>
                    <a:pt x="68" y="34"/>
                    <a:pt x="68" y="34"/>
                    <a:pt x="68" y="34"/>
                  </a:cubicBezTo>
                  <a:cubicBezTo>
                    <a:pt x="68" y="15"/>
                    <a:pt x="53" y="0"/>
                    <a:pt x="34" y="0"/>
                  </a:cubicBezTo>
                  <a:cubicBezTo>
                    <a:pt x="15" y="0"/>
                    <a:pt x="0" y="15"/>
                    <a:pt x="0" y="34"/>
                  </a:cubicBezTo>
                  <a:cubicBezTo>
                    <a:pt x="0" y="137"/>
                    <a:pt x="0" y="137"/>
                    <a:pt x="0" y="137"/>
                  </a:cubicBezTo>
                  <a:cubicBezTo>
                    <a:pt x="0" y="155"/>
                    <a:pt x="15" y="171"/>
                    <a:pt x="34"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12">
              <a:extLst>
                <a:ext uri="{FF2B5EF4-FFF2-40B4-BE49-F238E27FC236}">
                  <a16:creationId xmlns:a16="http://schemas.microsoft.com/office/drawing/2014/main" id="{AEE432CC-F6DE-4999-9C3D-3D8473B4F159}"/>
                </a:ext>
              </a:extLst>
            </p:cNvPr>
            <p:cNvSpPr>
              <a:spLocks/>
            </p:cNvSpPr>
            <p:nvPr/>
          </p:nvSpPr>
          <p:spPr bwMode="auto">
            <a:xfrm>
              <a:off x="6719888" y="1249363"/>
              <a:ext cx="249237" cy="249238"/>
            </a:xfrm>
            <a:custGeom>
              <a:avLst/>
              <a:gdLst>
                <a:gd name="T0" fmla="*/ 133 w 143"/>
                <a:gd name="T1" fmla="*/ 133 h 143"/>
                <a:gd name="T2" fmla="*/ 143 w 143"/>
                <a:gd name="T3" fmla="*/ 108 h 143"/>
                <a:gd name="T4" fmla="*/ 133 w 143"/>
                <a:gd name="T5" fmla="*/ 84 h 143"/>
                <a:gd name="T6" fmla="*/ 61 w 143"/>
                <a:gd name="T7" fmla="*/ 12 h 143"/>
                <a:gd name="T8" fmla="*/ 28 w 143"/>
                <a:gd name="T9" fmla="*/ 3 h 143"/>
                <a:gd name="T10" fmla="*/ 3 w 143"/>
                <a:gd name="T11" fmla="*/ 27 h 143"/>
                <a:gd name="T12" fmla="*/ 13 w 143"/>
                <a:gd name="T13" fmla="*/ 60 h 143"/>
                <a:gd name="T14" fmla="*/ 85 w 143"/>
                <a:gd name="T15" fmla="*/ 133 h 143"/>
                <a:gd name="T16" fmla="*/ 109 w 143"/>
                <a:gd name="T17" fmla="*/ 143 h 143"/>
                <a:gd name="T18" fmla="*/ 133 w 143"/>
                <a:gd name="T19" fmla="*/ 13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43">
                  <a:moveTo>
                    <a:pt x="133" y="133"/>
                  </a:moveTo>
                  <a:cubicBezTo>
                    <a:pt x="140" y="126"/>
                    <a:pt x="143" y="118"/>
                    <a:pt x="143" y="108"/>
                  </a:cubicBezTo>
                  <a:cubicBezTo>
                    <a:pt x="143" y="99"/>
                    <a:pt x="140" y="91"/>
                    <a:pt x="133" y="84"/>
                  </a:cubicBezTo>
                  <a:cubicBezTo>
                    <a:pt x="61" y="12"/>
                    <a:pt x="61" y="12"/>
                    <a:pt x="61" y="12"/>
                  </a:cubicBezTo>
                  <a:cubicBezTo>
                    <a:pt x="52" y="3"/>
                    <a:pt x="40" y="0"/>
                    <a:pt x="28" y="3"/>
                  </a:cubicBezTo>
                  <a:cubicBezTo>
                    <a:pt x="16" y="6"/>
                    <a:pt x="6" y="15"/>
                    <a:pt x="3" y="27"/>
                  </a:cubicBezTo>
                  <a:cubicBezTo>
                    <a:pt x="0" y="39"/>
                    <a:pt x="4" y="52"/>
                    <a:pt x="13" y="60"/>
                  </a:cubicBezTo>
                  <a:cubicBezTo>
                    <a:pt x="85" y="133"/>
                    <a:pt x="85" y="133"/>
                    <a:pt x="85" y="133"/>
                  </a:cubicBezTo>
                  <a:cubicBezTo>
                    <a:pt x="91" y="139"/>
                    <a:pt x="100" y="143"/>
                    <a:pt x="109" y="143"/>
                  </a:cubicBezTo>
                  <a:cubicBezTo>
                    <a:pt x="118" y="143"/>
                    <a:pt x="127" y="139"/>
                    <a:pt x="133"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13">
              <a:extLst>
                <a:ext uri="{FF2B5EF4-FFF2-40B4-BE49-F238E27FC236}">
                  <a16:creationId xmlns:a16="http://schemas.microsoft.com/office/drawing/2014/main" id="{CD346543-4B28-44F7-A333-144DCE8BB869}"/>
                </a:ext>
              </a:extLst>
            </p:cNvPr>
            <p:cNvSpPr>
              <a:spLocks/>
            </p:cNvSpPr>
            <p:nvPr/>
          </p:nvSpPr>
          <p:spPr bwMode="auto">
            <a:xfrm>
              <a:off x="6394450" y="2051051"/>
              <a:ext cx="295275" cy="119063"/>
            </a:xfrm>
            <a:custGeom>
              <a:avLst/>
              <a:gdLst>
                <a:gd name="T0" fmla="*/ 34 w 170"/>
                <a:gd name="T1" fmla="*/ 0 h 68"/>
                <a:gd name="T2" fmla="*/ 0 w 170"/>
                <a:gd name="T3" fmla="*/ 34 h 68"/>
                <a:gd name="T4" fmla="*/ 34 w 170"/>
                <a:gd name="T5" fmla="*/ 68 h 68"/>
                <a:gd name="T6" fmla="*/ 136 w 170"/>
                <a:gd name="T7" fmla="*/ 68 h 68"/>
                <a:gd name="T8" fmla="*/ 170 w 170"/>
                <a:gd name="T9" fmla="*/ 34 h 68"/>
                <a:gd name="T10" fmla="*/ 136 w 170"/>
                <a:gd name="T11" fmla="*/ 0 h 68"/>
                <a:gd name="T12" fmla="*/ 34 w 170"/>
                <a:gd name="T13" fmla="*/ 0 h 68"/>
              </a:gdLst>
              <a:ahLst/>
              <a:cxnLst>
                <a:cxn ang="0">
                  <a:pos x="T0" y="T1"/>
                </a:cxn>
                <a:cxn ang="0">
                  <a:pos x="T2" y="T3"/>
                </a:cxn>
                <a:cxn ang="0">
                  <a:pos x="T4" y="T5"/>
                </a:cxn>
                <a:cxn ang="0">
                  <a:pos x="T6" y="T7"/>
                </a:cxn>
                <a:cxn ang="0">
                  <a:pos x="T8" y="T9"/>
                </a:cxn>
                <a:cxn ang="0">
                  <a:pos x="T10" y="T11"/>
                </a:cxn>
                <a:cxn ang="0">
                  <a:pos x="T12" y="T13"/>
                </a:cxn>
              </a:cxnLst>
              <a:rect l="0" t="0" r="r" b="b"/>
              <a:pathLst>
                <a:path w="170" h="68">
                  <a:moveTo>
                    <a:pt x="34" y="0"/>
                  </a:moveTo>
                  <a:cubicBezTo>
                    <a:pt x="15" y="0"/>
                    <a:pt x="0" y="15"/>
                    <a:pt x="0" y="34"/>
                  </a:cubicBezTo>
                  <a:cubicBezTo>
                    <a:pt x="0" y="53"/>
                    <a:pt x="15" y="68"/>
                    <a:pt x="34" y="68"/>
                  </a:cubicBezTo>
                  <a:cubicBezTo>
                    <a:pt x="136" y="68"/>
                    <a:pt x="136" y="68"/>
                    <a:pt x="136" y="68"/>
                  </a:cubicBezTo>
                  <a:cubicBezTo>
                    <a:pt x="155" y="68"/>
                    <a:pt x="170" y="53"/>
                    <a:pt x="170" y="34"/>
                  </a:cubicBezTo>
                  <a:cubicBezTo>
                    <a:pt x="170" y="15"/>
                    <a:pt x="155" y="0"/>
                    <a:pt x="136" y="0"/>
                  </a:cubicBez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0E29B164-6092-B8DB-C5EF-D984FCBBAA61}"/>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pic>
        <p:nvPicPr>
          <p:cNvPr id="8" name="Picture 7">
            <a:extLst>
              <a:ext uri="{FF2B5EF4-FFF2-40B4-BE49-F238E27FC236}">
                <a16:creationId xmlns:a16="http://schemas.microsoft.com/office/drawing/2014/main" id="{2E17A5CD-A761-0DED-BECB-97338A0720ED}"/>
              </a:ext>
            </a:extLst>
          </p:cNvPr>
          <p:cNvPicPr>
            <a:picLocks noChangeAspect="1"/>
          </p:cNvPicPr>
          <p:nvPr/>
        </p:nvPicPr>
        <p:blipFill>
          <a:blip r:embed="rId2"/>
          <a:stretch>
            <a:fillRect/>
          </a:stretch>
        </p:blipFill>
        <p:spPr>
          <a:xfrm>
            <a:off x="237059" y="1825008"/>
            <a:ext cx="2617212" cy="1929494"/>
          </a:xfrm>
          <a:prstGeom prst="rect">
            <a:avLst/>
          </a:prstGeom>
        </p:spPr>
      </p:pic>
      <p:pic>
        <p:nvPicPr>
          <p:cNvPr id="9" name="Picture 8">
            <a:extLst>
              <a:ext uri="{FF2B5EF4-FFF2-40B4-BE49-F238E27FC236}">
                <a16:creationId xmlns:a16="http://schemas.microsoft.com/office/drawing/2014/main" id="{E5E187C2-EDEB-5921-64ED-5EB56E703808}"/>
              </a:ext>
            </a:extLst>
          </p:cNvPr>
          <p:cNvPicPr>
            <a:picLocks noChangeAspect="1"/>
          </p:cNvPicPr>
          <p:nvPr/>
        </p:nvPicPr>
        <p:blipFill>
          <a:blip r:embed="rId3"/>
          <a:stretch>
            <a:fillRect/>
          </a:stretch>
        </p:blipFill>
        <p:spPr>
          <a:xfrm>
            <a:off x="3169708" y="1827854"/>
            <a:ext cx="2575949" cy="1916390"/>
          </a:xfrm>
          <a:prstGeom prst="rect">
            <a:avLst/>
          </a:prstGeom>
        </p:spPr>
      </p:pic>
      <p:pic>
        <p:nvPicPr>
          <p:cNvPr id="10" name="Picture 9">
            <a:extLst>
              <a:ext uri="{FF2B5EF4-FFF2-40B4-BE49-F238E27FC236}">
                <a16:creationId xmlns:a16="http://schemas.microsoft.com/office/drawing/2014/main" id="{16EE30D4-03A7-FDD4-B05E-C94E31CD0D0C}"/>
              </a:ext>
            </a:extLst>
          </p:cNvPr>
          <p:cNvPicPr>
            <a:picLocks noChangeAspect="1"/>
          </p:cNvPicPr>
          <p:nvPr/>
        </p:nvPicPr>
        <p:blipFill>
          <a:blip r:embed="rId4"/>
          <a:stretch>
            <a:fillRect/>
          </a:stretch>
        </p:blipFill>
        <p:spPr>
          <a:xfrm>
            <a:off x="5888419" y="1870972"/>
            <a:ext cx="2832468" cy="1834244"/>
          </a:xfrm>
          <a:prstGeom prst="rect">
            <a:avLst/>
          </a:prstGeom>
        </p:spPr>
      </p:pic>
    </p:spTree>
    <p:extLst>
      <p:ext uri="{BB962C8B-B14F-4D97-AF65-F5344CB8AC3E}">
        <p14:creationId xmlns:p14="http://schemas.microsoft.com/office/powerpoint/2010/main" val="416661730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691916"/>
            <a:ext cx="8368363" cy="690693"/>
          </a:xfrm>
          <a:prstGeom prst="rect">
            <a:avLst/>
          </a:prstGeom>
        </p:spPr>
        <p:txBody>
          <a:bodyPr/>
          <a:lstStyle/>
          <a:p>
            <a:pPr marL="171450" indent="-171450">
              <a:buChar char="•"/>
            </a:pPr>
            <a:r>
              <a:rPr lang="en-US">
                <a:ea typeface="+mj-lt"/>
                <a:cs typeface="+mj-lt"/>
              </a:rPr>
              <a:t>Est il plus difficile de </a:t>
            </a:r>
            <a:r>
              <a:rPr lang="en-US" err="1">
                <a:ea typeface="+mj-lt"/>
                <a:cs typeface="+mj-lt"/>
              </a:rPr>
              <a:t>détecter</a:t>
            </a:r>
            <a:r>
              <a:rPr lang="en-US">
                <a:ea typeface="+mj-lt"/>
                <a:cs typeface="+mj-lt"/>
              </a:rPr>
              <a:t> le </a:t>
            </a:r>
            <a:r>
              <a:rPr lang="en-US" err="1">
                <a:ea typeface="+mj-lt"/>
                <a:cs typeface="+mj-lt"/>
              </a:rPr>
              <a:t>plagiat</a:t>
            </a:r>
            <a:r>
              <a:rPr lang="en-US">
                <a:ea typeface="+mj-lt"/>
                <a:cs typeface="+mj-lt"/>
              </a:rPr>
              <a:t> ? </a:t>
            </a:r>
            <a:r>
              <a:rPr lang="en-US" err="1">
                <a:ea typeface="+mj-lt"/>
                <a:cs typeface="+mj-lt"/>
              </a:rPr>
              <a:t>ou</a:t>
            </a:r>
            <a:r>
              <a:rPr lang="en-US">
                <a:ea typeface="+mj-lt"/>
                <a:cs typeface="+mj-lt"/>
              </a:rPr>
              <a:t> le non </a:t>
            </a:r>
            <a:r>
              <a:rPr lang="en-US" err="1">
                <a:ea typeface="+mj-lt"/>
                <a:cs typeface="+mj-lt"/>
              </a:rPr>
              <a:t>plagiat</a:t>
            </a:r>
            <a:r>
              <a:rPr lang="en-US">
                <a:ea typeface="+mj-lt"/>
                <a:cs typeface="+mj-lt"/>
              </a:rPr>
              <a:t> ?</a:t>
            </a:r>
          </a:p>
          <a:p>
            <a:pPr marL="171450" indent="-171450">
              <a:buChar char="•"/>
            </a:pPr>
            <a:r>
              <a:rPr lang="en-US">
                <a:ea typeface="+mj-lt"/>
                <a:cs typeface="+mj-lt"/>
              </a:rPr>
              <a:t>Des </a:t>
            </a:r>
            <a:r>
              <a:rPr lang="en-US" err="1">
                <a:ea typeface="+mj-lt"/>
                <a:cs typeface="+mj-lt"/>
              </a:rPr>
              <a:t>textes</a:t>
            </a:r>
            <a:r>
              <a:rPr lang="en-US">
                <a:ea typeface="+mj-lt"/>
                <a:cs typeface="+mj-lt"/>
              </a:rPr>
              <a:t> </a:t>
            </a:r>
            <a:r>
              <a:rPr lang="en-US" err="1">
                <a:ea typeface="+mj-lt"/>
                <a:cs typeface="+mj-lt"/>
              </a:rPr>
              <a:t>en</a:t>
            </a:r>
            <a:r>
              <a:rPr lang="en-US">
                <a:ea typeface="+mj-lt"/>
                <a:cs typeface="+mj-lt"/>
              </a:rPr>
              <a:t> </a:t>
            </a:r>
            <a:r>
              <a:rPr lang="en-US" err="1">
                <a:ea typeface="+mj-lt"/>
                <a:cs typeface="+mj-lt"/>
              </a:rPr>
              <a:t>particuliers</a:t>
            </a:r>
            <a:r>
              <a:rPr lang="en-US">
                <a:ea typeface="+mj-lt"/>
                <a:cs typeface="+mj-lt"/>
              </a:rPr>
              <a:t> </a:t>
            </a:r>
            <a:r>
              <a:rPr lang="en-US" err="1">
                <a:ea typeface="+mj-lt"/>
                <a:cs typeface="+mj-lt"/>
              </a:rPr>
              <a:t>sont</a:t>
            </a:r>
            <a:r>
              <a:rPr lang="en-US">
                <a:ea typeface="+mj-lt"/>
                <a:cs typeface="+mj-lt"/>
              </a:rPr>
              <a:t> </a:t>
            </a:r>
            <a:r>
              <a:rPr lang="en-US" err="1">
                <a:ea typeface="+mj-lt"/>
                <a:cs typeface="+mj-lt"/>
              </a:rPr>
              <a:t>ils</a:t>
            </a:r>
            <a:r>
              <a:rPr lang="en-US">
                <a:ea typeface="+mj-lt"/>
                <a:cs typeface="+mj-lt"/>
              </a:rPr>
              <a:t> plus </a:t>
            </a:r>
            <a:r>
              <a:rPr lang="en-US" err="1">
                <a:ea typeface="+mj-lt"/>
                <a:cs typeface="+mj-lt"/>
              </a:rPr>
              <a:t>difficiles</a:t>
            </a:r>
            <a:r>
              <a:rPr lang="en-US">
                <a:ea typeface="+mj-lt"/>
                <a:cs typeface="+mj-lt"/>
              </a:rPr>
              <a:t> à identifier ?</a:t>
            </a:r>
            <a:endParaRPr lang="en-US">
              <a:cs typeface="Roboto"/>
            </a:endParaRP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ea typeface="+mj-lt"/>
                <a:cs typeface="+mj-lt"/>
              </a:rPr>
              <a:t>DES CLASSES PLUS DIFFICILES À IDENTIFIER ?</a:t>
            </a:r>
            <a:endParaRPr lang="en-US"/>
          </a:p>
        </p:txBody>
      </p:sp>
      <p:sp>
        <p:nvSpPr>
          <p:cNvPr id="5" name="Rectangle 4">
            <a:extLst>
              <a:ext uri="{FF2B5EF4-FFF2-40B4-BE49-F238E27FC236}">
                <a16:creationId xmlns:a16="http://schemas.microsoft.com/office/drawing/2014/main" id="{DBB2B797-EEE0-7D29-92A3-400D2E652028}"/>
              </a:ext>
            </a:extLst>
          </p:cNvPr>
          <p:cNvSpPr/>
          <p:nvPr/>
        </p:nvSpPr>
        <p:spPr bwMode="auto">
          <a:xfrm>
            <a:off x="4361"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pic>
        <p:nvPicPr>
          <p:cNvPr id="2" name="Picture 1">
            <a:extLst>
              <a:ext uri="{FF2B5EF4-FFF2-40B4-BE49-F238E27FC236}">
                <a16:creationId xmlns:a16="http://schemas.microsoft.com/office/drawing/2014/main" id="{AB9ACD50-4DA6-E378-AE8A-F1672BA75BD7}"/>
              </a:ext>
            </a:extLst>
          </p:cNvPr>
          <p:cNvPicPr>
            <a:picLocks noChangeAspect="1"/>
          </p:cNvPicPr>
          <p:nvPr/>
        </p:nvPicPr>
        <p:blipFill>
          <a:blip r:embed="rId2"/>
          <a:stretch>
            <a:fillRect/>
          </a:stretch>
        </p:blipFill>
        <p:spPr>
          <a:xfrm>
            <a:off x="826359" y="3058839"/>
            <a:ext cx="3289987" cy="1860153"/>
          </a:xfrm>
          <a:prstGeom prst="rect">
            <a:avLst/>
          </a:prstGeom>
        </p:spPr>
      </p:pic>
      <p:pic>
        <p:nvPicPr>
          <p:cNvPr id="6" name="Picture 5">
            <a:extLst>
              <a:ext uri="{FF2B5EF4-FFF2-40B4-BE49-F238E27FC236}">
                <a16:creationId xmlns:a16="http://schemas.microsoft.com/office/drawing/2014/main" id="{3AF90537-182E-7082-C3F0-9F160557F122}"/>
              </a:ext>
            </a:extLst>
          </p:cNvPr>
          <p:cNvPicPr>
            <a:picLocks noChangeAspect="1"/>
          </p:cNvPicPr>
          <p:nvPr/>
        </p:nvPicPr>
        <p:blipFill>
          <a:blip r:embed="rId3"/>
          <a:stretch>
            <a:fillRect/>
          </a:stretch>
        </p:blipFill>
        <p:spPr>
          <a:xfrm>
            <a:off x="5001912" y="3056265"/>
            <a:ext cx="3127804" cy="1860687"/>
          </a:xfrm>
          <a:prstGeom prst="rect">
            <a:avLst/>
          </a:prstGeom>
        </p:spPr>
      </p:pic>
      <p:pic>
        <p:nvPicPr>
          <p:cNvPr id="7" name="Picture 6">
            <a:extLst>
              <a:ext uri="{FF2B5EF4-FFF2-40B4-BE49-F238E27FC236}">
                <a16:creationId xmlns:a16="http://schemas.microsoft.com/office/drawing/2014/main" id="{AC0757C8-009C-D09A-5B19-BCF662E77B5D}"/>
              </a:ext>
            </a:extLst>
          </p:cNvPr>
          <p:cNvPicPr>
            <a:picLocks noChangeAspect="1"/>
          </p:cNvPicPr>
          <p:nvPr/>
        </p:nvPicPr>
        <p:blipFill>
          <a:blip r:embed="rId4"/>
          <a:stretch>
            <a:fillRect/>
          </a:stretch>
        </p:blipFill>
        <p:spPr>
          <a:xfrm>
            <a:off x="828933" y="1377805"/>
            <a:ext cx="2988791" cy="1674740"/>
          </a:xfrm>
          <a:prstGeom prst="rect">
            <a:avLst/>
          </a:prstGeom>
        </p:spPr>
      </p:pic>
      <p:pic>
        <p:nvPicPr>
          <p:cNvPr id="8" name="Picture 7">
            <a:extLst>
              <a:ext uri="{FF2B5EF4-FFF2-40B4-BE49-F238E27FC236}">
                <a16:creationId xmlns:a16="http://schemas.microsoft.com/office/drawing/2014/main" id="{B48F027E-F7AF-CB53-E751-466996AB3150}"/>
              </a:ext>
            </a:extLst>
          </p:cNvPr>
          <p:cNvPicPr>
            <a:picLocks noChangeAspect="1"/>
          </p:cNvPicPr>
          <p:nvPr/>
        </p:nvPicPr>
        <p:blipFill>
          <a:blip r:embed="rId5"/>
          <a:stretch>
            <a:fillRect/>
          </a:stretch>
        </p:blipFill>
        <p:spPr>
          <a:xfrm>
            <a:off x="5143500" y="1382954"/>
            <a:ext cx="2988790" cy="1676358"/>
          </a:xfrm>
          <a:prstGeom prst="rect">
            <a:avLst/>
          </a:prstGeom>
        </p:spPr>
      </p:pic>
    </p:spTree>
    <p:extLst>
      <p:ext uri="{BB962C8B-B14F-4D97-AF65-F5344CB8AC3E}">
        <p14:creationId xmlns:p14="http://schemas.microsoft.com/office/powerpoint/2010/main" val="208348348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691916"/>
            <a:ext cx="8368363" cy="752477"/>
          </a:xfrm>
          <a:prstGeom prst="rect">
            <a:avLst/>
          </a:prstGeom>
        </p:spPr>
        <p:txBody>
          <a:bodyPr/>
          <a:lstStyle/>
          <a:p>
            <a:pPr marL="171450" indent="-171450">
              <a:buChar char="•"/>
            </a:pPr>
            <a:r>
              <a:rPr lang="en-US">
                <a:ea typeface="+mj-lt"/>
                <a:cs typeface="+mj-lt"/>
              </a:rPr>
              <a:t>Et </a:t>
            </a:r>
            <a:r>
              <a:rPr lang="en-US" err="1">
                <a:ea typeface="+mj-lt"/>
                <a:cs typeface="+mj-lt"/>
              </a:rPr>
              <a:t>si</a:t>
            </a:r>
            <a:r>
              <a:rPr lang="en-US">
                <a:ea typeface="+mj-lt"/>
                <a:cs typeface="+mj-lt"/>
              </a:rPr>
              <a:t> on laissait les </a:t>
            </a:r>
            <a:r>
              <a:rPr lang="en-US" err="1">
                <a:ea typeface="+mj-lt"/>
                <a:cs typeface="+mj-lt"/>
              </a:rPr>
              <a:t>stopwords</a:t>
            </a:r>
            <a:r>
              <a:rPr lang="en-US">
                <a:ea typeface="+mj-lt"/>
                <a:cs typeface="+mj-lt"/>
              </a:rPr>
              <a:t> …</a:t>
            </a:r>
            <a:endParaRPr lang="en-US">
              <a:cs typeface="+mj-lt"/>
            </a:endParaRPr>
          </a:p>
          <a:p>
            <a:pPr marL="171450" indent="-171450">
              <a:buChar char="•"/>
            </a:pPr>
            <a:r>
              <a:rPr lang="en-US">
                <a:ea typeface="+mj-lt"/>
                <a:cs typeface="+mj-lt"/>
              </a:rPr>
              <a:t>La </a:t>
            </a:r>
            <a:r>
              <a:rPr lang="en-US" err="1">
                <a:ea typeface="+mj-lt"/>
                <a:cs typeface="+mj-lt"/>
              </a:rPr>
              <a:t>lemmatisation</a:t>
            </a:r>
            <a:r>
              <a:rPr lang="en-US">
                <a:ea typeface="+mj-lt"/>
                <a:cs typeface="+mj-lt"/>
              </a:rPr>
              <a:t> </a:t>
            </a:r>
            <a:r>
              <a:rPr lang="en-US" err="1">
                <a:ea typeface="+mj-lt"/>
                <a:cs typeface="+mj-lt"/>
              </a:rPr>
              <a:t>pourrait</a:t>
            </a:r>
            <a:r>
              <a:rPr lang="en-US">
                <a:ea typeface="+mj-lt"/>
                <a:cs typeface="+mj-lt"/>
              </a:rPr>
              <a:t> </a:t>
            </a:r>
            <a:r>
              <a:rPr lang="en-US" err="1">
                <a:ea typeface="+mj-lt"/>
                <a:cs typeface="+mj-lt"/>
              </a:rPr>
              <a:t>elle</a:t>
            </a:r>
            <a:r>
              <a:rPr lang="en-US">
                <a:ea typeface="+mj-lt"/>
                <a:cs typeface="+mj-lt"/>
              </a:rPr>
              <a:t> </a:t>
            </a:r>
            <a:r>
              <a:rPr lang="en-US" err="1">
                <a:ea typeface="+mj-lt"/>
                <a:cs typeface="+mj-lt"/>
              </a:rPr>
              <a:t>avoir</a:t>
            </a:r>
            <a:r>
              <a:rPr lang="en-US">
                <a:ea typeface="+mj-lt"/>
                <a:cs typeface="+mj-lt"/>
              </a:rPr>
              <a:t> un impact ?</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ea typeface="+mj-lt"/>
                <a:cs typeface="+mj-lt"/>
              </a:rPr>
              <a:t>PREPROCESSING NECESSAIRE ?</a:t>
            </a:r>
            <a:endParaRPr lang="en-US"/>
          </a:p>
        </p:txBody>
      </p:sp>
      <p:sp>
        <p:nvSpPr>
          <p:cNvPr id="5" name="Rectangle 4">
            <a:extLst>
              <a:ext uri="{FF2B5EF4-FFF2-40B4-BE49-F238E27FC236}">
                <a16:creationId xmlns:a16="http://schemas.microsoft.com/office/drawing/2014/main" id="{9E9EF573-E2A1-CCE7-F363-A7438E91280D}"/>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pic>
        <p:nvPicPr>
          <p:cNvPr id="7" name="Picture 6">
            <a:extLst>
              <a:ext uri="{FF2B5EF4-FFF2-40B4-BE49-F238E27FC236}">
                <a16:creationId xmlns:a16="http://schemas.microsoft.com/office/drawing/2014/main" id="{9F370363-B572-FDE9-8F90-190992DFF00A}"/>
              </a:ext>
            </a:extLst>
          </p:cNvPr>
          <p:cNvPicPr>
            <a:picLocks noChangeAspect="1"/>
          </p:cNvPicPr>
          <p:nvPr/>
        </p:nvPicPr>
        <p:blipFill>
          <a:blip r:embed="rId2"/>
          <a:stretch>
            <a:fillRect/>
          </a:stretch>
        </p:blipFill>
        <p:spPr>
          <a:xfrm>
            <a:off x="3121309" y="1592476"/>
            <a:ext cx="2909107" cy="2136176"/>
          </a:xfrm>
          <a:prstGeom prst="rect">
            <a:avLst/>
          </a:prstGeom>
        </p:spPr>
      </p:pic>
      <p:pic>
        <p:nvPicPr>
          <p:cNvPr id="8" name="Picture 7">
            <a:extLst>
              <a:ext uri="{FF2B5EF4-FFF2-40B4-BE49-F238E27FC236}">
                <a16:creationId xmlns:a16="http://schemas.microsoft.com/office/drawing/2014/main" id="{3312F1ED-DE53-8CA0-9FAE-FD7075DEEDC2}"/>
              </a:ext>
            </a:extLst>
          </p:cNvPr>
          <p:cNvPicPr>
            <a:picLocks noChangeAspect="1"/>
          </p:cNvPicPr>
          <p:nvPr/>
        </p:nvPicPr>
        <p:blipFill>
          <a:blip r:embed="rId3"/>
          <a:stretch>
            <a:fillRect/>
          </a:stretch>
        </p:blipFill>
        <p:spPr>
          <a:xfrm>
            <a:off x="114498" y="1597627"/>
            <a:ext cx="3009003" cy="2143897"/>
          </a:xfrm>
          <a:prstGeom prst="rect">
            <a:avLst/>
          </a:prstGeom>
        </p:spPr>
      </p:pic>
      <p:pic>
        <p:nvPicPr>
          <p:cNvPr id="9" name="Picture 8">
            <a:extLst>
              <a:ext uri="{FF2B5EF4-FFF2-40B4-BE49-F238E27FC236}">
                <a16:creationId xmlns:a16="http://schemas.microsoft.com/office/drawing/2014/main" id="{DDBFDC6B-6A2A-948E-1D1D-61FEDF009E3D}"/>
              </a:ext>
            </a:extLst>
          </p:cNvPr>
          <p:cNvPicPr>
            <a:picLocks noChangeAspect="1"/>
          </p:cNvPicPr>
          <p:nvPr/>
        </p:nvPicPr>
        <p:blipFill>
          <a:blip r:embed="rId4"/>
          <a:stretch>
            <a:fillRect/>
          </a:stretch>
        </p:blipFill>
        <p:spPr>
          <a:xfrm>
            <a:off x="6035444" y="1595049"/>
            <a:ext cx="3060772" cy="2143899"/>
          </a:xfrm>
          <a:prstGeom prst="rect">
            <a:avLst/>
          </a:prstGeom>
        </p:spPr>
      </p:pic>
    </p:spTree>
    <p:extLst>
      <p:ext uri="{BB962C8B-B14F-4D97-AF65-F5344CB8AC3E}">
        <p14:creationId xmlns:p14="http://schemas.microsoft.com/office/powerpoint/2010/main" val="268267688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46">
            <a:extLst>
              <a:ext uri="{FF2B5EF4-FFF2-40B4-BE49-F238E27FC236}">
                <a16:creationId xmlns:a16="http://schemas.microsoft.com/office/drawing/2014/main" id="{653BFB64-6EF6-4AFB-A05D-58677CA91D0D}"/>
              </a:ext>
            </a:extLst>
          </p:cNvPr>
          <p:cNvSpPr/>
          <p:nvPr/>
        </p:nvSpPr>
        <p:spPr bwMode="auto">
          <a:xfrm>
            <a:off x="662940" y="1910014"/>
            <a:ext cx="2814320" cy="2437196"/>
          </a:xfrm>
          <a:prstGeom prst="roundRect">
            <a:avLst>
              <a:gd name="adj" fmla="val 5000"/>
            </a:avLst>
          </a:prstGeom>
          <a:solidFill>
            <a:schemeClr val="bg1">
              <a:lumMod val="95000"/>
            </a:schemeClr>
          </a:solidFill>
          <a:ln w="9525">
            <a:noFill/>
            <a:round/>
            <a:headEnd/>
            <a:tailEnd/>
          </a:ln>
        </p:spPr>
        <p:txBody>
          <a:bodyPr vert="horz" wrap="square" lIns="91440" tIns="274320" rIns="91440" bIns="45720" numCol="1" rtlCol="0" anchor="ctr" anchorCtr="0" compatLnSpc="1">
            <a:prstTxWarp prst="textNoShape">
              <a:avLst/>
            </a:prstTxWarp>
          </a:bodyPr>
          <a:lstStyle/>
          <a:p>
            <a:pPr marL="171450" indent="-171450">
              <a:spcBef>
                <a:spcPct val="20000"/>
              </a:spcBef>
              <a:buFont typeface="Arial,Sans-Serif"/>
              <a:buChar char="•"/>
            </a:pPr>
            <a:r>
              <a:rPr lang="en-US" sz="1100" dirty="0">
                <a:solidFill>
                  <a:srgbClr val="7F7F7F"/>
                </a:solidFill>
              </a:rPr>
              <a:t>Nous </a:t>
            </a:r>
            <a:r>
              <a:rPr lang="en-US" sz="1100" dirty="0" err="1">
                <a:solidFill>
                  <a:srgbClr val="7F7F7F"/>
                </a:solidFill>
              </a:rPr>
              <a:t>pouvons</a:t>
            </a:r>
            <a:r>
              <a:rPr lang="en-US" sz="1100" dirty="0">
                <a:solidFill>
                  <a:srgbClr val="7F7F7F"/>
                </a:solidFill>
              </a:rPr>
              <a:t> </a:t>
            </a:r>
            <a:r>
              <a:rPr lang="en-US" sz="1100" dirty="0" err="1">
                <a:solidFill>
                  <a:srgbClr val="7F7F7F"/>
                </a:solidFill>
              </a:rPr>
              <a:t>détecter</a:t>
            </a:r>
            <a:r>
              <a:rPr lang="en-US" sz="1100" dirty="0">
                <a:solidFill>
                  <a:srgbClr val="7F7F7F"/>
                </a:solidFill>
              </a:rPr>
              <a:t> du </a:t>
            </a:r>
            <a:r>
              <a:rPr lang="en-US" sz="1100" dirty="0" err="1">
                <a:solidFill>
                  <a:srgbClr val="7F7F7F"/>
                </a:solidFill>
              </a:rPr>
              <a:t>plagiat</a:t>
            </a:r>
            <a:endParaRPr lang="en-US" sz="1100" dirty="0" err="1">
              <a:solidFill>
                <a:schemeClr val="tx1">
                  <a:lumMod val="75000"/>
                  <a:lumOff val="25000"/>
                </a:schemeClr>
              </a:solidFill>
            </a:endParaRPr>
          </a:p>
          <a:p>
            <a:pPr marL="171450" indent="-171450">
              <a:spcBef>
                <a:spcPct val="20000"/>
              </a:spcBef>
              <a:buFont typeface="Arial,Sans-Serif"/>
              <a:buChar char="•"/>
            </a:pPr>
            <a:r>
              <a:rPr lang="en-US" sz="1100" dirty="0">
                <a:solidFill>
                  <a:srgbClr val="7F7F7F"/>
                </a:solidFill>
              </a:rPr>
              <a:t>Nous </a:t>
            </a:r>
            <a:r>
              <a:rPr lang="en-US" sz="1100" dirty="0" err="1">
                <a:solidFill>
                  <a:srgbClr val="7F7F7F"/>
                </a:solidFill>
              </a:rPr>
              <a:t>pouvons</a:t>
            </a:r>
            <a:r>
              <a:rPr lang="en-US" sz="1100" dirty="0">
                <a:solidFill>
                  <a:srgbClr val="7F7F7F"/>
                </a:solidFill>
              </a:rPr>
              <a:t> </a:t>
            </a:r>
            <a:r>
              <a:rPr lang="en-US" sz="1100" dirty="0" err="1">
                <a:solidFill>
                  <a:srgbClr val="7F7F7F"/>
                </a:solidFill>
              </a:rPr>
              <a:t>expérimenter</a:t>
            </a:r>
            <a:endParaRPr lang="en-US" sz="1100" dirty="0" err="1">
              <a:solidFill>
                <a:schemeClr val="tx1">
                  <a:lumMod val="75000"/>
                  <a:lumOff val="25000"/>
                </a:schemeClr>
              </a:solidFill>
            </a:endParaRPr>
          </a:p>
          <a:p>
            <a:pPr>
              <a:spcBef>
                <a:spcPct val="20000"/>
              </a:spcBef>
            </a:pPr>
            <a:endParaRPr lang="en-US" sz="1100" dirty="0">
              <a:solidFill>
                <a:schemeClr val="tx1">
                  <a:lumMod val="75000"/>
                  <a:lumOff val="25000"/>
                </a:schemeClr>
              </a:solidFill>
            </a:endParaRPr>
          </a:p>
        </p:txBody>
      </p:sp>
      <p:sp>
        <p:nvSpPr>
          <p:cNvPr id="3" name="Title 2"/>
          <p:cNvSpPr>
            <a:spLocks noGrp="1"/>
          </p:cNvSpPr>
          <p:nvPr>
            <p:ph type="title"/>
          </p:nvPr>
        </p:nvSpPr>
        <p:spPr>
          <a:xfrm>
            <a:off x="372579" y="107351"/>
            <a:ext cx="9648523" cy="1125739"/>
          </a:xfrm>
          <a:prstGeom prst="rect">
            <a:avLst/>
          </a:prstGeom>
        </p:spPr>
        <p:txBody>
          <a:bodyPr>
            <a:normAutofit/>
          </a:bodyPr>
          <a:lstStyle/>
          <a:p>
            <a:r>
              <a:rPr lang="en-US" b="1" u="sng"/>
              <a:t>Conclusion</a:t>
            </a:r>
            <a:endParaRPr lang="en-US" b="1" u="sng">
              <a:ea typeface="Roboto"/>
              <a:cs typeface="Roboto"/>
            </a:endParaRPr>
          </a:p>
        </p:txBody>
      </p:sp>
      <p:sp>
        <p:nvSpPr>
          <p:cNvPr id="2" name="Diamond 1">
            <a:extLst>
              <a:ext uri="{FF2B5EF4-FFF2-40B4-BE49-F238E27FC236}">
                <a16:creationId xmlns:a16="http://schemas.microsoft.com/office/drawing/2014/main" id="{5CDF082D-2109-41EF-A549-A8B5A14ECA32}"/>
              </a:ext>
            </a:extLst>
          </p:cNvPr>
          <p:cNvSpPr/>
          <p:nvPr/>
        </p:nvSpPr>
        <p:spPr bwMode="auto">
          <a:xfrm>
            <a:off x="4008120" y="1159444"/>
            <a:ext cx="1303020" cy="1303020"/>
          </a:xfrm>
          <a:prstGeom prst="diamond">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grpSp>
        <p:nvGrpSpPr>
          <p:cNvPr id="16" name="Group 15">
            <a:extLst>
              <a:ext uri="{FF2B5EF4-FFF2-40B4-BE49-F238E27FC236}">
                <a16:creationId xmlns:a16="http://schemas.microsoft.com/office/drawing/2014/main" id="{3A62DA69-81AB-4140-9D93-3F620335A1AF}"/>
              </a:ext>
            </a:extLst>
          </p:cNvPr>
          <p:cNvGrpSpPr/>
          <p:nvPr/>
        </p:nvGrpSpPr>
        <p:grpSpPr>
          <a:xfrm>
            <a:off x="4348697" y="1500599"/>
            <a:ext cx="621866" cy="620710"/>
            <a:chOff x="-1447800" y="2882900"/>
            <a:chExt cx="854075" cy="852488"/>
          </a:xfrm>
          <a:solidFill>
            <a:schemeClr val="bg1"/>
          </a:solidFill>
        </p:grpSpPr>
        <p:sp>
          <p:nvSpPr>
            <p:cNvPr id="14" name="Freeform 5">
              <a:extLst>
                <a:ext uri="{FF2B5EF4-FFF2-40B4-BE49-F238E27FC236}">
                  <a16:creationId xmlns:a16="http://schemas.microsoft.com/office/drawing/2014/main" id="{0F54C263-5962-4D31-B065-2C7537B8972F}"/>
                </a:ext>
              </a:extLst>
            </p:cNvPr>
            <p:cNvSpPr>
              <a:spLocks/>
            </p:cNvSpPr>
            <p:nvPr/>
          </p:nvSpPr>
          <p:spPr bwMode="auto">
            <a:xfrm>
              <a:off x="-1247775" y="2987675"/>
              <a:ext cx="642938" cy="474663"/>
            </a:xfrm>
            <a:custGeom>
              <a:avLst/>
              <a:gdLst>
                <a:gd name="T0" fmla="*/ 4428 w 4517"/>
                <a:gd name="T1" fmla="*/ 88 h 3346"/>
                <a:gd name="T2" fmla="*/ 4109 w 4517"/>
                <a:gd name="T3" fmla="*/ 88 h 3346"/>
                <a:gd name="T4" fmla="*/ 1396 w 4517"/>
                <a:gd name="T5" fmla="*/ 2794 h 3346"/>
                <a:gd name="T6" fmla="*/ 417 w 4517"/>
                <a:gd name="T7" fmla="*/ 1730 h 3346"/>
                <a:gd name="T8" fmla="*/ 98 w 4517"/>
                <a:gd name="T9" fmla="*/ 1717 h 3346"/>
                <a:gd name="T10" fmla="*/ 84 w 4517"/>
                <a:gd name="T11" fmla="*/ 2037 h 3346"/>
                <a:gd name="T12" fmla="*/ 1223 w 4517"/>
                <a:gd name="T13" fmla="*/ 3273 h 3346"/>
                <a:gd name="T14" fmla="*/ 1384 w 4517"/>
                <a:gd name="T15" fmla="*/ 3346 h 3346"/>
                <a:gd name="T16" fmla="*/ 1389 w 4517"/>
                <a:gd name="T17" fmla="*/ 3346 h 3346"/>
                <a:gd name="T18" fmla="*/ 1549 w 4517"/>
                <a:gd name="T19" fmla="*/ 3280 h 3346"/>
                <a:gd name="T20" fmla="*/ 4428 w 4517"/>
                <a:gd name="T21" fmla="*/ 408 h 3346"/>
                <a:gd name="T22" fmla="*/ 4428 w 4517"/>
                <a:gd name="T23" fmla="*/ 88 h 3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17" h="3346">
                  <a:moveTo>
                    <a:pt x="4428" y="88"/>
                  </a:moveTo>
                  <a:cubicBezTo>
                    <a:pt x="4340" y="0"/>
                    <a:pt x="4197" y="0"/>
                    <a:pt x="4109" y="88"/>
                  </a:cubicBezTo>
                  <a:cubicBezTo>
                    <a:pt x="1396" y="2794"/>
                    <a:pt x="1396" y="2794"/>
                    <a:pt x="1396" y="2794"/>
                  </a:cubicBezTo>
                  <a:cubicBezTo>
                    <a:pt x="417" y="1730"/>
                    <a:pt x="417" y="1730"/>
                    <a:pt x="417" y="1730"/>
                  </a:cubicBezTo>
                  <a:cubicBezTo>
                    <a:pt x="333" y="1639"/>
                    <a:pt x="190" y="1633"/>
                    <a:pt x="98" y="1717"/>
                  </a:cubicBezTo>
                  <a:cubicBezTo>
                    <a:pt x="6" y="1802"/>
                    <a:pt x="0" y="1945"/>
                    <a:pt x="84" y="2037"/>
                  </a:cubicBezTo>
                  <a:cubicBezTo>
                    <a:pt x="1223" y="3273"/>
                    <a:pt x="1223" y="3273"/>
                    <a:pt x="1223" y="3273"/>
                  </a:cubicBezTo>
                  <a:cubicBezTo>
                    <a:pt x="1264" y="3318"/>
                    <a:pt x="1323" y="3345"/>
                    <a:pt x="1384" y="3346"/>
                  </a:cubicBezTo>
                  <a:cubicBezTo>
                    <a:pt x="1386" y="3346"/>
                    <a:pt x="1387" y="3346"/>
                    <a:pt x="1389" y="3346"/>
                  </a:cubicBezTo>
                  <a:cubicBezTo>
                    <a:pt x="1449" y="3346"/>
                    <a:pt x="1506" y="3322"/>
                    <a:pt x="1549" y="3280"/>
                  </a:cubicBezTo>
                  <a:cubicBezTo>
                    <a:pt x="4428" y="408"/>
                    <a:pt x="4428" y="408"/>
                    <a:pt x="4428" y="408"/>
                  </a:cubicBezTo>
                  <a:cubicBezTo>
                    <a:pt x="4516" y="320"/>
                    <a:pt x="4517" y="177"/>
                    <a:pt x="4428"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0A3A40F-0CC7-4DF7-8210-2FA28C720352}"/>
                </a:ext>
              </a:extLst>
            </p:cNvPr>
            <p:cNvSpPr>
              <a:spLocks/>
            </p:cNvSpPr>
            <p:nvPr/>
          </p:nvSpPr>
          <p:spPr bwMode="auto">
            <a:xfrm>
              <a:off x="-1447800" y="2882900"/>
              <a:ext cx="854075" cy="852488"/>
            </a:xfrm>
            <a:custGeom>
              <a:avLst/>
              <a:gdLst>
                <a:gd name="T0" fmla="*/ 5774 w 6000"/>
                <a:gd name="T1" fmla="*/ 2774 h 6000"/>
                <a:gd name="T2" fmla="*/ 5548 w 6000"/>
                <a:gd name="T3" fmla="*/ 3000 h 6000"/>
                <a:gd name="T4" fmla="*/ 3000 w 6000"/>
                <a:gd name="T5" fmla="*/ 5548 h 6000"/>
                <a:gd name="T6" fmla="*/ 452 w 6000"/>
                <a:gd name="T7" fmla="*/ 3000 h 6000"/>
                <a:gd name="T8" fmla="*/ 3000 w 6000"/>
                <a:gd name="T9" fmla="*/ 452 h 6000"/>
                <a:gd name="T10" fmla="*/ 3226 w 6000"/>
                <a:gd name="T11" fmla="*/ 226 h 6000"/>
                <a:gd name="T12" fmla="*/ 3000 w 6000"/>
                <a:gd name="T13" fmla="*/ 0 h 6000"/>
                <a:gd name="T14" fmla="*/ 0 w 6000"/>
                <a:gd name="T15" fmla="*/ 3000 h 6000"/>
                <a:gd name="T16" fmla="*/ 3000 w 6000"/>
                <a:gd name="T17" fmla="*/ 6000 h 6000"/>
                <a:gd name="T18" fmla="*/ 6000 w 6000"/>
                <a:gd name="T19" fmla="*/ 3000 h 6000"/>
                <a:gd name="T20" fmla="*/ 5774 w 6000"/>
                <a:gd name="T21" fmla="*/ 2774 h 6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00" h="6000">
                  <a:moveTo>
                    <a:pt x="5774" y="2774"/>
                  </a:moveTo>
                  <a:cubicBezTo>
                    <a:pt x="5649" y="2774"/>
                    <a:pt x="5548" y="2875"/>
                    <a:pt x="5548" y="3000"/>
                  </a:cubicBezTo>
                  <a:cubicBezTo>
                    <a:pt x="5548" y="4405"/>
                    <a:pt x="4405" y="5548"/>
                    <a:pt x="3000" y="5548"/>
                  </a:cubicBezTo>
                  <a:cubicBezTo>
                    <a:pt x="1595" y="5548"/>
                    <a:pt x="452" y="4405"/>
                    <a:pt x="452" y="3000"/>
                  </a:cubicBezTo>
                  <a:cubicBezTo>
                    <a:pt x="452" y="1595"/>
                    <a:pt x="1595" y="452"/>
                    <a:pt x="3000" y="452"/>
                  </a:cubicBezTo>
                  <a:cubicBezTo>
                    <a:pt x="3125" y="452"/>
                    <a:pt x="3226" y="351"/>
                    <a:pt x="3226" y="226"/>
                  </a:cubicBezTo>
                  <a:cubicBezTo>
                    <a:pt x="3226" y="101"/>
                    <a:pt x="3125" y="0"/>
                    <a:pt x="3000" y="0"/>
                  </a:cubicBezTo>
                  <a:cubicBezTo>
                    <a:pt x="1346" y="0"/>
                    <a:pt x="0" y="1346"/>
                    <a:pt x="0" y="3000"/>
                  </a:cubicBezTo>
                  <a:cubicBezTo>
                    <a:pt x="0" y="4654"/>
                    <a:pt x="1346" y="6000"/>
                    <a:pt x="3000" y="6000"/>
                  </a:cubicBezTo>
                  <a:cubicBezTo>
                    <a:pt x="4654" y="6000"/>
                    <a:pt x="6000" y="4654"/>
                    <a:pt x="6000" y="3000"/>
                  </a:cubicBezTo>
                  <a:cubicBezTo>
                    <a:pt x="6000" y="2875"/>
                    <a:pt x="5899" y="2774"/>
                    <a:pt x="5774" y="27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 name="Rectangle 5">
            <a:extLst>
              <a:ext uri="{FF2B5EF4-FFF2-40B4-BE49-F238E27FC236}">
                <a16:creationId xmlns:a16="http://schemas.microsoft.com/office/drawing/2014/main" id="{676275B8-C954-44C3-D86F-45B8D2271B4E}"/>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
        <p:nvSpPr>
          <p:cNvPr id="7" name="Rounded Rectangle 46">
            <a:extLst>
              <a:ext uri="{FF2B5EF4-FFF2-40B4-BE49-F238E27FC236}">
                <a16:creationId xmlns:a16="http://schemas.microsoft.com/office/drawing/2014/main" id="{513751C0-5C36-A343-20D2-02AF52E44510}"/>
              </a:ext>
            </a:extLst>
          </p:cNvPr>
          <p:cNvSpPr/>
          <p:nvPr/>
        </p:nvSpPr>
        <p:spPr bwMode="auto">
          <a:xfrm>
            <a:off x="5661866" y="1910014"/>
            <a:ext cx="2814320" cy="2437196"/>
          </a:xfrm>
          <a:prstGeom prst="roundRect">
            <a:avLst>
              <a:gd name="adj" fmla="val 5000"/>
            </a:avLst>
          </a:prstGeom>
          <a:solidFill>
            <a:schemeClr val="bg1">
              <a:lumMod val="95000"/>
            </a:schemeClr>
          </a:solidFill>
          <a:ln w="9525">
            <a:noFill/>
            <a:round/>
            <a:headEnd/>
            <a:tailEnd/>
          </a:ln>
        </p:spPr>
        <p:txBody>
          <a:bodyPr vert="horz" wrap="square" lIns="91440" tIns="274320" rIns="91440" bIns="45720" numCol="1" rtlCol="0" anchor="ctr" anchorCtr="0" compatLnSpc="1">
            <a:prstTxWarp prst="textNoShape">
              <a:avLst/>
            </a:prstTxWarp>
          </a:bodyPr>
          <a:lstStyle/>
          <a:p>
            <a:pPr marL="171450" indent="-171450">
              <a:spcBef>
                <a:spcPct val="20000"/>
              </a:spcBef>
              <a:buFont typeface="Arial,Sans-Serif"/>
              <a:buChar char="•"/>
            </a:pPr>
            <a:r>
              <a:rPr lang="en-US" sz="1100" err="1">
                <a:solidFill>
                  <a:srgbClr val="7F7F7F"/>
                </a:solidFill>
                <a:ea typeface="Roboto"/>
                <a:cs typeface="Roboto"/>
              </a:rPr>
              <a:t>Introduire</a:t>
            </a:r>
            <a:r>
              <a:rPr lang="en-US" sz="1100">
                <a:solidFill>
                  <a:srgbClr val="7F7F7F"/>
                </a:solidFill>
                <a:ea typeface="Roboto"/>
                <a:cs typeface="Roboto"/>
              </a:rPr>
              <a:t> les </a:t>
            </a:r>
            <a:r>
              <a:rPr lang="en-US" sz="1100" err="1">
                <a:solidFill>
                  <a:srgbClr val="7F7F7F"/>
                </a:solidFill>
                <a:ea typeface="Roboto"/>
                <a:cs typeface="Roboto"/>
              </a:rPr>
              <a:t>autres</a:t>
            </a:r>
            <a:r>
              <a:rPr lang="en-US" sz="1100">
                <a:solidFill>
                  <a:srgbClr val="7F7F7F"/>
                </a:solidFill>
                <a:ea typeface="Roboto"/>
                <a:cs typeface="Roboto"/>
              </a:rPr>
              <a:t> classes (</a:t>
            </a:r>
            <a:r>
              <a:rPr lang="en-US" sz="1100" err="1">
                <a:solidFill>
                  <a:srgbClr val="7F7F7F"/>
                </a:solidFill>
                <a:ea typeface="Roboto"/>
                <a:cs typeface="Roboto"/>
              </a:rPr>
              <a:t>degrés</a:t>
            </a:r>
            <a:r>
              <a:rPr lang="en-US" sz="1100">
                <a:solidFill>
                  <a:srgbClr val="7F7F7F"/>
                </a:solidFill>
                <a:ea typeface="Roboto"/>
                <a:cs typeface="Roboto"/>
              </a:rPr>
              <a:t>) de </a:t>
            </a:r>
            <a:r>
              <a:rPr lang="en-US" sz="1100" err="1">
                <a:solidFill>
                  <a:srgbClr val="7F7F7F"/>
                </a:solidFill>
                <a:ea typeface="Roboto"/>
                <a:cs typeface="Roboto"/>
              </a:rPr>
              <a:t>plagiat</a:t>
            </a:r>
          </a:p>
          <a:p>
            <a:pPr marL="171450" indent="-171450">
              <a:spcBef>
                <a:spcPct val="20000"/>
              </a:spcBef>
              <a:buFont typeface="Arial,Sans-Serif"/>
              <a:buChar char="•"/>
            </a:pPr>
            <a:r>
              <a:rPr lang="en-US" sz="1100">
                <a:solidFill>
                  <a:srgbClr val="7F7F7F"/>
                </a:solidFill>
                <a:ea typeface="Roboto"/>
                <a:cs typeface="Roboto"/>
              </a:rPr>
              <a:t>Implementer des classifiers et </a:t>
            </a:r>
            <a:r>
              <a:rPr lang="en-US" sz="1100" err="1">
                <a:solidFill>
                  <a:srgbClr val="7F7F7F"/>
                </a:solidFill>
                <a:ea typeface="Roboto"/>
                <a:cs typeface="Roboto"/>
              </a:rPr>
              <a:t>featurizers</a:t>
            </a:r>
            <a:r>
              <a:rPr lang="en-US" sz="1100">
                <a:solidFill>
                  <a:srgbClr val="7F7F7F"/>
                </a:solidFill>
                <a:ea typeface="Roboto"/>
                <a:cs typeface="Roboto"/>
              </a:rPr>
              <a:t> </a:t>
            </a:r>
            <a:r>
              <a:rPr lang="en-US" sz="1100" err="1">
                <a:solidFill>
                  <a:srgbClr val="7F7F7F"/>
                </a:solidFill>
                <a:ea typeface="Roboto"/>
                <a:cs typeface="Roboto"/>
              </a:rPr>
              <a:t>moins</a:t>
            </a:r>
            <a:r>
              <a:rPr lang="en-US" sz="1100">
                <a:solidFill>
                  <a:srgbClr val="7F7F7F"/>
                </a:solidFill>
                <a:ea typeface="Roboto"/>
                <a:cs typeface="Roboto"/>
              </a:rPr>
              <a:t> naifs</a:t>
            </a:r>
          </a:p>
          <a:p>
            <a:pPr marL="171450" indent="-171450">
              <a:spcBef>
                <a:spcPct val="20000"/>
              </a:spcBef>
              <a:buFont typeface="Arial,Sans-Serif"/>
              <a:buChar char="•"/>
            </a:pPr>
            <a:r>
              <a:rPr lang="en-US" sz="1100">
                <a:solidFill>
                  <a:srgbClr val="7F7F7F"/>
                </a:solidFill>
                <a:ea typeface="Roboto"/>
                <a:cs typeface="Roboto"/>
              </a:rPr>
              <a:t>Tester sur </a:t>
            </a:r>
            <a:r>
              <a:rPr lang="en-US" sz="1100" err="1">
                <a:solidFill>
                  <a:srgbClr val="7F7F7F"/>
                </a:solidFill>
                <a:ea typeface="Roboto"/>
                <a:cs typeface="Roboto"/>
              </a:rPr>
              <a:t>d'autres</a:t>
            </a:r>
            <a:r>
              <a:rPr lang="en-US" sz="1100">
                <a:solidFill>
                  <a:srgbClr val="7F7F7F"/>
                </a:solidFill>
                <a:ea typeface="Roboto"/>
                <a:cs typeface="Roboto"/>
              </a:rPr>
              <a:t> corpus, </a:t>
            </a:r>
            <a:r>
              <a:rPr lang="en-US" sz="1100" err="1">
                <a:solidFill>
                  <a:srgbClr val="7F7F7F"/>
                </a:solidFill>
                <a:ea typeface="Roboto"/>
                <a:cs typeface="Roboto"/>
              </a:rPr>
              <a:t>langues</a:t>
            </a:r>
          </a:p>
          <a:p>
            <a:pPr marL="171450" indent="-171450">
              <a:spcBef>
                <a:spcPct val="20000"/>
              </a:spcBef>
              <a:buFont typeface="Arial,Sans-Serif"/>
              <a:buChar char="•"/>
            </a:pPr>
            <a:r>
              <a:rPr lang="en-US" sz="1100" dirty="0">
                <a:solidFill>
                  <a:srgbClr val="7F7F7F"/>
                </a:solidFill>
                <a:ea typeface="Roboto"/>
                <a:cs typeface="Roboto"/>
              </a:rPr>
              <a:t>Quelles </a:t>
            </a:r>
            <a:r>
              <a:rPr lang="en-US" sz="1100" dirty="0" err="1">
                <a:solidFill>
                  <a:srgbClr val="7F7F7F"/>
                </a:solidFill>
                <a:ea typeface="Roboto"/>
                <a:cs typeface="Roboto"/>
              </a:rPr>
              <a:t>autres</a:t>
            </a:r>
            <a:r>
              <a:rPr lang="en-US" sz="1100" dirty="0">
                <a:solidFill>
                  <a:srgbClr val="7F7F7F"/>
                </a:solidFill>
                <a:ea typeface="Roboto"/>
                <a:cs typeface="Roboto"/>
              </a:rPr>
              <a:t> </a:t>
            </a:r>
            <a:r>
              <a:rPr lang="en-US" sz="1100" dirty="0" err="1">
                <a:solidFill>
                  <a:srgbClr val="7F7F7F"/>
                </a:solidFill>
                <a:ea typeface="Roboto"/>
                <a:cs typeface="Roboto"/>
              </a:rPr>
              <a:t>métriques</a:t>
            </a:r>
            <a:r>
              <a:rPr lang="en-US" sz="1100" dirty="0">
                <a:solidFill>
                  <a:srgbClr val="7F7F7F"/>
                </a:solidFill>
                <a:ea typeface="Roboto"/>
                <a:cs typeface="Roboto"/>
              </a:rPr>
              <a:t> et angles </a:t>
            </a:r>
            <a:r>
              <a:rPr lang="en-US" sz="1100" dirty="0" err="1">
                <a:solidFill>
                  <a:srgbClr val="7F7F7F"/>
                </a:solidFill>
                <a:ea typeface="Roboto"/>
                <a:cs typeface="Roboto"/>
              </a:rPr>
              <a:t>d'expérimentation</a:t>
            </a:r>
            <a:r>
              <a:rPr lang="en-US" sz="1100" dirty="0">
                <a:solidFill>
                  <a:srgbClr val="7F7F7F"/>
                </a:solidFill>
                <a:ea typeface="Roboto"/>
                <a:cs typeface="Roboto"/>
              </a:rPr>
              <a:t> ?</a:t>
            </a:r>
          </a:p>
          <a:p>
            <a:pPr marL="171450" indent="-171450">
              <a:spcBef>
                <a:spcPct val="20000"/>
              </a:spcBef>
              <a:buFont typeface="Arial,Sans-Serif"/>
              <a:buChar char="•"/>
            </a:pPr>
            <a:r>
              <a:rPr lang="en-US" sz="1100" err="1">
                <a:solidFill>
                  <a:srgbClr val="7F7F7F"/>
                </a:solidFill>
                <a:ea typeface="Roboto"/>
                <a:cs typeface="Roboto"/>
              </a:rPr>
              <a:t>Mettre</a:t>
            </a:r>
            <a:r>
              <a:rPr lang="en-US" sz="1100">
                <a:solidFill>
                  <a:srgbClr val="7F7F7F"/>
                </a:solidFill>
                <a:ea typeface="Roboto"/>
                <a:cs typeface="Roboto"/>
              </a:rPr>
              <a:t> </a:t>
            </a:r>
            <a:r>
              <a:rPr lang="en-US" sz="1100" err="1">
                <a:solidFill>
                  <a:srgbClr val="7F7F7F"/>
                </a:solidFill>
                <a:ea typeface="Roboto"/>
                <a:cs typeface="Roboto"/>
              </a:rPr>
              <a:t>en</a:t>
            </a:r>
            <a:r>
              <a:rPr lang="en-US" sz="1100">
                <a:solidFill>
                  <a:srgbClr val="7F7F7F"/>
                </a:solidFill>
                <a:ea typeface="Roboto"/>
                <a:cs typeface="Roboto"/>
              </a:rPr>
              <a:t> place </a:t>
            </a:r>
            <a:r>
              <a:rPr lang="en-US" sz="1100" err="1">
                <a:solidFill>
                  <a:srgbClr val="7F7F7F"/>
                </a:solidFill>
                <a:ea typeface="Roboto"/>
                <a:cs typeface="Roboto"/>
              </a:rPr>
              <a:t>une</a:t>
            </a:r>
            <a:r>
              <a:rPr lang="en-US" sz="1100">
                <a:solidFill>
                  <a:srgbClr val="7F7F7F"/>
                </a:solidFill>
                <a:ea typeface="Roboto"/>
                <a:cs typeface="Roboto"/>
              </a:rPr>
              <a:t> interface </a:t>
            </a:r>
            <a:r>
              <a:rPr lang="en-US" sz="1100" err="1">
                <a:solidFill>
                  <a:srgbClr val="7F7F7F"/>
                </a:solidFill>
                <a:ea typeface="Roboto"/>
                <a:cs typeface="Roboto"/>
              </a:rPr>
              <a:t>facilitant</a:t>
            </a:r>
            <a:r>
              <a:rPr lang="en-US" sz="1100">
                <a:solidFill>
                  <a:srgbClr val="7F7F7F"/>
                </a:solidFill>
                <a:ea typeface="Roboto"/>
                <a:cs typeface="Roboto"/>
              </a:rPr>
              <a:t> </a:t>
            </a:r>
            <a:r>
              <a:rPr lang="en-US" sz="1100" err="1">
                <a:solidFill>
                  <a:srgbClr val="7F7F7F"/>
                </a:solidFill>
                <a:ea typeface="Roboto"/>
                <a:cs typeface="Roboto"/>
              </a:rPr>
              <a:t>l'utilisation</a:t>
            </a:r>
            <a:r>
              <a:rPr lang="en-US" sz="1100">
                <a:solidFill>
                  <a:srgbClr val="7F7F7F"/>
                </a:solidFill>
                <a:ea typeface="Roboto"/>
                <a:cs typeface="Roboto"/>
              </a:rPr>
              <a:t> des </a:t>
            </a:r>
            <a:r>
              <a:rPr lang="en-US" sz="1100" err="1">
                <a:solidFill>
                  <a:srgbClr val="7F7F7F"/>
                </a:solidFill>
                <a:ea typeface="Roboto"/>
                <a:cs typeface="Roboto"/>
              </a:rPr>
              <a:t>détecteurs</a:t>
            </a:r>
            <a:r>
              <a:rPr lang="en-US" sz="1100">
                <a:solidFill>
                  <a:srgbClr val="7F7F7F"/>
                </a:solidFill>
                <a:ea typeface="Roboto"/>
                <a:cs typeface="Roboto"/>
              </a:rPr>
              <a:t> et </a:t>
            </a:r>
            <a:r>
              <a:rPr lang="en-US" sz="1100" err="1">
                <a:solidFill>
                  <a:srgbClr val="7F7F7F"/>
                </a:solidFill>
                <a:ea typeface="Roboto"/>
                <a:cs typeface="Roboto"/>
              </a:rPr>
              <a:t>l'expérimentation</a:t>
            </a:r>
          </a:p>
          <a:p>
            <a:pPr marL="171450" indent="-171450">
              <a:spcBef>
                <a:spcPct val="20000"/>
              </a:spcBef>
              <a:buFont typeface="Arial,Sans-Serif"/>
              <a:buChar char="•"/>
            </a:pPr>
            <a:r>
              <a:rPr lang="en-US" sz="1100" dirty="0">
                <a:solidFill>
                  <a:srgbClr val="7F7F7F"/>
                </a:solidFill>
                <a:ea typeface="Roboto"/>
                <a:cs typeface="Roboto"/>
              </a:rPr>
              <a:t>De </a:t>
            </a:r>
            <a:r>
              <a:rPr lang="en-US" sz="1100" dirty="0" err="1">
                <a:solidFill>
                  <a:srgbClr val="7F7F7F"/>
                </a:solidFill>
                <a:ea typeface="Roboto"/>
                <a:cs typeface="Roboto"/>
              </a:rPr>
              <a:t>meilleurs</a:t>
            </a:r>
            <a:r>
              <a:rPr lang="en-US" sz="1100" dirty="0">
                <a:solidFill>
                  <a:srgbClr val="7F7F7F"/>
                </a:solidFill>
                <a:ea typeface="Roboto"/>
                <a:cs typeface="Roboto"/>
              </a:rPr>
              <a:t> temps </a:t>
            </a:r>
            <a:r>
              <a:rPr lang="en-US" sz="1100" dirty="0" err="1">
                <a:solidFill>
                  <a:srgbClr val="7F7F7F"/>
                </a:solidFill>
                <a:ea typeface="Roboto"/>
                <a:cs typeface="Roboto"/>
              </a:rPr>
              <a:t>d'exécution</a:t>
            </a:r>
            <a:endParaRPr lang="en-US" dirty="0" err="1"/>
          </a:p>
          <a:p>
            <a:pPr>
              <a:spcBef>
                <a:spcPct val="20000"/>
              </a:spcBef>
            </a:pPr>
            <a:endParaRPr lang="en-US" sz="1100" dirty="0">
              <a:solidFill>
                <a:schemeClr val="tx1">
                  <a:lumMod val="75000"/>
                  <a:lumOff val="25000"/>
                </a:schemeClr>
              </a:solidFill>
            </a:endParaRPr>
          </a:p>
        </p:txBody>
      </p:sp>
    </p:spTree>
    <p:extLst>
      <p:ext uri="{BB962C8B-B14F-4D97-AF65-F5344CB8AC3E}">
        <p14:creationId xmlns:p14="http://schemas.microsoft.com/office/powerpoint/2010/main" val="11731962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Effect transition="in" filter="fade">
                                      <p:cBhvr>
                                        <p:cTn id="15" dur="500"/>
                                        <p:tgtEl>
                                          <p:spTgt spid="16"/>
                                        </p:tgtEl>
                                      </p:cBhvr>
                                    </p:animEffect>
                                  </p:childTnLst>
                                </p:cTn>
                              </p:par>
                              <p:par>
                                <p:cTn id="16" presetID="2" presetClass="entr" presetSubtype="4" accel="20000" decel="6000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500" fill="hold"/>
                                        <p:tgtEl>
                                          <p:spTgt spid="17"/>
                                        </p:tgtEl>
                                        <p:attrNameLst>
                                          <p:attrName>ppt_x</p:attrName>
                                        </p:attrNameLst>
                                      </p:cBhvr>
                                      <p:tavLst>
                                        <p:tav tm="0">
                                          <p:val>
                                            <p:strVal val="#ppt_x"/>
                                          </p:val>
                                        </p:tav>
                                        <p:tav tm="100000">
                                          <p:val>
                                            <p:strVal val="#ppt_x"/>
                                          </p:val>
                                        </p:tav>
                                      </p:tavLst>
                                    </p:anim>
                                    <p:anim calcmode="lin" valueType="num">
                                      <p:cBhvr additive="base">
                                        <p:cTn id="19" dur="500" fill="hold"/>
                                        <p:tgtEl>
                                          <p:spTgt spid="17"/>
                                        </p:tgtEl>
                                        <p:attrNameLst>
                                          <p:attrName>ppt_y</p:attrName>
                                        </p:attrNameLst>
                                      </p:cBhvr>
                                      <p:tavLst>
                                        <p:tav tm="0">
                                          <p:val>
                                            <p:strVal val="1+#ppt_h/2"/>
                                          </p:val>
                                        </p:tav>
                                        <p:tav tm="100000">
                                          <p:val>
                                            <p:strVal val="#ppt_y"/>
                                          </p:val>
                                        </p:tav>
                                      </p:tavLst>
                                    </p:anim>
                                  </p:childTnLst>
                                </p:cTn>
                              </p:par>
                              <p:par>
                                <p:cTn id="20" presetID="2" presetClass="entr" presetSubtype="4" accel="20000" decel="6000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73B67C25-C25D-46A6-BCF8-BD958CABD047}"/>
              </a:ext>
            </a:extLst>
          </p:cNvPr>
          <p:cNvGrpSpPr/>
          <p:nvPr/>
        </p:nvGrpSpPr>
        <p:grpSpPr>
          <a:xfrm>
            <a:off x="5038724" y="1344868"/>
            <a:ext cx="3724276" cy="2979862"/>
            <a:chOff x="5257800" y="1962150"/>
            <a:chExt cx="2676525" cy="2141538"/>
          </a:xfrm>
          <a:solidFill>
            <a:schemeClr val="bg1">
              <a:lumMod val="95000"/>
              <a:alpha val="50000"/>
            </a:schemeClr>
          </a:solidFill>
        </p:grpSpPr>
        <p:sp>
          <p:nvSpPr>
            <p:cNvPr id="7" name="Freeform 5">
              <a:extLst>
                <a:ext uri="{FF2B5EF4-FFF2-40B4-BE49-F238E27FC236}">
                  <a16:creationId xmlns:a16="http://schemas.microsoft.com/office/drawing/2014/main" id="{3356ED62-81AD-4422-A5CF-2EF05ACEC324}"/>
                </a:ext>
              </a:extLst>
            </p:cNvPr>
            <p:cNvSpPr>
              <a:spLocks noEditPoints="1"/>
            </p:cNvSpPr>
            <p:nvPr/>
          </p:nvSpPr>
          <p:spPr bwMode="auto">
            <a:xfrm>
              <a:off x="5257800" y="1962150"/>
              <a:ext cx="2676525" cy="2141538"/>
            </a:xfrm>
            <a:custGeom>
              <a:avLst/>
              <a:gdLst>
                <a:gd name="T0" fmla="*/ 5400 w 6000"/>
                <a:gd name="T1" fmla="*/ 0 h 4800"/>
                <a:gd name="T2" fmla="*/ 2800 w 6000"/>
                <a:gd name="T3" fmla="*/ 0 h 4800"/>
                <a:gd name="T4" fmla="*/ 2200 w 6000"/>
                <a:gd name="T5" fmla="*/ 600 h 4800"/>
                <a:gd name="T6" fmla="*/ 2200 w 6000"/>
                <a:gd name="T7" fmla="*/ 1800 h 4800"/>
                <a:gd name="T8" fmla="*/ 600 w 6000"/>
                <a:gd name="T9" fmla="*/ 1800 h 4800"/>
                <a:gd name="T10" fmla="*/ 0 w 6000"/>
                <a:gd name="T11" fmla="*/ 2400 h 4800"/>
                <a:gd name="T12" fmla="*/ 0 w 6000"/>
                <a:gd name="T13" fmla="*/ 3800 h 4800"/>
                <a:gd name="T14" fmla="*/ 500 w 6000"/>
                <a:gd name="T15" fmla="*/ 4392 h 4800"/>
                <a:gd name="T16" fmla="*/ 500 w 6000"/>
                <a:gd name="T17" fmla="*/ 4700 h 4800"/>
                <a:gd name="T18" fmla="*/ 600 w 6000"/>
                <a:gd name="T19" fmla="*/ 4800 h 4800"/>
                <a:gd name="T20" fmla="*/ 671 w 6000"/>
                <a:gd name="T21" fmla="*/ 4771 h 4800"/>
                <a:gd name="T22" fmla="*/ 1041 w 6000"/>
                <a:gd name="T23" fmla="*/ 4400 h 4800"/>
                <a:gd name="T24" fmla="*/ 3200 w 6000"/>
                <a:gd name="T25" fmla="*/ 4400 h 4800"/>
                <a:gd name="T26" fmla="*/ 3800 w 6000"/>
                <a:gd name="T27" fmla="*/ 3800 h 4800"/>
                <a:gd name="T28" fmla="*/ 3800 w 6000"/>
                <a:gd name="T29" fmla="*/ 2600 h 4800"/>
                <a:gd name="T30" fmla="*/ 4959 w 6000"/>
                <a:gd name="T31" fmla="*/ 2600 h 4800"/>
                <a:gd name="T32" fmla="*/ 5329 w 6000"/>
                <a:gd name="T33" fmla="*/ 2971 h 4800"/>
                <a:gd name="T34" fmla="*/ 5471 w 6000"/>
                <a:gd name="T35" fmla="*/ 2971 h 4800"/>
                <a:gd name="T36" fmla="*/ 5500 w 6000"/>
                <a:gd name="T37" fmla="*/ 2900 h 4800"/>
                <a:gd name="T38" fmla="*/ 5500 w 6000"/>
                <a:gd name="T39" fmla="*/ 2592 h 4800"/>
                <a:gd name="T40" fmla="*/ 6000 w 6000"/>
                <a:gd name="T41" fmla="*/ 2000 h 4800"/>
                <a:gd name="T42" fmla="*/ 6000 w 6000"/>
                <a:gd name="T43" fmla="*/ 600 h 4800"/>
                <a:gd name="T44" fmla="*/ 5400 w 6000"/>
                <a:gd name="T45" fmla="*/ 0 h 4800"/>
                <a:gd name="T46" fmla="*/ 3600 w 6000"/>
                <a:gd name="T47" fmla="*/ 3800 h 4800"/>
                <a:gd name="T48" fmla="*/ 3200 w 6000"/>
                <a:gd name="T49" fmla="*/ 4200 h 4800"/>
                <a:gd name="T50" fmla="*/ 1000 w 6000"/>
                <a:gd name="T51" fmla="*/ 4200 h 4800"/>
                <a:gd name="T52" fmla="*/ 929 w 6000"/>
                <a:gd name="T53" fmla="*/ 4229 h 4800"/>
                <a:gd name="T54" fmla="*/ 700 w 6000"/>
                <a:gd name="T55" fmla="*/ 4459 h 4800"/>
                <a:gd name="T56" fmla="*/ 700 w 6000"/>
                <a:gd name="T57" fmla="*/ 4300 h 4800"/>
                <a:gd name="T58" fmla="*/ 600 w 6000"/>
                <a:gd name="T59" fmla="*/ 4200 h 4800"/>
                <a:gd name="T60" fmla="*/ 200 w 6000"/>
                <a:gd name="T61" fmla="*/ 3800 h 4800"/>
                <a:gd name="T62" fmla="*/ 200 w 6000"/>
                <a:gd name="T63" fmla="*/ 2400 h 4800"/>
                <a:gd name="T64" fmla="*/ 600 w 6000"/>
                <a:gd name="T65" fmla="*/ 2000 h 4800"/>
                <a:gd name="T66" fmla="*/ 3200 w 6000"/>
                <a:gd name="T67" fmla="*/ 2000 h 4800"/>
                <a:gd name="T68" fmla="*/ 3600 w 6000"/>
                <a:gd name="T69" fmla="*/ 2400 h 4800"/>
                <a:gd name="T70" fmla="*/ 3600 w 6000"/>
                <a:gd name="T71" fmla="*/ 3800 h 4800"/>
                <a:gd name="T72" fmla="*/ 5800 w 6000"/>
                <a:gd name="T73" fmla="*/ 2000 h 4800"/>
                <a:gd name="T74" fmla="*/ 5400 w 6000"/>
                <a:gd name="T75" fmla="*/ 2400 h 4800"/>
                <a:gd name="T76" fmla="*/ 5300 w 6000"/>
                <a:gd name="T77" fmla="*/ 2500 h 4800"/>
                <a:gd name="T78" fmla="*/ 5300 w 6000"/>
                <a:gd name="T79" fmla="*/ 2659 h 4800"/>
                <a:gd name="T80" fmla="*/ 5071 w 6000"/>
                <a:gd name="T81" fmla="*/ 2429 h 4800"/>
                <a:gd name="T82" fmla="*/ 5000 w 6000"/>
                <a:gd name="T83" fmla="*/ 2400 h 4800"/>
                <a:gd name="T84" fmla="*/ 3800 w 6000"/>
                <a:gd name="T85" fmla="*/ 2400 h 4800"/>
                <a:gd name="T86" fmla="*/ 3200 w 6000"/>
                <a:gd name="T87" fmla="*/ 1800 h 4800"/>
                <a:gd name="T88" fmla="*/ 2400 w 6000"/>
                <a:gd name="T89" fmla="*/ 1800 h 4800"/>
                <a:gd name="T90" fmla="*/ 2400 w 6000"/>
                <a:gd name="T91" fmla="*/ 600 h 4800"/>
                <a:gd name="T92" fmla="*/ 2800 w 6000"/>
                <a:gd name="T93" fmla="*/ 200 h 4800"/>
                <a:gd name="T94" fmla="*/ 5400 w 6000"/>
                <a:gd name="T95" fmla="*/ 200 h 4800"/>
                <a:gd name="T96" fmla="*/ 5800 w 6000"/>
                <a:gd name="T97" fmla="*/ 600 h 4800"/>
                <a:gd name="T98" fmla="*/ 5800 w 6000"/>
                <a:gd name="T99" fmla="*/ 2000 h 4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00" h="4800">
                  <a:moveTo>
                    <a:pt x="5400" y="0"/>
                  </a:moveTo>
                  <a:cubicBezTo>
                    <a:pt x="2800" y="0"/>
                    <a:pt x="2800" y="0"/>
                    <a:pt x="2800" y="0"/>
                  </a:cubicBezTo>
                  <a:cubicBezTo>
                    <a:pt x="2469" y="0"/>
                    <a:pt x="2200" y="269"/>
                    <a:pt x="2200" y="600"/>
                  </a:cubicBezTo>
                  <a:cubicBezTo>
                    <a:pt x="2200" y="1800"/>
                    <a:pt x="2200" y="1800"/>
                    <a:pt x="2200" y="1800"/>
                  </a:cubicBezTo>
                  <a:cubicBezTo>
                    <a:pt x="600" y="1800"/>
                    <a:pt x="600" y="1800"/>
                    <a:pt x="600" y="1800"/>
                  </a:cubicBezTo>
                  <a:cubicBezTo>
                    <a:pt x="269" y="1800"/>
                    <a:pt x="0" y="2069"/>
                    <a:pt x="0" y="2400"/>
                  </a:cubicBezTo>
                  <a:cubicBezTo>
                    <a:pt x="0" y="3800"/>
                    <a:pt x="0" y="3800"/>
                    <a:pt x="0" y="3800"/>
                  </a:cubicBezTo>
                  <a:cubicBezTo>
                    <a:pt x="0" y="4093"/>
                    <a:pt x="212" y="4343"/>
                    <a:pt x="500" y="4392"/>
                  </a:cubicBezTo>
                  <a:cubicBezTo>
                    <a:pt x="500" y="4700"/>
                    <a:pt x="500" y="4700"/>
                    <a:pt x="500" y="4700"/>
                  </a:cubicBezTo>
                  <a:cubicBezTo>
                    <a:pt x="500" y="4755"/>
                    <a:pt x="545" y="4800"/>
                    <a:pt x="600" y="4800"/>
                  </a:cubicBezTo>
                  <a:cubicBezTo>
                    <a:pt x="627" y="4800"/>
                    <a:pt x="652" y="4789"/>
                    <a:pt x="671" y="4771"/>
                  </a:cubicBezTo>
                  <a:cubicBezTo>
                    <a:pt x="1041" y="4400"/>
                    <a:pt x="1041" y="4400"/>
                    <a:pt x="1041" y="4400"/>
                  </a:cubicBezTo>
                  <a:cubicBezTo>
                    <a:pt x="3200" y="4400"/>
                    <a:pt x="3200" y="4400"/>
                    <a:pt x="3200" y="4400"/>
                  </a:cubicBezTo>
                  <a:cubicBezTo>
                    <a:pt x="3531" y="4400"/>
                    <a:pt x="3800" y="4131"/>
                    <a:pt x="3800" y="3800"/>
                  </a:cubicBezTo>
                  <a:cubicBezTo>
                    <a:pt x="3800" y="2600"/>
                    <a:pt x="3800" y="2600"/>
                    <a:pt x="3800" y="2600"/>
                  </a:cubicBezTo>
                  <a:cubicBezTo>
                    <a:pt x="4959" y="2600"/>
                    <a:pt x="4959" y="2600"/>
                    <a:pt x="4959" y="2600"/>
                  </a:cubicBezTo>
                  <a:cubicBezTo>
                    <a:pt x="5329" y="2971"/>
                    <a:pt x="5329" y="2971"/>
                    <a:pt x="5329" y="2971"/>
                  </a:cubicBezTo>
                  <a:cubicBezTo>
                    <a:pt x="5368" y="3010"/>
                    <a:pt x="5432" y="3010"/>
                    <a:pt x="5471" y="2971"/>
                  </a:cubicBezTo>
                  <a:cubicBezTo>
                    <a:pt x="5489" y="2952"/>
                    <a:pt x="5500" y="2927"/>
                    <a:pt x="5500" y="2900"/>
                  </a:cubicBezTo>
                  <a:cubicBezTo>
                    <a:pt x="5500" y="2592"/>
                    <a:pt x="5500" y="2592"/>
                    <a:pt x="5500" y="2592"/>
                  </a:cubicBezTo>
                  <a:cubicBezTo>
                    <a:pt x="5789" y="2543"/>
                    <a:pt x="6000" y="2293"/>
                    <a:pt x="6000" y="2000"/>
                  </a:cubicBezTo>
                  <a:cubicBezTo>
                    <a:pt x="6000" y="600"/>
                    <a:pt x="6000" y="600"/>
                    <a:pt x="6000" y="600"/>
                  </a:cubicBezTo>
                  <a:cubicBezTo>
                    <a:pt x="6000" y="269"/>
                    <a:pt x="5731" y="0"/>
                    <a:pt x="5400" y="0"/>
                  </a:cubicBezTo>
                  <a:close/>
                  <a:moveTo>
                    <a:pt x="3600" y="3800"/>
                  </a:moveTo>
                  <a:cubicBezTo>
                    <a:pt x="3600" y="4021"/>
                    <a:pt x="3421" y="4200"/>
                    <a:pt x="3200" y="4200"/>
                  </a:cubicBezTo>
                  <a:cubicBezTo>
                    <a:pt x="1000" y="4200"/>
                    <a:pt x="1000" y="4200"/>
                    <a:pt x="1000" y="4200"/>
                  </a:cubicBezTo>
                  <a:cubicBezTo>
                    <a:pt x="973" y="4200"/>
                    <a:pt x="948" y="4211"/>
                    <a:pt x="929" y="4229"/>
                  </a:cubicBezTo>
                  <a:cubicBezTo>
                    <a:pt x="700" y="4459"/>
                    <a:pt x="700" y="4459"/>
                    <a:pt x="700" y="4459"/>
                  </a:cubicBezTo>
                  <a:cubicBezTo>
                    <a:pt x="700" y="4300"/>
                    <a:pt x="700" y="4300"/>
                    <a:pt x="700" y="4300"/>
                  </a:cubicBezTo>
                  <a:cubicBezTo>
                    <a:pt x="700" y="4245"/>
                    <a:pt x="655" y="4200"/>
                    <a:pt x="600" y="4200"/>
                  </a:cubicBezTo>
                  <a:cubicBezTo>
                    <a:pt x="379" y="4200"/>
                    <a:pt x="200" y="4021"/>
                    <a:pt x="200" y="3800"/>
                  </a:cubicBezTo>
                  <a:cubicBezTo>
                    <a:pt x="200" y="2400"/>
                    <a:pt x="200" y="2400"/>
                    <a:pt x="200" y="2400"/>
                  </a:cubicBezTo>
                  <a:cubicBezTo>
                    <a:pt x="200" y="2179"/>
                    <a:pt x="379" y="2000"/>
                    <a:pt x="600" y="2000"/>
                  </a:cubicBezTo>
                  <a:cubicBezTo>
                    <a:pt x="3200" y="2000"/>
                    <a:pt x="3200" y="2000"/>
                    <a:pt x="3200" y="2000"/>
                  </a:cubicBezTo>
                  <a:cubicBezTo>
                    <a:pt x="3421" y="2000"/>
                    <a:pt x="3600" y="2179"/>
                    <a:pt x="3600" y="2400"/>
                  </a:cubicBezTo>
                  <a:lnTo>
                    <a:pt x="3600" y="3800"/>
                  </a:lnTo>
                  <a:close/>
                  <a:moveTo>
                    <a:pt x="5800" y="2000"/>
                  </a:moveTo>
                  <a:cubicBezTo>
                    <a:pt x="5800" y="2221"/>
                    <a:pt x="5621" y="2400"/>
                    <a:pt x="5400" y="2400"/>
                  </a:cubicBezTo>
                  <a:cubicBezTo>
                    <a:pt x="5345" y="2400"/>
                    <a:pt x="5300" y="2445"/>
                    <a:pt x="5300" y="2500"/>
                  </a:cubicBezTo>
                  <a:cubicBezTo>
                    <a:pt x="5300" y="2659"/>
                    <a:pt x="5300" y="2659"/>
                    <a:pt x="5300" y="2659"/>
                  </a:cubicBezTo>
                  <a:cubicBezTo>
                    <a:pt x="5071" y="2429"/>
                    <a:pt x="5071" y="2429"/>
                    <a:pt x="5071" y="2429"/>
                  </a:cubicBezTo>
                  <a:cubicBezTo>
                    <a:pt x="5052" y="2411"/>
                    <a:pt x="5027" y="2400"/>
                    <a:pt x="5000" y="2400"/>
                  </a:cubicBezTo>
                  <a:cubicBezTo>
                    <a:pt x="3800" y="2400"/>
                    <a:pt x="3800" y="2400"/>
                    <a:pt x="3800" y="2400"/>
                  </a:cubicBezTo>
                  <a:cubicBezTo>
                    <a:pt x="3800" y="2069"/>
                    <a:pt x="3531" y="1800"/>
                    <a:pt x="3200" y="1800"/>
                  </a:cubicBezTo>
                  <a:cubicBezTo>
                    <a:pt x="2400" y="1800"/>
                    <a:pt x="2400" y="1800"/>
                    <a:pt x="2400" y="1800"/>
                  </a:cubicBezTo>
                  <a:cubicBezTo>
                    <a:pt x="2400" y="600"/>
                    <a:pt x="2400" y="600"/>
                    <a:pt x="2400" y="600"/>
                  </a:cubicBezTo>
                  <a:cubicBezTo>
                    <a:pt x="2400" y="379"/>
                    <a:pt x="2579" y="200"/>
                    <a:pt x="2800" y="200"/>
                  </a:cubicBezTo>
                  <a:cubicBezTo>
                    <a:pt x="5400" y="200"/>
                    <a:pt x="5400" y="200"/>
                    <a:pt x="5400" y="200"/>
                  </a:cubicBezTo>
                  <a:cubicBezTo>
                    <a:pt x="5621" y="200"/>
                    <a:pt x="5800" y="379"/>
                    <a:pt x="5800" y="600"/>
                  </a:cubicBezTo>
                  <a:lnTo>
                    <a:pt x="5800" y="20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A9C2A56E-7355-479A-A1F9-D1C944D98424}"/>
                </a:ext>
              </a:extLst>
            </p:cNvPr>
            <p:cNvSpPr>
              <a:spLocks noEditPoints="1"/>
            </p:cNvSpPr>
            <p:nvPr/>
          </p:nvSpPr>
          <p:spPr bwMode="auto">
            <a:xfrm>
              <a:off x="5614988" y="3211513"/>
              <a:ext cx="268288" cy="268288"/>
            </a:xfrm>
            <a:custGeom>
              <a:avLst/>
              <a:gdLst>
                <a:gd name="T0" fmla="*/ 300 w 600"/>
                <a:gd name="T1" fmla="*/ 0 h 600"/>
                <a:gd name="T2" fmla="*/ 0 w 600"/>
                <a:gd name="T3" fmla="*/ 300 h 600"/>
                <a:gd name="T4" fmla="*/ 300 w 600"/>
                <a:gd name="T5" fmla="*/ 600 h 600"/>
                <a:gd name="T6" fmla="*/ 600 w 600"/>
                <a:gd name="T7" fmla="*/ 300 h 600"/>
                <a:gd name="T8" fmla="*/ 300 w 600"/>
                <a:gd name="T9" fmla="*/ 0 h 600"/>
                <a:gd name="T10" fmla="*/ 300 w 600"/>
                <a:gd name="T11" fmla="*/ 400 h 600"/>
                <a:gd name="T12" fmla="*/ 200 w 600"/>
                <a:gd name="T13" fmla="*/ 300 h 600"/>
                <a:gd name="T14" fmla="*/ 300 w 600"/>
                <a:gd name="T15" fmla="*/ 200 h 600"/>
                <a:gd name="T16" fmla="*/ 400 w 600"/>
                <a:gd name="T17" fmla="*/ 300 h 600"/>
                <a:gd name="T18" fmla="*/ 300 w 600"/>
                <a:gd name="T19" fmla="*/ 4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0" h="600">
                  <a:moveTo>
                    <a:pt x="300" y="0"/>
                  </a:moveTo>
                  <a:cubicBezTo>
                    <a:pt x="134" y="0"/>
                    <a:pt x="0" y="134"/>
                    <a:pt x="0" y="300"/>
                  </a:cubicBezTo>
                  <a:cubicBezTo>
                    <a:pt x="0" y="466"/>
                    <a:pt x="134" y="600"/>
                    <a:pt x="300" y="600"/>
                  </a:cubicBezTo>
                  <a:cubicBezTo>
                    <a:pt x="466" y="600"/>
                    <a:pt x="600" y="466"/>
                    <a:pt x="600" y="300"/>
                  </a:cubicBezTo>
                  <a:cubicBezTo>
                    <a:pt x="600" y="134"/>
                    <a:pt x="466" y="0"/>
                    <a:pt x="300" y="0"/>
                  </a:cubicBezTo>
                  <a:close/>
                  <a:moveTo>
                    <a:pt x="300" y="400"/>
                  </a:moveTo>
                  <a:cubicBezTo>
                    <a:pt x="245" y="400"/>
                    <a:pt x="200" y="355"/>
                    <a:pt x="200" y="300"/>
                  </a:cubicBezTo>
                  <a:cubicBezTo>
                    <a:pt x="200" y="245"/>
                    <a:pt x="245" y="200"/>
                    <a:pt x="300" y="200"/>
                  </a:cubicBezTo>
                  <a:cubicBezTo>
                    <a:pt x="355" y="200"/>
                    <a:pt x="400" y="245"/>
                    <a:pt x="400" y="300"/>
                  </a:cubicBezTo>
                  <a:cubicBezTo>
                    <a:pt x="400" y="355"/>
                    <a:pt x="355" y="400"/>
                    <a:pt x="300" y="4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889B84EC-39EC-4D4B-BBA2-450ACEF714BF}"/>
                </a:ext>
              </a:extLst>
            </p:cNvPr>
            <p:cNvSpPr>
              <a:spLocks noEditPoints="1"/>
            </p:cNvSpPr>
            <p:nvPr/>
          </p:nvSpPr>
          <p:spPr bwMode="auto">
            <a:xfrm>
              <a:off x="5972175" y="3211513"/>
              <a:ext cx="266700" cy="268288"/>
            </a:xfrm>
            <a:custGeom>
              <a:avLst/>
              <a:gdLst>
                <a:gd name="T0" fmla="*/ 300 w 600"/>
                <a:gd name="T1" fmla="*/ 0 h 600"/>
                <a:gd name="T2" fmla="*/ 0 w 600"/>
                <a:gd name="T3" fmla="*/ 300 h 600"/>
                <a:gd name="T4" fmla="*/ 300 w 600"/>
                <a:gd name="T5" fmla="*/ 600 h 600"/>
                <a:gd name="T6" fmla="*/ 600 w 600"/>
                <a:gd name="T7" fmla="*/ 300 h 600"/>
                <a:gd name="T8" fmla="*/ 300 w 600"/>
                <a:gd name="T9" fmla="*/ 0 h 600"/>
                <a:gd name="T10" fmla="*/ 300 w 600"/>
                <a:gd name="T11" fmla="*/ 400 h 600"/>
                <a:gd name="T12" fmla="*/ 200 w 600"/>
                <a:gd name="T13" fmla="*/ 300 h 600"/>
                <a:gd name="T14" fmla="*/ 300 w 600"/>
                <a:gd name="T15" fmla="*/ 200 h 600"/>
                <a:gd name="T16" fmla="*/ 400 w 600"/>
                <a:gd name="T17" fmla="*/ 300 h 600"/>
                <a:gd name="T18" fmla="*/ 300 w 600"/>
                <a:gd name="T19" fmla="*/ 4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0" h="600">
                  <a:moveTo>
                    <a:pt x="300" y="0"/>
                  </a:moveTo>
                  <a:cubicBezTo>
                    <a:pt x="134" y="0"/>
                    <a:pt x="0" y="134"/>
                    <a:pt x="0" y="300"/>
                  </a:cubicBezTo>
                  <a:cubicBezTo>
                    <a:pt x="0" y="466"/>
                    <a:pt x="134" y="600"/>
                    <a:pt x="300" y="600"/>
                  </a:cubicBezTo>
                  <a:cubicBezTo>
                    <a:pt x="466" y="600"/>
                    <a:pt x="600" y="466"/>
                    <a:pt x="600" y="300"/>
                  </a:cubicBezTo>
                  <a:cubicBezTo>
                    <a:pt x="600" y="134"/>
                    <a:pt x="466" y="0"/>
                    <a:pt x="300" y="0"/>
                  </a:cubicBezTo>
                  <a:close/>
                  <a:moveTo>
                    <a:pt x="300" y="400"/>
                  </a:moveTo>
                  <a:cubicBezTo>
                    <a:pt x="245" y="400"/>
                    <a:pt x="200" y="355"/>
                    <a:pt x="200" y="300"/>
                  </a:cubicBezTo>
                  <a:cubicBezTo>
                    <a:pt x="200" y="245"/>
                    <a:pt x="245" y="200"/>
                    <a:pt x="300" y="200"/>
                  </a:cubicBezTo>
                  <a:cubicBezTo>
                    <a:pt x="355" y="200"/>
                    <a:pt x="400" y="245"/>
                    <a:pt x="400" y="300"/>
                  </a:cubicBezTo>
                  <a:cubicBezTo>
                    <a:pt x="400" y="355"/>
                    <a:pt x="355" y="400"/>
                    <a:pt x="300" y="4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a:extLst>
                <a:ext uri="{FF2B5EF4-FFF2-40B4-BE49-F238E27FC236}">
                  <a16:creationId xmlns:a16="http://schemas.microsoft.com/office/drawing/2014/main" id="{593F6F63-FC04-45B4-9411-65520C3B7797}"/>
                </a:ext>
              </a:extLst>
            </p:cNvPr>
            <p:cNvSpPr>
              <a:spLocks noEditPoints="1"/>
            </p:cNvSpPr>
            <p:nvPr/>
          </p:nvSpPr>
          <p:spPr bwMode="auto">
            <a:xfrm>
              <a:off x="6329363" y="3211513"/>
              <a:ext cx="266700" cy="268288"/>
            </a:xfrm>
            <a:custGeom>
              <a:avLst/>
              <a:gdLst>
                <a:gd name="T0" fmla="*/ 300 w 600"/>
                <a:gd name="T1" fmla="*/ 0 h 600"/>
                <a:gd name="T2" fmla="*/ 0 w 600"/>
                <a:gd name="T3" fmla="*/ 300 h 600"/>
                <a:gd name="T4" fmla="*/ 300 w 600"/>
                <a:gd name="T5" fmla="*/ 600 h 600"/>
                <a:gd name="T6" fmla="*/ 600 w 600"/>
                <a:gd name="T7" fmla="*/ 300 h 600"/>
                <a:gd name="T8" fmla="*/ 300 w 600"/>
                <a:gd name="T9" fmla="*/ 0 h 600"/>
                <a:gd name="T10" fmla="*/ 300 w 600"/>
                <a:gd name="T11" fmla="*/ 400 h 600"/>
                <a:gd name="T12" fmla="*/ 200 w 600"/>
                <a:gd name="T13" fmla="*/ 300 h 600"/>
                <a:gd name="T14" fmla="*/ 300 w 600"/>
                <a:gd name="T15" fmla="*/ 200 h 600"/>
                <a:gd name="T16" fmla="*/ 400 w 600"/>
                <a:gd name="T17" fmla="*/ 300 h 600"/>
                <a:gd name="T18" fmla="*/ 300 w 600"/>
                <a:gd name="T19" fmla="*/ 4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0" h="600">
                  <a:moveTo>
                    <a:pt x="300" y="0"/>
                  </a:moveTo>
                  <a:cubicBezTo>
                    <a:pt x="134" y="0"/>
                    <a:pt x="0" y="134"/>
                    <a:pt x="0" y="300"/>
                  </a:cubicBezTo>
                  <a:cubicBezTo>
                    <a:pt x="0" y="466"/>
                    <a:pt x="134" y="600"/>
                    <a:pt x="300" y="600"/>
                  </a:cubicBezTo>
                  <a:cubicBezTo>
                    <a:pt x="466" y="600"/>
                    <a:pt x="600" y="466"/>
                    <a:pt x="600" y="300"/>
                  </a:cubicBezTo>
                  <a:cubicBezTo>
                    <a:pt x="600" y="134"/>
                    <a:pt x="466" y="0"/>
                    <a:pt x="300" y="0"/>
                  </a:cubicBezTo>
                  <a:close/>
                  <a:moveTo>
                    <a:pt x="300" y="400"/>
                  </a:moveTo>
                  <a:cubicBezTo>
                    <a:pt x="245" y="400"/>
                    <a:pt x="200" y="355"/>
                    <a:pt x="200" y="300"/>
                  </a:cubicBezTo>
                  <a:cubicBezTo>
                    <a:pt x="200" y="245"/>
                    <a:pt x="245" y="200"/>
                    <a:pt x="300" y="200"/>
                  </a:cubicBezTo>
                  <a:cubicBezTo>
                    <a:pt x="355" y="200"/>
                    <a:pt x="400" y="245"/>
                    <a:pt x="400" y="300"/>
                  </a:cubicBezTo>
                  <a:cubicBezTo>
                    <a:pt x="400" y="355"/>
                    <a:pt x="355" y="400"/>
                    <a:pt x="300" y="4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9">
              <a:extLst>
                <a:ext uri="{FF2B5EF4-FFF2-40B4-BE49-F238E27FC236}">
                  <a16:creationId xmlns:a16="http://schemas.microsoft.com/office/drawing/2014/main" id="{3B34325A-C3DE-4D14-BAFE-BD841266664D}"/>
                </a:ext>
              </a:extLst>
            </p:cNvPr>
            <p:cNvSpPr>
              <a:spLocks noChangeArrowheads="1"/>
            </p:cNvSpPr>
            <p:nvPr/>
          </p:nvSpPr>
          <p:spPr bwMode="auto">
            <a:xfrm>
              <a:off x="6507163" y="2230438"/>
              <a:ext cx="803275"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10">
              <a:extLst>
                <a:ext uri="{FF2B5EF4-FFF2-40B4-BE49-F238E27FC236}">
                  <a16:creationId xmlns:a16="http://schemas.microsoft.com/office/drawing/2014/main" id="{8B978E16-6FB0-4DC0-BBF8-4FF1824AA6B1}"/>
                </a:ext>
              </a:extLst>
            </p:cNvPr>
            <p:cNvSpPr>
              <a:spLocks noChangeArrowheads="1"/>
            </p:cNvSpPr>
            <p:nvPr/>
          </p:nvSpPr>
          <p:spPr bwMode="auto">
            <a:xfrm>
              <a:off x="7399338" y="2230438"/>
              <a:ext cx="268288"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11">
              <a:extLst>
                <a:ext uri="{FF2B5EF4-FFF2-40B4-BE49-F238E27FC236}">
                  <a16:creationId xmlns:a16="http://schemas.microsoft.com/office/drawing/2014/main" id="{7093AC1E-BAE4-444C-BFC7-12D22EC407FC}"/>
                </a:ext>
              </a:extLst>
            </p:cNvPr>
            <p:cNvSpPr>
              <a:spLocks noChangeArrowheads="1"/>
            </p:cNvSpPr>
            <p:nvPr/>
          </p:nvSpPr>
          <p:spPr bwMode="auto">
            <a:xfrm>
              <a:off x="6507163" y="2408238"/>
              <a:ext cx="268288"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12">
              <a:extLst>
                <a:ext uri="{FF2B5EF4-FFF2-40B4-BE49-F238E27FC236}">
                  <a16:creationId xmlns:a16="http://schemas.microsoft.com/office/drawing/2014/main" id="{22CB6F25-FE6F-4DC5-AB44-2BEF5579CB52}"/>
                </a:ext>
              </a:extLst>
            </p:cNvPr>
            <p:cNvSpPr>
              <a:spLocks noChangeArrowheads="1"/>
            </p:cNvSpPr>
            <p:nvPr/>
          </p:nvSpPr>
          <p:spPr bwMode="auto">
            <a:xfrm>
              <a:off x="6864350" y="2408238"/>
              <a:ext cx="534988"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13">
              <a:extLst>
                <a:ext uri="{FF2B5EF4-FFF2-40B4-BE49-F238E27FC236}">
                  <a16:creationId xmlns:a16="http://schemas.microsoft.com/office/drawing/2014/main" id="{ADC39566-0AE2-4186-A392-4ADA40DF4E21}"/>
                </a:ext>
              </a:extLst>
            </p:cNvPr>
            <p:cNvSpPr>
              <a:spLocks noChangeArrowheads="1"/>
            </p:cNvSpPr>
            <p:nvPr/>
          </p:nvSpPr>
          <p:spPr bwMode="auto">
            <a:xfrm>
              <a:off x="6507163" y="2587625"/>
              <a:ext cx="1160463"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4">
              <a:extLst>
                <a:ext uri="{FF2B5EF4-FFF2-40B4-BE49-F238E27FC236}">
                  <a16:creationId xmlns:a16="http://schemas.microsoft.com/office/drawing/2014/main" id="{EE3931A4-2656-46D1-A9B9-63DD5FE0F070}"/>
                </a:ext>
              </a:extLst>
            </p:cNvPr>
            <p:cNvSpPr>
              <a:spLocks noChangeArrowheads="1"/>
            </p:cNvSpPr>
            <p:nvPr/>
          </p:nvSpPr>
          <p:spPr bwMode="auto">
            <a:xfrm>
              <a:off x="6953250" y="2765425"/>
              <a:ext cx="357188"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5">
              <a:extLst>
                <a:ext uri="{FF2B5EF4-FFF2-40B4-BE49-F238E27FC236}">
                  <a16:creationId xmlns:a16="http://schemas.microsoft.com/office/drawing/2014/main" id="{08E83024-390A-4D72-A0A4-7ECBDA53D143}"/>
                </a:ext>
              </a:extLst>
            </p:cNvPr>
            <p:cNvSpPr>
              <a:spLocks noChangeArrowheads="1"/>
            </p:cNvSpPr>
            <p:nvPr/>
          </p:nvSpPr>
          <p:spPr bwMode="auto">
            <a:xfrm>
              <a:off x="7399338" y="2765425"/>
              <a:ext cx="268288"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6">
              <a:extLst>
                <a:ext uri="{FF2B5EF4-FFF2-40B4-BE49-F238E27FC236}">
                  <a16:creationId xmlns:a16="http://schemas.microsoft.com/office/drawing/2014/main" id="{2B9FF416-87E0-44EB-A786-F8BAD5F25992}"/>
                </a:ext>
              </a:extLst>
            </p:cNvPr>
            <p:cNvSpPr>
              <a:spLocks noChangeArrowheads="1"/>
            </p:cNvSpPr>
            <p:nvPr/>
          </p:nvSpPr>
          <p:spPr bwMode="auto">
            <a:xfrm>
              <a:off x="7488238" y="2408238"/>
              <a:ext cx="179388"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3" name="Group 32">
            <a:extLst>
              <a:ext uri="{FF2B5EF4-FFF2-40B4-BE49-F238E27FC236}">
                <a16:creationId xmlns:a16="http://schemas.microsoft.com/office/drawing/2014/main" id="{A11C1D56-2956-494D-B948-017C6EE9A694}"/>
              </a:ext>
            </a:extLst>
          </p:cNvPr>
          <p:cNvGrpSpPr/>
          <p:nvPr/>
        </p:nvGrpSpPr>
        <p:grpSpPr>
          <a:xfrm>
            <a:off x="5562600" y="1764030"/>
            <a:ext cx="2676525" cy="2141538"/>
            <a:chOff x="5257800" y="1962150"/>
            <a:chExt cx="2676525" cy="2141538"/>
          </a:xfrm>
          <a:solidFill>
            <a:schemeClr val="accent5"/>
          </a:solidFill>
        </p:grpSpPr>
        <p:sp>
          <p:nvSpPr>
            <p:cNvPr id="34" name="Freeform 5">
              <a:extLst>
                <a:ext uri="{FF2B5EF4-FFF2-40B4-BE49-F238E27FC236}">
                  <a16:creationId xmlns:a16="http://schemas.microsoft.com/office/drawing/2014/main" id="{93BA8F11-8233-44FC-A347-34BAF36A0D15}"/>
                </a:ext>
              </a:extLst>
            </p:cNvPr>
            <p:cNvSpPr>
              <a:spLocks noEditPoints="1"/>
            </p:cNvSpPr>
            <p:nvPr/>
          </p:nvSpPr>
          <p:spPr bwMode="auto">
            <a:xfrm>
              <a:off x="5257800" y="1962150"/>
              <a:ext cx="2676525" cy="2141538"/>
            </a:xfrm>
            <a:custGeom>
              <a:avLst/>
              <a:gdLst>
                <a:gd name="T0" fmla="*/ 5400 w 6000"/>
                <a:gd name="T1" fmla="*/ 0 h 4800"/>
                <a:gd name="T2" fmla="*/ 2800 w 6000"/>
                <a:gd name="T3" fmla="*/ 0 h 4800"/>
                <a:gd name="T4" fmla="*/ 2200 w 6000"/>
                <a:gd name="T5" fmla="*/ 600 h 4800"/>
                <a:gd name="T6" fmla="*/ 2200 w 6000"/>
                <a:gd name="T7" fmla="*/ 1800 h 4800"/>
                <a:gd name="T8" fmla="*/ 600 w 6000"/>
                <a:gd name="T9" fmla="*/ 1800 h 4800"/>
                <a:gd name="T10" fmla="*/ 0 w 6000"/>
                <a:gd name="T11" fmla="*/ 2400 h 4800"/>
                <a:gd name="T12" fmla="*/ 0 w 6000"/>
                <a:gd name="T13" fmla="*/ 3800 h 4800"/>
                <a:gd name="T14" fmla="*/ 500 w 6000"/>
                <a:gd name="T15" fmla="*/ 4392 h 4800"/>
                <a:gd name="T16" fmla="*/ 500 w 6000"/>
                <a:gd name="T17" fmla="*/ 4700 h 4800"/>
                <a:gd name="T18" fmla="*/ 600 w 6000"/>
                <a:gd name="T19" fmla="*/ 4800 h 4800"/>
                <a:gd name="T20" fmla="*/ 671 w 6000"/>
                <a:gd name="T21" fmla="*/ 4771 h 4800"/>
                <a:gd name="T22" fmla="*/ 1041 w 6000"/>
                <a:gd name="T23" fmla="*/ 4400 h 4800"/>
                <a:gd name="T24" fmla="*/ 3200 w 6000"/>
                <a:gd name="T25" fmla="*/ 4400 h 4800"/>
                <a:gd name="T26" fmla="*/ 3800 w 6000"/>
                <a:gd name="T27" fmla="*/ 3800 h 4800"/>
                <a:gd name="T28" fmla="*/ 3800 w 6000"/>
                <a:gd name="T29" fmla="*/ 2600 h 4800"/>
                <a:gd name="T30" fmla="*/ 4959 w 6000"/>
                <a:gd name="T31" fmla="*/ 2600 h 4800"/>
                <a:gd name="T32" fmla="*/ 5329 w 6000"/>
                <a:gd name="T33" fmla="*/ 2971 h 4800"/>
                <a:gd name="T34" fmla="*/ 5471 w 6000"/>
                <a:gd name="T35" fmla="*/ 2971 h 4800"/>
                <a:gd name="T36" fmla="*/ 5500 w 6000"/>
                <a:gd name="T37" fmla="*/ 2900 h 4800"/>
                <a:gd name="T38" fmla="*/ 5500 w 6000"/>
                <a:gd name="T39" fmla="*/ 2592 h 4800"/>
                <a:gd name="T40" fmla="*/ 6000 w 6000"/>
                <a:gd name="T41" fmla="*/ 2000 h 4800"/>
                <a:gd name="T42" fmla="*/ 6000 w 6000"/>
                <a:gd name="T43" fmla="*/ 600 h 4800"/>
                <a:gd name="T44" fmla="*/ 5400 w 6000"/>
                <a:gd name="T45" fmla="*/ 0 h 4800"/>
                <a:gd name="T46" fmla="*/ 3600 w 6000"/>
                <a:gd name="T47" fmla="*/ 3800 h 4800"/>
                <a:gd name="T48" fmla="*/ 3200 w 6000"/>
                <a:gd name="T49" fmla="*/ 4200 h 4800"/>
                <a:gd name="T50" fmla="*/ 1000 w 6000"/>
                <a:gd name="T51" fmla="*/ 4200 h 4800"/>
                <a:gd name="T52" fmla="*/ 929 w 6000"/>
                <a:gd name="T53" fmla="*/ 4229 h 4800"/>
                <a:gd name="T54" fmla="*/ 700 w 6000"/>
                <a:gd name="T55" fmla="*/ 4459 h 4800"/>
                <a:gd name="T56" fmla="*/ 700 w 6000"/>
                <a:gd name="T57" fmla="*/ 4300 h 4800"/>
                <a:gd name="T58" fmla="*/ 600 w 6000"/>
                <a:gd name="T59" fmla="*/ 4200 h 4800"/>
                <a:gd name="T60" fmla="*/ 200 w 6000"/>
                <a:gd name="T61" fmla="*/ 3800 h 4800"/>
                <a:gd name="T62" fmla="*/ 200 w 6000"/>
                <a:gd name="T63" fmla="*/ 2400 h 4800"/>
                <a:gd name="T64" fmla="*/ 600 w 6000"/>
                <a:gd name="T65" fmla="*/ 2000 h 4800"/>
                <a:gd name="T66" fmla="*/ 3200 w 6000"/>
                <a:gd name="T67" fmla="*/ 2000 h 4800"/>
                <a:gd name="T68" fmla="*/ 3600 w 6000"/>
                <a:gd name="T69" fmla="*/ 2400 h 4800"/>
                <a:gd name="T70" fmla="*/ 3600 w 6000"/>
                <a:gd name="T71" fmla="*/ 3800 h 4800"/>
                <a:gd name="T72" fmla="*/ 5800 w 6000"/>
                <a:gd name="T73" fmla="*/ 2000 h 4800"/>
                <a:gd name="T74" fmla="*/ 5400 w 6000"/>
                <a:gd name="T75" fmla="*/ 2400 h 4800"/>
                <a:gd name="T76" fmla="*/ 5300 w 6000"/>
                <a:gd name="T77" fmla="*/ 2500 h 4800"/>
                <a:gd name="T78" fmla="*/ 5300 w 6000"/>
                <a:gd name="T79" fmla="*/ 2659 h 4800"/>
                <a:gd name="T80" fmla="*/ 5071 w 6000"/>
                <a:gd name="T81" fmla="*/ 2429 h 4800"/>
                <a:gd name="T82" fmla="*/ 5000 w 6000"/>
                <a:gd name="T83" fmla="*/ 2400 h 4800"/>
                <a:gd name="T84" fmla="*/ 3800 w 6000"/>
                <a:gd name="T85" fmla="*/ 2400 h 4800"/>
                <a:gd name="T86" fmla="*/ 3200 w 6000"/>
                <a:gd name="T87" fmla="*/ 1800 h 4800"/>
                <a:gd name="T88" fmla="*/ 2400 w 6000"/>
                <a:gd name="T89" fmla="*/ 1800 h 4800"/>
                <a:gd name="T90" fmla="*/ 2400 w 6000"/>
                <a:gd name="T91" fmla="*/ 600 h 4800"/>
                <a:gd name="T92" fmla="*/ 2800 w 6000"/>
                <a:gd name="T93" fmla="*/ 200 h 4800"/>
                <a:gd name="T94" fmla="*/ 5400 w 6000"/>
                <a:gd name="T95" fmla="*/ 200 h 4800"/>
                <a:gd name="T96" fmla="*/ 5800 w 6000"/>
                <a:gd name="T97" fmla="*/ 600 h 4800"/>
                <a:gd name="T98" fmla="*/ 5800 w 6000"/>
                <a:gd name="T99" fmla="*/ 2000 h 4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00" h="4800">
                  <a:moveTo>
                    <a:pt x="5400" y="0"/>
                  </a:moveTo>
                  <a:cubicBezTo>
                    <a:pt x="2800" y="0"/>
                    <a:pt x="2800" y="0"/>
                    <a:pt x="2800" y="0"/>
                  </a:cubicBezTo>
                  <a:cubicBezTo>
                    <a:pt x="2469" y="0"/>
                    <a:pt x="2200" y="269"/>
                    <a:pt x="2200" y="600"/>
                  </a:cubicBezTo>
                  <a:cubicBezTo>
                    <a:pt x="2200" y="1800"/>
                    <a:pt x="2200" y="1800"/>
                    <a:pt x="2200" y="1800"/>
                  </a:cubicBezTo>
                  <a:cubicBezTo>
                    <a:pt x="600" y="1800"/>
                    <a:pt x="600" y="1800"/>
                    <a:pt x="600" y="1800"/>
                  </a:cubicBezTo>
                  <a:cubicBezTo>
                    <a:pt x="269" y="1800"/>
                    <a:pt x="0" y="2069"/>
                    <a:pt x="0" y="2400"/>
                  </a:cubicBezTo>
                  <a:cubicBezTo>
                    <a:pt x="0" y="3800"/>
                    <a:pt x="0" y="3800"/>
                    <a:pt x="0" y="3800"/>
                  </a:cubicBezTo>
                  <a:cubicBezTo>
                    <a:pt x="0" y="4093"/>
                    <a:pt x="212" y="4343"/>
                    <a:pt x="500" y="4392"/>
                  </a:cubicBezTo>
                  <a:cubicBezTo>
                    <a:pt x="500" y="4700"/>
                    <a:pt x="500" y="4700"/>
                    <a:pt x="500" y="4700"/>
                  </a:cubicBezTo>
                  <a:cubicBezTo>
                    <a:pt x="500" y="4755"/>
                    <a:pt x="545" y="4800"/>
                    <a:pt x="600" y="4800"/>
                  </a:cubicBezTo>
                  <a:cubicBezTo>
                    <a:pt x="627" y="4800"/>
                    <a:pt x="652" y="4789"/>
                    <a:pt x="671" y="4771"/>
                  </a:cubicBezTo>
                  <a:cubicBezTo>
                    <a:pt x="1041" y="4400"/>
                    <a:pt x="1041" y="4400"/>
                    <a:pt x="1041" y="4400"/>
                  </a:cubicBezTo>
                  <a:cubicBezTo>
                    <a:pt x="3200" y="4400"/>
                    <a:pt x="3200" y="4400"/>
                    <a:pt x="3200" y="4400"/>
                  </a:cubicBezTo>
                  <a:cubicBezTo>
                    <a:pt x="3531" y="4400"/>
                    <a:pt x="3800" y="4131"/>
                    <a:pt x="3800" y="3800"/>
                  </a:cubicBezTo>
                  <a:cubicBezTo>
                    <a:pt x="3800" y="2600"/>
                    <a:pt x="3800" y="2600"/>
                    <a:pt x="3800" y="2600"/>
                  </a:cubicBezTo>
                  <a:cubicBezTo>
                    <a:pt x="4959" y="2600"/>
                    <a:pt x="4959" y="2600"/>
                    <a:pt x="4959" y="2600"/>
                  </a:cubicBezTo>
                  <a:cubicBezTo>
                    <a:pt x="5329" y="2971"/>
                    <a:pt x="5329" y="2971"/>
                    <a:pt x="5329" y="2971"/>
                  </a:cubicBezTo>
                  <a:cubicBezTo>
                    <a:pt x="5368" y="3010"/>
                    <a:pt x="5432" y="3010"/>
                    <a:pt x="5471" y="2971"/>
                  </a:cubicBezTo>
                  <a:cubicBezTo>
                    <a:pt x="5489" y="2952"/>
                    <a:pt x="5500" y="2927"/>
                    <a:pt x="5500" y="2900"/>
                  </a:cubicBezTo>
                  <a:cubicBezTo>
                    <a:pt x="5500" y="2592"/>
                    <a:pt x="5500" y="2592"/>
                    <a:pt x="5500" y="2592"/>
                  </a:cubicBezTo>
                  <a:cubicBezTo>
                    <a:pt x="5789" y="2543"/>
                    <a:pt x="6000" y="2293"/>
                    <a:pt x="6000" y="2000"/>
                  </a:cubicBezTo>
                  <a:cubicBezTo>
                    <a:pt x="6000" y="600"/>
                    <a:pt x="6000" y="600"/>
                    <a:pt x="6000" y="600"/>
                  </a:cubicBezTo>
                  <a:cubicBezTo>
                    <a:pt x="6000" y="269"/>
                    <a:pt x="5731" y="0"/>
                    <a:pt x="5400" y="0"/>
                  </a:cubicBezTo>
                  <a:close/>
                  <a:moveTo>
                    <a:pt x="3600" y="3800"/>
                  </a:moveTo>
                  <a:cubicBezTo>
                    <a:pt x="3600" y="4021"/>
                    <a:pt x="3421" y="4200"/>
                    <a:pt x="3200" y="4200"/>
                  </a:cubicBezTo>
                  <a:cubicBezTo>
                    <a:pt x="1000" y="4200"/>
                    <a:pt x="1000" y="4200"/>
                    <a:pt x="1000" y="4200"/>
                  </a:cubicBezTo>
                  <a:cubicBezTo>
                    <a:pt x="973" y="4200"/>
                    <a:pt x="948" y="4211"/>
                    <a:pt x="929" y="4229"/>
                  </a:cubicBezTo>
                  <a:cubicBezTo>
                    <a:pt x="700" y="4459"/>
                    <a:pt x="700" y="4459"/>
                    <a:pt x="700" y="4459"/>
                  </a:cubicBezTo>
                  <a:cubicBezTo>
                    <a:pt x="700" y="4300"/>
                    <a:pt x="700" y="4300"/>
                    <a:pt x="700" y="4300"/>
                  </a:cubicBezTo>
                  <a:cubicBezTo>
                    <a:pt x="700" y="4245"/>
                    <a:pt x="655" y="4200"/>
                    <a:pt x="600" y="4200"/>
                  </a:cubicBezTo>
                  <a:cubicBezTo>
                    <a:pt x="379" y="4200"/>
                    <a:pt x="200" y="4021"/>
                    <a:pt x="200" y="3800"/>
                  </a:cubicBezTo>
                  <a:cubicBezTo>
                    <a:pt x="200" y="2400"/>
                    <a:pt x="200" y="2400"/>
                    <a:pt x="200" y="2400"/>
                  </a:cubicBezTo>
                  <a:cubicBezTo>
                    <a:pt x="200" y="2179"/>
                    <a:pt x="379" y="2000"/>
                    <a:pt x="600" y="2000"/>
                  </a:cubicBezTo>
                  <a:cubicBezTo>
                    <a:pt x="3200" y="2000"/>
                    <a:pt x="3200" y="2000"/>
                    <a:pt x="3200" y="2000"/>
                  </a:cubicBezTo>
                  <a:cubicBezTo>
                    <a:pt x="3421" y="2000"/>
                    <a:pt x="3600" y="2179"/>
                    <a:pt x="3600" y="2400"/>
                  </a:cubicBezTo>
                  <a:lnTo>
                    <a:pt x="3600" y="3800"/>
                  </a:lnTo>
                  <a:close/>
                  <a:moveTo>
                    <a:pt x="5800" y="2000"/>
                  </a:moveTo>
                  <a:cubicBezTo>
                    <a:pt x="5800" y="2221"/>
                    <a:pt x="5621" y="2400"/>
                    <a:pt x="5400" y="2400"/>
                  </a:cubicBezTo>
                  <a:cubicBezTo>
                    <a:pt x="5345" y="2400"/>
                    <a:pt x="5300" y="2445"/>
                    <a:pt x="5300" y="2500"/>
                  </a:cubicBezTo>
                  <a:cubicBezTo>
                    <a:pt x="5300" y="2659"/>
                    <a:pt x="5300" y="2659"/>
                    <a:pt x="5300" y="2659"/>
                  </a:cubicBezTo>
                  <a:cubicBezTo>
                    <a:pt x="5071" y="2429"/>
                    <a:pt x="5071" y="2429"/>
                    <a:pt x="5071" y="2429"/>
                  </a:cubicBezTo>
                  <a:cubicBezTo>
                    <a:pt x="5052" y="2411"/>
                    <a:pt x="5027" y="2400"/>
                    <a:pt x="5000" y="2400"/>
                  </a:cubicBezTo>
                  <a:cubicBezTo>
                    <a:pt x="3800" y="2400"/>
                    <a:pt x="3800" y="2400"/>
                    <a:pt x="3800" y="2400"/>
                  </a:cubicBezTo>
                  <a:cubicBezTo>
                    <a:pt x="3800" y="2069"/>
                    <a:pt x="3531" y="1800"/>
                    <a:pt x="3200" y="1800"/>
                  </a:cubicBezTo>
                  <a:cubicBezTo>
                    <a:pt x="2400" y="1800"/>
                    <a:pt x="2400" y="1800"/>
                    <a:pt x="2400" y="1800"/>
                  </a:cubicBezTo>
                  <a:cubicBezTo>
                    <a:pt x="2400" y="600"/>
                    <a:pt x="2400" y="600"/>
                    <a:pt x="2400" y="600"/>
                  </a:cubicBezTo>
                  <a:cubicBezTo>
                    <a:pt x="2400" y="379"/>
                    <a:pt x="2579" y="200"/>
                    <a:pt x="2800" y="200"/>
                  </a:cubicBezTo>
                  <a:cubicBezTo>
                    <a:pt x="5400" y="200"/>
                    <a:pt x="5400" y="200"/>
                    <a:pt x="5400" y="200"/>
                  </a:cubicBezTo>
                  <a:cubicBezTo>
                    <a:pt x="5621" y="200"/>
                    <a:pt x="5800" y="379"/>
                    <a:pt x="5800" y="600"/>
                  </a:cubicBezTo>
                  <a:lnTo>
                    <a:pt x="5800" y="20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6">
              <a:extLst>
                <a:ext uri="{FF2B5EF4-FFF2-40B4-BE49-F238E27FC236}">
                  <a16:creationId xmlns:a16="http://schemas.microsoft.com/office/drawing/2014/main" id="{4CC791EA-3D5C-46E6-B2CC-A561F2CE4088}"/>
                </a:ext>
              </a:extLst>
            </p:cNvPr>
            <p:cNvSpPr>
              <a:spLocks noEditPoints="1"/>
            </p:cNvSpPr>
            <p:nvPr/>
          </p:nvSpPr>
          <p:spPr bwMode="auto">
            <a:xfrm>
              <a:off x="5614988" y="3211513"/>
              <a:ext cx="268288" cy="268288"/>
            </a:xfrm>
            <a:custGeom>
              <a:avLst/>
              <a:gdLst>
                <a:gd name="T0" fmla="*/ 300 w 600"/>
                <a:gd name="T1" fmla="*/ 0 h 600"/>
                <a:gd name="T2" fmla="*/ 0 w 600"/>
                <a:gd name="T3" fmla="*/ 300 h 600"/>
                <a:gd name="T4" fmla="*/ 300 w 600"/>
                <a:gd name="T5" fmla="*/ 600 h 600"/>
                <a:gd name="T6" fmla="*/ 600 w 600"/>
                <a:gd name="T7" fmla="*/ 300 h 600"/>
                <a:gd name="T8" fmla="*/ 300 w 600"/>
                <a:gd name="T9" fmla="*/ 0 h 600"/>
                <a:gd name="T10" fmla="*/ 300 w 600"/>
                <a:gd name="T11" fmla="*/ 400 h 600"/>
                <a:gd name="T12" fmla="*/ 200 w 600"/>
                <a:gd name="T13" fmla="*/ 300 h 600"/>
                <a:gd name="T14" fmla="*/ 300 w 600"/>
                <a:gd name="T15" fmla="*/ 200 h 600"/>
                <a:gd name="T16" fmla="*/ 400 w 600"/>
                <a:gd name="T17" fmla="*/ 300 h 600"/>
                <a:gd name="T18" fmla="*/ 300 w 600"/>
                <a:gd name="T19" fmla="*/ 4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0" h="600">
                  <a:moveTo>
                    <a:pt x="300" y="0"/>
                  </a:moveTo>
                  <a:cubicBezTo>
                    <a:pt x="134" y="0"/>
                    <a:pt x="0" y="134"/>
                    <a:pt x="0" y="300"/>
                  </a:cubicBezTo>
                  <a:cubicBezTo>
                    <a:pt x="0" y="466"/>
                    <a:pt x="134" y="600"/>
                    <a:pt x="300" y="600"/>
                  </a:cubicBezTo>
                  <a:cubicBezTo>
                    <a:pt x="466" y="600"/>
                    <a:pt x="600" y="466"/>
                    <a:pt x="600" y="300"/>
                  </a:cubicBezTo>
                  <a:cubicBezTo>
                    <a:pt x="600" y="134"/>
                    <a:pt x="466" y="0"/>
                    <a:pt x="300" y="0"/>
                  </a:cubicBezTo>
                  <a:close/>
                  <a:moveTo>
                    <a:pt x="300" y="400"/>
                  </a:moveTo>
                  <a:cubicBezTo>
                    <a:pt x="245" y="400"/>
                    <a:pt x="200" y="355"/>
                    <a:pt x="200" y="300"/>
                  </a:cubicBezTo>
                  <a:cubicBezTo>
                    <a:pt x="200" y="245"/>
                    <a:pt x="245" y="200"/>
                    <a:pt x="300" y="200"/>
                  </a:cubicBezTo>
                  <a:cubicBezTo>
                    <a:pt x="355" y="200"/>
                    <a:pt x="400" y="245"/>
                    <a:pt x="400" y="300"/>
                  </a:cubicBezTo>
                  <a:cubicBezTo>
                    <a:pt x="400" y="355"/>
                    <a:pt x="355" y="400"/>
                    <a:pt x="300" y="4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7">
              <a:extLst>
                <a:ext uri="{FF2B5EF4-FFF2-40B4-BE49-F238E27FC236}">
                  <a16:creationId xmlns:a16="http://schemas.microsoft.com/office/drawing/2014/main" id="{D8EAC37D-A524-4DA4-B42A-34E8315B16E3}"/>
                </a:ext>
              </a:extLst>
            </p:cNvPr>
            <p:cNvSpPr>
              <a:spLocks noEditPoints="1"/>
            </p:cNvSpPr>
            <p:nvPr/>
          </p:nvSpPr>
          <p:spPr bwMode="auto">
            <a:xfrm>
              <a:off x="5972175" y="3211513"/>
              <a:ext cx="266700" cy="268288"/>
            </a:xfrm>
            <a:custGeom>
              <a:avLst/>
              <a:gdLst>
                <a:gd name="T0" fmla="*/ 300 w 600"/>
                <a:gd name="T1" fmla="*/ 0 h 600"/>
                <a:gd name="T2" fmla="*/ 0 w 600"/>
                <a:gd name="T3" fmla="*/ 300 h 600"/>
                <a:gd name="T4" fmla="*/ 300 w 600"/>
                <a:gd name="T5" fmla="*/ 600 h 600"/>
                <a:gd name="T6" fmla="*/ 600 w 600"/>
                <a:gd name="T7" fmla="*/ 300 h 600"/>
                <a:gd name="T8" fmla="*/ 300 w 600"/>
                <a:gd name="T9" fmla="*/ 0 h 600"/>
                <a:gd name="T10" fmla="*/ 300 w 600"/>
                <a:gd name="T11" fmla="*/ 400 h 600"/>
                <a:gd name="T12" fmla="*/ 200 w 600"/>
                <a:gd name="T13" fmla="*/ 300 h 600"/>
                <a:gd name="T14" fmla="*/ 300 w 600"/>
                <a:gd name="T15" fmla="*/ 200 h 600"/>
                <a:gd name="T16" fmla="*/ 400 w 600"/>
                <a:gd name="T17" fmla="*/ 300 h 600"/>
                <a:gd name="T18" fmla="*/ 300 w 600"/>
                <a:gd name="T19" fmla="*/ 4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0" h="600">
                  <a:moveTo>
                    <a:pt x="300" y="0"/>
                  </a:moveTo>
                  <a:cubicBezTo>
                    <a:pt x="134" y="0"/>
                    <a:pt x="0" y="134"/>
                    <a:pt x="0" y="300"/>
                  </a:cubicBezTo>
                  <a:cubicBezTo>
                    <a:pt x="0" y="466"/>
                    <a:pt x="134" y="600"/>
                    <a:pt x="300" y="600"/>
                  </a:cubicBezTo>
                  <a:cubicBezTo>
                    <a:pt x="466" y="600"/>
                    <a:pt x="600" y="466"/>
                    <a:pt x="600" y="300"/>
                  </a:cubicBezTo>
                  <a:cubicBezTo>
                    <a:pt x="600" y="134"/>
                    <a:pt x="466" y="0"/>
                    <a:pt x="300" y="0"/>
                  </a:cubicBezTo>
                  <a:close/>
                  <a:moveTo>
                    <a:pt x="300" y="400"/>
                  </a:moveTo>
                  <a:cubicBezTo>
                    <a:pt x="245" y="400"/>
                    <a:pt x="200" y="355"/>
                    <a:pt x="200" y="300"/>
                  </a:cubicBezTo>
                  <a:cubicBezTo>
                    <a:pt x="200" y="245"/>
                    <a:pt x="245" y="200"/>
                    <a:pt x="300" y="200"/>
                  </a:cubicBezTo>
                  <a:cubicBezTo>
                    <a:pt x="355" y="200"/>
                    <a:pt x="400" y="245"/>
                    <a:pt x="400" y="300"/>
                  </a:cubicBezTo>
                  <a:cubicBezTo>
                    <a:pt x="400" y="355"/>
                    <a:pt x="355" y="400"/>
                    <a:pt x="300" y="4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8">
              <a:extLst>
                <a:ext uri="{FF2B5EF4-FFF2-40B4-BE49-F238E27FC236}">
                  <a16:creationId xmlns:a16="http://schemas.microsoft.com/office/drawing/2014/main" id="{CDFC3336-C91B-4AC5-BA83-B5B09FD79A94}"/>
                </a:ext>
              </a:extLst>
            </p:cNvPr>
            <p:cNvSpPr>
              <a:spLocks noEditPoints="1"/>
            </p:cNvSpPr>
            <p:nvPr/>
          </p:nvSpPr>
          <p:spPr bwMode="auto">
            <a:xfrm>
              <a:off x="6329363" y="3211513"/>
              <a:ext cx="266700" cy="268288"/>
            </a:xfrm>
            <a:custGeom>
              <a:avLst/>
              <a:gdLst>
                <a:gd name="T0" fmla="*/ 300 w 600"/>
                <a:gd name="T1" fmla="*/ 0 h 600"/>
                <a:gd name="T2" fmla="*/ 0 w 600"/>
                <a:gd name="T3" fmla="*/ 300 h 600"/>
                <a:gd name="T4" fmla="*/ 300 w 600"/>
                <a:gd name="T5" fmla="*/ 600 h 600"/>
                <a:gd name="T6" fmla="*/ 600 w 600"/>
                <a:gd name="T7" fmla="*/ 300 h 600"/>
                <a:gd name="T8" fmla="*/ 300 w 600"/>
                <a:gd name="T9" fmla="*/ 0 h 600"/>
                <a:gd name="T10" fmla="*/ 300 w 600"/>
                <a:gd name="T11" fmla="*/ 400 h 600"/>
                <a:gd name="T12" fmla="*/ 200 w 600"/>
                <a:gd name="T13" fmla="*/ 300 h 600"/>
                <a:gd name="T14" fmla="*/ 300 w 600"/>
                <a:gd name="T15" fmla="*/ 200 h 600"/>
                <a:gd name="T16" fmla="*/ 400 w 600"/>
                <a:gd name="T17" fmla="*/ 300 h 600"/>
                <a:gd name="T18" fmla="*/ 300 w 600"/>
                <a:gd name="T19" fmla="*/ 4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0" h="600">
                  <a:moveTo>
                    <a:pt x="300" y="0"/>
                  </a:moveTo>
                  <a:cubicBezTo>
                    <a:pt x="134" y="0"/>
                    <a:pt x="0" y="134"/>
                    <a:pt x="0" y="300"/>
                  </a:cubicBezTo>
                  <a:cubicBezTo>
                    <a:pt x="0" y="466"/>
                    <a:pt x="134" y="600"/>
                    <a:pt x="300" y="600"/>
                  </a:cubicBezTo>
                  <a:cubicBezTo>
                    <a:pt x="466" y="600"/>
                    <a:pt x="600" y="466"/>
                    <a:pt x="600" y="300"/>
                  </a:cubicBezTo>
                  <a:cubicBezTo>
                    <a:pt x="600" y="134"/>
                    <a:pt x="466" y="0"/>
                    <a:pt x="300" y="0"/>
                  </a:cubicBezTo>
                  <a:close/>
                  <a:moveTo>
                    <a:pt x="300" y="400"/>
                  </a:moveTo>
                  <a:cubicBezTo>
                    <a:pt x="245" y="400"/>
                    <a:pt x="200" y="355"/>
                    <a:pt x="200" y="300"/>
                  </a:cubicBezTo>
                  <a:cubicBezTo>
                    <a:pt x="200" y="245"/>
                    <a:pt x="245" y="200"/>
                    <a:pt x="300" y="200"/>
                  </a:cubicBezTo>
                  <a:cubicBezTo>
                    <a:pt x="355" y="200"/>
                    <a:pt x="400" y="245"/>
                    <a:pt x="400" y="300"/>
                  </a:cubicBezTo>
                  <a:cubicBezTo>
                    <a:pt x="400" y="355"/>
                    <a:pt x="355" y="400"/>
                    <a:pt x="300" y="4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Rectangle 9">
              <a:extLst>
                <a:ext uri="{FF2B5EF4-FFF2-40B4-BE49-F238E27FC236}">
                  <a16:creationId xmlns:a16="http://schemas.microsoft.com/office/drawing/2014/main" id="{2E584BFC-CF4E-4A68-9880-9ADF6CA08568}"/>
                </a:ext>
              </a:extLst>
            </p:cNvPr>
            <p:cNvSpPr>
              <a:spLocks noChangeArrowheads="1"/>
            </p:cNvSpPr>
            <p:nvPr/>
          </p:nvSpPr>
          <p:spPr bwMode="auto">
            <a:xfrm>
              <a:off x="6507163" y="2230438"/>
              <a:ext cx="803275"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Rectangle 10">
              <a:extLst>
                <a:ext uri="{FF2B5EF4-FFF2-40B4-BE49-F238E27FC236}">
                  <a16:creationId xmlns:a16="http://schemas.microsoft.com/office/drawing/2014/main" id="{F4F77F32-DEBB-42BD-A152-0B79D9295FD6}"/>
                </a:ext>
              </a:extLst>
            </p:cNvPr>
            <p:cNvSpPr>
              <a:spLocks noChangeArrowheads="1"/>
            </p:cNvSpPr>
            <p:nvPr/>
          </p:nvSpPr>
          <p:spPr bwMode="auto">
            <a:xfrm>
              <a:off x="7399338" y="2230438"/>
              <a:ext cx="268288"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Rectangle 11">
              <a:extLst>
                <a:ext uri="{FF2B5EF4-FFF2-40B4-BE49-F238E27FC236}">
                  <a16:creationId xmlns:a16="http://schemas.microsoft.com/office/drawing/2014/main" id="{259B3B13-64DA-4E6C-9B93-9B299B93D983}"/>
                </a:ext>
              </a:extLst>
            </p:cNvPr>
            <p:cNvSpPr>
              <a:spLocks noChangeArrowheads="1"/>
            </p:cNvSpPr>
            <p:nvPr/>
          </p:nvSpPr>
          <p:spPr bwMode="auto">
            <a:xfrm>
              <a:off x="6507163" y="2408238"/>
              <a:ext cx="268288"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Rectangle 12">
              <a:extLst>
                <a:ext uri="{FF2B5EF4-FFF2-40B4-BE49-F238E27FC236}">
                  <a16:creationId xmlns:a16="http://schemas.microsoft.com/office/drawing/2014/main" id="{669FF130-4150-49BC-AE8D-82F98B95A94A}"/>
                </a:ext>
              </a:extLst>
            </p:cNvPr>
            <p:cNvSpPr>
              <a:spLocks noChangeArrowheads="1"/>
            </p:cNvSpPr>
            <p:nvPr/>
          </p:nvSpPr>
          <p:spPr bwMode="auto">
            <a:xfrm>
              <a:off x="6864350" y="2408238"/>
              <a:ext cx="534988"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13">
              <a:extLst>
                <a:ext uri="{FF2B5EF4-FFF2-40B4-BE49-F238E27FC236}">
                  <a16:creationId xmlns:a16="http://schemas.microsoft.com/office/drawing/2014/main" id="{315B4828-3114-405E-8451-2B6411D3EE95}"/>
                </a:ext>
              </a:extLst>
            </p:cNvPr>
            <p:cNvSpPr>
              <a:spLocks noChangeArrowheads="1"/>
            </p:cNvSpPr>
            <p:nvPr/>
          </p:nvSpPr>
          <p:spPr bwMode="auto">
            <a:xfrm>
              <a:off x="6507163" y="2587625"/>
              <a:ext cx="1160463"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Rectangle 14">
              <a:extLst>
                <a:ext uri="{FF2B5EF4-FFF2-40B4-BE49-F238E27FC236}">
                  <a16:creationId xmlns:a16="http://schemas.microsoft.com/office/drawing/2014/main" id="{EB618706-E6C3-4A2E-B8B7-997F4A7DA5AF}"/>
                </a:ext>
              </a:extLst>
            </p:cNvPr>
            <p:cNvSpPr>
              <a:spLocks noChangeArrowheads="1"/>
            </p:cNvSpPr>
            <p:nvPr/>
          </p:nvSpPr>
          <p:spPr bwMode="auto">
            <a:xfrm>
              <a:off x="6953250" y="2765425"/>
              <a:ext cx="357188"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5">
              <a:extLst>
                <a:ext uri="{FF2B5EF4-FFF2-40B4-BE49-F238E27FC236}">
                  <a16:creationId xmlns:a16="http://schemas.microsoft.com/office/drawing/2014/main" id="{7FDDA5E9-4598-4613-8FC8-D34EBE82CC71}"/>
                </a:ext>
              </a:extLst>
            </p:cNvPr>
            <p:cNvSpPr>
              <a:spLocks noChangeArrowheads="1"/>
            </p:cNvSpPr>
            <p:nvPr/>
          </p:nvSpPr>
          <p:spPr bwMode="auto">
            <a:xfrm>
              <a:off x="7399338" y="2765425"/>
              <a:ext cx="268288" cy="88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16">
              <a:extLst>
                <a:ext uri="{FF2B5EF4-FFF2-40B4-BE49-F238E27FC236}">
                  <a16:creationId xmlns:a16="http://schemas.microsoft.com/office/drawing/2014/main" id="{0D3796E8-A2FC-4586-891D-4299F1E7BC7D}"/>
                </a:ext>
              </a:extLst>
            </p:cNvPr>
            <p:cNvSpPr>
              <a:spLocks noChangeArrowheads="1"/>
            </p:cNvSpPr>
            <p:nvPr/>
          </p:nvSpPr>
          <p:spPr bwMode="auto">
            <a:xfrm>
              <a:off x="7488238" y="2408238"/>
              <a:ext cx="179388"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fr-FR"/>
              <a:t>Répartition des taches</a:t>
            </a:r>
          </a:p>
        </p:txBody>
      </p:sp>
      <p:sp>
        <p:nvSpPr>
          <p:cNvPr id="46" name="Inhaltsplatzhalter 4">
            <a:extLst>
              <a:ext uri="{FF2B5EF4-FFF2-40B4-BE49-F238E27FC236}">
                <a16:creationId xmlns:a16="http://schemas.microsoft.com/office/drawing/2014/main" id="{95F11AF1-8823-4520-8AC0-1A6D2B708039}"/>
              </a:ext>
            </a:extLst>
          </p:cNvPr>
          <p:cNvSpPr txBox="1">
            <a:spLocks/>
          </p:cNvSpPr>
          <p:nvPr/>
        </p:nvSpPr>
        <p:spPr>
          <a:xfrm>
            <a:off x="381000" y="1450791"/>
            <a:ext cx="2240586" cy="24077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400" b="1" err="1">
                <a:solidFill>
                  <a:schemeClr val="accent1"/>
                </a:solidFill>
                <a:latin typeface="+mj-lt"/>
              </a:rPr>
              <a:t>Yendoumban</a:t>
            </a:r>
            <a:endParaRPr lang="en-US" err="1"/>
          </a:p>
        </p:txBody>
      </p:sp>
      <p:grpSp>
        <p:nvGrpSpPr>
          <p:cNvPr id="47" name="Group 46">
            <a:extLst>
              <a:ext uri="{FF2B5EF4-FFF2-40B4-BE49-F238E27FC236}">
                <a16:creationId xmlns:a16="http://schemas.microsoft.com/office/drawing/2014/main" id="{A2A0239C-05BE-4C65-AC1C-4A8F461DAE1A}"/>
              </a:ext>
            </a:extLst>
          </p:cNvPr>
          <p:cNvGrpSpPr/>
          <p:nvPr/>
        </p:nvGrpSpPr>
        <p:grpSpPr>
          <a:xfrm>
            <a:off x="381000" y="1392153"/>
            <a:ext cx="2240586" cy="394597"/>
            <a:chOff x="381000" y="1390650"/>
            <a:chExt cx="2468880" cy="411333"/>
          </a:xfrm>
        </p:grpSpPr>
        <p:sp>
          <p:nvSpPr>
            <p:cNvPr id="48" name="Rectangle 47">
              <a:extLst>
                <a:ext uri="{FF2B5EF4-FFF2-40B4-BE49-F238E27FC236}">
                  <a16:creationId xmlns:a16="http://schemas.microsoft.com/office/drawing/2014/main" id="{D6BFB9B1-927C-416D-B593-57933A8342CA}"/>
                </a:ext>
              </a:extLst>
            </p:cNvPr>
            <p:cNvSpPr/>
            <p:nvPr/>
          </p:nvSpPr>
          <p:spPr bwMode="auto">
            <a:xfrm>
              <a:off x="381000" y="1390650"/>
              <a:ext cx="2468880" cy="18288"/>
            </a:xfrm>
            <a:prstGeom prst="rect">
              <a:avLst/>
            </a:prstGeom>
            <a:solidFill>
              <a:schemeClr val="accent1"/>
            </a:solidFill>
            <a:ln w="9525">
              <a:noFill/>
              <a:round/>
              <a:headEnd/>
              <a:tailEnd/>
            </a:ln>
          </p:spPr>
          <p:txBody>
            <a:bodyPr vert="horz" wrap="square" lIns="91440" tIns="45720" rIns="91440" bIns="45720" numCol="1" rtlCol="0" anchor="ctr" anchorCtr="0" compatLnSpc="1">
              <a:prstTxWarp prst="textNoShape">
                <a:avLst/>
              </a:prstTxWarp>
            </a:bodyPr>
            <a:lstStyle/>
            <a:p>
              <a:pPr>
                <a:lnSpc>
                  <a:spcPct val="120000"/>
                </a:lnSpc>
              </a:pPr>
              <a:endParaRPr lang="en-US"/>
            </a:p>
          </p:txBody>
        </p:sp>
        <p:sp>
          <p:nvSpPr>
            <p:cNvPr id="49" name="Rectangle 48">
              <a:extLst>
                <a:ext uri="{FF2B5EF4-FFF2-40B4-BE49-F238E27FC236}">
                  <a16:creationId xmlns:a16="http://schemas.microsoft.com/office/drawing/2014/main" id="{0C47829C-9A3A-4C31-940E-F47061B337D7}"/>
                </a:ext>
              </a:extLst>
            </p:cNvPr>
            <p:cNvSpPr/>
            <p:nvPr/>
          </p:nvSpPr>
          <p:spPr bwMode="auto">
            <a:xfrm>
              <a:off x="381000" y="1756263"/>
              <a:ext cx="2468880" cy="45720"/>
            </a:xfrm>
            <a:prstGeom prst="rect">
              <a:avLst/>
            </a:prstGeom>
            <a:solidFill>
              <a:schemeClr val="accent1"/>
            </a:solidFill>
            <a:ln w="9525">
              <a:noFill/>
              <a:round/>
              <a:headEnd/>
              <a:tailEnd/>
            </a:ln>
          </p:spPr>
          <p:txBody>
            <a:bodyPr vert="horz" wrap="square" lIns="91440" tIns="45720" rIns="91440" bIns="45720" numCol="1" rtlCol="0" anchor="ctr" anchorCtr="0" compatLnSpc="1">
              <a:prstTxWarp prst="textNoShape">
                <a:avLst/>
              </a:prstTxWarp>
            </a:bodyPr>
            <a:lstStyle/>
            <a:p>
              <a:pPr>
                <a:lnSpc>
                  <a:spcPct val="120000"/>
                </a:lnSpc>
              </a:pPr>
              <a:endParaRPr lang="en-US"/>
            </a:p>
          </p:txBody>
        </p:sp>
      </p:grpSp>
      <p:sp>
        <p:nvSpPr>
          <p:cNvPr id="50" name="Rectangle 49">
            <a:extLst>
              <a:ext uri="{FF2B5EF4-FFF2-40B4-BE49-F238E27FC236}">
                <a16:creationId xmlns:a16="http://schemas.microsoft.com/office/drawing/2014/main" id="{159809CD-B027-4451-B35C-E5F568EB3FFE}"/>
              </a:ext>
            </a:extLst>
          </p:cNvPr>
          <p:cNvSpPr/>
          <p:nvPr/>
        </p:nvSpPr>
        <p:spPr>
          <a:xfrm>
            <a:off x="381000" y="1875916"/>
            <a:ext cx="2240586" cy="1427314"/>
          </a:xfrm>
          <a:prstGeom prst="rect">
            <a:avLst/>
          </a:prstGeom>
        </p:spPr>
        <p:txBody>
          <a:bodyPr wrap="square" lIns="0" tIns="0" rIns="0" bIns="0" anchor="t">
            <a:spAutoFit/>
          </a:bodyPr>
          <a:lstStyle/>
          <a:p>
            <a:pPr marL="171450" indent="-171450">
              <a:lnSpc>
                <a:spcPct val="150000"/>
              </a:lnSpc>
              <a:buFont typeface="Arial"/>
              <a:buChar char="•"/>
            </a:pPr>
            <a:r>
              <a:rPr lang="en-US" sz="1050">
                <a:solidFill>
                  <a:schemeClr val="tx1">
                    <a:lumMod val="75000"/>
                    <a:lumOff val="25000"/>
                  </a:schemeClr>
                </a:solidFill>
                <a:ea typeface="Roboto"/>
                <a:cs typeface="Roboto"/>
              </a:rPr>
              <a:t>Expérimentations</a:t>
            </a:r>
          </a:p>
          <a:p>
            <a:pPr marL="171450" indent="-171450">
              <a:lnSpc>
                <a:spcPct val="150000"/>
              </a:lnSpc>
              <a:buFont typeface="Arial"/>
              <a:buChar char="•"/>
            </a:pPr>
            <a:r>
              <a:rPr lang="en-US" sz="1050">
                <a:solidFill>
                  <a:schemeClr val="tx1">
                    <a:lumMod val="75000"/>
                    <a:lumOff val="25000"/>
                  </a:schemeClr>
                </a:solidFill>
                <a:ea typeface="Roboto"/>
                <a:cs typeface="Roboto"/>
              </a:rPr>
              <a:t>Tests </a:t>
            </a:r>
            <a:r>
              <a:rPr lang="en-US" sz="1050" err="1">
                <a:solidFill>
                  <a:schemeClr val="tx1">
                    <a:lumMod val="75000"/>
                    <a:lumOff val="25000"/>
                  </a:schemeClr>
                </a:solidFill>
                <a:ea typeface="Roboto"/>
                <a:cs typeface="Roboto"/>
              </a:rPr>
              <a:t>unitaires</a:t>
            </a:r>
          </a:p>
          <a:p>
            <a:pPr marL="171450" indent="-171450">
              <a:lnSpc>
                <a:spcPct val="150000"/>
              </a:lnSpc>
              <a:buFont typeface="Arial"/>
              <a:buChar char="•"/>
            </a:pPr>
            <a:r>
              <a:rPr lang="en-US" sz="1050">
                <a:solidFill>
                  <a:schemeClr val="tx1">
                    <a:lumMod val="75000"/>
                    <a:lumOff val="25000"/>
                  </a:schemeClr>
                </a:solidFill>
                <a:ea typeface="Roboto"/>
                <a:cs typeface="Roboto"/>
              </a:rPr>
              <a:t>Pipeline</a:t>
            </a:r>
          </a:p>
          <a:p>
            <a:pPr marL="171450" indent="-171450">
              <a:lnSpc>
                <a:spcPct val="150000"/>
              </a:lnSpc>
              <a:buFont typeface="Arial"/>
              <a:buChar char="•"/>
            </a:pPr>
            <a:r>
              <a:rPr lang="en-US" sz="1050" err="1">
                <a:solidFill>
                  <a:schemeClr val="tx1">
                    <a:lumMod val="75000"/>
                    <a:lumOff val="25000"/>
                  </a:schemeClr>
                </a:solidFill>
                <a:ea typeface="Roboto"/>
                <a:cs typeface="Roboto"/>
              </a:rPr>
              <a:t>Modelisation</a:t>
            </a:r>
            <a:endParaRPr lang="en-US" sz="1050">
              <a:solidFill>
                <a:schemeClr val="tx1">
                  <a:lumMod val="75000"/>
                  <a:lumOff val="25000"/>
                </a:schemeClr>
              </a:solidFill>
              <a:ea typeface="Roboto"/>
              <a:cs typeface="Roboto"/>
            </a:endParaRPr>
          </a:p>
          <a:p>
            <a:pPr marL="171450" indent="-171450">
              <a:lnSpc>
                <a:spcPct val="150000"/>
              </a:lnSpc>
              <a:buFont typeface="Arial"/>
              <a:buChar char="•"/>
            </a:pPr>
            <a:r>
              <a:rPr lang="en-US" sz="1050">
                <a:solidFill>
                  <a:schemeClr val="tx1">
                    <a:lumMod val="75000"/>
                    <a:lumOff val="25000"/>
                  </a:schemeClr>
                </a:solidFill>
                <a:ea typeface="Roboto"/>
                <a:cs typeface="Roboto"/>
              </a:rPr>
              <a:t>Tokenizer</a:t>
            </a:r>
          </a:p>
          <a:p>
            <a:pPr marL="171450" indent="-171450">
              <a:lnSpc>
                <a:spcPct val="150000"/>
              </a:lnSpc>
              <a:buFont typeface="Arial"/>
              <a:buChar char="•"/>
            </a:pPr>
            <a:r>
              <a:rPr lang="en-US" sz="1050">
                <a:solidFill>
                  <a:schemeClr val="tx1">
                    <a:lumMod val="75000"/>
                    <a:lumOff val="25000"/>
                  </a:schemeClr>
                </a:solidFill>
                <a:ea typeface="Roboto"/>
                <a:cs typeface="Roboto"/>
              </a:rPr>
              <a:t>Utils</a:t>
            </a:r>
          </a:p>
        </p:txBody>
      </p:sp>
      <p:sp>
        <p:nvSpPr>
          <p:cNvPr id="55" name="Rectangle 54">
            <a:extLst>
              <a:ext uri="{FF2B5EF4-FFF2-40B4-BE49-F238E27FC236}">
                <a16:creationId xmlns:a16="http://schemas.microsoft.com/office/drawing/2014/main" id="{7513C6E6-1083-40F5-8394-3166EFD31DA7}"/>
              </a:ext>
            </a:extLst>
          </p:cNvPr>
          <p:cNvSpPr/>
          <p:nvPr/>
        </p:nvSpPr>
        <p:spPr>
          <a:xfrm>
            <a:off x="2804160" y="1875916"/>
            <a:ext cx="2240586" cy="1669688"/>
          </a:xfrm>
          <a:prstGeom prst="rect">
            <a:avLst/>
          </a:prstGeom>
        </p:spPr>
        <p:txBody>
          <a:bodyPr wrap="square" lIns="0" tIns="0" rIns="0" bIns="0" anchor="t">
            <a:spAutoFit/>
          </a:bodyPr>
          <a:lstStyle/>
          <a:p>
            <a:pPr marL="171450" indent="-171450">
              <a:lnSpc>
                <a:spcPct val="150000"/>
              </a:lnSpc>
              <a:buFont typeface="Arial"/>
              <a:buChar char="•"/>
            </a:pPr>
            <a:r>
              <a:rPr lang="en-US" sz="1050">
                <a:solidFill>
                  <a:schemeClr val="tx1">
                    <a:lumMod val="75000"/>
                    <a:lumOff val="25000"/>
                  </a:schemeClr>
                </a:solidFill>
                <a:ea typeface="Roboto"/>
                <a:cs typeface="Roboto"/>
              </a:rPr>
              <a:t>Tokenizer</a:t>
            </a:r>
          </a:p>
          <a:p>
            <a:pPr marL="171450" indent="-171450">
              <a:lnSpc>
                <a:spcPct val="150000"/>
              </a:lnSpc>
              <a:buFont typeface="Arial"/>
              <a:buChar char="•"/>
            </a:pPr>
            <a:r>
              <a:rPr lang="en-US" sz="1050" err="1">
                <a:solidFill>
                  <a:schemeClr val="tx1">
                    <a:lumMod val="75000"/>
                    <a:lumOff val="25000"/>
                  </a:schemeClr>
                </a:solidFill>
                <a:ea typeface="Roboto"/>
                <a:cs typeface="Roboto"/>
              </a:rPr>
              <a:t>CountVectorizer</a:t>
            </a:r>
          </a:p>
          <a:p>
            <a:pPr marL="171450" indent="-171450">
              <a:lnSpc>
                <a:spcPct val="150000"/>
              </a:lnSpc>
              <a:buFont typeface="Arial"/>
              <a:buChar char="•"/>
            </a:pPr>
            <a:r>
              <a:rPr lang="en-US" sz="1050">
                <a:solidFill>
                  <a:schemeClr val="tx1">
                    <a:lumMod val="75000"/>
                    <a:lumOff val="25000"/>
                  </a:schemeClr>
                </a:solidFill>
                <a:ea typeface="Roboto"/>
                <a:cs typeface="Roboto"/>
              </a:rPr>
              <a:t>TF-IDF</a:t>
            </a:r>
            <a:endParaRPr lang="en-US">
              <a:solidFill>
                <a:schemeClr val="tx1">
                  <a:lumMod val="75000"/>
                  <a:lumOff val="25000"/>
                </a:schemeClr>
              </a:solidFill>
            </a:endParaRPr>
          </a:p>
          <a:p>
            <a:pPr marL="171450" indent="-171450">
              <a:lnSpc>
                <a:spcPct val="150000"/>
              </a:lnSpc>
              <a:buFont typeface="Arial"/>
              <a:buChar char="•"/>
            </a:pPr>
            <a:r>
              <a:rPr lang="en-US" sz="1050">
                <a:solidFill>
                  <a:schemeClr val="tx1">
                    <a:lumMod val="75000"/>
                    <a:lumOff val="25000"/>
                  </a:schemeClr>
                </a:solidFill>
                <a:ea typeface="Roboto"/>
                <a:cs typeface="Roboto"/>
              </a:rPr>
              <a:t>Naïve Bayes</a:t>
            </a:r>
            <a:endParaRPr lang="en-US">
              <a:solidFill>
                <a:schemeClr val="tx1">
                  <a:lumMod val="75000"/>
                  <a:lumOff val="25000"/>
                </a:schemeClr>
              </a:solidFill>
            </a:endParaRPr>
          </a:p>
          <a:p>
            <a:pPr marL="171450" indent="-171450">
              <a:lnSpc>
                <a:spcPct val="150000"/>
              </a:lnSpc>
              <a:buFont typeface="Arial"/>
              <a:buChar char="•"/>
            </a:pPr>
            <a:r>
              <a:rPr lang="en-US" sz="1050">
                <a:solidFill>
                  <a:schemeClr val="tx1">
                    <a:lumMod val="75000"/>
                    <a:lumOff val="25000"/>
                  </a:schemeClr>
                </a:solidFill>
                <a:ea typeface="Roboto"/>
                <a:cs typeface="Roboto"/>
              </a:rPr>
              <a:t>Logistic Regression</a:t>
            </a:r>
            <a:endParaRPr lang="en-US">
              <a:solidFill>
                <a:schemeClr val="tx1">
                  <a:lumMod val="75000"/>
                  <a:lumOff val="25000"/>
                </a:schemeClr>
              </a:solidFill>
            </a:endParaRPr>
          </a:p>
          <a:p>
            <a:pPr marL="171450" indent="-171450">
              <a:lnSpc>
                <a:spcPct val="150000"/>
              </a:lnSpc>
              <a:buFont typeface="Arial"/>
              <a:buChar char="•"/>
            </a:pPr>
            <a:r>
              <a:rPr lang="en-US" sz="1050">
                <a:solidFill>
                  <a:schemeClr val="tx1">
                    <a:lumMod val="75000"/>
                    <a:lumOff val="25000"/>
                  </a:schemeClr>
                </a:solidFill>
                <a:ea typeface="Roboto"/>
                <a:cs typeface="Roboto"/>
              </a:rPr>
              <a:t>Perceptron</a:t>
            </a:r>
            <a:endParaRPr lang="en-US">
              <a:solidFill>
                <a:schemeClr val="tx1">
                  <a:lumMod val="75000"/>
                  <a:lumOff val="25000"/>
                </a:schemeClr>
              </a:solidFill>
            </a:endParaRPr>
          </a:p>
          <a:p>
            <a:pPr marL="171450" indent="-171450">
              <a:lnSpc>
                <a:spcPct val="150000"/>
              </a:lnSpc>
              <a:buFont typeface="Arial"/>
              <a:buChar char="•"/>
            </a:pPr>
            <a:r>
              <a:rPr lang="en-US" sz="1050">
                <a:solidFill>
                  <a:schemeClr val="tx1">
                    <a:lumMod val="75000"/>
                    <a:lumOff val="25000"/>
                  </a:schemeClr>
                </a:solidFill>
                <a:ea typeface="Roboto"/>
                <a:cs typeface="Roboto"/>
              </a:rPr>
              <a:t>Main tests</a:t>
            </a:r>
          </a:p>
        </p:txBody>
      </p:sp>
      <p:grpSp>
        <p:nvGrpSpPr>
          <p:cNvPr id="62" name="Group 61">
            <a:extLst>
              <a:ext uri="{FF2B5EF4-FFF2-40B4-BE49-F238E27FC236}">
                <a16:creationId xmlns:a16="http://schemas.microsoft.com/office/drawing/2014/main" id="{1DFCBB8B-E22B-4C7C-90F7-37EC4543B722}"/>
              </a:ext>
            </a:extLst>
          </p:cNvPr>
          <p:cNvGrpSpPr/>
          <p:nvPr/>
        </p:nvGrpSpPr>
        <p:grpSpPr>
          <a:xfrm>
            <a:off x="2778947" y="1372660"/>
            <a:ext cx="2240586" cy="394597"/>
            <a:chOff x="381000" y="1390650"/>
            <a:chExt cx="2468880" cy="411333"/>
          </a:xfrm>
          <a:solidFill>
            <a:schemeClr val="accent4"/>
          </a:solidFill>
        </p:grpSpPr>
        <p:sp>
          <p:nvSpPr>
            <p:cNvPr id="63" name="Rectangle 62">
              <a:extLst>
                <a:ext uri="{FF2B5EF4-FFF2-40B4-BE49-F238E27FC236}">
                  <a16:creationId xmlns:a16="http://schemas.microsoft.com/office/drawing/2014/main" id="{A07BC9BF-C8A2-44B8-9B8F-3756B42FC155}"/>
                </a:ext>
              </a:extLst>
            </p:cNvPr>
            <p:cNvSpPr/>
            <p:nvPr/>
          </p:nvSpPr>
          <p:spPr bwMode="auto">
            <a:xfrm>
              <a:off x="381000" y="1390650"/>
              <a:ext cx="2468880" cy="18288"/>
            </a:xfrm>
            <a:prstGeom prst="rect">
              <a:avLst/>
            </a:prstGeom>
            <a:grpFill/>
            <a:ln w="9525">
              <a:noFill/>
              <a:round/>
              <a:headEnd/>
              <a:tailEnd/>
            </a:ln>
          </p:spPr>
          <p:txBody>
            <a:bodyPr vert="horz" wrap="square" lIns="91440" tIns="45720" rIns="91440" bIns="45720" numCol="1" rtlCol="0" anchor="ctr" anchorCtr="0" compatLnSpc="1">
              <a:prstTxWarp prst="textNoShape">
                <a:avLst/>
              </a:prstTxWarp>
            </a:bodyPr>
            <a:lstStyle/>
            <a:p>
              <a:pPr>
                <a:lnSpc>
                  <a:spcPct val="120000"/>
                </a:lnSpc>
              </a:pPr>
              <a:endParaRPr lang="en-US"/>
            </a:p>
          </p:txBody>
        </p:sp>
        <p:sp>
          <p:nvSpPr>
            <p:cNvPr id="64" name="Rectangle 63">
              <a:extLst>
                <a:ext uri="{FF2B5EF4-FFF2-40B4-BE49-F238E27FC236}">
                  <a16:creationId xmlns:a16="http://schemas.microsoft.com/office/drawing/2014/main" id="{26FB5A1D-F66F-44A3-802F-24C0007C8F6B}"/>
                </a:ext>
              </a:extLst>
            </p:cNvPr>
            <p:cNvSpPr/>
            <p:nvPr/>
          </p:nvSpPr>
          <p:spPr bwMode="auto">
            <a:xfrm>
              <a:off x="381000" y="1756263"/>
              <a:ext cx="2468880" cy="45720"/>
            </a:xfrm>
            <a:prstGeom prst="rect">
              <a:avLst/>
            </a:prstGeom>
            <a:grpFill/>
            <a:ln w="9525">
              <a:noFill/>
              <a:round/>
              <a:headEnd/>
              <a:tailEnd/>
            </a:ln>
          </p:spPr>
          <p:txBody>
            <a:bodyPr vert="horz" wrap="square" lIns="91440" tIns="45720" rIns="91440" bIns="45720" numCol="1" rtlCol="0" anchor="ctr" anchorCtr="0" compatLnSpc="1">
              <a:prstTxWarp prst="textNoShape">
                <a:avLst/>
              </a:prstTxWarp>
            </a:bodyPr>
            <a:lstStyle/>
            <a:p>
              <a:pPr>
                <a:lnSpc>
                  <a:spcPct val="120000"/>
                </a:lnSpc>
              </a:pPr>
              <a:endParaRPr lang="en-US"/>
            </a:p>
          </p:txBody>
        </p:sp>
      </p:grpSp>
      <p:sp>
        <p:nvSpPr>
          <p:cNvPr id="61" name="Inhaltsplatzhalter 4">
            <a:extLst>
              <a:ext uri="{FF2B5EF4-FFF2-40B4-BE49-F238E27FC236}">
                <a16:creationId xmlns:a16="http://schemas.microsoft.com/office/drawing/2014/main" id="{BF1C7E50-729F-4B39-BB70-E5EA190BFD8C}"/>
              </a:ext>
            </a:extLst>
          </p:cNvPr>
          <p:cNvSpPr txBox="1">
            <a:spLocks/>
          </p:cNvSpPr>
          <p:nvPr/>
        </p:nvSpPr>
        <p:spPr>
          <a:xfrm>
            <a:off x="2778947" y="1439702"/>
            <a:ext cx="2240586" cy="24077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400" b="1">
                <a:solidFill>
                  <a:schemeClr val="accent4"/>
                </a:solidFill>
                <a:latin typeface="+mj-lt"/>
              </a:rPr>
              <a:t>Hadjer</a:t>
            </a:r>
            <a:endParaRPr lang="fr-FR">
              <a:solidFill>
                <a:schemeClr val="accent4"/>
              </a:solidFill>
            </a:endParaRPr>
          </a:p>
        </p:txBody>
      </p:sp>
      <p:sp>
        <p:nvSpPr>
          <p:cNvPr id="5" name="Rectangle 4">
            <a:extLst>
              <a:ext uri="{FF2B5EF4-FFF2-40B4-BE49-F238E27FC236}">
                <a16:creationId xmlns:a16="http://schemas.microsoft.com/office/drawing/2014/main" id="{9CFDDE04-8CAA-D3CF-900C-020DEC6E51DA}"/>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33261534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20000" decel="60000"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1+#ppt_w/2"/>
                                          </p:val>
                                        </p:tav>
                                        <p:tav tm="100000">
                                          <p:val>
                                            <p:strVal val="#ppt_x"/>
                                          </p:val>
                                        </p:tav>
                                      </p:tavLst>
                                    </p:anim>
                                    <p:anim calcmode="lin" valueType="num">
                                      <p:cBhvr additive="base">
                                        <p:cTn id="8" dur="500" fill="hold"/>
                                        <p:tgtEl>
                                          <p:spTgt spid="47"/>
                                        </p:tgtEl>
                                        <p:attrNameLst>
                                          <p:attrName>ppt_y</p:attrName>
                                        </p:attrNameLst>
                                      </p:cBhvr>
                                      <p:tavLst>
                                        <p:tav tm="0">
                                          <p:val>
                                            <p:strVal val="#ppt_y"/>
                                          </p:val>
                                        </p:tav>
                                        <p:tav tm="100000">
                                          <p:val>
                                            <p:strVal val="#ppt_y"/>
                                          </p:val>
                                        </p:tav>
                                      </p:tavLst>
                                    </p:anim>
                                  </p:childTnLst>
                                </p:cTn>
                              </p:par>
                              <p:par>
                                <p:cTn id="9" presetID="2" presetClass="entr" presetSubtype="8" accel="20000" decel="6000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0-#ppt_w/2"/>
                                          </p:val>
                                        </p:tav>
                                        <p:tav tm="100000">
                                          <p:val>
                                            <p:strVal val="#ppt_x"/>
                                          </p:val>
                                        </p:tav>
                                      </p:tavLst>
                                    </p:anim>
                                    <p:anim calcmode="lin" valueType="num">
                                      <p:cBhvr additive="base">
                                        <p:cTn id="12" dur="500" fill="hold"/>
                                        <p:tgtEl>
                                          <p:spTgt spid="46"/>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left)">
                                      <p:cBhvr>
                                        <p:cTn id="15" dur="500"/>
                                        <p:tgtEl>
                                          <p:spTgt spid="5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wipe(left)">
                                      <p:cBhvr>
                                        <p:cTn id="18" dur="500"/>
                                        <p:tgtEl>
                                          <p:spTgt spid="55"/>
                                        </p:tgtEl>
                                      </p:cBhvr>
                                    </p:animEffect>
                                  </p:childTnLst>
                                </p:cTn>
                              </p:par>
                            </p:childTnLst>
                          </p:cTn>
                        </p:par>
                        <p:par>
                          <p:cTn id="19" fill="hold">
                            <p:stCondLst>
                              <p:cond delay="500"/>
                            </p:stCondLst>
                            <p:childTnLst>
                              <p:par>
                                <p:cTn id="20" presetID="2" presetClass="entr" presetSubtype="2" accel="20000" decel="60000" fill="hold" nodeType="afterEffect">
                                  <p:stCondLst>
                                    <p:cond delay="0"/>
                                  </p:stCondLst>
                                  <p:childTnLst>
                                    <p:set>
                                      <p:cBhvr>
                                        <p:cTn id="21" dur="1" fill="hold">
                                          <p:stCondLst>
                                            <p:cond delay="0"/>
                                          </p:stCondLst>
                                        </p:cTn>
                                        <p:tgtEl>
                                          <p:spTgt spid="62"/>
                                        </p:tgtEl>
                                        <p:attrNameLst>
                                          <p:attrName>style.visibility</p:attrName>
                                        </p:attrNameLst>
                                      </p:cBhvr>
                                      <p:to>
                                        <p:strVal val="visible"/>
                                      </p:to>
                                    </p:set>
                                    <p:anim calcmode="lin" valueType="num">
                                      <p:cBhvr additive="base">
                                        <p:cTn id="22" dur="500" fill="hold"/>
                                        <p:tgtEl>
                                          <p:spTgt spid="62"/>
                                        </p:tgtEl>
                                        <p:attrNameLst>
                                          <p:attrName>ppt_x</p:attrName>
                                        </p:attrNameLst>
                                      </p:cBhvr>
                                      <p:tavLst>
                                        <p:tav tm="0">
                                          <p:val>
                                            <p:strVal val="1+#ppt_w/2"/>
                                          </p:val>
                                        </p:tav>
                                        <p:tav tm="100000">
                                          <p:val>
                                            <p:strVal val="#ppt_x"/>
                                          </p:val>
                                        </p:tav>
                                      </p:tavLst>
                                    </p:anim>
                                    <p:anim calcmode="lin" valueType="num">
                                      <p:cBhvr additive="base">
                                        <p:cTn id="23" dur="500" fill="hold"/>
                                        <p:tgtEl>
                                          <p:spTgt spid="62"/>
                                        </p:tgtEl>
                                        <p:attrNameLst>
                                          <p:attrName>ppt_y</p:attrName>
                                        </p:attrNameLst>
                                      </p:cBhvr>
                                      <p:tavLst>
                                        <p:tav tm="0">
                                          <p:val>
                                            <p:strVal val="#ppt_y"/>
                                          </p:val>
                                        </p:tav>
                                        <p:tav tm="100000">
                                          <p:val>
                                            <p:strVal val="#ppt_y"/>
                                          </p:val>
                                        </p:tav>
                                      </p:tavLst>
                                    </p:anim>
                                  </p:childTnLst>
                                </p:cTn>
                              </p:par>
                              <p:par>
                                <p:cTn id="24" presetID="2" presetClass="entr" presetSubtype="8" accel="20000" decel="60000"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additive="base">
                                        <p:cTn id="26" dur="500" fill="hold"/>
                                        <p:tgtEl>
                                          <p:spTgt spid="61"/>
                                        </p:tgtEl>
                                        <p:attrNameLst>
                                          <p:attrName>ppt_x</p:attrName>
                                        </p:attrNameLst>
                                      </p:cBhvr>
                                      <p:tavLst>
                                        <p:tav tm="0">
                                          <p:val>
                                            <p:strVal val="0-#ppt_w/2"/>
                                          </p:val>
                                        </p:tav>
                                        <p:tav tm="100000">
                                          <p:val>
                                            <p:strVal val="#ppt_x"/>
                                          </p:val>
                                        </p:tav>
                                      </p:tavLst>
                                    </p:anim>
                                    <p:anim calcmode="lin" valueType="num">
                                      <p:cBhvr additive="base">
                                        <p:cTn id="27"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0" grpId="0"/>
      <p:bldP spid="55" grpId="0"/>
      <p:bldP spid="6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Text"/>
          <p:cNvSpPr txBox="1"/>
          <p:nvPr/>
        </p:nvSpPr>
        <p:spPr>
          <a:xfrm>
            <a:off x="2255520" y="1047750"/>
            <a:ext cx="4632960" cy="738664"/>
          </a:xfrm>
          <a:prstGeom prst="rect">
            <a:avLst/>
          </a:prstGeom>
          <a:noFill/>
        </p:spPr>
        <p:txBody>
          <a:bodyPr wrap="square" lIns="0" tIns="0" rIns="0" bIns="0" rtlCol="0">
            <a:spAutoFit/>
          </a:bodyPr>
          <a:lstStyle/>
          <a:p>
            <a:pPr algn="ctr"/>
            <a:r>
              <a:rPr lang="en-US" sz="4800" b="1">
                <a:solidFill>
                  <a:schemeClr val="bg1"/>
                </a:solidFill>
              </a:rPr>
              <a:t>THANK YOU !</a:t>
            </a:r>
          </a:p>
        </p:txBody>
      </p:sp>
      <p:sp>
        <p:nvSpPr>
          <p:cNvPr id="19" name="Inhaltsplatzhalter 4">
            <a:extLst>
              <a:ext uri="{FF2B5EF4-FFF2-40B4-BE49-F238E27FC236}">
                <a16:creationId xmlns:a16="http://schemas.microsoft.com/office/drawing/2014/main" id="{CFAE0109-7DB8-4DB3-B15B-AF432FAEEFBC}"/>
              </a:ext>
            </a:extLst>
          </p:cNvPr>
          <p:cNvSpPr txBox="1">
            <a:spLocks/>
          </p:cNvSpPr>
          <p:nvPr/>
        </p:nvSpPr>
        <p:spPr>
          <a:xfrm>
            <a:off x="3011319" y="3105150"/>
            <a:ext cx="3121363" cy="1538883"/>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600"/>
              </a:spcAft>
              <a:buNone/>
            </a:pPr>
            <a:r>
              <a:rPr lang="en-US" sz="1600" dirty="0">
                <a:latin typeface="+mj-lt"/>
              </a:rPr>
              <a:t>CHEDJARI EL MEUR Hadjer</a:t>
            </a:r>
          </a:p>
          <a:p>
            <a:pPr marL="0" indent="0" algn="ctr">
              <a:lnSpc>
                <a:spcPct val="100000"/>
              </a:lnSpc>
              <a:spcAft>
                <a:spcPts val="600"/>
              </a:spcAft>
              <a:buNone/>
            </a:pPr>
            <a:r>
              <a:rPr lang="en-US" sz="1600" dirty="0">
                <a:latin typeface="+mj-lt"/>
                <a:ea typeface="Roboto"/>
                <a:cs typeface="Roboto"/>
              </a:rPr>
              <a:t>NANMEDIGOU </a:t>
            </a:r>
            <a:r>
              <a:rPr lang="en-US" sz="1600" dirty="0" err="1">
                <a:latin typeface="+mj-lt"/>
                <a:ea typeface="Roboto"/>
                <a:cs typeface="Roboto"/>
              </a:rPr>
              <a:t>Yendoumban</a:t>
            </a:r>
            <a:endParaRPr lang="en-US" sz="1600" dirty="0" err="1">
              <a:latin typeface="+mj-lt"/>
            </a:endParaRPr>
          </a:p>
          <a:p>
            <a:pPr marL="0" indent="0" algn="ctr">
              <a:lnSpc>
                <a:spcPct val="100000"/>
              </a:lnSpc>
              <a:spcAft>
                <a:spcPts val="600"/>
              </a:spcAft>
              <a:buNone/>
            </a:pPr>
            <a:r>
              <a:rPr lang="en-US" sz="1600" dirty="0">
                <a:latin typeface="+mj-lt"/>
              </a:rPr>
              <a:t>Université de Caen Normandie</a:t>
            </a:r>
            <a:endParaRPr lang="en-US" sz="1600" dirty="0">
              <a:latin typeface="+mj-lt"/>
              <a:ea typeface="Roboto"/>
              <a:cs typeface="Roboto"/>
            </a:endParaRPr>
          </a:p>
          <a:p>
            <a:pPr marL="0" indent="0" algn="ctr">
              <a:lnSpc>
                <a:spcPct val="100000"/>
              </a:lnSpc>
              <a:spcAft>
                <a:spcPts val="600"/>
              </a:spcAft>
              <a:buNone/>
            </a:pPr>
            <a:r>
              <a:rPr lang="en-US" sz="1600" dirty="0" err="1">
                <a:latin typeface="+mj-lt"/>
              </a:rPr>
              <a:t>Projet</a:t>
            </a:r>
            <a:r>
              <a:rPr lang="en-US" sz="1600" dirty="0">
                <a:latin typeface="+mj-lt"/>
              </a:rPr>
              <a:t> 2</a:t>
            </a:r>
            <a:endParaRPr lang="en-US" sz="1600" dirty="0">
              <a:latin typeface="+mj-lt"/>
              <a:ea typeface="Roboto"/>
              <a:cs typeface="Roboto"/>
            </a:endParaRPr>
          </a:p>
          <a:p>
            <a:pPr marL="0" indent="0" algn="ctr">
              <a:lnSpc>
                <a:spcPct val="100000"/>
              </a:lnSpc>
              <a:spcAft>
                <a:spcPts val="600"/>
              </a:spcAft>
              <a:buNone/>
            </a:pPr>
            <a:r>
              <a:rPr lang="en-US" sz="1600" dirty="0">
                <a:latin typeface="+mj-lt"/>
              </a:rPr>
              <a:t>ADDAD </a:t>
            </a:r>
            <a:r>
              <a:rPr lang="en-US" sz="1600" dirty="0" err="1">
                <a:latin typeface="+mj-lt"/>
              </a:rPr>
              <a:t>Youva</a:t>
            </a:r>
            <a:endParaRPr lang="en-US" sz="1600" dirty="0" err="1">
              <a:latin typeface="+mj-lt"/>
              <a:ea typeface="Roboto"/>
              <a:cs typeface="Roboto"/>
            </a:endParaRPr>
          </a:p>
        </p:txBody>
      </p:sp>
    </p:spTree>
    <p:extLst>
      <p:ext uri="{BB962C8B-B14F-4D97-AF65-F5344CB8AC3E}">
        <p14:creationId xmlns:p14="http://schemas.microsoft.com/office/powerpoint/2010/main" val="27184638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80000" fill="hold" grpId="0" nodeType="afterEffect">
                                  <p:stCondLst>
                                    <p:cond delay="0"/>
                                  </p:stCondLst>
                                  <p:iterate type="wd">
                                    <p:tmPct val="10000"/>
                                  </p:iterate>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par>
                                <p:cTn id="9" presetID="16" presetClass="entr" presetSubtype="37" fill="hold" grpId="0" nodeType="with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barn(outVertical)">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730530"/>
            <a:ext cx="8368363" cy="173255"/>
          </a:xfrm>
          <a:prstGeom prst="rect">
            <a:avLst/>
          </a:prstGeom>
        </p:spPr>
        <p:txBody>
          <a:bodyPr/>
          <a:lstStyle/>
          <a:p>
            <a:r>
              <a:rPr lang="en-US"/>
              <a:t>Provide information regarding how you have analyzed the data that you have collected</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Statistical Analysis</a:t>
            </a:r>
          </a:p>
        </p:txBody>
      </p:sp>
      <p:grpSp>
        <p:nvGrpSpPr>
          <p:cNvPr id="19" name="Group 18">
            <a:extLst>
              <a:ext uri="{FF2B5EF4-FFF2-40B4-BE49-F238E27FC236}">
                <a16:creationId xmlns:a16="http://schemas.microsoft.com/office/drawing/2014/main" id="{E30B88A1-27A3-4347-ABF7-6FD2261B7224}"/>
              </a:ext>
            </a:extLst>
          </p:cNvPr>
          <p:cNvGrpSpPr/>
          <p:nvPr/>
        </p:nvGrpSpPr>
        <p:grpSpPr>
          <a:xfrm>
            <a:off x="913132" y="1035221"/>
            <a:ext cx="7324088" cy="3618960"/>
            <a:chOff x="931863" y="771525"/>
            <a:chExt cx="7286626" cy="3600450"/>
          </a:xfrm>
          <a:solidFill>
            <a:schemeClr val="bg1">
              <a:lumMod val="95000"/>
            </a:schemeClr>
          </a:solidFill>
        </p:grpSpPr>
        <p:sp>
          <p:nvSpPr>
            <p:cNvPr id="20" name="Freeform 5">
              <a:extLst>
                <a:ext uri="{FF2B5EF4-FFF2-40B4-BE49-F238E27FC236}">
                  <a16:creationId xmlns:a16="http://schemas.microsoft.com/office/drawing/2014/main" id="{E0CA0A42-00C0-4C91-82BF-30F5E34EEF10}"/>
                </a:ext>
              </a:extLst>
            </p:cNvPr>
            <p:cNvSpPr>
              <a:spLocks/>
            </p:cNvSpPr>
            <p:nvPr/>
          </p:nvSpPr>
          <p:spPr bwMode="auto">
            <a:xfrm>
              <a:off x="4589463" y="3444875"/>
              <a:ext cx="257175" cy="258763"/>
            </a:xfrm>
            <a:custGeom>
              <a:avLst/>
              <a:gdLst>
                <a:gd name="T0" fmla="*/ 38 w 102"/>
                <a:gd name="T1" fmla="*/ 98 h 103"/>
                <a:gd name="T2" fmla="*/ 42 w 102"/>
                <a:gd name="T3" fmla="*/ 96 h 103"/>
                <a:gd name="T4" fmla="*/ 47 w 102"/>
                <a:gd name="T5" fmla="*/ 101 h 103"/>
                <a:gd name="T6" fmla="*/ 57 w 102"/>
                <a:gd name="T7" fmla="*/ 101 h 103"/>
                <a:gd name="T8" fmla="*/ 62 w 102"/>
                <a:gd name="T9" fmla="*/ 96 h 103"/>
                <a:gd name="T10" fmla="*/ 62 w 102"/>
                <a:gd name="T11" fmla="*/ 43 h 103"/>
                <a:gd name="T12" fmla="*/ 70 w 102"/>
                <a:gd name="T13" fmla="*/ 40 h 103"/>
                <a:gd name="T14" fmla="*/ 70 w 102"/>
                <a:gd name="T15" fmla="*/ 12 h 103"/>
                <a:gd name="T16" fmla="*/ 78 w 102"/>
                <a:gd name="T17" fmla="*/ 11 h 103"/>
                <a:gd name="T18" fmla="*/ 87 w 102"/>
                <a:gd name="T19" fmla="*/ 9 h 103"/>
                <a:gd name="T20" fmla="*/ 91 w 102"/>
                <a:gd name="T21" fmla="*/ 12 h 103"/>
                <a:gd name="T22" fmla="*/ 97 w 102"/>
                <a:gd name="T23" fmla="*/ 8 h 103"/>
                <a:gd name="T24" fmla="*/ 102 w 102"/>
                <a:gd name="T25" fmla="*/ 7 h 103"/>
                <a:gd name="T26" fmla="*/ 102 w 102"/>
                <a:gd name="T27" fmla="*/ 5 h 103"/>
                <a:gd name="T28" fmla="*/ 85 w 102"/>
                <a:gd name="T29" fmla="*/ 7 h 103"/>
                <a:gd name="T30" fmla="*/ 72 w 102"/>
                <a:gd name="T31" fmla="*/ 7 h 103"/>
                <a:gd name="T32" fmla="*/ 55 w 102"/>
                <a:gd name="T33" fmla="*/ 7 h 103"/>
                <a:gd name="T34" fmla="*/ 52 w 102"/>
                <a:gd name="T35" fmla="*/ 5 h 103"/>
                <a:gd name="T36" fmla="*/ 24 w 102"/>
                <a:gd name="T37" fmla="*/ 5 h 103"/>
                <a:gd name="T38" fmla="*/ 17 w 102"/>
                <a:gd name="T39" fmla="*/ 3 h 103"/>
                <a:gd name="T40" fmla="*/ 9 w 102"/>
                <a:gd name="T41" fmla="*/ 2 h 103"/>
                <a:gd name="T42" fmla="*/ 6 w 102"/>
                <a:gd name="T43" fmla="*/ 0 h 103"/>
                <a:gd name="T44" fmla="*/ 3 w 102"/>
                <a:gd name="T45" fmla="*/ 3 h 103"/>
                <a:gd name="T46" fmla="*/ 0 w 102"/>
                <a:gd name="T47" fmla="*/ 3 h 103"/>
                <a:gd name="T48" fmla="*/ 5 w 102"/>
                <a:gd name="T49" fmla="*/ 14 h 103"/>
                <a:gd name="T50" fmla="*/ 13 w 102"/>
                <a:gd name="T51" fmla="*/ 30 h 103"/>
                <a:gd name="T52" fmla="*/ 21 w 102"/>
                <a:gd name="T53" fmla="*/ 47 h 103"/>
                <a:gd name="T54" fmla="*/ 21 w 102"/>
                <a:gd name="T55" fmla="*/ 60 h 103"/>
                <a:gd name="T56" fmla="*/ 24 w 102"/>
                <a:gd name="T57" fmla="*/ 73 h 103"/>
                <a:gd name="T58" fmla="*/ 29 w 102"/>
                <a:gd name="T59" fmla="*/ 93 h 103"/>
                <a:gd name="T60" fmla="*/ 34 w 102"/>
                <a:gd name="T61" fmla="*/ 99 h 103"/>
                <a:gd name="T62" fmla="*/ 38 w 102"/>
                <a:gd name="T63" fmla="*/ 9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2" h="103">
                  <a:moveTo>
                    <a:pt x="38" y="98"/>
                  </a:moveTo>
                  <a:cubicBezTo>
                    <a:pt x="38" y="96"/>
                    <a:pt x="41" y="93"/>
                    <a:pt x="42" y="96"/>
                  </a:cubicBezTo>
                  <a:cubicBezTo>
                    <a:pt x="44" y="98"/>
                    <a:pt x="43" y="101"/>
                    <a:pt x="47" y="101"/>
                  </a:cubicBezTo>
                  <a:cubicBezTo>
                    <a:pt x="50" y="101"/>
                    <a:pt x="56" y="103"/>
                    <a:pt x="57" y="101"/>
                  </a:cubicBezTo>
                  <a:cubicBezTo>
                    <a:pt x="58" y="100"/>
                    <a:pt x="62" y="99"/>
                    <a:pt x="62" y="96"/>
                  </a:cubicBezTo>
                  <a:cubicBezTo>
                    <a:pt x="62" y="93"/>
                    <a:pt x="62" y="45"/>
                    <a:pt x="62" y="43"/>
                  </a:cubicBezTo>
                  <a:cubicBezTo>
                    <a:pt x="62" y="41"/>
                    <a:pt x="70" y="43"/>
                    <a:pt x="70" y="40"/>
                  </a:cubicBezTo>
                  <a:cubicBezTo>
                    <a:pt x="70" y="37"/>
                    <a:pt x="70" y="12"/>
                    <a:pt x="70" y="12"/>
                  </a:cubicBezTo>
                  <a:cubicBezTo>
                    <a:pt x="70" y="12"/>
                    <a:pt x="76" y="12"/>
                    <a:pt x="78" y="11"/>
                  </a:cubicBezTo>
                  <a:cubicBezTo>
                    <a:pt x="80" y="11"/>
                    <a:pt x="85" y="8"/>
                    <a:pt x="87" y="9"/>
                  </a:cubicBezTo>
                  <a:cubicBezTo>
                    <a:pt x="88" y="10"/>
                    <a:pt x="90" y="13"/>
                    <a:pt x="91" y="12"/>
                  </a:cubicBezTo>
                  <a:cubicBezTo>
                    <a:pt x="92" y="11"/>
                    <a:pt x="94" y="8"/>
                    <a:pt x="97" y="8"/>
                  </a:cubicBezTo>
                  <a:cubicBezTo>
                    <a:pt x="98" y="8"/>
                    <a:pt x="100" y="8"/>
                    <a:pt x="102" y="7"/>
                  </a:cubicBezTo>
                  <a:cubicBezTo>
                    <a:pt x="102" y="6"/>
                    <a:pt x="102" y="6"/>
                    <a:pt x="102" y="5"/>
                  </a:cubicBezTo>
                  <a:cubicBezTo>
                    <a:pt x="102" y="3"/>
                    <a:pt x="87" y="6"/>
                    <a:pt x="85" y="7"/>
                  </a:cubicBezTo>
                  <a:cubicBezTo>
                    <a:pt x="82" y="7"/>
                    <a:pt x="75" y="9"/>
                    <a:pt x="72" y="7"/>
                  </a:cubicBezTo>
                  <a:cubicBezTo>
                    <a:pt x="70" y="6"/>
                    <a:pt x="55" y="7"/>
                    <a:pt x="55" y="7"/>
                  </a:cubicBezTo>
                  <a:cubicBezTo>
                    <a:pt x="52" y="5"/>
                    <a:pt x="52" y="5"/>
                    <a:pt x="52" y="5"/>
                  </a:cubicBezTo>
                  <a:cubicBezTo>
                    <a:pt x="52" y="5"/>
                    <a:pt x="27" y="5"/>
                    <a:pt x="24" y="5"/>
                  </a:cubicBezTo>
                  <a:cubicBezTo>
                    <a:pt x="21" y="5"/>
                    <a:pt x="19" y="4"/>
                    <a:pt x="17" y="3"/>
                  </a:cubicBezTo>
                  <a:cubicBezTo>
                    <a:pt x="14" y="1"/>
                    <a:pt x="12" y="1"/>
                    <a:pt x="9" y="2"/>
                  </a:cubicBezTo>
                  <a:cubicBezTo>
                    <a:pt x="6" y="3"/>
                    <a:pt x="8" y="0"/>
                    <a:pt x="6" y="0"/>
                  </a:cubicBezTo>
                  <a:cubicBezTo>
                    <a:pt x="4" y="0"/>
                    <a:pt x="3" y="3"/>
                    <a:pt x="3" y="3"/>
                  </a:cubicBezTo>
                  <a:cubicBezTo>
                    <a:pt x="0" y="3"/>
                    <a:pt x="0" y="3"/>
                    <a:pt x="0" y="3"/>
                  </a:cubicBezTo>
                  <a:cubicBezTo>
                    <a:pt x="0" y="6"/>
                    <a:pt x="2" y="10"/>
                    <a:pt x="5" y="14"/>
                  </a:cubicBezTo>
                  <a:cubicBezTo>
                    <a:pt x="7" y="17"/>
                    <a:pt x="11" y="24"/>
                    <a:pt x="13" y="30"/>
                  </a:cubicBezTo>
                  <a:cubicBezTo>
                    <a:pt x="14" y="36"/>
                    <a:pt x="19" y="42"/>
                    <a:pt x="21" y="47"/>
                  </a:cubicBezTo>
                  <a:cubicBezTo>
                    <a:pt x="22" y="51"/>
                    <a:pt x="20" y="58"/>
                    <a:pt x="21" y="60"/>
                  </a:cubicBezTo>
                  <a:cubicBezTo>
                    <a:pt x="22" y="63"/>
                    <a:pt x="23" y="68"/>
                    <a:pt x="24" y="73"/>
                  </a:cubicBezTo>
                  <a:cubicBezTo>
                    <a:pt x="25" y="78"/>
                    <a:pt x="25" y="88"/>
                    <a:pt x="29" y="93"/>
                  </a:cubicBezTo>
                  <a:cubicBezTo>
                    <a:pt x="31" y="94"/>
                    <a:pt x="33" y="96"/>
                    <a:pt x="34" y="99"/>
                  </a:cubicBezTo>
                  <a:cubicBezTo>
                    <a:pt x="36" y="99"/>
                    <a:pt x="38" y="99"/>
                    <a:pt x="38" y="9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6">
              <a:extLst>
                <a:ext uri="{FF2B5EF4-FFF2-40B4-BE49-F238E27FC236}">
                  <a16:creationId xmlns:a16="http://schemas.microsoft.com/office/drawing/2014/main" id="{9CD14C32-7A95-46F0-8961-DDFDF1E4AF4A}"/>
                </a:ext>
              </a:extLst>
            </p:cNvPr>
            <p:cNvSpPr>
              <a:spLocks/>
            </p:cNvSpPr>
            <p:nvPr/>
          </p:nvSpPr>
          <p:spPr bwMode="auto">
            <a:xfrm>
              <a:off x="4846638" y="3417888"/>
              <a:ext cx="163513" cy="139700"/>
            </a:xfrm>
            <a:custGeom>
              <a:avLst/>
              <a:gdLst>
                <a:gd name="T0" fmla="*/ 43 w 65"/>
                <a:gd name="T1" fmla="*/ 3 h 56"/>
                <a:gd name="T2" fmla="*/ 42 w 65"/>
                <a:gd name="T3" fmla="*/ 0 h 56"/>
                <a:gd name="T4" fmla="*/ 35 w 65"/>
                <a:gd name="T5" fmla="*/ 0 h 56"/>
                <a:gd name="T6" fmla="*/ 30 w 65"/>
                <a:gd name="T7" fmla="*/ 4 h 56"/>
                <a:gd name="T8" fmla="*/ 23 w 65"/>
                <a:gd name="T9" fmla="*/ 10 h 56"/>
                <a:gd name="T10" fmla="*/ 15 w 65"/>
                <a:gd name="T11" fmla="*/ 19 h 56"/>
                <a:gd name="T12" fmla="*/ 4 w 65"/>
                <a:gd name="T13" fmla="*/ 18 h 56"/>
                <a:gd name="T14" fmla="*/ 0 w 65"/>
                <a:gd name="T15" fmla="*/ 18 h 56"/>
                <a:gd name="T16" fmla="*/ 5 w 65"/>
                <a:gd name="T17" fmla="*/ 23 h 56"/>
                <a:gd name="T18" fmla="*/ 9 w 65"/>
                <a:gd name="T19" fmla="*/ 32 h 56"/>
                <a:gd name="T20" fmla="*/ 17 w 65"/>
                <a:gd name="T21" fmla="*/ 38 h 56"/>
                <a:gd name="T22" fmla="*/ 21 w 65"/>
                <a:gd name="T23" fmla="*/ 44 h 56"/>
                <a:gd name="T24" fmla="*/ 26 w 65"/>
                <a:gd name="T25" fmla="*/ 50 h 56"/>
                <a:gd name="T26" fmla="*/ 32 w 65"/>
                <a:gd name="T27" fmla="*/ 53 h 56"/>
                <a:gd name="T28" fmla="*/ 40 w 65"/>
                <a:gd name="T29" fmla="*/ 55 h 56"/>
                <a:gd name="T30" fmla="*/ 49 w 65"/>
                <a:gd name="T31" fmla="*/ 56 h 56"/>
                <a:gd name="T32" fmla="*/ 57 w 65"/>
                <a:gd name="T33" fmla="*/ 48 h 56"/>
                <a:gd name="T34" fmla="*/ 59 w 65"/>
                <a:gd name="T35" fmla="*/ 40 h 56"/>
                <a:gd name="T36" fmla="*/ 63 w 65"/>
                <a:gd name="T37" fmla="*/ 34 h 56"/>
                <a:gd name="T38" fmla="*/ 61 w 65"/>
                <a:gd name="T39" fmla="*/ 28 h 56"/>
                <a:gd name="T40" fmla="*/ 63 w 65"/>
                <a:gd name="T41" fmla="*/ 21 h 56"/>
                <a:gd name="T42" fmla="*/ 63 w 65"/>
                <a:gd name="T43" fmla="*/ 9 h 56"/>
                <a:gd name="T44" fmla="*/ 53 w 65"/>
                <a:gd name="T45" fmla="*/ 5 h 56"/>
                <a:gd name="T46" fmla="*/ 43 w 65"/>
                <a:gd name="T47" fmla="*/ 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56">
                  <a:moveTo>
                    <a:pt x="43" y="3"/>
                  </a:moveTo>
                  <a:cubicBezTo>
                    <a:pt x="42" y="0"/>
                    <a:pt x="42" y="0"/>
                    <a:pt x="42" y="0"/>
                  </a:cubicBezTo>
                  <a:cubicBezTo>
                    <a:pt x="35" y="0"/>
                    <a:pt x="35" y="0"/>
                    <a:pt x="35" y="0"/>
                  </a:cubicBezTo>
                  <a:cubicBezTo>
                    <a:pt x="30" y="2"/>
                    <a:pt x="30" y="3"/>
                    <a:pt x="30" y="4"/>
                  </a:cubicBezTo>
                  <a:cubicBezTo>
                    <a:pt x="30" y="6"/>
                    <a:pt x="26" y="9"/>
                    <a:pt x="23" y="10"/>
                  </a:cubicBezTo>
                  <a:cubicBezTo>
                    <a:pt x="20" y="11"/>
                    <a:pt x="16" y="18"/>
                    <a:pt x="15" y="19"/>
                  </a:cubicBezTo>
                  <a:cubicBezTo>
                    <a:pt x="13" y="20"/>
                    <a:pt x="6" y="18"/>
                    <a:pt x="4" y="18"/>
                  </a:cubicBezTo>
                  <a:cubicBezTo>
                    <a:pt x="4" y="17"/>
                    <a:pt x="2" y="18"/>
                    <a:pt x="0" y="18"/>
                  </a:cubicBezTo>
                  <a:cubicBezTo>
                    <a:pt x="1" y="20"/>
                    <a:pt x="4" y="23"/>
                    <a:pt x="5" y="23"/>
                  </a:cubicBezTo>
                  <a:cubicBezTo>
                    <a:pt x="6" y="23"/>
                    <a:pt x="6" y="31"/>
                    <a:pt x="9" y="32"/>
                  </a:cubicBezTo>
                  <a:cubicBezTo>
                    <a:pt x="12" y="34"/>
                    <a:pt x="17" y="36"/>
                    <a:pt x="17" y="38"/>
                  </a:cubicBezTo>
                  <a:cubicBezTo>
                    <a:pt x="17" y="40"/>
                    <a:pt x="21" y="42"/>
                    <a:pt x="21" y="44"/>
                  </a:cubicBezTo>
                  <a:cubicBezTo>
                    <a:pt x="21" y="46"/>
                    <a:pt x="24" y="50"/>
                    <a:pt x="26" y="50"/>
                  </a:cubicBezTo>
                  <a:cubicBezTo>
                    <a:pt x="31" y="50"/>
                    <a:pt x="32" y="52"/>
                    <a:pt x="32" y="53"/>
                  </a:cubicBezTo>
                  <a:cubicBezTo>
                    <a:pt x="32" y="55"/>
                    <a:pt x="39" y="53"/>
                    <a:pt x="40" y="55"/>
                  </a:cubicBezTo>
                  <a:cubicBezTo>
                    <a:pt x="40" y="56"/>
                    <a:pt x="47" y="55"/>
                    <a:pt x="49" y="56"/>
                  </a:cubicBezTo>
                  <a:cubicBezTo>
                    <a:pt x="51" y="54"/>
                    <a:pt x="55" y="50"/>
                    <a:pt x="57" y="48"/>
                  </a:cubicBezTo>
                  <a:cubicBezTo>
                    <a:pt x="59" y="45"/>
                    <a:pt x="57" y="41"/>
                    <a:pt x="59" y="40"/>
                  </a:cubicBezTo>
                  <a:cubicBezTo>
                    <a:pt x="61" y="39"/>
                    <a:pt x="65" y="35"/>
                    <a:pt x="63" y="34"/>
                  </a:cubicBezTo>
                  <a:cubicBezTo>
                    <a:pt x="62" y="34"/>
                    <a:pt x="63" y="30"/>
                    <a:pt x="61" y="28"/>
                  </a:cubicBezTo>
                  <a:cubicBezTo>
                    <a:pt x="59" y="26"/>
                    <a:pt x="63" y="25"/>
                    <a:pt x="63" y="21"/>
                  </a:cubicBezTo>
                  <a:cubicBezTo>
                    <a:pt x="63" y="17"/>
                    <a:pt x="64" y="9"/>
                    <a:pt x="63" y="9"/>
                  </a:cubicBezTo>
                  <a:cubicBezTo>
                    <a:pt x="61" y="8"/>
                    <a:pt x="56" y="7"/>
                    <a:pt x="53" y="5"/>
                  </a:cubicBezTo>
                  <a:cubicBezTo>
                    <a:pt x="50" y="3"/>
                    <a:pt x="43" y="3"/>
                    <a:pt x="43" y="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7">
              <a:extLst>
                <a:ext uri="{FF2B5EF4-FFF2-40B4-BE49-F238E27FC236}">
                  <a16:creationId xmlns:a16="http://schemas.microsoft.com/office/drawing/2014/main" id="{88E59039-0FD3-4389-889C-C7BFBBA5746C}"/>
                </a:ext>
              </a:extLst>
            </p:cNvPr>
            <p:cNvSpPr>
              <a:spLocks/>
            </p:cNvSpPr>
            <p:nvPr/>
          </p:nvSpPr>
          <p:spPr bwMode="auto">
            <a:xfrm>
              <a:off x="4745038" y="3462338"/>
              <a:ext cx="180975" cy="196850"/>
            </a:xfrm>
            <a:custGeom>
              <a:avLst/>
              <a:gdLst>
                <a:gd name="T0" fmla="*/ 66 w 72"/>
                <a:gd name="T1" fmla="*/ 32 h 78"/>
                <a:gd name="T2" fmla="*/ 61 w 72"/>
                <a:gd name="T3" fmla="*/ 26 h 78"/>
                <a:gd name="T4" fmla="*/ 57 w 72"/>
                <a:gd name="T5" fmla="*/ 20 h 78"/>
                <a:gd name="T6" fmla="*/ 49 w 72"/>
                <a:gd name="T7" fmla="*/ 14 h 78"/>
                <a:gd name="T8" fmla="*/ 45 w 72"/>
                <a:gd name="T9" fmla="*/ 5 h 78"/>
                <a:gd name="T10" fmla="*/ 40 w 72"/>
                <a:gd name="T11" fmla="*/ 0 h 78"/>
                <a:gd name="T12" fmla="*/ 35 w 72"/>
                <a:gd name="T13" fmla="*/ 1 h 78"/>
                <a:gd name="T14" fmla="*/ 29 w 72"/>
                <a:gd name="T15" fmla="*/ 5 h 78"/>
                <a:gd name="T16" fmla="*/ 25 w 72"/>
                <a:gd name="T17" fmla="*/ 2 h 78"/>
                <a:gd name="T18" fmla="*/ 16 w 72"/>
                <a:gd name="T19" fmla="*/ 4 h 78"/>
                <a:gd name="T20" fmla="*/ 8 w 72"/>
                <a:gd name="T21" fmla="*/ 5 h 78"/>
                <a:gd name="T22" fmla="*/ 8 w 72"/>
                <a:gd name="T23" fmla="*/ 33 h 78"/>
                <a:gd name="T24" fmla="*/ 0 w 72"/>
                <a:gd name="T25" fmla="*/ 36 h 78"/>
                <a:gd name="T26" fmla="*/ 0 w 72"/>
                <a:gd name="T27" fmla="*/ 60 h 78"/>
                <a:gd name="T28" fmla="*/ 4 w 72"/>
                <a:gd name="T29" fmla="*/ 62 h 78"/>
                <a:gd name="T30" fmla="*/ 7 w 72"/>
                <a:gd name="T31" fmla="*/ 71 h 78"/>
                <a:gd name="T32" fmla="*/ 5 w 72"/>
                <a:gd name="T33" fmla="*/ 73 h 78"/>
                <a:gd name="T34" fmla="*/ 6 w 72"/>
                <a:gd name="T35" fmla="*/ 77 h 78"/>
                <a:gd name="T36" fmla="*/ 14 w 72"/>
                <a:gd name="T37" fmla="*/ 76 h 78"/>
                <a:gd name="T38" fmla="*/ 22 w 72"/>
                <a:gd name="T39" fmla="*/ 68 h 78"/>
                <a:gd name="T40" fmla="*/ 27 w 72"/>
                <a:gd name="T41" fmla="*/ 64 h 78"/>
                <a:gd name="T42" fmla="*/ 37 w 72"/>
                <a:gd name="T43" fmla="*/ 67 h 78"/>
                <a:gd name="T44" fmla="*/ 44 w 72"/>
                <a:gd name="T45" fmla="*/ 63 h 78"/>
                <a:gd name="T46" fmla="*/ 47 w 72"/>
                <a:gd name="T47" fmla="*/ 57 h 78"/>
                <a:gd name="T48" fmla="*/ 54 w 72"/>
                <a:gd name="T49" fmla="*/ 52 h 78"/>
                <a:gd name="T50" fmla="*/ 58 w 72"/>
                <a:gd name="T51" fmla="*/ 47 h 78"/>
                <a:gd name="T52" fmla="*/ 64 w 72"/>
                <a:gd name="T53" fmla="*/ 42 h 78"/>
                <a:gd name="T54" fmla="*/ 69 w 72"/>
                <a:gd name="T55" fmla="*/ 39 h 78"/>
                <a:gd name="T56" fmla="*/ 72 w 72"/>
                <a:gd name="T57" fmla="*/ 35 h 78"/>
                <a:gd name="T58" fmla="*/ 72 w 72"/>
                <a:gd name="T59" fmla="*/ 35 h 78"/>
                <a:gd name="T60" fmla="*/ 66 w 72"/>
                <a:gd name="T61" fmla="*/ 3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8">
                  <a:moveTo>
                    <a:pt x="66" y="32"/>
                  </a:moveTo>
                  <a:cubicBezTo>
                    <a:pt x="64" y="32"/>
                    <a:pt x="61" y="28"/>
                    <a:pt x="61" y="26"/>
                  </a:cubicBezTo>
                  <a:cubicBezTo>
                    <a:pt x="61" y="24"/>
                    <a:pt x="57" y="22"/>
                    <a:pt x="57" y="20"/>
                  </a:cubicBezTo>
                  <a:cubicBezTo>
                    <a:pt x="57" y="18"/>
                    <a:pt x="52" y="16"/>
                    <a:pt x="49" y="14"/>
                  </a:cubicBezTo>
                  <a:cubicBezTo>
                    <a:pt x="46" y="13"/>
                    <a:pt x="46" y="5"/>
                    <a:pt x="45" y="5"/>
                  </a:cubicBezTo>
                  <a:cubicBezTo>
                    <a:pt x="44" y="5"/>
                    <a:pt x="41" y="2"/>
                    <a:pt x="40" y="0"/>
                  </a:cubicBezTo>
                  <a:cubicBezTo>
                    <a:pt x="38" y="1"/>
                    <a:pt x="36" y="1"/>
                    <a:pt x="35" y="1"/>
                  </a:cubicBezTo>
                  <a:cubicBezTo>
                    <a:pt x="32" y="1"/>
                    <a:pt x="30" y="4"/>
                    <a:pt x="29" y="5"/>
                  </a:cubicBezTo>
                  <a:cubicBezTo>
                    <a:pt x="28" y="6"/>
                    <a:pt x="26" y="3"/>
                    <a:pt x="25" y="2"/>
                  </a:cubicBezTo>
                  <a:cubicBezTo>
                    <a:pt x="23" y="1"/>
                    <a:pt x="18" y="4"/>
                    <a:pt x="16" y="4"/>
                  </a:cubicBezTo>
                  <a:cubicBezTo>
                    <a:pt x="14" y="5"/>
                    <a:pt x="8" y="5"/>
                    <a:pt x="8" y="5"/>
                  </a:cubicBezTo>
                  <a:cubicBezTo>
                    <a:pt x="8" y="5"/>
                    <a:pt x="8" y="30"/>
                    <a:pt x="8" y="33"/>
                  </a:cubicBezTo>
                  <a:cubicBezTo>
                    <a:pt x="8" y="36"/>
                    <a:pt x="0" y="34"/>
                    <a:pt x="0" y="36"/>
                  </a:cubicBezTo>
                  <a:cubicBezTo>
                    <a:pt x="0" y="37"/>
                    <a:pt x="0" y="48"/>
                    <a:pt x="0" y="60"/>
                  </a:cubicBezTo>
                  <a:cubicBezTo>
                    <a:pt x="2" y="60"/>
                    <a:pt x="4" y="61"/>
                    <a:pt x="4" y="62"/>
                  </a:cubicBezTo>
                  <a:cubicBezTo>
                    <a:pt x="5" y="64"/>
                    <a:pt x="7" y="70"/>
                    <a:pt x="7" y="71"/>
                  </a:cubicBezTo>
                  <a:cubicBezTo>
                    <a:pt x="6" y="73"/>
                    <a:pt x="5" y="72"/>
                    <a:pt x="5" y="73"/>
                  </a:cubicBezTo>
                  <a:cubicBezTo>
                    <a:pt x="5" y="74"/>
                    <a:pt x="4" y="77"/>
                    <a:pt x="6" y="77"/>
                  </a:cubicBezTo>
                  <a:cubicBezTo>
                    <a:pt x="9" y="77"/>
                    <a:pt x="13" y="78"/>
                    <a:pt x="14" y="76"/>
                  </a:cubicBezTo>
                  <a:cubicBezTo>
                    <a:pt x="16" y="74"/>
                    <a:pt x="22" y="70"/>
                    <a:pt x="22" y="68"/>
                  </a:cubicBezTo>
                  <a:cubicBezTo>
                    <a:pt x="22" y="66"/>
                    <a:pt x="23" y="61"/>
                    <a:pt x="27" y="64"/>
                  </a:cubicBezTo>
                  <a:cubicBezTo>
                    <a:pt x="31" y="66"/>
                    <a:pt x="32" y="67"/>
                    <a:pt x="37" y="67"/>
                  </a:cubicBezTo>
                  <a:cubicBezTo>
                    <a:pt x="42" y="67"/>
                    <a:pt x="43" y="66"/>
                    <a:pt x="44" y="63"/>
                  </a:cubicBezTo>
                  <a:cubicBezTo>
                    <a:pt x="45" y="60"/>
                    <a:pt x="44" y="57"/>
                    <a:pt x="47" y="57"/>
                  </a:cubicBezTo>
                  <a:cubicBezTo>
                    <a:pt x="51" y="57"/>
                    <a:pt x="54" y="54"/>
                    <a:pt x="54" y="52"/>
                  </a:cubicBezTo>
                  <a:cubicBezTo>
                    <a:pt x="54" y="50"/>
                    <a:pt x="56" y="47"/>
                    <a:pt x="58" y="47"/>
                  </a:cubicBezTo>
                  <a:cubicBezTo>
                    <a:pt x="60" y="47"/>
                    <a:pt x="64" y="44"/>
                    <a:pt x="64" y="42"/>
                  </a:cubicBezTo>
                  <a:cubicBezTo>
                    <a:pt x="65" y="39"/>
                    <a:pt x="68" y="40"/>
                    <a:pt x="69" y="39"/>
                  </a:cubicBezTo>
                  <a:cubicBezTo>
                    <a:pt x="70" y="38"/>
                    <a:pt x="71" y="37"/>
                    <a:pt x="72" y="35"/>
                  </a:cubicBezTo>
                  <a:cubicBezTo>
                    <a:pt x="72" y="35"/>
                    <a:pt x="72" y="35"/>
                    <a:pt x="72" y="35"/>
                  </a:cubicBezTo>
                  <a:cubicBezTo>
                    <a:pt x="72" y="34"/>
                    <a:pt x="71" y="32"/>
                    <a:pt x="66" y="3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 name="Freeform 8">
              <a:extLst>
                <a:ext uri="{FF2B5EF4-FFF2-40B4-BE49-F238E27FC236}">
                  <a16:creationId xmlns:a16="http://schemas.microsoft.com/office/drawing/2014/main" id="{425585BC-1B70-4A48-B1BB-CF625BDD2065}"/>
                </a:ext>
              </a:extLst>
            </p:cNvPr>
            <p:cNvSpPr>
              <a:spLocks/>
            </p:cNvSpPr>
            <p:nvPr/>
          </p:nvSpPr>
          <p:spPr bwMode="auto">
            <a:xfrm>
              <a:off x="4959351" y="3630613"/>
              <a:ext cx="25400" cy="36513"/>
            </a:xfrm>
            <a:custGeom>
              <a:avLst/>
              <a:gdLst>
                <a:gd name="T0" fmla="*/ 5 w 10"/>
                <a:gd name="T1" fmla="*/ 0 h 14"/>
                <a:gd name="T2" fmla="*/ 0 w 10"/>
                <a:gd name="T3" fmla="*/ 6 h 14"/>
                <a:gd name="T4" fmla="*/ 5 w 10"/>
                <a:gd name="T5" fmla="*/ 13 h 14"/>
                <a:gd name="T6" fmla="*/ 9 w 10"/>
                <a:gd name="T7" fmla="*/ 12 h 14"/>
                <a:gd name="T8" fmla="*/ 10 w 10"/>
                <a:gd name="T9" fmla="*/ 10 h 14"/>
                <a:gd name="T10" fmla="*/ 10 w 10"/>
                <a:gd name="T11" fmla="*/ 3 h 14"/>
                <a:gd name="T12" fmla="*/ 5 w 10"/>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0" h="14">
                  <a:moveTo>
                    <a:pt x="5" y="0"/>
                  </a:moveTo>
                  <a:cubicBezTo>
                    <a:pt x="3" y="0"/>
                    <a:pt x="0" y="5"/>
                    <a:pt x="0" y="6"/>
                  </a:cubicBezTo>
                  <a:cubicBezTo>
                    <a:pt x="0" y="7"/>
                    <a:pt x="2" y="13"/>
                    <a:pt x="5" y="13"/>
                  </a:cubicBezTo>
                  <a:cubicBezTo>
                    <a:pt x="7" y="14"/>
                    <a:pt x="9" y="13"/>
                    <a:pt x="9" y="12"/>
                  </a:cubicBezTo>
                  <a:cubicBezTo>
                    <a:pt x="9" y="11"/>
                    <a:pt x="10" y="10"/>
                    <a:pt x="10" y="10"/>
                  </a:cubicBezTo>
                  <a:cubicBezTo>
                    <a:pt x="10" y="8"/>
                    <a:pt x="10" y="5"/>
                    <a:pt x="10" y="3"/>
                  </a:cubicBezTo>
                  <a:cubicBezTo>
                    <a:pt x="8" y="2"/>
                    <a:pt x="6" y="0"/>
                    <a:pt x="5" y="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 name="Freeform 9">
              <a:extLst>
                <a:ext uri="{FF2B5EF4-FFF2-40B4-BE49-F238E27FC236}">
                  <a16:creationId xmlns:a16="http://schemas.microsoft.com/office/drawing/2014/main" id="{BC67440F-1003-48C9-B01E-0D23CC00D9DC}"/>
                </a:ext>
              </a:extLst>
            </p:cNvPr>
            <p:cNvSpPr>
              <a:spLocks/>
            </p:cNvSpPr>
            <p:nvPr/>
          </p:nvSpPr>
          <p:spPr bwMode="auto">
            <a:xfrm>
              <a:off x="4886326" y="3689350"/>
              <a:ext cx="44450" cy="50800"/>
            </a:xfrm>
            <a:custGeom>
              <a:avLst/>
              <a:gdLst>
                <a:gd name="T0" fmla="*/ 12 w 18"/>
                <a:gd name="T1" fmla="*/ 2 h 20"/>
                <a:gd name="T2" fmla="*/ 4 w 18"/>
                <a:gd name="T3" fmla="*/ 5 h 20"/>
                <a:gd name="T4" fmla="*/ 0 w 18"/>
                <a:gd name="T5" fmla="*/ 13 h 20"/>
                <a:gd name="T6" fmla="*/ 4 w 18"/>
                <a:gd name="T7" fmla="*/ 19 h 20"/>
                <a:gd name="T8" fmla="*/ 8 w 18"/>
                <a:gd name="T9" fmla="*/ 20 h 20"/>
                <a:gd name="T10" fmla="*/ 10 w 18"/>
                <a:gd name="T11" fmla="*/ 15 h 20"/>
                <a:gd name="T12" fmla="*/ 15 w 18"/>
                <a:gd name="T13" fmla="*/ 14 h 20"/>
                <a:gd name="T14" fmla="*/ 18 w 18"/>
                <a:gd name="T15" fmla="*/ 8 h 20"/>
                <a:gd name="T16" fmla="*/ 12 w 18"/>
                <a:gd name="T1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0">
                  <a:moveTo>
                    <a:pt x="12" y="2"/>
                  </a:moveTo>
                  <a:cubicBezTo>
                    <a:pt x="11" y="0"/>
                    <a:pt x="5" y="3"/>
                    <a:pt x="4" y="5"/>
                  </a:cubicBezTo>
                  <a:cubicBezTo>
                    <a:pt x="3" y="7"/>
                    <a:pt x="0" y="13"/>
                    <a:pt x="0" y="13"/>
                  </a:cubicBezTo>
                  <a:cubicBezTo>
                    <a:pt x="4" y="19"/>
                    <a:pt x="4" y="19"/>
                    <a:pt x="4" y="19"/>
                  </a:cubicBezTo>
                  <a:cubicBezTo>
                    <a:pt x="8" y="20"/>
                    <a:pt x="8" y="20"/>
                    <a:pt x="8" y="20"/>
                  </a:cubicBezTo>
                  <a:cubicBezTo>
                    <a:pt x="8" y="20"/>
                    <a:pt x="9" y="17"/>
                    <a:pt x="10" y="15"/>
                  </a:cubicBezTo>
                  <a:cubicBezTo>
                    <a:pt x="10" y="13"/>
                    <a:pt x="15" y="16"/>
                    <a:pt x="15" y="14"/>
                  </a:cubicBezTo>
                  <a:cubicBezTo>
                    <a:pt x="15" y="12"/>
                    <a:pt x="18" y="10"/>
                    <a:pt x="18" y="8"/>
                  </a:cubicBezTo>
                  <a:cubicBezTo>
                    <a:pt x="18" y="6"/>
                    <a:pt x="13" y="4"/>
                    <a:pt x="12" y="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 name="Freeform 10">
              <a:extLst>
                <a:ext uri="{FF2B5EF4-FFF2-40B4-BE49-F238E27FC236}">
                  <a16:creationId xmlns:a16="http://schemas.microsoft.com/office/drawing/2014/main" id="{3F60DA54-A0E1-4E52-A1DD-FEF1F6B725BE}"/>
                </a:ext>
              </a:extLst>
            </p:cNvPr>
            <p:cNvSpPr>
              <a:spLocks noEditPoints="1"/>
            </p:cNvSpPr>
            <p:nvPr/>
          </p:nvSpPr>
          <p:spPr bwMode="auto">
            <a:xfrm>
              <a:off x="4675188" y="3551238"/>
              <a:ext cx="327025" cy="285750"/>
            </a:xfrm>
            <a:custGeom>
              <a:avLst/>
              <a:gdLst>
                <a:gd name="T0" fmla="*/ 124 w 130"/>
                <a:gd name="T1" fmla="*/ 42 h 114"/>
                <a:gd name="T2" fmla="*/ 123 w 130"/>
                <a:gd name="T3" fmla="*/ 42 h 114"/>
                <a:gd name="T4" fmla="*/ 122 w 130"/>
                <a:gd name="T5" fmla="*/ 44 h 114"/>
                <a:gd name="T6" fmla="*/ 118 w 130"/>
                <a:gd name="T7" fmla="*/ 45 h 114"/>
                <a:gd name="T8" fmla="*/ 113 w 130"/>
                <a:gd name="T9" fmla="*/ 38 h 114"/>
                <a:gd name="T10" fmla="*/ 118 w 130"/>
                <a:gd name="T11" fmla="*/ 32 h 114"/>
                <a:gd name="T12" fmla="*/ 123 w 130"/>
                <a:gd name="T13" fmla="*/ 35 h 114"/>
                <a:gd name="T14" fmla="*/ 123 w 130"/>
                <a:gd name="T15" fmla="*/ 33 h 114"/>
                <a:gd name="T16" fmla="*/ 122 w 130"/>
                <a:gd name="T17" fmla="*/ 18 h 114"/>
                <a:gd name="T18" fmla="*/ 117 w 130"/>
                <a:gd name="T19" fmla="*/ 3 h 114"/>
                <a:gd name="T20" fmla="*/ 108 w 130"/>
                <a:gd name="T21" fmla="*/ 2 h 114"/>
                <a:gd name="T22" fmla="*/ 100 w 130"/>
                <a:gd name="T23" fmla="*/ 0 h 114"/>
                <a:gd name="T24" fmla="*/ 97 w 130"/>
                <a:gd name="T25" fmla="*/ 4 h 114"/>
                <a:gd name="T26" fmla="*/ 92 w 130"/>
                <a:gd name="T27" fmla="*/ 7 h 114"/>
                <a:gd name="T28" fmla="*/ 86 w 130"/>
                <a:gd name="T29" fmla="*/ 12 h 114"/>
                <a:gd name="T30" fmla="*/ 82 w 130"/>
                <a:gd name="T31" fmla="*/ 17 h 114"/>
                <a:gd name="T32" fmla="*/ 75 w 130"/>
                <a:gd name="T33" fmla="*/ 22 h 114"/>
                <a:gd name="T34" fmla="*/ 72 w 130"/>
                <a:gd name="T35" fmla="*/ 28 h 114"/>
                <a:gd name="T36" fmla="*/ 65 w 130"/>
                <a:gd name="T37" fmla="*/ 32 h 114"/>
                <a:gd name="T38" fmla="*/ 55 w 130"/>
                <a:gd name="T39" fmla="*/ 29 h 114"/>
                <a:gd name="T40" fmla="*/ 50 w 130"/>
                <a:gd name="T41" fmla="*/ 33 h 114"/>
                <a:gd name="T42" fmla="*/ 42 w 130"/>
                <a:gd name="T43" fmla="*/ 41 h 114"/>
                <a:gd name="T44" fmla="*/ 34 w 130"/>
                <a:gd name="T45" fmla="*/ 42 h 114"/>
                <a:gd name="T46" fmla="*/ 33 w 130"/>
                <a:gd name="T47" fmla="*/ 38 h 114"/>
                <a:gd name="T48" fmla="*/ 35 w 130"/>
                <a:gd name="T49" fmla="*/ 36 h 114"/>
                <a:gd name="T50" fmla="*/ 32 w 130"/>
                <a:gd name="T51" fmla="*/ 27 h 114"/>
                <a:gd name="T52" fmla="*/ 28 w 130"/>
                <a:gd name="T53" fmla="*/ 25 h 114"/>
                <a:gd name="T54" fmla="*/ 28 w 130"/>
                <a:gd name="T55" fmla="*/ 54 h 114"/>
                <a:gd name="T56" fmla="*/ 23 w 130"/>
                <a:gd name="T57" fmla="*/ 59 h 114"/>
                <a:gd name="T58" fmla="*/ 13 w 130"/>
                <a:gd name="T59" fmla="*/ 59 h 114"/>
                <a:gd name="T60" fmla="*/ 8 w 130"/>
                <a:gd name="T61" fmla="*/ 54 h 114"/>
                <a:gd name="T62" fmla="*/ 4 w 130"/>
                <a:gd name="T63" fmla="*/ 56 h 114"/>
                <a:gd name="T64" fmla="*/ 0 w 130"/>
                <a:gd name="T65" fmla="*/ 57 h 114"/>
                <a:gd name="T66" fmla="*/ 7 w 130"/>
                <a:gd name="T67" fmla="*/ 70 h 114"/>
                <a:gd name="T68" fmla="*/ 14 w 130"/>
                <a:gd name="T69" fmla="*/ 86 h 114"/>
                <a:gd name="T70" fmla="*/ 14 w 130"/>
                <a:gd name="T71" fmla="*/ 93 h 114"/>
                <a:gd name="T72" fmla="*/ 14 w 130"/>
                <a:gd name="T73" fmla="*/ 100 h 114"/>
                <a:gd name="T74" fmla="*/ 17 w 130"/>
                <a:gd name="T75" fmla="*/ 107 h 114"/>
                <a:gd name="T76" fmla="*/ 20 w 130"/>
                <a:gd name="T77" fmla="*/ 109 h 114"/>
                <a:gd name="T78" fmla="*/ 25 w 130"/>
                <a:gd name="T79" fmla="*/ 112 h 114"/>
                <a:gd name="T80" fmla="*/ 30 w 130"/>
                <a:gd name="T81" fmla="*/ 112 h 114"/>
                <a:gd name="T82" fmla="*/ 39 w 130"/>
                <a:gd name="T83" fmla="*/ 109 h 114"/>
                <a:gd name="T84" fmla="*/ 47 w 130"/>
                <a:gd name="T85" fmla="*/ 106 h 114"/>
                <a:gd name="T86" fmla="*/ 59 w 130"/>
                <a:gd name="T87" fmla="*/ 106 h 114"/>
                <a:gd name="T88" fmla="*/ 67 w 130"/>
                <a:gd name="T89" fmla="*/ 105 h 114"/>
                <a:gd name="T90" fmla="*/ 72 w 130"/>
                <a:gd name="T91" fmla="*/ 104 h 114"/>
                <a:gd name="T92" fmla="*/ 79 w 130"/>
                <a:gd name="T93" fmla="*/ 102 h 114"/>
                <a:gd name="T94" fmla="*/ 95 w 130"/>
                <a:gd name="T95" fmla="*/ 91 h 114"/>
                <a:gd name="T96" fmla="*/ 114 w 130"/>
                <a:gd name="T97" fmla="*/ 68 h 114"/>
                <a:gd name="T98" fmla="*/ 126 w 130"/>
                <a:gd name="T99" fmla="*/ 55 h 114"/>
                <a:gd name="T100" fmla="*/ 130 w 130"/>
                <a:gd name="T101" fmla="*/ 42 h 114"/>
                <a:gd name="T102" fmla="*/ 124 w 130"/>
                <a:gd name="T103" fmla="*/ 42 h 114"/>
                <a:gd name="T104" fmla="*/ 99 w 130"/>
                <a:gd name="T105" fmla="*/ 69 h 114"/>
                <a:gd name="T106" fmla="*/ 94 w 130"/>
                <a:gd name="T107" fmla="*/ 70 h 114"/>
                <a:gd name="T108" fmla="*/ 92 w 130"/>
                <a:gd name="T109" fmla="*/ 75 h 114"/>
                <a:gd name="T110" fmla="*/ 88 w 130"/>
                <a:gd name="T111" fmla="*/ 74 h 114"/>
                <a:gd name="T112" fmla="*/ 84 w 130"/>
                <a:gd name="T113" fmla="*/ 68 h 114"/>
                <a:gd name="T114" fmla="*/ 88 w 130"/>
                <a:gd name="T115" fmla="*/ 60 h 114"/>
                <a:gd name="T116" fmla="*/ 96 w 130"/>
                <a:gd name="T117" fmla="*/ 57 h 114"/>
                <a:gd name="T118" fmla="*/ 102 w 130"/>
                <a:gd name="T119" fmla="*/ 63 h 114"/>
                <a:gd name="T120" fmla="*/ 99 w 130"/>
                <a:gd name="T121" fmla="*/ 6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14">
                  <a:moveTo>
                    <a:pt x="124" y="42"/>
                  </a:moveTo>
                  <a:cubicBezTo>
                    <a:pt x="124" y="42"/>
                    <a:pt x="124" y="42"/>
                    <a:pt x="123" y="42"/>
                  </a:cubicBezTo>
                  <a:cubicBezTo>
                    <a:pt x="123" y="42"/>
                    <a:pt x="122" y="43"/>
                    <a:pt x="122" y="44"/>
                  </a:cubicBezTo>
                  <a:cubicBezTo>
                    <a:pt x="122" y="45"/>
                    <a:pt x="120" y="46"/>
                    <a:pt x="118" y="45"/>
                  </a:cubicBezTo>
                  <a:cubicBezTo>
                    <a:pt x="115" y="45"/>
                    <a:pt x="113" y="39"/>
                    <a:pt x="113" y="38"/>
                  </a:cubicBezTo>
                  <a:cubicBezTo>
                    <a:pt x="113" y="37"/>
                    <a:pt x="116" y="32"/>
                    <a:pt x="118" y="32"/>
                  </a:cubicBezTo>
                  <a:cubicBezTo>
                    <a:pt x="119" y="32"/>
                    <a:pt x="121" y="34"/>
                    <a:pt x="123" y="35"/>
                  </a:cubicBezTo>
                  <a:cubicBezTo>
                    <a:pt x="123" y="34"/>
                    <a:pt x="123" y="33"/>
                    <a:pt x="123" y="33"/>
                  </a:cubicBezTo>
                  <a:cubicBezTo>
                    <a:pt x="123" y="32"/>
                    <a:pt x="124" y="20"/>
                    <a:pt x="122" y="18"/>
                  </a:cubicBezTo>
                  <a:cubicBezTo>
                    <a:pt x="120" y="17"/>
                    <a:pt x="118" y="5"/>
                    <a:pt x="117" y="3"/>
                  </a:cubicBezTo>
                  <a:cubicBezTo>
                    <a:pt x="116" y="2"/>
                    <a:pt x="108" y="3"/>
                    <a:pt x="108" y="2"/>
                  </a:cubicBezTo>
                  <a:cubicBezTo>
                    <a:pt x="107" y="0"/>
                    <a:pt x="100" y="1"/>
                    <a:pt x="100" y="0"/>
                  </a:cubicBezTo>
                  <a:cubicBezTo>
                    <a:pt x="99" y="2"/>
                    <a:pt x="98" y="3"/>
                    <a:pt x="97" y="4"/>
                  </a:cubicBezTo>
                  <a:cubicBezTo>
                    <a:pt x="96" y="5"/>
                    <a:pt x="93" y="4"/>
                    <a:pt x="92" y="7"/>
                  </a:cubicBezTo>
                  <a:cubicBezTo>
                    <a:pt x="92" y="9"/>
                    <a:pt x="88" y="12"/>
                    <a:pt x="86" y="12"/>
                  </a:cubicBezTo>
                  <a:cubicBezTo>
                    <a:pt x="84" y="12"/>
                    <a:pt x="82" y="15"/>
                    <a:pt x="82" y="17"/>
                  </a:cubicBezTo>
                  <a:cubicBezTo>
                    <a:pt x="82" y="19"/>
                    <a:pt x="79" y="22"/>
                    <a:pt x="75" y="22"/>
                  </a:cubicBezTo>
                  <a:cubicBezTo>
                    <a:pt x="72" y="22"/>
                    <a:pt x="73" y="25"/>
                    <a:pt x="72" y="28"/>
                  </a:cubicBezTo>
                  <a:cubicBezTo>
                    <a:pt x="71" y="31"/>
                    <a:pt x="70" y="32"/>
                    <a:pt x="65" y="32"/>
                  </a:cubicBezTo>
                  <a:cubicBezTo>
                    <a:pt x="60" y="32"/>
                    <a:pt x="59" y="31"/>
                    <a:pt x="55" y="29"/>
                  </a:cubicBezTo>
                  <a:cubicBezTo>
                    <a:pt x="51" y="26"/>
                    <a:pt x="50" y="31"/>
                    <a:pt x="50" y="33"/>
                  </a:cubicBezTo>
                  <a:cubicBezTo>
                    <a:pt x="50" y="35"/>
                    <a:pt x="44" y="39"/>
                    <a:pt x="42" y="41"/>
                  </a:cubicBezTo>
                  <a:cubicBezTo>
                    <a:pt x="41" y="43"/>
                    <a:pt x="37" y="42"/>
                    <a:pt x="34" y="42"/>
                  </a:cubicBezTo>
                  <a:cubicBezTo>
                    <a:pt x="32" y="42"/>
                    <a:pt x="33" y="39"/>
                    <a:pt x="33" y="38"/>
                  </a:cubicBezTo>
                  <a:cubicBezTo>
                    <a:pt x="33" y="37"/>
                    <a:pt x="34" y="38"/>
                    <a:pt x="35" y="36"/>
                  </a:cubicBezTo>
                  <a:cubicBezTo>
                    <a:pt x="35" y="35"/>
                    <a:pt x="33" y="29"/>
                    <a:pt x="32" y="27"/>
                  </a:cubicBezTo>
                  <a:cubicBezTo>
                    <a:pt x="32" y="26"/>
                    <a:pt x="30" y="25"/>
                    <a:pt x="28" y="25"/>
                  </a:cubicBezTo>
                  <a:cubicBezTo>
                    <a:pt x="28" y="38"/>
                    <a:pt x="28" y="53"/>
                    <a:pt x="28" y="54"/>
                  </a:cubicBezTo>
                  <a:cubicBezTo>
                    <a:pt x="28" y="57"/>
                    <a:pt x="24" y="58"/>
                    <a:pt x="23" y="59"/>
                  </a:cubicBezTo>
                  <a:cubicBezTo>
                    <a:pt x="22" y="61"/>
                    <a:pt x="16" y="59"/>
                    <a:pt x="13" y="59"/>
                  </a:cubicBezTo>
                  <a:cubicBezTo>
                    <a:pt x="9" y="59"/>
                    <a:pt x="10" y="56"/>
                    <a:pt x="8" y="54"/>
                  </a:cubicBezTo>
                  <a:cubicBezTo>
                    <a:pt x="7" y="51"/>
                    <a:pt x="4" y="54"/>
                    <a:pt x="4" y="56"/>
                  </a:cubicBezTo>
                  <a:cubicBezTo>
                    <a:pt x="4" y="57"/>
                    <a:pt x="2" y="57"/>
                    <a:pt x="0" y="57"/>
                  </a:cubicBezTo>
                  <a:cubicBezTo>
                    <a:pt x="3" y="61"/>
                    <a:pt x="5" y="66"/>
                    <a:pt x="7" y="70"/>
                  </a:cubicBezTo>
                  <a:cubicBezTo>
                    <a:pt x="8" y="76"/>
                    <a:pt x="13" y="82"/>
                    <a:pt x="14" y="86"/>
                  </a:cubicBezTo>
                  <a:cubicBezTo>
                    <a:pt x="15" y="89"/>
                    <a:pt x="17" y="93"/>
                    <a:pt x="14" y="93"/>
                  </a:cubicBezTo>
                  <a:cubicBezTo>
                    <a:pt x="12" y="94"/>
                    <a:pt x="12" y="96"/>
                    <a:pt x="14" y="100"/>
                  </a:cubicBezTo>
                  <a:cubicBezTo>
                    <a:pt x="17" y="104"/>
                    <a:pt x="15" y="106"/>
                    <a:pt x="17" y="107"/>
                  </a:cubicBezTo>
                  <a:cubicBezTo>
                    <a:pt x="19" y="107"/>
                    <a:pt x="19" y="109"/>
                    <a:pt x="20" y="109"/>
                  </a:cubicBezTo>
                  <a:cubicBezTo>
                    <a:pt x="22" y="109"/>
                    <a:pt x="23" y="111"/>
                    <a:pt x="25" y="112"/>
                  </a:cubicBezTo>
                  <a:cubicBezTo>
                    <a:pt x="26" y="114"/>
                    <a:pt x="28" y="114"/>
                    <a:pt x="30" y="112"/>
                  </a:cubicBezTo>
                  <a:cubicBezTo>
                    <a:pt x="31" y="110"/>
                    <a:pt x="35" y="109"/>
                    <a:pt x="39" y="109"/>
                  </a:cubicBezTo>
                  <a:cubicBezTo>
                    <a:pt x="43" y="109"/>
                    <a:pt x="43" y="107"/>
                    <a:pt x="47" y="106"/>
                  </a:cubicBezTo>
                  <a:cubicBezTo>
                    <a:pt x="51" y="105"/>
                    <a:pt x="56" y="105"/>
                    <a:pt x="59" y="106"/>
                  </a:cubicBezTo>
                  <a:cubicBezTo>
                    <a:pt x="63" y="107"/>
                    <a:pt x="65" y="106"/>
                    <a:pt x="67" y="105"/>
                  </a:cubicBezTo>
                  <a:cubicBezTo>
                    <a:pt x="68" y="104"/>
                    <a:pt x="72" y="107"/>
                    <a:pt x="72" y="104"/>
                  </a:cubicBezTo>
                  <a:cubicBezTo>
                    <a:pt x="72" y="101"/>
                    <a:pt x="75" y="102"/>
                    <a:pt x="79" y="102"/>
                  </a:cubicBezTo>
                  <a:cubicBezTo>
                    <a:pt x="82" y="102"/>
                    <a:pt x="89" y="97"/>
                    <a:pt x="95" y="91"/>
                  </a:cubicBezTo>
                  <a:cubicBezTo>
                    <a:pt x="101" y="86"/>
                    <a:pt x="111" y="74"/>
                    <a:pt x="114" y="68"/>
                  </a:cubicBezTo>
                  <a:cubicBezTo>
                    <a:pt x="118" y="62"/>
                    <a:pt x="123" y="58"/>
                    <a:pt x="126" y="55"/>
                  </a:cubicBezTo>
                  <a:cubicBezTo>
                    <a:pt x="128" y="53"/>
                    <a:pt x="129" y="47"/>
                    <a:pt x="130" y="42"/>
                  </a:cubicBezTo>
                  <a:cubicBezTo>
                    <a:pt x="127" y="42"/>
                    <a:pt x="124" y="42"/>
                    <a:pt x="124" y="42"/>
                  </a:cubicBezTo>
                  <a:close/>
                  <a:moveTo>
                    <a:pt x="99" y="69"/>
                  </a:moveTo>
                  <a:cubicBezTo>
                    <a:pt x="99" y="71"/>
                    <a:pt x="94" y="68"/>
                    <a:pt x="94" y="70"/>
                  </a:cubicBezTo>
                  <a:cubicBezTo>
                    <a:pt x="93" y="72"/>
                    <a:pt x="92" y="75"/>
                    <a:pt x="92" y="75"/>
                  </a:cubicBezTo>
                  <a:cubicBezTo>
                    <a:pt x="88" y="74"/>
                    <a:pt x="88" y="74"/>
                    <a:pt x="88" y="74"/>
                  </a:cubicBezTo>
                  <a:cubicBezTo>
                    <a:pt x="84" y="68"/>
                    <a:pt x="84" y="68"/>
                    <a:pt x="84" y="68"/>
                  </a:cubicBezTo>
                  <a:cubicBezTo>
                    <a:pt x="84" y="68"/>
                    <a:pt x="87" y="62"/>
                    <a:pt x="88" y="60"/>
                  </a:cubicBezTo>
                  <a:cubicBezTo>
                    <a:pt x="89" y="58"/>
                    <a:pt x="95" y="55"/>
                    <a:pt x="96" y="57"/>
                  </a:cubicBezTo>
                  <a:cubicBezTo>
                    <a:pt x="97" y="59"/>
                    <a:pt x="102" y="61"/>
                    <a:pt x="102" y="63"/>
                  </a:cubicBezTo>
                  <a:cubicBezTo>
                    <a:pt x="102" y="65"/>
                    <a:pt x="99" y="67"/>
                    <a:pt x="99" y="6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1">
              <a:extLst>
                <a:ext uri="{FF2B5EF4-FFF2-40B4-BE49-F238E27FC236}">
                  <a16:creationId xmlns:a16="http://schemas.microsoft.com/office/drawing/2014/main" id="{58E88E16-C075-4580-9501-B47F873A5F39}"/>
                </a:ext>
              </a:extLst>
            </p:cNvPr>
            <p:cNvSpPr>
              <a:spLocks/>
            </p:cNvSpPr>
            <p:nvPr/>
          </p:nvSpPr>
          <p:spPr bwMode="auto">
            <a:xfrm>
              <a:off x="4589463" y="3216275"/>
              <a:ext cx="236538" cy="250825"/>
            </a:xfrm>
            <a:custGeom>
              <a:avLst/>
              <a:gdLst>
                <a:gd name="T0" fmla="*/ 6 w 94"/>
                <a:gd name="T1" fmla="*/ 91 h 100"/>
                <a:gd name="T2" fmla="*/ 9 w 94"/>
                <a:gd name="T3" fmla="*/ 93 h 100"/>
                <a:gd name="T4" fmla="*/ 17 w 94"/>
                <a:gd name="T5" fmla="*/ 94 h 100"/>
                <a:gd name="T6" fmla="*/ 24 w 94"/>
                <a:gd name="T7" fmla="*/ 96 h 100"/>
                <a:gd name="T8" fmla="*/ 52 w 94"/>
                <a:gd name="T9" fmla="*/ 96 h 100"/>
                <a:gd name="T10" fmla="*/ 55 w 94"/>
                <a:gd name="T11" fmla="*/ 98 h 100"/>
                <a:gd name="T12" fmla="*/ 72 w 94"/>
                <a:gd name="T13" fmla="*/ 98 h 100"/>
                <a:gd name="T14" fmla="*/ 85 w 94"/>
                <a:gd name="T15" fmla="*/ 98 h 100"/>
                <a:gd name="T16" fmla="*/ 87 w 94"/>
                <a:gd name="T17" fmla="*/ 97 h 100"/>
                <a:gd name="T18" fmla="*/ 78 w 94"/>
                <a:gd name="T19" fmla="*/ 84 h 100"/>
                <a:gd name="T20" fmla="*/ 79 w 94"/>
                <a:gd name="T21" fmla="*/ 58 h 100"/>
                <a:gd name="T22" fmla="*/ 91 w 94"/>
                <a:gd name="T23" fmla="*/ 58 h 100"/>
                <a:gd name="T24" fmla="*/ 93 w 94"/>
                <a:gd name="T25" fmla="*/ 56 h 100"/>
                <a:gd name="T26" fmla="*/ 94 w 94"/>
                <a:gd name="T27" fmla="*/ 40 h 100"/>
                <a:gd name="T28" fmla="*/ 92 w 94"/>
                <a:gd name="T29" fmla="*/ 40 h 100"/>
                <a:gd name="T30" fmla="*/ 85 w 94"/>
                <a:gd name="T31" fmla="*/ 41 h 100"/>
                <a:gd name="T32" fmla="*/ 81 w 94"/>
                <a:gd name="T33" fmla="*/ 43 h 100"/>
                <a:gd name="T34" fmla="*/ 81 w 94"/>
                <a:gd name="T35" fmla="*/ 36 h 100"/>
                <a:gd name="T36" fmla="*/ 77 w 94"/>
                <a:gd name="T37" fmla="*/ 30 h 100"/>
                <a:gd name="T38" fmla="*/ 78 w 94"/>
                <a:gd name="T39" fmla="*/ 19 h 100"/>
                <a:gd name="T40" fmla="*/ 76 w 94"/>
                <a:gd name="T41" fmla="*/ 12 h 100"/>
                <a:gd name="T42" fmla="*/ 71 w 94"/>
                <a:gd name="T43" fmla="*/ 11 h 100"/>
                <a:gd name="T44" fmla="*/ 67 w 94"/>
                <a:gd name="T45" fmla="*/ 9 h 100"/>
                <a:gd name="T46" fmla="*/ 61 w 94"/>
                <a:gd name="T47" fmla="*/ 9 h 100"/>
                <a:gd name="T48" fmla="*/ 58 w 94"/>
                <a:gd name="T49" fmla="*/ 16 h 100"/>
                <a:gd name="T50" fmla="*/ 48 w 94"/>
                <a:gd name="T51" fmla="*/ 18 h 100"/>
                <a:gd name="T52" fmla="*/ 41 w 94"/>
                <a:gd name="T53" fmla="*/ 13 h 100"/>
                <a:gd name="T54" fmla="*/ 38 w 94"/>
                <a:gd name="T55" fmla="*/ 7 h 100"/>
                <a:gd name="T56" fmla="*/ 37 w 94"/>
                <a:gd name="T57" fmla="*/ 0 h 100"/>
                <a:gd name="T58" fmla="*/ 11 w 94"/>
                <a:gd name="T59" fmla="*/ 0 h 100"/>
                <a:gd name="T60" fmla="*/ 6 w 94"/>
                <a:gd name="T61" fmla="*/ 3 h 100"/>
                <a:gd name="T62" fmla="*/ 13 w 94"/>
                <a:gd name="T63" fmla="*/ 19 h 100"/>
                <a:gd name="T64" fmla="*/ 12 w 94"/>
                <a:gd name="T65" fmla="*/ 28 h 100"/>
                <a:gd name="T66" fmla="*/ 17 w 94"/>
                <a:gd name="T67" fmla="*/ 45 h 100"/>
                <a:gd name="T68" fmla="*/ 11 w 94"/>
                <a:gd name="T69" fmla="*/ 56 h 100"/>
                <a:gd name="T70" fmla="*/ 5 w 94"/>
                <a:gd name="T71" fmla="*/ 72 h 100"/>
                <a:gd name="T72" fmla="*/ 1 w 94"/>
                <a:gd name="T73" fmla="*/ 83 h 100"/>
                <a:gd name="T74" fmla="*/ 0 w 94"/>
                <a:gd name="T75" fmla="*/ 94 h 100"/>
                <a:gd name="T76" fmla="*/ 0 w 94"/>
                <a:gd name="T77" fmla="*/ 94 h 100"/>
                <a:gd name="T78" fmla="*/ 3 w 94"/>
                <a:gd name="T79" fmla="*/ 94 h 100"/>
                <a:gd name="T80" fmla="*/ 6 w 94"/>
                <a:gd name="T81" fmla="*/ 9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4" h="100">
                  <a:moveTo>
                    <a:pt x="6" y="91"/>
                  </a:moveTo>
                  <a:cubicBezTo>
                    <a:pt x="8" y="91"/>
                    <a:pt x="6" y="94"/>
                    <a:pt x="9" y="93"/>
                  </a:cubicBezTo>
                  <a:cubicBezTo>
                    <a:pt x="12" y="92"/>
                    <a:pt x="14" y="92"/>
                    <a:pt x="17" y="94"/>
                  </a:cubicBezTo>
                  <a:cubicBezTo>
                    <a:pt x="19" y="95"/>
                    <a:pt x="21" y="96"/>
                    <a:pt x="24" y="96"/>
                  </a:cubicBezTo>
                  <a:cubicBezTo>
                    <a:pt x="27" y="96"/>
                    <a:pt x="52" y="96"/>
                    <a:pt x="52" y="96"/>
                  </a:cubicBezTo>
                  <a:cubicBezTo>
                    <a:pt x="55" y="98"/>
                    <a:pt x="55" y="98"/>
                    <a:pt x="55" y="98"/>
                  </a:cubicBezTo>
                  <a:cubicBezTo>
                    <a:pt x="55" y="98"/>
                    <a:pt x="70" y="97"/>
                    <a:pt x="72" y="98"/>
                  </a:cubicBezTo>
                  <a:cubicBezTo>
                    <a:pt x="75" y="100"/>
                    <a:pt x="82" y="98"/>
                    <a:pt x="85" y="98"/>
                  </a:cubicBezTo>
                  <a:cubicBezTo>
                    <a:pt x="85" y="97"/>
                    <a:pt x="86" y="97"/>
                    <a:pt x="87" y="97"/>
                  </a:cubicBezTo>
                  <a:cubicBezTo>
                    <a:pt x="78" y="84"/>
                    <a:pt x="78" y="84"/>
                    <a:pt x="78" y="84"/>
                  </a:cubicBezTo>
                  <a:cubicBezTo>
                    <a:pt x="79" y="58"/>
                    <a:pt x="79" y="58"/>
                    <a:pt x="79" y="58"/>
                  </a:cubicBezTo>
                  <a:cubicBezTo>
                    <a:pt x="91" y="58"/>
                    <a:pt x="91" y="58"/>
                    <a:pt x="91" y="58"/>
                  </a:cubicBezTo>
                  <a:cubicBezTo>
                    <a:pt x="93" y="56"/>
                    <a:pt x="93" y="56"/>
                    <a:pt x="93" y="56"/>
                  </a:cubicBezTo>
                  <a:cubicBezTo>
                    <a:pt x="94" y="40"/>
                    <a:pt x="94" y="40"/>
                    <a:pt x="94" y="40"/>
                  </a:cubicBezTo>
                  <a:cubicBezTo>
                    <a:pt x="94" y="40"/>
                    <a:pt x="93" y="40"/>
                    <a:pt x="92" y="40"/>
                  </a:cubicBezTo>
                  <a:cubicBezTo>
                    <a:pt x="90" y="41"/>
                    <a:pt x="87" y="41"/>
                    <a:pt x="85" y="41"/>
                  </a:cubicBezTo>
                  <a:cubicBezTo>
                    <a:pt x="82" y="41"/>
                    <a:pt x="82" y="43"/>
                    <a:pt x="81" y="43"/>
                  </a:cubicBezTo>
                  <a:cubicBezTo>
                    <a:pt x="79" y="42"/>
                    <a:pt x="80" y="38"/>
                    <a:pt x="81" y="36"/>
                  </a:cubicBezTo>
                  <a:cubicBezTo>
                    <a:pt x="81" y="35"/>
                    <a:pt x="79" y="31"/>
                    <a:pt x="77" y="30"/>
                  </a:cubicBezTo>
                  <a:cubicBezTo>
                    <a:pt x="75" y="29"/>
                    <a:pt x="79" y="20"/>
                    <a:pt x="78" y="19"/>
                  </a:cubicBezTo>
                  <a:cubicBezTo>
                    <a:pt x="77" y="18"/>
                    <a:pt x="76" y="15"/>
                    <a:pt x="76" y="12"/>
                  </a:cubicBezTo>
                  <a:cubicBezTo>
                    <a:pt x="76" y="10"/>
                    <a:pt x="75" y="11"/>
                    <a:pt x="71" y="11"/>
                  </a:cubicBezTo>
                  <a:cubicBezTo>
                    <a:pt x="67" y="11"/>
                    <a:pt x="67" y="9"/>
                    <a:pt x="67" y="9"/>
                  </a:cubicBezTo>
                  <a:cubicBezTo>
                    <a:pt x="67" y="9"/>
                    <a:pt x="63" y="8"/>
                    <a:pt x="61" y="9"/>
                  </a:cubicBezTo>
                  <a:cubicBezTo>
                    <a:pt x="59" y="10"/>
                    <a:pt x="59" y="17"/>
                    <a:pt x="58" y="16"/>
                  </a:cubicBezTo>
                  <a:cubicBezTo>
                    <a:pt x="56" y="16"/>
                    <a:pt x="52" y="17"/>
                    <a:pt x="48" y="18"/>
                  </a:cubicBezTo>
                  <a:cubicBezTo>
                    <a:pt x="45" y="19"/>
                    <a:pt x="43" y="17"/>
                    <a:pt x="41" y="13"/>
                  </a:cubicBezTo>
                  <a:cubicBezTo>
                    <a:pt x="40" y="9"/>
                    <a:pt x="38" y="10"/>
                    <a:pt x="38" y="7"/>
                  </a:cubicBezTo>
                  <a:cubicBezTo>
                    <a:pt x="39" y="4"/>
                    <a:pt x="37" y="0"/>
                    <a:pt x="37" y="0"/>
                  </a:cubicBezTo>
                  <a:cubicBezTo>
                    <a:pt x="37" y="0"/>
                    <a:pt x="13" y="0"/>
                    <a:pt x="11" y="0"/>
                  </a:cubicBezTo>
                  <a:cubicBezTo>
                    <a:pt x="10" y="0"/>
                    <a:pt x="8" y="1"/>
                    <a:pt x="6" y="3"/>
                  </a:cubicBezTo>
                  <a:cubicBezTo>
                    <a:pt x="8" y="8"/>
                    <a:pt x="12" y="17"/>
                    <a:pt x="13" y="19"/>
                  </a:cubicBezTo>
                  <a:cubicBezTo>
                    <a:pt x="14" y="22"/>
                    <a:pt x="12" y="24"/>
                    <a:pt x="12" y="28"/>
                  </a:cubicBezTo>
                  <a:cubicBezTo>
                    <a:pt x="12" y="32"/>
                    <a:pt x="16" y="40"/>
                    <a:pt x="17" y="45"/>
                  </a:cubicBezTo>
                  <a:cubicBezTo>
                    <a:pt x="17" y="50"/>
                    <a:pt x="14" y="53"/>
                    <a:pt x="11" y="56"/>
                  </a:cubicBezTo>
                  <a:cubicBezTo>
                    <a:pt x="8" y="60"/>
                    <a:pt x="5" y="67"/>
                    <a:pt x="5" y="72"/>
                  </a:cubicBezTo>
                  <a:cubicBezTo>
                    <a:pt x="5" y="76"/>
                    <a:pt x="1" y="81"/>
                    <a:pt x="1" y="83"/>
                  </a:cubicBezTo>
                  <a:cubicBezTo>
                    <a:pt x="1" y="85"/>
                    <a:pt x="1" y="91"/>
                    <a:pt x="0" y="94"/>
                  </a:cubicBezTo>
                  <a:cubicBezTo>
                    <a:pt x="0" y="94"/>
                    <a:pt x="0" y="94"/>
                    <a:pt x="0" y="94"/>
                  </a:cubicBezTo>
                  <a:cubicBezTo>
                    <a:pt x="3" y="94"/>
                    <a:pt x="3" y="94"/>
                    <a:pt x="3" y="94"/>
                  </a:cubicBezTo>
                  <a:cubicBezTo>
                    <a:pt x="3" y="94"/>
                    <a:pt x="4" y="91"/>
                    <a:pt x="6" y="9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12">
              <a:extLst>
                <a:ext uri="{FF2B5EF4-FFF2-40B4-BE49-F238E27FC236}">
                  <a16:creationId xmlns:a16="http://schemas.microsoft.com/office/drawing/2014/main" id="{A6FD4EB9-53AC-461A-9538-1BD502C30A1B}"/>
                </a:ext>
              </a:extLst>
            </p:cNvPr>
            <p:cNvSpPr>
              <a:spLocks/>
            </p:cNvSpPr>
            <p:nvPr/>
          </p:nvSpPr>
          <p:spPr bwMode="auto">
            <a:xfrm>
              <a:off x="4786313" y="3263900"/>
              <a:ext cx="230188" cy="203200"/>
            </a:xfrm>
            <a:custGeom>
              <a:avLst/>
              <a:gdLst>
                <a:gd name="T0" fmla="*/ 71 w 92"/>
                <a:gd name="T1" fmla="*/ 3 h 81"/>
                <a:gd name="T2" fmla="*/ 65 w 92"/>
                <a:gd name="T3" fmla="*/ 0 h 81"/>
                <a:gd name="T4" fmla="*/ 55 w 92"/>
                <a:gd name="T5" fmla="*/ 1 h 81"/>
                <a:gd name="T6" fmla="*/ 53 w 92"/>
                <a:gd name="T7" fmla="*/ 6 h 81"/>
                <a:gd name="T8" fmla="*/ 52 w 92"/>
                <a:gd name="T9" fmla="*/ 11 h 81"/>
                <a:gd name="T10" fmla="*/ 52 w 92"/>
                <a:gd name="T11" fmla="*/ 20 h 81"/>
                <a:gd name="T12" fmla="*/ 50 w 92"/>
                <a:gd name="T13" fmla="*/ 27 h 81"/>
                <a:gd name="T14" fmla="*/ 55 w 92"/>
                <a:gd name="T15" fmla="*/ 33 h 81"/>
                <a:gd name="T16" fmla="*/ 61 w 92"/>
                <a:gd name="T17" fmla="*/ 32 h 81"/>
                <a:gd name="T18" fmla="*/ 62 w 92"/>
                <a:gd name="T19" fmla="*/ 37 h 81"/>
                <a:gd name="T20" fmla="*/ 60 w 92"/>
                <a:gd name="T21" fmla="*/ 41 h 81"/>
                <a:gd name="T22" fmla="*/ 55 w 92"/>
                <a:gd name="T23" fmla="*/ 41 h 81"/>
                <a:gd name="T24" fmla="*/ 52 w 92"/>
                <a:gd name="T25" fmla="*/ 34 h 81"/>
                <a:gd name="T26" fmla="*/ 45 w 92"/>
                <a:gd name="T27" fmla="*/ 33 h 81"/>
                <a:gd name="T28" fmla="*/ 41 w 92"/>
                <a:gd name="T29" fmla="*/ 28 h 81"/>
                <a:gd name="T30" fmla="*/ 38 w 92"/>
                <a:gd name="T31" fmla="*/ 30 h 81"/>
                <a:gd name="T32" fmla="*/ 35 w 92"/>
                <a:gd name="T33" fmla="*/ 31 h 81"/>
                <a:gd name="T34" fmla="*/ 28 w 92"/>
                <a:gd name="T35" fmla="*/ 28 h 81"/>
                <a:gd name="T36" fmla="*/ 26 w 92"/>
                <a:gd name="T37" fmla="*/ 25 h 81"/>
                <a:gd name="T38" fmla="*/ 21 w 92"/>
                <a:gd name="T39" fmla="*/ 25 h 81"/>
                <a:gd name="T40" fmla="*/ 18 w 92"/>
                <a:gd name="T41" fmla="*/ 23 h 81"/>
                <a:gd name="T42" fmla="*/ 16 w 92"/>
                <a:gd name="T43" fmla="*/ 21 h 81"/>
                <a:gd name="T44" fmla="*/ 15 w 92"/>
                <a:gd name="T45" fmla="*/ 37 h 81"/>
                <a:gd name="T46" fmla="*/ 13 w 92"/>
                <a:gd name="T47" fmla="*/ 39 h 81"/>
                <a:gd name="T48" fmla="*/ 1 w 92"/>
                <a:gd name="T49" fmla="*/ 39 h 81"/>
                <a:gd name="T50" fmla="*/ 0 w 92"/>
                <a:gd name="T51" fmla="*/ 65 h 81"/>
                <a:gd name="T52" fmla="*/ 9 w 92"/>
                <a:gd name="T53" fmla="*/ 78 h 81"/>
                <a:gd name="T54" fmla="*/ 24 w 92"/>
                <a:gd name="T55" fmla="*/ 77 h 81"/>
                <a:gd name="T56" fmla="*/ 24 w 92"/>
                <a:gd name="T57" fmla="*/ 79 h 81"/>
                <a:gd name="T58" fmla="*/ 28 w 92"/>
                <a:gd name="T59" fmla="*/ 79 h 81"/>
                <a:gd name="T60" fmla="*/ 39 w 92"/>
                <a:gd name="T61" fmla="*/ 80 h 81"/>
                <a:gd name="T62" fmla="*/ 47 w 92"/>
                <a:gd name="T63" fmla="*/ 71 h 81"/>
                <a:gd name="T64" fmla="*/ 54 w 92"/>
                <a:gd name="T65" fmla="*/ 65 h 81"/>
                <a:gd name="T66" fmla="*/ 59 w 92"/>
                <a:gd name="T67" fmla="*/ 61 h 81"/>
                <a:gd name="T68" fmla="*/ 66 w 92"/>
                <a:gd name="T69" fmla="*/ 61 h 81"/>
                <a:gd name="T70" fmla="*/ 66 w 92"/>
                <a:gd name="T71" fmla="*/ 61 h 81"/>
                <a:gd name="T72" fmla="*/ 65 w 92"/>
                <a:gd name="T73" fmla="*/ 55 h 81"/>
                <a:gd name="T74" fmla="*/ 87 w 92"/>
                <a:gd name="T75" fmla="*/ 47 h 81"/>
                <a:gd name="T76" fmla="*/ 85 w 92"/>
                <a:gd name="T77" fmla="*/ 44 h 81"/>
                <a:gd name="T78" fmla="*/ 87 w 92"/>
                <a:gd name="T79" fmla="*/ 36 h 81"/>
                <a:gd name="T80" fmla="*/ 90 w 92"/>
                <a:gd name="T81" fmla="*/ 34 h 81"/>
                <a:gd name="T82" fmla="*/ 89 w 92"/>
                <a:gd name="T83" fmla="*/ 21 h 81"/>
                <a:gd name="T84" fmla="*/ 92 w 92"/>
                <a:gd name="T85" fmla="*/ 19 h 81"/>
                <a:gd name="T86" fmla="*/ 89 w 92"/>
                <a:gd name="T87" fmla="*/ 10 h 81"/>
                <a:gd name="T88" fmla="*/ 78 w 92"/>
                <a:gd name="T89" fmla="*/ 6 h 81"/>
                <a:gd name="T90" fmla="*/ 71 w 92"/>
                <a:gd name="T91" fmla="*/ 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2" h="81">
                  <a:moveTo>
                    <a:pt x="71" y="3"/>
                  </a:moveTo>
                  <a:cubicBezTo>
                    <a:pt x="70" y="3"/>
                    <a:pt x="67" y="1"/>
                    <a:pt x="65" y="0"/>
                  </a:cubicBezTo>
                  <a:cubicBezTo>
                    <a:pt x="64" y="1"/>
                    <a:pt x="58" y="1"/>
                    <a:pt x="55" y="1"/>
                  </a:cubicBezTo>
                  <a:cubicBezTo>
                    <a:pt x="53" y="1"/>
                    <a:pt x="55" y="5"/>
                    <a:pt x="53" y="6"/>
                  </a:cubicBezTo>
                  <a:cubicBezTo>
                    <a:pt x="52" y="8"/>
                    <a:pt x="51" y="10"/>
                    <a:pt x="52" y="11"/>
                  </a:cubicBezTo>
                  <a:cubicBezTo>
                    <a:pt x="54" y="11"/>
                    <a:pt x="52" y="17"/>
                    <a:pt x="52" y="20"/>
                  </a:cubicBezTo>
                  <a:cubicBezTo>
                    <a:pt x="52" y="22"/>
                    <a:pt x="49" y="26"/>
                    <a:pt x="50" y="27"/>
                  </a:cubicBezTo>
                  <a:cubicBezTo>
                    <a:pt x="51" y="28"/>
                    <a:pt x="53" y="33"/>
                    <a:pt x="55" y="33"/>
                  </a:cubicBezTo>
                  <a:cubicBezTo>
                    <a:pt x="58" y="34"/>
                    <a:pt x="60" y="32"/>
                    <a:pt x="61" y="32"/>
                  </a:cubicBezTo>
                  <a:cubicBezTo>
                    <a:pt x="62" y="32"/>
                    <a:pt x="62" y="35"/>
                    <a:pt x="62" y="37"/>
                  </a:cubicBezTo>
                  <a:cubicBezTo>
                    <a:pt x="62" y="40"/>
                    <a:pt x="60" y="41"/>
                    <a:pt x="60" y="41"/>
                  </a:cubicBezTo>
                  <a:cubicBezTo>
                    <a:pt x="60" y="41"/>
                    <a:pt x="57" y="42"/>
                    <a:pt x="55" y="41"/>
                  </a:cubicBezTo>
                  <a:cubicBezTo>
                    <a:pt x="53" y="40"/>
                    <a:pt x="52" y="36"/>
                    <a:pt x="52" y="34"/>
                  </a:cubicBezTo>
                  <a:cubicBezTo>
                    <a:pt x="52" y="33"/>
                    <a:pt x="47" y="33"/>
                    <a:pt x="45" y="33"/>
                  </a:cubicBezTo>
                  <a:cubicBezTo>
                    <a:pt x="44" y="33"/>
                    <a:pt x="42" y="30"/>
                    <a:pt x="41" y="28"/>
                  </a:cubicBezTo>
                  <a:cubicBezTo>
                    <a:pt x="40" y="27"/>
                    <a:pt x="38" y="28"/>
                    <a:pt x="38" y="30"/>
                  </a:cubicBezTo>
                  <a:cubicBezTo>
                    <a:pt x="38" y="31"/>
                    <a:pt x="37" y="31"/>
                    <a:pt x="35" y="31"/>
                  </a:cubicBezTo>
                  <a:cubicBezTo>
                    <a:pt x="33" y="31"/>
                    <a:pt x="29" y="28"/>
                    <a:pt x="28" y="28"/>
                  </a:cubicBezTo>
                  <a:cubicBezTo>
                    <a:pt x="27" y="29"/>
                    <a:pt x="25" y="26"/>
                    <a:pt x="26" y="25"/>
                  </a:cubicBezTo>
                  <a:cubicBezTo>
                    <a:pt x="26" y="23"/>
                    <a:pt x="22" y="24"/>
                    <a:pt x="21" y="25"/>
                  </a:cubicBezTo>
                  <a:cubicBezTo>
                    <a:pt x="19" y="26"/>
                    <a:pt x="18" y="23"/>
                    <a:pt x="18" y="23"/>
                  </a:cubicBezTo>
                  <a:cubicBezTo>
                    <a:pt x="18" y="23"/>
                    <a:pt x="18" y="22"/>
                    <a:pt x="16" y="21"/>
                  </a:cubicBezTo>
                  <a:cubicBezTo>
                    <a:pt x="15" y="37"/>
                    <a:pt x="15" y="37"/>
                    <a:pt x="15" y="37"/>
                  </a:cubicBezTo>
                  <a:cubicBezTo>
                    <a:pt x="13" y="39"/>
                    <a:pt x="13" y="39"/>
                    <a:pt x="13" y="39"/>
                  </a:cubicBezTo>
                  <a:cubicBezTo>
                    <a:pt x="1" y="39"/>
                    <a:pt x="1" y="39"/>
                    <a:pt x="1" y="39"/>
                  </a:cubicBezTo>
                  <a:cubicBezTo>
                    <a:pt x="0" y="65"/>
                    <a:pt x="0" y="65"/>
                    <a:pt x="0" y="65"/>
                  </a:cubicBezTo>
                  <a:cubicBezTo>
                    <a:pt x="9" y="78"/>
                    <a:pt x="9" y="78"/>
                    <a:pt x="9" y="78"/>
                  </a:cubicBezTo>
                  <a:cubicBezTo>
                    <a:pt x="14" y="77"/>
                    <a:pt x="24" y="76"/>
                    <a:pt x="24" y="77"/>
                  </a:cubicBezTo>
                  <a:cubicBezTo>
                    <a:pt x="24" y="78"/>
                    <a:pt x="24" y="78"/>
                    <a:pt x="24" y="79"/>
                  </a:cubicBezTo>
                  <a:cubicBezTo>
                    <a:pt x="26" y="79"/>
                    <a:pt x="28" y="78"/>
                    <a:pt x="28" y="79"/>
                  </a:cubicBezTo>
                  <a:cubicBezTo>
                    <a:pt x="30" y="79"/>
                    <a:pt x="37" y="81"/>
                    <a:pt x="39" y="80"/>
                  </a:cubicBezTo>
                  <a:cubicBezTo>
                    <a:pt x="40" y="79"/>
                    <a:pt x="44" y="72"/>
                    <a:pt x="47" y="71"/>
                  </a:cubicBezTo>
                  <a:cubicBezTo>
                    <a:pt x="50" y="70"/>
                    <a:pt x="54" y="67"/>
                    <a:pt x="54" y="65"/>
                  </a:cubicBezTo>
                  <a:cubicBezTo>
                    <a:pt x="54" y="64"/>
                    <a:pt x="54" y="63"/>
                    <a:pt x="59" y="61"/>
                  </a:cubicBezTo>
                  <a:cubicBezTo>
                    <a:pt x="66" y="61"/>
                    <a:pt x="66" y="61"/>
                    <a:pt x="66" y="61"/>
                  </a:cubicBezTo>
                  <a:cubicBezTo>
                    <a:pt x="66" y="61"/>
                    <a:pt x="66" y="61"/>
                    <a:pt x="66" y="61"/>
                  </a:cubicBezTo>
                  <a:cubicBezTo>
                    <a:pt x="65" y="55"/>
                    <a:pt x="65" y="55"/>
                    <a:pt x="65" y="55"/>
                  </a:cubicBezTo>
                  <a:cubicBezTo>
                    <a:pt x="65" y="55"/>
                    <a:pt x="86" y="47"/>
                    <a:pt x="87" y="47"/>
                  </a:cubicBezTo>
                  <a:cubicBezTo>
                    <a:pt x="86" y="45"/>
                    <a:pt x="85" y="44"/>
                    <a:pt x="85" y="44"/>
                  </a:cubicBezTo>
                  <a:cubicBezTo>
                    <a:pt x="86" y="43"/>
                    <a:pt x="87" y="37"/>
                    <a:pt x="87" y="36"/>
                  </a:cubicBezTo>
                  <a:cubicBezTo>
                    <a:pt x="87" y="34"/>
                    <a:pt x="92" y="35"/>
                    <a:pt x="90" y="34"/>
                  </a:cubicBezTo>
                  <a:cubicBezTo>
                    <a:pt x="88" y="32"/>
                    <a:pt x="89" y="23"/>
                    <a:pt x="89" y="21"/>
                  </a:cubicBezTo>
                  <a:cubicBezTo>
                    <a:pt x="90" y="19"/>
                    <a:pt x="92" y="21"/>
                    <a:pt x="92" y="19"/>
                  </a:cubicBezTo>
                  <a:cubicBezTo>
                    <a:pt x="92" y="17"/>
                    <a:pt x="90" y="12"/>
                    <a:pt x="89" y="10"/>
                  </a:cubicBezTo>
                  <a:cubicBezTo>
                    <a:pt x="88" y="9"/>
                    <a:pt x="80" y="6"/>
                    <a:pt x="78" y="6"/>
                  </a:cubicBezTo>
                  <a:cubicBezTo>
                    <a:pt x="76" y="5"/>
                    <a:pt x="73" y="3"/>
                    <a:pt x="71" y="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13">
              <a:extLst>
                <a:ext uri="{FF2B5EF4-FFF2-40B4-BE49-F238E27FC236}">
                  <a16:creationId xmlns:a16="http://schemas.microsoft.com/office/drawing/2014/main" id="{820E9329-28FC-49BE-8208-F079B733968B}"/>
                </a:ext>
              </a:extLst>
            </p:cNvPr>
            <p:cNvSpPr>
              <a:spLocks/>
            </p:cNvSpPr>
            <p:nvPr/>
          </p:nvSpPr>
          <p:spPr bwMode="auto">
            <a:xfrm>
              <a:off x="4924426" y="3117850"/>
              <a:ext cx="39688" cy="34925"/>
            </a:xfrm>
            <a:custGeom>
              <a:avLst/>
              <a:gdLst>
                <a:gd name="T0" fmla="*/ 13 w 16"/>
                <a:gd name="T1" fmla="*/ 0 h 14"/>
                <a:gd name="T2" fmla="*/ 8 w 16"/>
                <a:gd name="T3" fmla="*/ 1 h 14"/>
                <a:gd name="T4" fmla="*/ 4 w 16"/>
                <a:gd name="T5" fmla="*/ 2 h 14"/>
                <a:gd name="T6" fmla="*/ 3 w 16"/>
                <a:gd name="T7" fmla="*/ 3 h 14"/>
                <a:gd name="T8" fmla="*/ 2 w 16"/>
                <a:gd name="T9" fmla="*/ 8 h 14"/>
                <a:gd name="T10" fmla="*/ 0 w 16"/>
                <a:gd name="T11" fmla="*/ 10 h 14"/>
                <a:gd name="T12" fmla="*/ 1 w 16"/>
                <a:gd name="T13" fmla="*/ 12 h 14"/>
                <a:gd name="T14" fmla="*/ 4 w 16"/>
                <a:gd name="T15" fmla="*/ 13 h 14"/>
                <a:gd name="T16" fmla="*/ 8 w 16"/>
                <a:gd name="T17" fmla="*/ 10 h 14"/>
                <a:gd name="T18" fmla="*/ 15 w 16"/>
                <a:gd name="T19" fmla="*/ 9 h 14"/>
                <a:gd name="T20" fmla="*/ 14 w 16"/>
                <a:gd name="T21" fmla="*/ 3 h 14"/>
                <a:gd name="T22" fmla="*/ 13 w 16"/>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4">
                  <a:moveTo>
                    <a:pt x="13" y="0"/>
                  </a:moveTo>
                  <a:cubicBezTo>
                    <a:pt x="11" y="0"/>
                    <a:pt x="9" y="1"/>
                    <a:pt x="8" y="1"/>
                  </a:cubicBezTo>
                  <a:cubicBezTo>
                    <a:pt x="7" y="2"/>
                    <a:pt x="6" y="2"/>
                    <a:pt x="4" y="2"/>
                  </a:cubicBezTo>
                  <a:cubicBezTo>
                    <a:pt x="4" y="2"/>
                    <a:pt x="4" y="3"/>
                    <a:pt x="3" y="3"/>
                  </a:cubicBezTo>
                  <a:cubicBezTo>
                    <a:pt x="1" y="3"/>
                    <a:pt x="2" y="8"/>
                    <a:pt x="2" y="8"/>
                  </a:cubicBezTo>
                  <a:cubicBezTo>
                    <a:pt x="2" y="8"/>
                    <a:pt x="0" y="8"/>
                    <a:pt x="0" y="10"/>
                  </a:cubicBezTo>
                  <a:cubicBezTo>
                    <a:pt x="0" y="12"/>
                    <a:pt x="1" y="12"/>
                    <a:pt x="1" y="12"/>
                  </a:cubicBezTo>
                  <a:cubicBezTo>
                    <a:pt x="2" y="13"/>
                    <a:pt x="3" y="13"/>
                    <a:pt x="4" y="13"/>
                  </a:cubicBezTo>
                  <a:cubicBezTo>
                    <a:pt x="9" y="14"/>
                    <a:pt x="8" y="10"/>
                    <a:pt x="8" y="10"/>
                  </a:cubicBezTo>
                  <a:cubicBezTo>
                    <a:pt x="8" y="10"/>
                    <a:pt x="15" y="11"/>
                    <a:pt x="15" y="9"/>
                  </a:cubicBezTo>
                  <a:cubicBezTo>
                    <a:pt x="16" y="7"/>
                    <a:pt x="14" y="3"/>
                    <a:pt x="14" y="3"/>
                  </a:cubicBezTo>
                  <a:lnTo>
                    <a:pt x="13" y="0"/>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4">
              <a:extLst>
                <a:ext uri="{FF2B5EF4-FFF2-40B4-BE49-F238E27FC236}">
                  <a16:creationId xmlns:a16="http://schemas.microsoft.com/office/drawing/2014/main" id="{112B96B1-5C13-47AB-93BB-356F62EDBEF5}"/>
                </a:ext>
              </a:extLst>
            </p:cNvPr>
            <p:cNvSpPr>
              <a:spLocks/>
            </p:cNvSpPr>
            <p:nvPr/>
          </p:nvSpPr>
          <p:spPr bwMode="auto">
            <a:xfrm>
              <a:off x="5167313" y="2846388"/>
              <a:ext cx="209550" cy="280988"/>
            </a:xfrm>
            <a:custGeom>
              <a:avLst/>
              <a:gdLst>
                <a:gd name="T0" fmla="*/ 19 w 83"/>
                <a:gd name="T1" fmla="*/ 21 h 112"/>
                <a:gd name="T2" fmla="*/ 24 w 83"/>
                <a:gd name="T3" fmla="*/ 26 h 112"/>
                <a:gd name="T4" fmla="*/ 41 w 83"/>
                <a:gd name="T5" fmla="*/ 31 h 112"/>
                <a:gd name="T6" fmla="*/ 52 w 83"/>
                <a:gd name="T7" fmla="*/ 34 h 112"/>
                <a:gd name="T8" fmla="*/ 55 w 83"/>
                <a:gd name="T9" fmla="*/ 36 h 112"/>
                <a:gd name="T10" fmla="*/ 33 w 83"/>
                <a:gd name="T11" fmla="*/ 57 h 112"/>
                <a:gd name="T12" fmla="*/ 24 w 83"/>
                <a:gd name="T13" fmla="*/ 59 h 112"/>
                <a:gd name="T14" fmla="*/ 14 w 83"/>
                <a:gd name="T15" fmla="*/ 64 h 112"/>
                <a:gd name="T16" fmla="*/ 7 w 83"/>
                <a:gd name="T17" fmla="*/ 65 h 112"/>
                <a:gd name="T18" fmla="*/ 3 w 83"/>
                <a:gd name="T19" fmla="*/ 71 h 112"/>
                <a:gd name="T20" fmla="*/ 0 w 83"/>
                <a:gd name="T21" fmla="*/ 77 h 112"/>
                <a:gd name="T22" fmla="*/ 0 w 83"/>
                <a:gd name="T23" fmla="*/ 106 h 112"/>
                <a:gd name="T24" fmla="*/ 4 w 83"/>
                <a:gd name="T25" fmla="*/ 112 h 112"/>
                <a:gd name="T26" fmla="*/ 22 w 83"/>
                <a:gd name="T27" fmla="*/ 93 h 112"/>
                <a:gd name="T28" fmla="*/ 36 w 83"/>
                <a:gd name="T29" fmla="*/ 82 h 112"/>
                <a:gd name="T30" fmla="*/ 56 w 83"/>
                <a:gd name="T31" fmla="*/ 63 h 112"/>
                <a:gd name="T32" fmla="*/ 65 w 83"/>
                <a:gd name="T33" fmla="*/ 48 h 112"/>
                <a:gd name="T34" fmla="*/ 72 w 83"/>
                <a:gd name="T35" fmla="*/ 35 h 112"/>
                <a:gd name="T36" fmla="*/ 80 w 83"/>
                <a:gd name="T37" fmla="*/ 19 h 112"/>
                <a:gd name="T38" fmla="*/ 83 w 83"/>
                <a:gd name="T39" fmla="*/ 5 h 112"/>
                <a:gd name="T40" fmla="*/ 77 w 83"/>
                <a:gd name="T41" fmla="*/ 3 h 112"/>
                <a:gd name="T42" fmla="*/ 59 w 83"/>
                <a:gd name="T43" fmla="*/ 7 h 112"/>
                <a:gd name="T44" fmla="*/ 47 w 83"/>
                <a:gd name="T45" fmla="*/ 10 h 112"/>
                <a:gd name="T46" fmla="*/ 36 w 83"/>
                <a:gd name="T47" fmla="*/ 12 h 112"/>
                <a:gd name="T48" fmla="*/ 23 w 83"/>
                <a:gd name="T49" fmla="*/ 11 h 112"/>
                <a:gd name="T50" fmla="*/ 19 w 83"/>
                <a:gd name="T51" fmla="*/ 7 h 112"/>
                <a:gd name="T52" fmla="*/ 14 w 83"/>
                <a:gd name="T53" fmla="*/ 14 h 112"/>
                <a:gd name="T54" fmla="*/ 19 w 83"/>
                <a:gd name="T55" fmla="*/ 2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 h="112">
                  <a:moveTo>
                    <a:pt x="19" y="21"/>
                  </a:moveTo>
                  <a:cubicBezTo>
                    <a:pt x="20" y="22"/>
                    <a:pt x="23" y="25"/>
                    <a:pt x="24" y="26"/>
                  </a:cubicBezTo>
                  <a:cubicBezTo>
                    <a:pt x="26" y="26"/>
                    <a:pt x="35" y="29"/>
                    <a:pt x="41" y="31"/>
                  </a:cubicBezTo>
                  <a:cubicBezTo>
                    <a:pt x="46" y="34"/>
                    <a:pt x="50" y="34"/>
                    <a:pt x="52" y="34"/>
                  </a:cubicBezTo>
                  <a:cubicBezTo>
                    <a:pt x="53" y="34"/>
                    <a:pt x="56" y="35"/>
                    <a:pt x="55" y="36"/>
                  </a:cubicBezTo>
                  <a:cubicBezTo>
                    <a:pt x="53" y="37"/>
                    <a:pt x="35" y="55"/>
                    <a:pt x="33" y="57"/>
                  </a:cubicBezTo>
                  <a:cubicBezTo>
                    <a:pt x="31" y="60"/>
                    <a:pt x="29" y="59"/>
                    <a:pt x="24" y="59"/>
                  </a:cubicBezTo>
                  <a:cubicBezTo>
                    <a:pt x="19" y="59"/>
                    <a:pt x="15" y="64"/>
                    <a:pt x="14" y="64"/>
                  </a:cubicBezTo>
                  <a:cubicBezTo>
                    <a:pt x="13" y="64"/>
                    <a:pt x="10" y="65"/>
                    <a:pt x="7" y="65"/>
                  </a:cubicBezTo>
                  <a:cubicBezTo>
                    <a:pt x="3" y="71"/>
                    <a:pt x="3" y="71"/>
                    <a:pt x="3" y="71"/>
                  </a:cubicBezTo>
                  <a:cubicBezTo>
                    <a:pt x="0" y="77"/>
                    <a:pt x="0" y="77"/>
                    <a:pt x="0" y="77"/>
                  </a:cubicBezTo>
                  <a:cubicBezTo>
                    <a:pt x="0" y="106"/>
                    <a:pt x="0" y="106"/>
                    <a:pt x="0" y="106"/>
                  </a:cubicBezTo>
                  <a:cubicBezTo>
                    <a:pt x="4" y="112"/>
                    <a:pt x="4" y="112"/>
                    <a:pt x="4" y="112"/>
                  </a:cubicBezTo>
                  <a:cubicBezTo>
                    <a:pt x="7" y="108"/>
                    <a:pt x="16" y="100"/>
                    <a:pt x="22" y="93"/>
                  </a:cubicBezTo>
                  <a:cubicBezTo>
                    <a:pt x="29" y="86"/>
                    <a:pt x="32" y="84"/>
                    <a:pt x="36" y="82"/>
                  </a:cubicBezTo>
                  <a:cubicBezTo>
                    <a:pt x="40" y="80"/>
                    <a:pt x="49" y="71"/>
                    <a:pt x="56" y="63"/>
                  </a:cubicBezTo>
                  <a:cubicBezTo>
                    <a:pt x="60" y="57"/>
                    <a:pt x="65" y="52"/>
                    <a:pt x="65" y="48"/>
                  </a:cubicBezTo>
                  <a:cubicBezTo>
                    <a:pt x="66" y="44"/>
                    <a:pt x="70" y="39"/>
                    <a:pt x="72" y="35"/>
                  </a:cubicBezTo>
                  <a:cubicBezTo>
                    <a:pt x="75" y="32"/>
                    <a:pt x="80" y="22"/>
                    <a:pt x="80" y="19"/>
                  </a:cubicBezTo>
                  <a:cubicBezTo>
                    <a:pt x="80" y="17"/>
                    <a:pt x="82" y="10"/>
                    <a:pt x="83" y="5"/>
                  </a:cubicBezTo>
                  <a:cubicBezTo>
                    <a:pt x="83" y="0"/>
                    <a:pt x="79" y="0"/>
                    <a:pt x="77" y="3"/>
                  </a:cubicBezTo>
                  <a:cubicBezTo>
                    <a:pt x="76" y="5"/>
                    <a:pt x="66" y="7"/>
                    <a:pt x="59" y="7"/>
                  </a:cubicBezTo>
                  <a:cubicBezTo>
                    <a:pt x="53" y="8"/>
                    <a:pt x="49" y="8"/>
                    <a:pt x="47" y="10"/>
                  </a:cubicBezTo>
                  <a:cubicBezTo>
                    <a:pt x="44" y="13"/>
                    <a:pt x="38" y="10"/>
                    <a:pt x="36" y="12"/>
                  </a:cubicBezTo>
                  <a:cubicBezTo>
                    <a:pt x="34" y="15"/>
                    <a:pt x="25" y="17"/>
                    <a:pt x="23" y="11"/>
                  </a:cubicBezTo>
                  <a:cubicBezTo>
                    <a:pt x="22" y="9"/>
                    <a:pt x="20" y="8"/>
                    <a:pt x="19" y="7"/>
                  </a:cubicBezTo>
                  <a:cubicBezTo>
                    <a:pt x="16" y="9"/>
                    <a:pt x="14" y="13"/>
                    <a:pt x="14" y="14"/>
                  </a:cubicBezTo>
                  <a:cubicBezTo>
                    <a:pt x="15" y="15"/>
                    <a:pt x="18" y="20"/>
                    <a:pt x="19" y="2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15">
              <a:extLst>
                <a:ext uri="{FF2B5EF4-FFF2-40B4-BE49-F238E27FC236}">
                  <a16:creationId xmlns:a16="http://schemas.microsoft.com/office/drawing/2014/main" id="{B89395B0-561E-406A-9EA7-57926C1E2CE8}"/>
                </a:ext>
              </a:extLst>
            </p:cNvPr>
            <p:cNvSpPr>
              <a:spLocks/>
            </p:cNvSpPr>
            <p:nvPr/>
          </p:nvSpPr>
          <p:spPr bwMode="auto">
            <a:xfrm>
              <a:off x="4086226" y="2330450"/>
              <a:ext cx="244475" cy="193675"/>
            </a:xfrm>
            <a:custGeom>
              <a:avLst/>
              <a:gdLst>
                <a:gd name="T0" fmla="*/ 36 w 97"/>
                <a:gd name="T1" fmla="*/ 77 h 77"/>
                <a:gd name="T2" fmla="*/ 35 w 97"/>
                <a:gd name="T3" fmla="*/ 66 h 77"/>
                <a:gd name="T4" fmla="*/ 48 w 97"/>
                <a:gd name="T5" fmla="*/ 58 h 77"/>
                <a:gd name="T6" fmla="*/ 54 w 97"/>
                <a:gd name="T7" fmla="*/ 56 h 77"/>
                <a:gd name="T8" fmla="*/ 61 w 97"/>
                <a:gd name="T9" fmla="*/ 55 h 77"/>
                <a:gd name="T10" fmla="*/ 65 w 97"/>
                <a:gd name="T11" fmla="*/ 50 h 77"/>
                <a:gd name="T12" fmla="*/ 71 w 97"/>
                <a:gd name="T13" fmla="*/ 48 h 77"/>
                <a:gd name="T14" fmla="*/ 75 w 97"/>
                <a:gd name="T15" fmla="*/ 45 h 77"/>
                <a:gd name="T16" fmla="*/ 76 w 97"/>
                <a:gd name="T17" fmla="*/ 40 h 77"/>
                <a:gd name="T18" fmla="*/ 78 w 97"/>
                <a:gd name="T19" fmla="*/ 38 h 77"/>
                <a:gd name="T20" fmla="*/ 83 w 97"/>
                <a:gd name="T21" fmla="*/ 36 h 77"/>
                <a:gd name="T22" fmla="*/ 95 w 97"/>
                <a:gd name="T23" fmla="*/ 35 h 77"/>
                <a:gd name="T24" fmla="*/ 97 w 97"/>
                <a:gd name="T25" fmla="*/ 32 h 77"/>
                <a:gd name="T26" fmla="*/ 93 w 97"/>
                <a:gd name="T27" fmla="*/ 26 h 77"/>
                <a:gd name="T28" fmla="*/ 93 w 97"/>
                <a:gd name="T29" fmla="*/ 19 h 77"/>
                <a:gd name="T30" fmla="*/ 91 w 97"/>
                <a:gd name="T31" fmla="*/ 11 h 77"/>
                <a:gd name="T32" fmla="*/ 89 w 97"/>
                <a:gd name="T33" fmla="*/ 8 h 77"/>
                <a:gd name="T34" fmla="*/ 80 w 97"/>
                <a:gd name="T35" fmla="*/ 6 h 77"/>
                <a:gd name="T36" fmla="*/ 66 w 97"/>
                <a:gd name="T37" fmla="*/ 5 h 77"/>
                <a:gd name="T38" fmla="*/ 59 w 97"/>
                <a:gd name="T39" fmla="*/ 1 h 77"/>
                <a:gd name="T40" fmla="*/ 50 w 97"/>
                <a:gd name="T41" fmla="*/ 17 h 77"/>
                <a:gd name="T42" fmla="*/ 38 w 97"/>
                <a:gd name="T43" fmla="*/ 23 h 77"/>
                <a:gd name="T44" fmla="*/ 32 w 97"/>
                <a:gd name="T45" fmla="*/ 30 h 77"/>
                <a:gd name="T46" fmla="*/ 27 w 97"/>
                <a:gd name="T47" fmla="*/ 38 h 77"/>
                <a:gd name="T48" fmla="*/ 27 w 97"/>
                <a:gd name="T49" fmla="*/ 50 h 77"/>
                <a:gd name="T50" fmla="*/ 18 w 97"/>
                <a:gd name="T51" fmla="*/ 63 h 77"/>
                <a:gd name="T52" fmla="*/ 6 w 97"/>
                <a:gd name="T53" fmla="*/ 71 h 77"/>
                <a:gd name="T54" fmla="*/ 0 w 97"/>
                <a:gd name="T55" fmla="*/ 74 h 77"/>
                <a:gd name="T56" fmla="*/ 30 w 97"/>
                <a:gd name="T57" fmla="*/ 74 h 77"/>
                <a:gd name="T58" fmla="*/ 36 w 97"/>
                <a:gd name="T5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7" h="77">
                  <a:moveTo>
                    <a:pt x="36" y="77"/>
                  </a:moveTo>
                  <a:cubicBezTo>
                    <a:pt x="36" y="72"/>
                    <a:pt x="35" y="67"/>
                    <a:pt x="35" y="66"/>
                  </a:cubicBezTo>
                  <a:cubicBezTo>
                    <a:pt x="36" y="65"/>
                    <a:pt x="46" y="59"/>
                    <a:pt x="48" y="58"/>
                  </a:cubicBezTo>
                  <a:cubicBezTo>
                    <a:pt x="50" y="57"/>
                    <a:pt x="54" y="58"/>
                    <a:pt x="54" y="56"/>
                  </a:cubicBezTo>
                  <a:cubicBezTo>
                    <a:pt x="54" y="54"/>
                    <a:pt x="58" y="55"/>
                    <a:pt x="61" y="55"/>
                  </a:cubicBezTo>
                  <a:cubicBezTo>
                    <a:pt x="63" y="54"/>
                    <a:pt x="65" y="52"/>
                    <a:pt x="65" y="50"/>
                  </a:cubicBezTo>
                  <a:cubicBezTo>
                    <a:pt x="65" y="48"/>
                    <a:pt x="69" y="48"/>
                    <a:pt x="71" y="48"/>
                  </a:cubicBezTo>
                  <a:cubicBezTo>
                    <a:pt x="73" y="48"/>
                    <a:pt x="73" y="45"/>
                    <a:pt x="75" y="45"/>
                  </a:cubicBezTo>
                  <a:cubicBezTo>
                    <a:pt x="76" y="45"/>
                    <a:pt x="75" y="43"/>
                    <a:pt x="76" y="40"/>
                  </a:cubicBezTo>
                  <a:cubicBezTo>
                    <a:pt x="76" y="38"/>
                    <a:pt x="76" y="38"/>
                    <a:pt x="78" y="38"/>
                  </a:cubicBezTo>
                  <a:cubicBezTo>
                    <a:pt x="81" y="38"/>
                    <a:pt x="83" y="37"/>
                    <a:pt x="83" y="36"/>
                  </a:cubicBezTo>
                  <a:cubicBezTo>
                    <a:pt x="83" y="34"/>
                    <a:pt x="93" y="35"/>
                    <a:pt x="95" y="35"/>
                  </a:cubicBezTo>
                  <a:cubicBezTo>
                    <a:pt x="96" y="35"/>
                    <a:pt x="97" y="33"/>
                    <a:pt x="97" y="32"/>
                  </a:cubicBezTo>
                  <a:cubicBezTo>
                    <a:pt x="96" y="31"/>
                    <a:pt x="95" y="27"/>
                    <a:pt x="93" y="26"/>
                  </a:cubicBezTo>
                  <a:cubicBezTo>
                    <a:pt x="92" y="26"/>
                    <a:pt x="93" y="22"/>
                    <a:pt x="93" y="19"/>
                  </a:cubicBezTo>
                  <a:cubicBezTo>
                    <a:pt x="93" y="16"/>
                    <a:pt x="92" y="13"/>
                    <a:pt x="91" y="11"/>
                  </a:cubicBezTo>
                  <a:cubicBezTo>
                    <a:pt x="90" y="10"/>
                    <a:pt x="90" y="9"/>
                    <a:pt x="89" y="8"/>
                  </a:cubicBezTo>
                  <a:cubicBezTo>
                    <a:pt x="86" y="8"/>
                    <a:pt x="83" y="6"/>
                    <a:pt x="80" y="6"/>
                  </a:cubicBezTo>
                  <a:cubicBezTo>
                    <a:pt x="76" y="6"/>
                    <a:pt x="69" y="8"/>
                    <a:pt x="66" y="5"/>
                  </a:cubicBezTo>
                  <a:cubicBezTo>
                    <a:pt x="63" y="1"/>
                    <a:pt x="61" y="0"/>
                    <a:pt x="59" y="1"/>
                  </a:cubicBezTo>
                  <a:cubicBezTo>
                    <a:pt x="56" y="2"/>
                    <a:pt x="52" y="14"/>
                    <a:pt x="50" y="17"/>
                  </a:cubicBezTo>
                  <a:cubicBezTo>
                    <a:pt x="48" y="21"/>
                    <a:pt x="41" y="23"/>
                    <a:pt x="38" y="23"/>
                  </a:cubicBezTo>
                  <a:cubicBezTo>
                    <a:pt x="34" y="23"/>
                    <a:pt x="34" y="28"/>
                    <a:pt x="32" y="30"/>
                  </a:cubicBezTo>
                  <a:cubicBezTo>
                    <a:pt x="29" y="32"/>
                    <a:pt x="30" y="35"/>
                    <a:pt x="27" y="38"/>
                  </a:cubicBezTo>
                  <a:cubicBezTo>
                    <a:pt x="24" y="40"/>
                    <a:pt x="26" y="47"/>
                    <a:pt x="27" y="50"/>
                  </a:cubicBezTo>
                  <a:cubicBezTo>
                    <a:pt x="29" y="53"/>
                    <a:pt x="22" y="61"/>
                    <a:pt x="18" y="63"/>
                  </a:cubicBezTo>
                  <a:cubicBezTo>
                    <a:pt x="14" y="66"/>
                    <a:pt x="12" y="70"/>
                    <a:pt x="6" y="71"/>
                  </a:cubicBezTo>
                  <a:cubicBezTo>
                    <a:pt x="3" y="72"/>
                    <a:pt x="1" y="73"/>
                    <a:pt x="0" y="74"/>
                  </a:cubicBezTo>
                  <a:cubicBezTo>
                    <a:pt x="10" y="74"/>
                    <a:pt x="25" y="74"/>
                    <a:pt x="30" y="74"/>
                  </a:cubicBezTo>
                  <a:cubicBezTo>
                    <a:pt x="36" y="74"/>
                    <a:pt x="35" y="75"/>
                    <a:pt x="36" y="7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E677BE06-6939-4DDA-A6DF-E80E73C7B9CB}"/>
                </a:ext>
              </a:extLst>
            </p:cNvPr>
            <p:cNvSpPr>
              <a:spLocks/>
            </p:cNvSpPr>
            <p:nvPr/>
          </p:nvSpPr>
          <p:spPr bwMode="auto">
            <a:xfrm>
              <a:off x="4502151" y="2295525"/>
              <a:ext cx="85725" cy="163513"/>
            </a:xfrm>
            <a:custGeom>
              <a:avLst/>
              <a:gdLst>
                <a:gd name="T0" fmla="*/ 9 w 34"/>
                <a:gd name="T1" fmla="*/ 17 h 65"/>
                <a:gd name="T2" fmla="*/ 7 w 34"/>
                <a:gd name="T3" fmla="*/ 25 h 65"/>
                <a:gd name="T4" fmla="*/ 2 w 34"/>
                <a:gd name="T5" fmla="*/ 31 h 65"/>
                <a:gd name="T6" fmla="*/ 5 w 34"/>
                <a:gd name="T7" fmla="*/ 39 h 65"/>
                <a:gd name="T8" fmla="*/ 8 w 34"/>
                <a:gd name="T9" fmla="*/ 44 h 65"/>
                <a:gd name="T10" fmla="*/ 15 w 34"/>
                <a:gd name="T11" fmla="*/ 49 h 65"/>
                <a:gd name="T12" fmla="*/ 18 w 34"/>
                <a:gd name="T13" fmla="*/ 63 h 65"/>
                <a:gd name="T14" fmla="*/ 19 w 34"/>
                <a:gd name="T15" fmla="*/ 65 h 65"/>
                <a:gd name="T16" fmla="*/ 22 w 34"/>
                <a:gd name="T17" fmla="*/ 63 h 65"/>
                <a:gd name="T18" fmla="*/ 24 w 34"/>
                <a:gd name="T19" fmla="*/ 56 h 65"/>
                <a:gd name="T20" fmla="*/ 25 w 34"/>
                <a:gd name="T21" fmla="*/ 53 h 65"/>
                <a:gd name="T22" fmla="*/ 31 w 34"/>
                <a:gd name="T23" fmla="*/ 47 h 65"/>
                <a:gd name="T24" fmla="*/ 34 w 34"/>
                <a:gd name="T25" fmla="*/ 44 h 65"/>
                <a:gd name="T26" fmla="*/ 34 w 34"/>
                <a:gd name="T27" fmla="*/ 40 h 65"/>
                <a:gd name="T28" fmla="*/ 31 w 34"/>
                <a:gd name="T29" fmla="*/ 37 h 65"/>
                <a:gd name="T30" fmla="*/ 28 w 34"/>
                <a:gd name="T31" fmla="*/ 34 h 65"/>
                <a:gd name="T32" fmla="*/ 22 w 34"/>
                <a:gd name="T33" fmla="*/ 31 h 65"/>
                <a:gd name="T34" fmla="*/ 28 w 34"/>
                <a:gd name="T35" fmla="*/ 26 h 65"/>
                <a:gd name="T36" fmla="*/ 28 w 34"/>
                <a:gd name="T37" fmla="*/ 15 h 65"/>
                <a:gd name="T38" fmla="*/ 30 w 34"/>
                <a:gd name="T39" fmla="*/ 8 h 65"/>
                <a:gd name="T40" fmla="*/ 29 w 34"/>
                <a:gd name="T41" fmla="*/ 5 h 65"/>
                <a:gd name="T42" fmla="*/ 25 w 34"/>
                <a:gd name="T43" fmla="*/ 4 h 65"/>
                <a:gd name="T44" fmla="*/ 14 w 34"/>
                <a:gd name="T45" fmla="*/ 3 h 65"/>
                <a:gd name="T46" fmla="*/ 9 w 34"/>
                <a:gd name="T47" fmla="*/ 4 h 65"/>
                <a:gd name="T48" fmla="*/ 9 w 34"/>
                <a:gd name="T49" fmla="*/ 1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4" h="65">
                  <a:moveTo>
                    <a:pt x="9" y="17"/>
                  </a:moveTo>
                  <a:cubicBezTo>
                    <a:pt x="11" y="20"/>
                    <a:pt x="9" y="24"/>
                    <a:pt x="7" y="25"/>
                  </a:cubicBezTo>
                  <a:cubicBezTo>
                    <a:pt x="5" y="26"/>
                    <a:pt x="4" y="31"/>
                    <a:pt x="2" y="31"/>
                  </a:cubicBezTo>
                  <a:cubicBezTo>
                    <a:pt x="0" y="31"/>
                    <a:pt x="2" y="38"/>
                    <a:pt x="5" y="39"/>
                  </a:cubicBezTo>
                  <a:cubicBezTo>
                    <a:pt x="8" y="41"/>
                    <a:pt x="8" y="43"/>
                    <a:pt x="8" y="44"/>
                  </a:cubicBezTo>
                  <a:cubicBezTo>
                    <a:pt x="8" y="46"/>
                    <a:pt x="13" y="47"/>
                    <a:pt x="15" y="49"/>
                  </a:cubicBezTo>
                  <a:cubicBezTo>
                    <a:pt x="16" y="51"/>
                    <a:pt x="18" y="60"/>
                    <a:pt x="18" y="63"/>
                  </a:cubicBezTo>
                  <a:cubicBezTo>
                    <a:pt x="18" y="64"/>
                    <a:pt x="19" y="65"/>
                    <a:pt x="19" y="65"/>
                  </a:cubicBezTo>
                  <a:cubicBezTo>
                    <a:pt x="20" y="65"/>
                    <a:pt x="22" y="64"/>
                    <a:pt x="22" y="63"/>
                  </a:cubicBezTo>
                  <a:cubicBezTo>
                    <a:pt x="24" y="60"/>
                    <a:pt x="24" y="57"/>
                    <a:pt x="24" y="56"/>
                  </a:cubicBezTo>
                  <a:cubicBezTo>
                    <a:pt x="23" y="55"/>
                    <a:pt x="24" y="53"/>
                    <a:pt x="25" y="53"/>
                  </a:cubicBezTo>
                  <a:cubicBezTo>
                    <a:pt x="26" y="52"/>
                    <a:pt x="30" y="47"/>
                    <a:pt x="31" y="47"/>
                  </a:cubicBezTo>
                  <a:cubicBezTo>
                    <a:pt x="32" y="46"/>
                    <a:pt x="34" y="47"/>
                    <a:pt x="34" y="44"/>
                  </a:cubicBezTo>
                  <a:cubicBezTo>
                    <a:pt x="34" y="43"/>
                    <a:pt x="34" y="42"/>
                    <a:pt x="34" y="40"/>
                  </a:cubicBezTo>
                  <a:cubicBezTo>
                    <a:pt x="33" y="39"/>
                    <a:pt x="31" y="37"/>
                    <a:pt x="31" y="37"/>
                  </a:cubicBezTo>
                  <a:cubicBezTo>
                    <a:pt x="31" y="35"/>
                    <a:pt x="29" y="32"/>
                    <a:pt x="28" y="34"/>
                  </a:cubicBezTo>
                  <a:cubicBezTo>
                    <a:pt x="27" y="35"/>
                    <a:pt x="22" y="34"/>
                    <a:pt x="22" y="31"/>
                  </a:cubicBezTo>
                  <a:cubicBezTo>
                    <a:pt x="21" y="28"/>
                    <a:pt x="25" y="28"/>
                    <a:pt x="28" y="26"/>
                  </a:cubicBezTo>
                  <a:cubicBezTo>
                    <a:pt x="31" y="23"/>
                    <a:pt x="32" y="18"/>
                    <a:pt x="28" y="15"/>
                  </a:cubicBezTo>
                  <a:cubicBezTo>
                    <a:pt x="25" y="12"/>
                    <a:pt x="27" y="10"/>
                    <a:pt x="30" y="8"/>
                  </a:cubicBezTo>
                  <a:cubicBezTo>
                    <a:pt x="32" y="5"/>
                    <a:pt x="30" y="4"/>
                    <a:pt x="29" y="5"/>
                  </a:cubicBezTo>
                  <a:cubicBezTo>
                    <a:pt x="27" y="6"/>
                    <a:pt x="25" y="6"/>
                    <a:pt x="25" y="4"/>
                  </a:cubicBezTo>
                  <a:cubicBezTo>
                    <a:pt x="24" y="1"/>
                    <a:pt x="17" y="0"/>
                    <a:pt x="14" y="3"/>
                  </a:cubicBezTo>
                  <a:cubicBezTo>
                    <a:pt x="13" y="4"/>
                    <a:pt x="11" y="4"/>
                    <a:pt x="9" y="4"/>
                  </a:cubicBezTo>
                  <a:cubicBezTo>
                    <a:pt x="9" y="9"/>
                    <a:pt x="8" y="15"/>
                    <a:pt x="9" y="1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17">
              <a:extLst>
                <a:ext uri="{FF2B5EF4-FFF2-40B4-BE49-F238E27FC236}">
                  <a16:creationId xmlns:a16="http://schemas.microsoft.com/office/drawing/2014/main" id="{047B53A0-6EBE-4604-BEB3-7D6F73C8D40F}"/>
                </a:ext>
              </a:extLst>
            </p:cNvPr>
            <p:cNvSpPr>
              <a:spLocks/>
            </p:cNvSpPr>
            <p:nvPr/>
          </p:nvSpPr>
          <p:spPr bwMode="auto">
            <a:xfrm>
              <a:off x="4175126" y="2300288"/>
              <a:ext cx="422275" cy="404813"/>
            </a:xfrm>
            <a:custGeom>
              <a:avLst/>
              <a:gdLst>
                <a:gd name="T0" fmla="*/ 58 w 168"/>
                <a:gd name="T1" fmla="*/ 31 h 161"/>
                <a:gd name="T2" fmla="*/ 58 w 168"/>
                <a:gd name="T3" fmla="*/ 38 h 161"/>
                <a:gd name="T4" fmla="*/ 62 w 168"/>
                <a:gd name="T5" fmla="*/ 44 h 161"/>
                <a:gd name="T6" fmla="*/ 60 w 168"/>
                <a:gd name="T7" fmla="*/ 47 h 161"/>
                <a:gd name="T8" fmla="*/ 48 w 168"/>
                <a:gd name="T9" fmla="*/ 48 h 161"/>
                <a:gd name="T10" fmla="*/ 43 w 168"/>
                <a:gd name="T11" fmla="*/ 50 h 161"/>
                <a:gd name="T12" fmla="*/ 41 w 168"/>
                <a:gd name="T13" fmla="*/ 52 h 161"/>
                <a:gd name="T14" fmla="*/ 40 w 168"/>
                <a:gd name="T15" fmla="*/ 57 h 161"/>
                <a:gd name="T16" fmla="*/ 36 w 168"/>
                <a:gd name="T17" fmla="*/ 60 h 161"/>
                <a:gd name="T18" fmla="*/ 30 w 168"/>
                <a:gd name="T19" fmla="*/ 62 h 161"/>
                <a:gd name="T20" fmla="*/ 26 w 168"/>
                <a:gd name="T21" fmla="*/ 67 h 161"/>
                <a:gd name="T22" fmla="*/ 19 w 168"/>
                <a:gd name="T23" fmla="*/ 68 h 161"/>
                <a:gd name="T24" fmla="*/ 13 w 168"/>
                <a:gd name="T25" fmla="*/ 70 h 161"/>
                <a:gd name="T26" fmla="*/ 0 w 168"/>
                <a:gd name="T27" fmla="*/ 78 h 161"/>
                <a:gd name="T28" fmla="*/ 1 w 168"/>
                <a:gd name="T29" fmla="*/ 89 h 161"/>
                <a:gd name="T30" fmla="*/ 2 w 168"/>
                <a:gd name="T31" fmla="*/ 91 h 161"/>
                <a:gd name="T32" fmla="*/ 80 w 168"/>
                <a:gd name="T33" fmla="*/ 143 h 161"/>
                <a:gd name="T34" fmla="*/ 85 w 168"/>
                <a:gd name="T35" fmla="*/ 150 h 161"/>
                <a:gd name="T36" fmla="*/ 94 w 168"/>
                <a:gd name="T37" fmla="*/ 153 h 161"/>
                <a:gd name="T38" fmla="*/ 98 w 168"/>
                <a:gd name="T39" fmla="*/ 161 h 161"/>
                <a:gd name="T40" fmla="*/ 106 w 168"/>
                <a:gd name="T41" fmla="*/ 160 h 161"/>
                <a:gd name="T42" fmla="*/ 119 w 168"/>
                <a:gd name="T43" fmla="*/ 156 h 161"/>
                <a:gd name="T44" fmla="*/ 133 w 168"/>
                <a:gd name="T45" fmla="*/ 144 h 161"/>
                <a:gd name="T46" fmla="*/ 168 w 168"/>
                <a:gd name="T47" fmla="*/ 122 h 161"/>
                <a:gd name="T48" fmla="*/ 168 w 168"/>
                <a:gd name="T49" fmla="*/ 122 h 161"/>
                <a:gd name="T50" fmla="*/ 164 w 168"/>
                <a:gd name="T51" fmla="*/ 115 h 161"/>
                <a:gd name="T52" fmla="*/ 158 w 168"/>
                <a:gd name="T53" fmla="*/ 114 h 161"/>
                <a:gd name="T54" fmla="*/ 152 w 168"/>
                <a:gd name="T55" fmla="*/ 110 h 161"/>
                <a:gd name="T56" fmla="*/ 151 w 168"/>
                <a:gd name="T57" fmla="*/ 104 h 161"/>
                <a:gd name="T58" fmla="*/ 148 w 168"/>
                <a:gd name="T59" fmla="*/ 99 h 161"/>
                <a:gd name="T60" fmla="*/ 151 w 168"/>
                <a:gd name="T61" fmla="*/ 95 h 161"/>
                <a:gd name="T62" fmla="*/ 150 w 168"/>
                <a:gd name="T63" fmla="*/ 91 h 161"/>
                <a:gd name="T64" fmla="*/ 150 w 168"/>
                <a:gd name="T65" fmla="*/ 86 h 161"/>
                <a:gd name="T66" fmla="*/ 151 w 168"/>
                <a:gd name="T67" fmla="*/ 81 h 161"/>
                <a:gd name="T68" fmla="*/ 151 w 168"/>
                <a:gd name="T69" fmla="*/ 73 h 161"/>
                <a:gd name="T70" fmla="*/ 147 w 168"/>
                <a:gd name="T71" fmla="*/ 65 h 161"/>
                <a:gd name="T72" fmla="*/ 149 w 168"/>
                <a:gd name="T73" fmla="*/ 63 h 161"/>
                <a:gd name="T74" fmla="*/ 148 w 168"/>
                <a:gd name="T75" fmla="*/ 61 h 161"/>
                <a:gd name="T76" fmla="*/ 145 w 168"/>
                <a:gd name="T77" fmla="*/ 47 h 161"/>
                <a:gd name="T78" fmla="*/ 138 w 168"/>
                <a:gd name="T79" fmla="*/ 42 h 161"/>
                <a:gd name="T80" fmla="*/ 135 w 168"/>
                <a:gd name="T81" fmla="*/ 37 h 161"/>
                <a:gd name="T82" fmla="*/ 132 w 168"/>
                <a:gd name="T83" fmla="*/ 29 h 161"/>
                <a:gd name="T84" fmla="*/ 137 w 168"/>
                <a:gd name="T85" fmla="*/ 23 h 161"/>
                <a:gd name="T86" fmla="*/ 139 w 168"/>
                <a:gd name="T87" fmla="*/ 15 h 161"/>
                <a:gd name="T88" fmla="*/ 139 w 168"/>
                <a:gd name="T89" fmla="*/ 2 h 161"/>
                <a:gd name="T90" fmla="*/ 132 w 168"/>
                <a:gd name="T91" fmla="*/ 1 h 161"/>
                <a:gd name="T92" fmla="*/ 124 w 168"/>
                <a:gd name="T93" fmla="*/ 2 h 161"/>
                <a:gd name="T94" fmla="*/ 113 w 168"/>
                <a:gd name="T95" fmla="*/ 4 h 161"/>
                <a:gd name="T96" fmla="*/ 82 w 168"/>
                <a:gd name="T97" fmla="*/ 6 h 161"/>
                <a:gd name="T98" fmla="*/ 70 w 168"/>
                <a:gd name="T99" fmla="*/ 12 h 161"/>
                <a:gd name="T100" fmla="*/ 57 w 168"/>
                <a:gd name="T101" fmla="*/ 19 h 161"/>
                <a:gd name="T102" fmla="*/ 54 w 168"/>
                <a:gd name="T103" fmla="*/ 20 h 161"/>
                <a:gd name="T104" fmla="*/ 56 w 168"/>
                <a:gd name="T105" fmla="*/ 23 h 161"/>
                <a:gd name="T106" fmla="*/ 58 w 168"/>
                <a:gd name="T107" fmla="*/ 3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8" h="161">
                  <a:moveTo>
                    <a:pt x="58" y="31"/>
                  </a:moveTo>
                  <a:cubicBezTo>
                    <a:pt x="58" y="34"/>
                    <a:pt x="57" y="38"/>
                    <a:pt x="58" y="38"/>
                  </a:cubicBezTo>
                  <a:cubicBezTo>
                    <a:pt x="60" y="39"/>
                    <a:pt x="61" y="43"/>
                    <a:pt x="62" y="44"/>
                  </a:cubicBezTo>
                  <a:cubicBezTo>
                    <a:pt x="62" y="45"/>
                    <a:pt x="61" y="47"/>
                    <a:pt x="60" y="47"/>
                  </a:cubicBezTo>
                  <a:cubicBezTo>
                    <a:pt x="58" y="47"/>
                    <a:pt x="48" y="46"/>
                    <a:pt x="48" y="48"/>
                  </a:cubicBezTo>
                  <a:cubicBezTo>
                    <a:pt x="48" y="49"/>
                    <a:pt x="46" y="50"/>
                    <a:pt x="43" y="50"/>
                  </a:cubicBezTo>
                  <a:cubicBezTo>
                    <a:pt x="41" y="50"/>
                    <a:pt x="41" y="50"/>
                    <a:pt x="41" y="52"/>
                  </a:cubicBezTo>
                  <a:cubicBezTo>
                    <a:pt x="40" y="55"/>
                    <a:pt x="41" y="57"/>
                    <a:pt x="40" y="57"/>
                  </a:cubicBezTo>
                  <a:cubicBezTo>
                    <a:pt x="38" y="57"/>
                    <a:pt x="38" y="60"/>
                    <a:pt x="36" y="60"/>
                  </a:cubicBezTo>
                  <a:cubicBezTo>
                    <a:pt x="34" y="60"/>
                    <a:pt x="30" y="60"/>
                    <a:pt x="30" y="62"/>
                  </a:cubicBezTo>
                  <a:cubicBezTo>
                    <a:pt x="30" y="64"/>
                    <a:pt x="28" y="66"/>
                    <a:pt x="26" y="67"/>
                  </a:cubicBezTo>
                  <a:cubicBezTo>
                    <a:pt x="23" y="67"/>
                    <a:pt x="19" y="66"/>
                    <a:pt x="19" y="68"/>
                  </a:cubicBezTo>
                  <a:cubicBezTo>
                    <a:pt x="19" y="70"/>
                    <a:pt x="15" y="69"/>
                    <a:pt x="13" y="70"/>
                  </a:cubicBezTo>
                  <a:cubicBezTo>
                    <a:pt x="11" y="71"/>
                    <a:pt x="1" y="77"/>
                    <a:pt x="0" y="78"/>
                  </a:cubicBezTo>
                  <a:cubicBezTo>
                    <a:pt x="0" y="79"/>
                    <a:pt x="1" y="84"/>
                    <a:pt x="1" y="89"/>
                  </a:cubicBezTo>
                  <a:cubicBezTo>
                    <a:pt x="1" y="90"/>
                    <a:pt x="1" y="90"/>
                    <a:pt x="2" y="91"/>
                  </a:cubicBezTo>
                  <a:cubicBezTo>
                    <a:pt x="6" y="93"/>
                    <a:pt x="78" y="140"/>
                    <a:pt x="80" y="143"/>
                  </a:cubicBezTo>
                  <a:cubicBezTo>
                    <a:pt x="83" y="145"/>
                    <a:pt x="85" y="150"/>
                    <a:pt x="85" y="150"/>
                  </a:cubicBezTo>
                  <a:cubicBezTo>
                    <a:pt x="85" y="150"/>
                    <a:pt x="90" y="151"/>
                    <a:pt x="94" y="153"/>
                  </a:cubicBezTo>
                  <a:cubicBezTo>
                    <a:pt x="98" y="155"/>
                    <a:pt x="98" y="161"/>
                    <a:pt x="98" y="161"/>
                  </a:cubicBezTo>
                  <a:cubicBezTo>
                    <a:pt x="98" y="161"/>
                    <a:pt x="103" y="160"/>
                    <a:pt x="106" y="160"/>
                  </a:cubicBezTo>
                  <a:cubicBezTo>
                    <a:pt x="109" y="159"/>
                    <a:pt x="119" y="156"/>
                    <a:pt x="119" y="156"/>
                  </a:cubicBezTo>
                  <a:cubicBezTo>
                    <a:pt x="133" y="144"/>
                    <a:pt x="133" y="144"/>
                    <a:pt x="133" y="144"/>
                  </a:cubicBezTo>
                  <a:cubicBezTo>
                    <a:pt x="168" y="122"/>
                    <a:pt x="168" y="122"/>
                    <a:pt x="168" y="122"/>
                  </a:cubicBezTo>
                  <a:cubicBezTo>
                    <a:pt x="168" y="122"/>
                    <a:pt x="168" y="122"/>
                    <a:pt x="168" y="122"/>
                  </a:cubicBezTo>
                  <a:cubicBezTo>
                    <a:pt x="167" y="118"/>
                    <a:pt x="166" y="115"/>
                    <a:pt x="164" y="115"/>
                  </a:cubicBezTo>
                  <a:cubicBezTo>
                    <a:pt x="162" y="115"/>
                    <a:pt x="160" y="114"/>
                    <a:pt x="158" y="114"/>
                  </a:cubicBezTo>
                  <a:cubicBezTo>
                    <a:pt x="156" y="114"/>
                    <a:pt x="153" y="112"/>
                    <a:pt x="152" y="110"/>
                  </a:cubicBezTo>
                  <a:cubicBezTo>
                    <a:pt x="152" y="108"/>
                    <a:pt x="153" y="107"/>
                    <a:pt x="151" y="104"/>
                  </a:cubicBezTo>
                  <a:cubicBezTo>
                    <a:pt x="150" y="101"/>
                    <a:pt x="148" y="100"/>
                    <a:pt x="148" y="99"/>
                  </a:cubicBezTo>
                  <a:cubicBezTo>
                    <a:pt x="148" y="98"/>
                    <a:pt x="151" y="96"/>
                    <a:pt x="151" y="95"/>
                  </a:cubicBezTo>
                  <a:cubicBezTo>
                    <a:pt x="152" y="95"/>
                    <a:pt x="150" y="93"/>
                    <a:pt x="150" y="91"/>
                  </a:cubicBezTo>
                  <a:cubicBezTo>
                    <a:pt x="150" y="90"/>
                    <a:pt x="149" y="88"/>
                    <a:pt x="150" y="86"/>
                  </a:cubicBezTo>
                  <a:cubicBezTo>
                    <a:pt x="151" y="85"/>
                    <a:pt x="152" y="84"/>
                    <a:pt x="151" y="81"/>
                  </a:cubicBezTo>
                  <a:cubicBezTo>
                    <a:pt x="149" y="78"/>
                    <a:pt x="153" y="76"/>
                    <a:pt x="151" y="73"/>
                  </a:cubicBezTo>
                  <a:cubicBezTo>
                    <a:pt x="149" y="69"/>
                    <a:pt x="147" y="66"/>
                    <a:pt x="147" y="65"/>
                  </a:cubicBezTo>
                  <a:cubicBezTo>
                    <a:pt x="147" y="65"/>
                    <a:pt x="148" y="64"/>
                    <a:pt x="149" y="63"/>
                  </a:cubicBezTo>
                  <a:cubicBezTo>
                    <a:pt x="149" y="63"/>
                    <a:pt x="148" y="62"/>
                    <a:pt x="148" y="61"/>
                  </a:cubicBezTo>
                  <a:cubicBezTo>
                    <a:pt x="148" y="58"/>
                    <a:pt x="146" y="49"/>
                    <a:pt x="145" y="47"/>
                  </a:cubicBezTo>
                  <a:cubicBezTo>
                    <a:pt x="143" y="45"/>
                    <a:pt x="138" y="44"/>
                    <a:pt x="138" y="42"/>
                  </a:cubicBezTo>
                  <a:cubicBezTo>
                    <a:pt x="138" y="41"/>
                    <a:pt x="138" y="39"/>
                    <a:pt x="135" y="37"/>
                  </a:cubicBezTo>
                  <a:cubicBezTo>
                    <a:pt x="132" y="36"/>
                    <a:pt x="130" y="29"/>
                    <a:pt x="132" y="29"/>
                  </a:cubicBezTo>
                  <a:cubicBezTo>
                    <a:pt x="134" y="29"/>
                    <a:pt x="135" y="24"/>
                    <a:pt x="137" y="23"/>
                  </a:cubicBezTo>
                  <a:cubicBezTo>
                    <a:pt x="139" y="22"/>
                    <a:pt x="141" y="18"/>
                    <a:pt x="139" y="15"/>
                  </a:cubicBezTo>
                  <a:cubicBezTo>
                    <a:pt x="138" y="13"/>
                    <a:pt x="139" y="7"/>
                    <a:pt x="139" y="2"/>
                  </a:cubicBezTo>
                  <a:cubicBezTo>
                    <a:pt x="136" y="2"/>
                    <a:pt x="133" y="1"/>
                    <a:pt x="132" y="1"/>
                  </a:cubicBezTo>
                  <a:cubicBezTo>
                    <a:pt x="130" y="0"/>
                    <a:pt x="126" y="1"/>
                    <a:pt x="124" y="2"/>
                  </a:cubicBezTo>
                  <a:cubicBezTo>
                    <a:pt x="121" y="2"/>
                    <a:pt x="115" y="6"/>
                    <a:pt x="113" y="4"/>
                  </a:cubicBezTo>
                  <a:cubicBezTo>
                    <a:pt x="110" y="2"/>
                    <a:pt x="89" y="5"/>
                    <a:pt x="82" y="6"/>
                  </a:cubicBezTo>
                  <a:cubicBezTo>
                    <a:pt x="76" y="6"/>
                    <a:pt x="74" y="12"/>
                    <a:pt x="70" y="12"/>
                  </a:cubicBezTo>
                  <a:cubicBezTo>
                    <a:pt x="66" y="12"/>
                    <a:pt x="60" y="15"/>
                    <a:pt x="57" y="19"/>
                  </a:cubicBezTo>
                  <a:cubicBezTo>
                    <a:pt x="56" y="20"/>
                    <a:pt x="55" y="20"/>
                    <a:pt x="54" y="20"/>
                  </a:cubicBezTo>
                  <a:cubicBezTo>
                    <a:pt x="55" y="21"/>
                    <a:pt x="55" y="22"/>
                    <a:pt x="56" y="23"/>
                  </a:cubicBezTo>
                  <a:cubicBezTo>
                    <a:pt x="57" y="25"/>
                    <a:pt x="58" y="28"/>
                    <a:pt x="58" y="3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18">
              <a:extLst>
                <a:ext uri="{FF2B5EF4-FFF2-40B4-BE49-F238E27FC236}">
                  <a16:creationId xmlns:a16="http://schemas.microsoft.com/office/drawing/2014/main" id="{918B7EF5-CC4D-44B6-A52D-3B68D1619717}"/>
                </a:ext>
              </a:extLst>
            </p:cNvPr>
            <p:cNvSpPr>
              <a:spLocks/>
            </p:cNvSpPr>
            <p:nvPr/>
          </p:nvSpPr>
          <p:spPr bwMode="auto">
            <a:xfrm>
              <a:off x="4545013" y="2395538"/>
              <a:ext cx="307975" cy="293688"/>
            </a:xfrm>
            <a:custGeom>
              <a:avLst/>
              <a:gdLst>
                <a:gd name="T0" fmla="*/ 14 w 123"/>
                <a:gd name="T1" fmla="*/ 7 h 117"/>
                <a:gd name="T2" fmla="*/ 8 w 123"/>
                <a:gd name="T3" fmla="*/ 13 h 117"/>
                <a:gd name="T4" fmla="*/ 7 w 123"/>
                <a:gd name="T5" fmla="*/ 16 h 117"/>
                <a:gd name="T6" fmla="*/ 5 w 123"/>
                <a:gd name="T7" fmla="*/ 23 h 117"/>
                <a:gd name="T8" fmla="*/ 0 w 123"/>
                <a:gd name="T9" fmla="*/ 27 h 117"/>
                <a:gd name="T10" fmla="*/ 4 w 123"/>
                <a:gd name="T11" fmla="*/ 35 h 117"/>
                <a:gd name="T12" fmla="*/ 4 w 123"/>
                <a:gd name="T13" fmla="*/ 43 h 117"/>
                <a:gd name="T14" fmla="*/ 3 w 123"/>
                <a:gd name="T15" fmla="*/ 48 h 117"/>
                <a:gd name="T16" fmla="*/ 3 w 123"/>
                <a:gd name="T17" fmla="*/ 53 h 117"/>
                <a:gd name="T18" fmla="*/ 4 w 123"/>
                <a:gd name="T19" fmla="*/ 57 h 117"/>
                <a:gd name="T20" fmla="*/ 1 w 123"/>
                <a:gd name="T21" fmla="*/ 61 h 117"/>
                <a:gd name="T22" fmla="*/ 4 w 123"/>
                <a:gd name="T23" fmla="*/ 66 h 117"/>
                <a:gd name="T24" fmla="*/ 5 w 123"/>
                <a:gd name="T25" fmla="*/ 72 h 117"/>
                <a:gd name="T26" fmla="*/ 11 w 123"/>
                <a:gd name="T27" fmla="*/ 76 h 117"/>
                <a:gd name="T28" fmla="*/ 17 w 123"/>
                <a:gd name="T29" fmla="*/ 77 h 117"/>
                <a:gd name="T30" fmla="*/ 21 w 123"/>
                <a:gd name="T31" fmla="*/ 84 h 117"/>
                <a:gd name="T32" fmla="*/ 33 w 123"/>
                <a:gd name="T33" fmla="*/ 87 h 117"/>
                <a:gd name="T34" fmla="*/ 38 w 123"/>
                <a:gd name="T35" fmla="*/ 92 h 117"/>
                <a:gd name="T36" fmla="*/ 51 w 123"/>
                <a:gd name="T37" fmla="*/ 84 h 117"/>
                <a:gd name="T38" fmla="*/ 113 w 123"/>
                <a:gd name="T39" fmla="*/ 117 h 117"/>
                <a:gd name="T40" fmla="*/ 113 w 123"/>
                <a:gd name="T41" fmla="*/ 113 h 117"/>
                <a:gd name="T42" fmla="*/ 120 w 123"/>
                <a:gd name="T43" fmla="*/ 113 h 117"/>
                <a:gd name="T44" fmla="*/ 120 w 123"/>
                <a:gd name="T45" fmla="*/ 34 h 117"/>
                <a:gd name="T46" fmla="*/ 120 w 123"/>
                <a:gd name="T47" fmla="*/ 22 h 117"/>
                <a:gd name="T48" fmla="*/ 121 w 123"/>
                <a:gd name="T49" fmla="*/ 12 h 117"/>
                <a:gd name="T50" fmla="*/ 122 w 123"/>
                <a:gd name="T51" fmla="*/ 10 h 117"/>
                <a:gd name="T52" fmla="*/ 122 w 123"/>
                <a:gd name="T53" fmla="*/ 10 h 117"/>
                <a:gd name="T54" fmla="*/ 111 w 123"/>
                <a:gd name="T55" fmla="*/ 7 h 117"/>
                <a:gd name="T56" fmla="*/ 99 w 123"/>
                <a:gd name="T57" fmla="*/ 1 h 117"/>
                <a:gd name="T58" fmla="*/ 81 w 123"/>
                <a:gd name="T59" fmla="*/ 10 h 117"/>
                <a:gd name="T60" fmla="*/ 82 w 123"/>
                <a:gd name="T61" fmla="*/ 20 h 117"/>
                <a:gd name="T62" fmla="*/ 69 w 123"/>
                <a:gd name="T63" fmla="*/ 21 h 117"/>
                <a:gd name="T64" fmla="*/ 55 w 123"/>
                <a:gd name="T65" fmla="*/ 15 h 117"/>
                <a:gd name="T66" fmla="*/ 47 w 123"/>
                <a:gd name="T67" fmla="*/ 10 h 117"/>
                <a:gd name="T68" fmla="*/ 41 w 123"/>
                <a:gd name="T69" fmla="*/ 5 h 117"/>
                <a:gd name="T70" fmla="*/ 27 w 123"/>
                <a:gd name="T71" fmla="*/ 2 h 117"/>
                <a:gd name="T72" fmla="*/ 17 w 123"/>
                <a:gd name="T73" fmla="*/ 0 h 117"/>
                <a:gd name="T74" fmla="*/ 17 w 123"/>
                <a:gd name="T75" fmla="*/ 4 h 117"/>
                <a:gd name="T76" fmla="*/ 14 w 123"/>
                <a:gd name="T77" fmla="*/ 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3" h="117">
                  <a:moveTo>
                    <a:pt x="14" y="7"/>
                  </a:moveTo>
                  <a:cubicBezTo>
                    <a:pt x="13" y="7"/>
                    <a:pt x="9" y="12"/>
                    <a:pt x="8" y="13"/>
                  </a:cubicBezTo>
                  <a:cubicBezTo>
                    <a:pt x="7" y="13"/>
                    <a:pt x="6" y="15"/>
                    <a:pt x="7" y="16"/>
                  </a:cubicBezTo>
                  <a:cubicBezTo>
                    <a:pt x="7" y="17"/>
                    <a:pt x="7" y="20"/>
                    <a:pt x="5" y="23"/>
                  </a:cubicBezTo>
                  <a:cubicBezTo>
                    <a:pt x="4" y="25"/>
                    <a:pt x="1" y="26"/>
                    <a:pt x="0" y="27"/>
                  </a:cubicBezTo>
                  <a:cubicBezTo>
                    <a:pt x="0" y="28"/>
                    <a:pt x="2" y="31"/>
                    <a:pt x="4" y="35"/>
                  </a:cubicBezTo>
                  <a:cubicBezTo>
                    <a:pt x="6" y="38"/>
                    <a:pt x="2" y="40"/>
                    <a:pt x="4" y="43"/>
                  </a:cubicBezTo>
                  <a:cubicBezTo>
                    <a:pt x="5" y="46"/>
                    <a:pt x="4" y="47"/>
                    <a:pt x="3" y="48"/>
                  </a:cubicBezTo>
                  <a:cubicBezTo>
                    <a:pt x="2" y="50"/>
                    <a:pt x="3" y="52"/>
                    <a:pt x="3" y="53"/>
                  </a:cubicBezTo>
                  <a:cubicBezTo>
                    <a:pt x="3" y="55"/>
                    <a:pt x="5" y="57"/>
                    <a:pt x="4" y="57"/>
                  </a:cubicBezTo>
                  <a:cubicBezTo>
                    <a:pt x="4" y="58"/>
                    <a:pt x="1" y="60"/>
                    <a:pt x="1" y="61"/>
                  </a:cubicBezTo>
                  <a:cubicBezTo>
                    <a:pt x="1" y="62"/>
                    <a:pt x="3" y="63"/>
                    <a:pt x="4" y="66"/>
                  </a:cubicBezTo>
                  <a:cubicBezTo>
                    <a:pt x="6" y="69"/>
                    <a:pt x="5" y="70"/>
                    <a:pt x="5" y="72"/>
                  </a:cubicBezTo>
                  <a:cubicBezTo>
                    <a:pt x="6" y="74"/>
                    <a:pt x="9" y="76"/>
                    <a:pt x="11" y="76"/>
                  </a:cubicBezTo>
                  <a:cubicBezTo>
                    <a:pt x="13" y="76"/>
                    <a:pt x="15" y="77"/>
                    <a:pt x="17" y="77"/>
                  </a:cubicBezTo>
                  <a:cubicBezTo>
                    <a:pt x="19" y="77"/>
                    <a:pt x="20" y="80"/>
                    <a:pt x="21" y="84"/>
                  </a:cubicBezTo>
                  <a:cubicBezTo>
                    <a:pt x="22" y="84"/>
                    <a:pt x="30" y="84"/>
                    <a:pt x="33" y="87"/>
                  </a:cubicBezTo>
                  <a:cubicBezTo>
                    <a:pt x="36" y="89"/>
                    <a:pt x="38" y="92"/>
                    <a:pt x="38" y="92"/>
                  </a:cubicBezTo>
                  <a:cubicBezTo>
                    <a:pt x="51" y="84"/>
                    <a:pt x="51" y="84"/>
                    <a:pt x="51" y="84"/>
                  </a:cubicBezTo>
                  <a:cubicBezTo>
                    <a:pt x="113" y="117"/>
                    <a:pt x="113" y="117"/>
                    <a:pt x="113" y="117"/>
                  </a:cubicBezTo>
                  <a:cubicBezTo>
                    <a:pt x="113" y="113"/>
                    <a:pt x="113" y="113"/>
                    <a:pt x="113" y="113"/>
                  </a:cubicBezTo>
                  <a:cubicBezTo>
                    <a:pt x="120" y="113"/>
                    <a:pt x="120" y="113"/>
                    <a:pt x="120" y="113"/>
                  </a:cubicBezTo>
                  <a:cubicBezTo>
                    <a:pt x="120" y="113"/>
                    <a:pt x="120" y="40"/>
                    <a:pt x="120" y="34"/>
                  </a:cubicBezTo>
                  <a:cubicBezTo>
                    <a:pt x="120" y="29"/>
                    <a:pt x="118" y="25"/>
                    <a:pt x="120" y="22"/>
                  </a:cubicBezTo>
                  <a:cubicBezTo>
                    <a:pt x="123" y="19"/>
                    <a:pt x="119" y="18"/>
                    <a:pt x="121" y="12"/>
                  </a:cubicBezTo>
                  <a:cubicBezTo>
                    <a:pt x="121" y="12"/>
                    <a:pt x="122" y="11"/>
                    <a:pt x="122" y="10"/>
                  </a:cubicBezTo>
                  <a:cubicBezTo>
                    <a:pt x="122" y="10"/>
                    <a:pt x="122" y="10"/>
                    <a:pt x="122" y="10"/>
                  </a:cubicBezTo>
                  <a:cubicBezTo>
                    <a:pt x="121" y="8"/>
                    <a:pt x="118" y="8"/>
                    <a:pt x="111" y="7"/>
                  </a:cubicBezTo>
                  <a:cubicBezTo>
                    <a:pt x="104" y="6"/>
                    <a:pt x="107" y="1"/>
                    <a:pt x="99" y="1"/>
                  </a:cubicBezTo>
                  <a:cubicBezTo>
                    <a:pt x="91" y="0"/>
                    <a:pt x="81" y="7"/>
                    <a:pt x="81" y="10"/>
                  </a:cubicBezTo>
                  <a:cubicBezTo>
                    <a:pt x="81" y="13"/>
                    <a:pt x="84" y="17"/>
                    <a:pt x="82" y="20"/>
                  </a:cubicBezTo>
                  <a:cubicBezTo>
                    <a:pt x="79" y="24"/>
                    <a:pt x="73" y="24"/>
                    <a:pt x="69" y="21"/>
                  </a:cubicBezTo>
                  <a:cubicBezTo>
                    <a:pt x="65" y="17"/>
                    <a:pt x="59" y="15"/>
                    <a:pt x="55" y="15"/>
                  </a:cubicBezTo>
                  <a:cubicBezTo>
                    <a:pt x="50" y="15"/>
                    <a:pt x="46" y="12"/>
                    <a:pt x="47" y="10"/>
                  </a:cubicBezTo>
                  <a:cubicBezTo>
                    <a:pt x="47" y="7"/>
                    <a:pt x="45" y="6"/>
                    <a:pt x="41" y="5"/>
                  </a:cubicBezTo>
                  <a:cubicBezTo>
                    <a:pt x="37" y="4"/>
                    <a:pt x="34" y="1"/>
                    <a:pt x="27" y="2"/>
                  </a:cubicBezTo>
                  <a:cubicBezTo>
                    <a:pt x="23" y="3"/>
                    <a:pt x="20" y="1"/>
                    <a:pt x="17" y="0"/>
                  </a:cubicBezTo>
                  <a:cubicBezTo>
                    <a:pt x="17" y="2"/>
                    <a:pt x="17" y="3"/>
                    <a:pt x="17" y="4"/>
                  </a:cubicBezTo>
                  <a:cubicBezTo>
                    <a:pt x="17" y="7"/>
                    <a:pt x="15" y="6"/>
                    <a:pt x="14" y="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 name="Freeform 19">
              <a:extLst>
                <a:ext uri="{FF2B5EF4-FFF2-40B4-BE49-F238E27FC236}">
                  <a16:creationId xmlns:a16="http://schemas.microsoft.com/office/drawing/2014/main" id="{CA91AA71-1E49-4E66-ADF9-BAB427A9C29C}"/>
                </a:ext>
              </a:extLst>
            </p:cNvPr>
            <p:cNvSpPr>
              <a:spLocks/>
            </p:cNvSpPr>
            <p:nvPr/>
          </p:nvSpPr>
          <p:spPr bwMode="auto">
            <a:xfrm>
              <a:off x="4013201" y="2808288"/>
              <a:ext cx="58738" cy="20638"/>
            </a:xfrm>
            <a:custGeom>
              <a:avLst/>
              <a:gdLst>
                <a:gd name="T0" fmla="*/ 12 w 23"/>
                <a:gd name="T1" fmla="*/ 5 h 8"/>
                <a:gd name="T2" fmla="*/ 19 w 23"/>
                <a:gd name="T3" fmla="*/ 7 h 8"/>
                <a:gd name="T4" fmla="*/ 23 w 23"/>
                <a:gd name="T5" fmla="*/ 5 h 8"/>
                <a:gd name="T6" fmla="*/ 19 w 23"/>
                <a:gd name="T7" fmla="*/ 5 h 8"/>
                <a:gd name="T8" fmla="*/ 11 w 23"/>
                <a:gd name="T9" fmla="*/ 1 h 8"/>
                <a:gd name="T10" fmla="*/ 1 w 23"/>
                <a:gd name="T11" fmla="*/ 3 h 8"/>
                <a:gd name="T12" fmla="*/ 0 w 23"/>
                <a:gd name="T13" fmla="*/ 8 h 8"/>
                <a:gd name="T14" fmla="*/ 3 w 23"/>
                <a:gd name="T15" fmla="*/ 7 h 8"/>
                <a:gd name="T16" fmla="*/ 12 w 23"/>
                <a:gd name="T1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8">
                  <a:moveTo>
                    <a:pt x="12" y="5"/>
                  </a:moveTo>
                  <a:cubicBezTo>
                    <a:pt x="13" y="3"/>
                    <a:pt x="16" y="6"/>
                    <a:pt x="19" y="7"/>
                  </a:cubicBezTo>
                  <a:cubicBezTo>
                    <a:pt x="21" y="7"/>
                    <a:pt x="23" y="5"/>
                    <a:pt x="23" y="5"/>
                  </a:cubicBezTo>
                  <a:cubicBezTo>
                    <a:pt x="23" y="5"/>
                    <a:pt x="23" y="5"/>
                    <a:pt x="19" y="5"/>
                  </a:cubicBezTo>
                  <a:cubicBezTo>
                    <a:pt x="15" y="4"/>
                    <a:pt x="15" y="0"/>
                    <a:pt x="11" y="1"/>
                  </a:cubicBezTo>
                  <a:cubicBezTo>
                    <a:pt x="8" y="3"/>
                    <a:pt x="6" y="3"/>
                    <a:pt x="1" y="3"/>
                  </a:cubicBezTo>
                  <a:cubicBezTo>
                    <a:pt x="1" y="4"/>
                    <a:pt x="0" y="6"/>
                    <a:pt x="0" y="8"/>
                  </a:cubicBezTo>
                  <a:cubicBezTo>
                    <a:pt x="1" y="8"/>
                    <a:pt x="2" y="7"/>
                    <a:pt x="3" y="7"/>
                  </a:cubicBezTo>
                  <a:cubicBezTo>
                    <a:pt x="5" y="7"/>
                    <a:pt x="10" y="6"/>
                    <a:pt x="12" y="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 name="Freeform 20">
              <a:extLst>
                <a:ext uri="{FF2B5EF4-FFF2-40B4-BE49-F238E27FC236}">
                  <a16:creationId xmlns:a16="http://schemas.microsoft.com/office/drawing/2014/main" id="{D3ADD93D-57D0-427C-A3A5-FEB86D35D35C}"/>
                </a:ext>
              </a:extLst>
            </p:cNvPr>
            <p:cNvSpPr>
              <a:spLocks/>
            </p:cNvSpPr>
            <p:nvPr/>
          </p:nvSpPr>
          <p:spPr bwMode="auto">
            <a:xfrm>
              <a:off x="4000501" y="2752725"/>
              <a:ext cx="120650" cy="93663"/>
            </a:xfrm>
            <a:custGeom>
              <a:avLst/>
              <a:gdLst>
                <a:gd name="T0" fmla="*/ 11 w 48"/>
                <a:gd name="T1" fmla="*/ 36 h 37"/>
                <a:gd name="T2" fmla="*/ 16 w 48"/>
                <a:gd name="T3" fmla="*/ 34 h 37"/>
                <a:gd name="T4" fmla="*/ 27 w 48"/>
                <a:gd name="T5" fmla="*/ 33 h 37"/>
                <a:gd name="T6" fmla="*/ 29 w 48"/>
                <a:gd name="T7" fmla="*/ 34 h 37"/>
                <a:gd name="T8" fmla="*/ 29 w 48"/>
                <a:gd name="T9" fmla="*/ 33 h 37"/>
                <a:gd name="T10" fmla="*/ 35 w 48"/>
                <a:gd name="T11" fmla="*/ 35 h 37"/>
                <a:gd name="T12" fmla="*/ 47 w 48"/>
                <a:gd name="T13" fmla="*/ 36 h 37"/>
                <a:gd name="T14" fmla="*/ 48 w 48"/>
                <a:gd name="T15" fmla="*/ 36 h 37"/>
                <a:gd name="T16" fmla="*/ 48 w 48"/>
                <a:gd name="T17" fmla="*/ 30 h 37"/>
                <a:gd name="T18" fmla="*/ 43 w 48"/>
                <a:gd name="T19" fmla="*/ 25 h 37"/>
                <a:gd name="T20" fmla="*/ 42 w 48"/>
                <a:gd name="T21" fmla="*/ 20 h 37"/>
                <a:gd name="T22" fmla="*/ 41 w 48"/>
                <a:gd name="T23" fmla="*/ 18 h 37"/>
                <a:gd name="T24" fmla="*/ 36 w 48"/>
                <a:gd name="T25" fmla="*/ 12 h 37"/>
                <a:gd name="T26" fmla="*/ 31 w 48"/>
                <a:gd name="T27" fmla="*/ 5 h 37"/>
                <a:gd name="T28" fmla="*/ 28 w 48"/>
                <a:gd name="T29" fmla="*/ 5 h 37"/>
                <a:gd name="T30" fmla="*/ 23 w 48"/>
                <a:gd name="T31" fmla="*/ 1 h 37"/>
                <a:gd name="T32" fmla="*/ 17 w 48"/>
                <a:gd name="T33" fmla="*/ 2 h 37"/>
                <a:gd name="T34" fmla="*/ 10 w 48"/>
                <a:gd name="T35" fmla="*/ 2 h 37"/>
                <a:gd name="T36" fmla="*/ 5 w 48"/>
                <a:gd name="T37" fmla="*/ 6 h 37"/>
                <a:gd name="T38" fmla="*/ 5 w 48"/>
                <a:gd name="T39" fmla="*/ 6 h 37"/>
                <a:gd name="T40" fmla="*/ 3 w 48"/>
                <a:gd name="T41" fmla="*/ 12 h 37"/>
                <a:gd name="T42" fmla="*/ 6 w 48"/>
                <a:gd name="T43" fmla="*/ 24 h 37"/>
                <a:gd name="T44" fmla="*/ 6 w 48"/>
                <a:gd name="T45" fmla="*/ 25 h 37"/>
                <a:gd name="T46" fmla="*/ 16 w 48"/>
                <a:gd name="T47" fmla="*/ 23 h 37"/>
                <a:gd name="T48" fmla="*/ 24 w 48"/>
                <a:gd name="T49" fmla="*/ 27 h 37"/>
                <a:gd name="T50" fmla="*/ 28 w 48"/>
                <a:gd name="T51" fmla="*/ 27 h 37"/>
                <a:gd name="T52" fmla="*/ 24 w 48"/>
                <a:gd name="T53" fmla="*/ 29 h 37"/>
                <a:gd name="T54" fmla="*/ 17 w 48"/>
                <a:gd name="T55" fmla="*/ 27 h 37"/>
                <a:gd name="T56" fmla="*/ 8 w 48"/>
                <a:gd name="T57" fmla="*/ 29 h 37"/>
                <a:gd name="T58" fmla="*/ 5 w 48"/>
                <a:gd name="T59" fmla="*/ 30 h 37"/>
                <a:gd name="T60" fmla="*/ 6 w 48"/>
                <a:gd name="T61" fmla="*/ 34 h 37"/>
                <a:gd name="T62" fmla="*/ 7 w 48"/>
                <a:gd name="T63" fmla="*/ 35 h 37"/>
                <a:gd name="T64" fmla="*/ 11 w 48"/>
                <a:gd name="T65"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37">
                  <a:moveTo>
                    <a:pt x="11" y="36"/>
                  </a:moveTo>
                  <a:cubicBezTo>
                    <a:pt x="13" y="36"/>
                    <a:pt x="16" y="34"/>
                    <a:pt x="16" y="34"/>
                  </a:cubicBezTo>
                  <a:cubicBezTo>
                    <a:pt x="16" y="34"/>
                    <a:pt x="26" y="33"/>
                    <a:pt x="27" y="33"/>
                  </a:cubicBezTo>
                  <a:cubicBezTo>
                    <a:pt x="28" y="33"/>
                    <a:pt x="29" y="33"/>
                    <a:pt x="29" y="34"/>
                  </a:cubicBezTo>
                  <a:cubicBezTo>
                    <a:pt x="29" y="33"/>
                    <a:pt x="29" y="33"/>
                    <a:pt x="29" y="33"/>
                  </a:cubicBezTo>
                  <a:cubicBezTo>
                    <a:pt x="29" y="33"/>
                    <a:pt x="35" y="34"/>
                    <a:pt x="35" y="35"/>
                  </a:cubicBezTo>
                  <a:cubicBezTo>
                    <a:pt x="35" y="36"/>
                    <a:pt x="43" y="37"/>
                    <a:pt x="47" y="36"/>
                  </a:cubicBezTo>
                  <a:cubicBezTo>
                    <a:pt x="47" y="36"/>
                    <a:pt x="47" y="36"/>
                    <a:pt x="48" y="36"/>
                  </a:cubicBezTo>
                  <a:cubicBezTo>
                    <a:pt x="48" y="34"/>
                    <a:pt x="48" y="31"/>
                    <a:pt x="48" y="30"/>
                  </a:cubicBezTo>
                  <a:cubicBezTo>
                    <a:pt x="47" y="29"/>
                    <a:pt x="45" y="27"/>
                    <a:pt x="43" y="25"/>
                  </a:cubicBezTo>
                  <a:cubicBezTo>
                    <a:pt x="42" y="24"/>
                    <a:pt x="42" y="20"/>
                    <a:pt x="42" y="20"/>
                  </a:cubicBezTo>
                  <a:cubicBezTo>
                    <a:pt x="41" y="18"/>
                    <a:pt x="41" y="18"/>
                    <a:pt x="41" y="18"/>
                  </a:cubicBezTo>
                  <a:cubicBezTo>
                    <a:pt x="41" y="18"/>
                    <a:pt x="40" y="13"/>
                    <a:pt x="36" y="12"/>
                  </a:cubicBezTo>
                  <a:cubicBezTo>
                    <a:pt x="33" y="11"/>
                    <a:pt x="31" y="5"/>
                    <a:pt x="31" y="5"/>
                  </a:cubicBezTo>
                  <a:cubicBezTo>
                    <a:pt x="28" y="5"/>
                    <a:pt x="28" y="5"/>
                    <a:pt x="28" y="5"/>
                  </a:cubicBezTo>
                  <a:cubicBezTo>
                    <a:pt x="28" y="5"/>
                    <a:pt x="25" y="2"/>
                    <a:pt x="23" y="1"/>
                  </a:cubicBezTo>
                  <a:cubicBezTo>
                    <a:pt x="21" y="0"/>
                    <a:pt x="17" y="2"/>
                    <a:pt x="17" y="2"/>
                  </a:cubicBezTo>
                  <a:cubicBezTo>
                    <a:pt x="17" y="2"/>
                    <a:pt x="12" y="2"/>
                    <a:pt x="10" y="2"/>
                  </a:cubicBezTo>
                  <a:cubicBezTo>
                    <a:pt x="7" y="1"/>
                    <a:pt x="7" y="5"/>
                    <a:pt x="5" y="6"/>
                  </a:cubicBezTo>
                  <a:cubicBezTo>
                    <a:pt x="5" y="6"/>
                    <a:pt x="5" y="6"/>
                    <a:pt x="5" y="6"/>
                  </a:cubicBezTo>
                  <a:cubicBezTo>
                    <a:pt x="4" y="8"/>
                    <a:pt x="4" y="10"/>
                    <a:pt x="3" y="12"/>
                  </a:cubicBezTo>
                  <a:cubicBezTo>
                    <a:pt x="0" y="16"/>
                    <a:pt x="4" y="22"/>
                    <a:pt x="6" y="24"/>
                  </a:cubicBezTo>
                  <a:cubicBezTo>
                    <a:pt x="6" y="24"/>
                    <a:pt x="6" y="24"/>
                    <a:pt x="6" y="25"/>
                  </a:cubicBezTo>
                  <a:cubicBezTo>
                    <a:pt x="11" y="25"/>
                    <a:pt x="13" y="25"/>
                    <a:pt x="16" y="23"/>
                  </a:cubicBezTo>
                  <a:cubicBezTo>
                    <a:pt x="20" y="22"/>
                    <a:pt x="20" y="26"/>
                    <a:pt x="24" y="27"/>
                  </a:cubicBezTo>
                  <a:cubicBezTo>
                    <a:pt x="28" y="27"/>
                    <a:pt x="28" y="27"/>
                    <a:pt x="28" y="27"/>
                  </a:cubicBezTo>
                  <a:cubicBezTo>
                    <a:pt x="28" y="27"/>
                    <a:pt x="26" y="29"/>
                    <a:pt x="24" y="29"/>
                  </a:cubicBezTo>
                  <a:cubicBezTo>
                    <a:pt x="21" y="28"/>
                    <a:pt x="18" y="25"/>
                    <a:pt x="17" y="27"/>
                  </a:cubicBezTo>
                  <a:cubicBezTo>
                    <a:pt x="15" y="28"/>
                    <a:pt x="10" y="29"/>
                    <a:pt x="8" y="29"/>
                  </a:cubicBezTo>
                  <a:cubicBezTo>
                    <a:pt x="7" y="29"/>
                    <a:pt x="6" y="30"/>
                    <a:pt x="5" y="30"/>
                  </a:cubicBezTo>
                  <a:cubicBezTo>
                    <a:pt x="5" y="31"/>
                    <a:pt x="5" y="33"/>
                    <a:pt x="6" y="34"/>
                  </a:cubicBezTo>
                  <a:cubicBezTo>
                    <a:pt x="6" y="34"/>
                    <a:pt x="7" y="34"/>
                    <a:pt x="7" y="35"/>
                  </a:cubicBezTo>
                  <a:cubicBezTo>
                    <a:pt x="11" y="34"/>
                    <a:pt x="10" y="36"/>
                    <a:pt x="11" y="3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21">
              <a:extLst>
                <a:ext uri="{FF2B5EF4-FFF2-40B4-BE49-F238E27FC236}">
                  <a16:creationId xmlns:a16="http://schemas.microsoft.com/office/drawing/2014/main" id="{C4C70EC0-1520-4840-8BEC-BAB3561EBA71}"/>
                </a:ext>
              </a:extLst>
            </p:cNvPr>
            <p:cNvSpPr>
              <a:spLocks/>
            </p:cNvSpPr>
            <p:nvPr/>
          </p:nvSpPr>
          <p:spPr bwMode="auto">
            <a:xfrm>
              <a:off x="4019551" y="2835275"/>
              <a:ext cx="53975" cy="33338"/>
            </a:xfrm>
            <a:custGeom>
              <a:avLst/>
              <a:gdLst>
                <a:gd name="T0" fmla="*/ 12 w 22"/>
                <a:gd name="T1" fmla="*/ 12 h 13"/>
                <a:gd name="T2" fmla="*/ 18 w 22"/>
                <a:gd name="T3" fmla="*/ 9 h 13"/>
                <a:gd name="T4" fmla="*/ 21 w 22"/>
                <a:gd name="T5" fmla="*/ 7 h 13"/>
                <a:gd name="T6" fmla="*/ 21 w 22"/>
                <a:gd name="T7" fmla="*/ 4 h 13"/>
                <a:gd name="T8" fmla="*/ 22 w 22"/>
                <a:gd name="T9" fmla="*/ 1 h 13"/>
                <a:gd name="T10" fmla="*/ 20 w 22"/>
                <a:gd name="T11" fmla="*/ 0 h 13"/>
                <a:gd name="T12" fmla="*/ 9 w 22"/>
                <a:gd name="T13" fmla="*/ 1 h 13"/>
                <a:gd name="T14" fmla="*/ 4 w 22"/>
                <a:gd name="T15" fmla="*/ 3 h 13"/>
                <a:gd name="T16" fmla="*/ 0 w 22"/>
                <a:gd name="T17" fmla="*/ 2 h 13"/>
                <a:gd name="T18" fmla="*/ 6 w 22"/>
                <a:gd name="T19" fmla="*/ 7 h 13"/>
                <a:gd name="T20" fmla="*/ 10 w 22"/>
                <a:gd name="T21" fmla="*/ 13 h 13"/>
                <a:gd name="T22" fmla="*/ 11 w 22"/>
                <a:gd name="T23" fmla="*/ 13 h 13"/>
                <a:gd name="T24" fmla="*/ 12 w 22"/>
                <a:gd name="T25"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13">
                  <a:moveTo>
                    <a:pt x="12" y="12"/>
                  </a:moveTo>
                  <a:cubicBezTo>
                    <a:pt x="13" y="11"/>
                    <a:pt x="17" y="8"/>
                    <a:pt x="18" y="9"/>
                  </a:cubicBezTo>
                  <a:cubicBezTo>
                    <a:pt x="19" y="9"/>
                    <a:pt x="21" y="8"/>
                    <a:pt x="21" y="7"/>
                  </a:cubicBezTo>
                  <a:cubicBezTo>
                    <a:pt x="21" y="7"/>
                    <a:pt x="19" y="4"/>
                    <a:pt x="21" y="4"/>
                  </a:cubicBezTo>
                  <a:cubicBezTo>
                    <a:pt x="22" y="3"/>
                    <a:pt x="22" y="2"/>
                    <a:pt x="22" y="1"/>
                  </a:cubicBezTo>
                  <a:cubicBezTo>
                    <a:pt x="22" y="0"/>
                    <a:pt x="21" y="0"/>
                    <a:pt x="20" y="0"/>
                  </a:cubicBezTo>
                  <a:cubicBezTo>
                    <a:pt x="19" y="0"/>
                    <a:pt x="9" y="1"/>
                    <a:pt x="9" y="1"/>
                  </a:cubicBezTo>
                  <a:cubicBezTo>
                    <a:pt x="9" y="1"/>
                    <a:pt x="6" y="3"/>
                    <a:pt x="4" y="3"/>
                  </a:cubicBezTo>
                  <a:cubicBezTo>
                    <a:pt x="3" y="3"/>
                    <a:pt x="4" y="1"/>
                    <a:pt x="0" y="2"/>
                  </a:cubicBezTo>
                  <a:cubicBezTo>
                    <a:pt x="2" y="4"/>
                    <a:pt x="2" y="5"/>
                    <a:pt x="6" y="7"/>
                  </a:cubicBezTo>
                  <a:cubicBezTo>
                    <a:pt x="11" y="8"/>
                    <a:pt x="6" y="10"/>
                    <a:pt x="10" y="13"/>
                  </a:cubicBezTo>
                  <a:cubicBezTo>
                    <a:pt x="10" y="13"/>
                    <a:pt x="10" y="13"/>
                    <a:pt x="11" y="13"/>
                  </a:cubicBezTo>
                  <a:cubicBezTo>
                    <a:pt x="11" y="13"/>
                    <a:pt x="11" y="13"/>
                    <a:pt x="12" y="1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22">
              <a:extLst>
                <a:ext uri="{FF2B5EF4-FFF2-40B4-BE49-F238E27FC236}">
                  <a16:creationId xmlns:a16="http://schemas.microsoft.com/office/drawing/2014/main" id="{153F98FE-DCB0-4277-94BB-F1E67A8BB104}"/>
                </a:ext>
              </a:extLst>
            </p:cNvPr>
            <p:cNvSpPr>
              <a:spLocks/>
            </p:cNvSpPr>
            <p:nvPr/>
          </p:nvSpPr>
          <p:spPr bwMode="auto">
            <a:xfrm>
              <a:off x="4645026" y="2865438"/>
              <a:ext cx="249238" cy="176213"/>
            </a:xfrm>
            <a:custGeom>
              <a:avLst/>
              <a:gdLst>
                <a:gd name="T0" fmla="*/ 91 w 99"/>
                <a:gd name="T1" fmla="*/ 40 h 70"/>
                <a:gd name="T2" fmla="*/ 88 w 99"/>
                <a:gd name="T3" fmla="*/ 34 h 70"/>
                <a:gd name="T4" fmla="*/ 83 w 99"/>
                <a:gd name="T5" fmla="*/ 30 h 70"/>
                <a:gd name="T6" fmla="*/ 80 w 99"/>
                <a:gd name="T7" fmla="*/ 25 h 70"/>
                <a:gd name="T8" fmla="*/ 73 w 99"/>
                <a:gd name="T9" fmla="*/ 22 h 70"/>
                <a:gd name="T10" fmla="*/ 72 w 99"/>
                <a:gd name="T11" fmla="*/ 19 h 70"/>
                <a:gd name="T12" fmla="*/ 69 w 99"/>
                <a:gd name="T13" fmla="*/ 19 h 70"/>
                <a:gd name="T14" fmla="*/ 70 w 99"/>
                <a:gd name="T15" fmla="*/ 16 h 70"/>
                <a:gd name="T16" fmla="*/ 69 w 99"/>
                <a:gd name="T17" fmla="*/ 9 h 70"/>
                <a:gd name="T18" fmla="*/ 64 w 99"/>
                <a:gd name="T19" fmla="*/ 1 h 70"/>
                <a:gd name="T20" fmla="*/ 62 w 99"/>
                <a:gd name="T21" fmla="*/ 1 h 70"/>
                <a:gd name="T22" fmla="*/ 56 w 99"/>
                <a:gd name="T23" fmla="*/ 4 h 70"/>
                <a:gd name="T24" fmla="*/ 54 w 99"/>
                <a:gd name="T25" fmla="*/ 7 h 70"/>
                <a:gd name="T26" fmla="*/ 46 w 99"/>
                <a:gd name="T27" fmla="*/ 15 h 70"/>
                <a:gd name="T28" fmla="*/ 35 w 99"/>
                <a:gd name="T29" fmla="*/ 18 h 70"/>
                <a:gd name="T30" fmla="*/ 34 w 99"/>
                <a:gd name="T31" fmla="*/ 22 h 70"/>
                <a:gd name="T32" fmla="*/ 27 w 99"/>
                <a:gd name="T33" fmla="*/ 26 h 70"/>
                <a:gd name="T34" fmla="*/ 18 w 99"/>
                <a:gd name="T35" fmla="*/ 28 h 70"/>
                <a:gd name="T36" fmla="*/ 13 w 99"/>
                <a:gd name="T37" fmla="*/ 28 h 70"/>
                <a:gd name="T38" fmla="*/ 9 w 99"/>
                <a:gd name="T39" fmla="*/ 30 h 70"/>
                <a:gd name="T40" fmla="*/ 8 w 99"/>
                <a:gd name="T41" fmla="*/ 30 h 70"/>
                <a:gd name="T42" fmla="*/ 4 w 99"/>
                <a:gd name="T43" fmla="*/ 35 h 70"/>
                <a:gd name="T44" fmla="*/ 0 w 99"/>
                <a:gd name="T45" fmla="*/ 43 h 70"/>
                <a:gd name="T46" fmla="*/ 1 w 99"/>
                <a:gd name="T47" fmla="*/ 49 h 70"/>
                <a:gd name="T48" fmla="*/ 3 w 99"/>
                <a:gd name="T49" fmla="*/ 56 h 70"/>
                <a:gd name="T50" fmla="*/ 4 w 99"/>
                <a:gd name="T51" fmla="*/ 60 h 70"/>
                <a:gd name="T52" fmla="*/ 6 w 99"/>
                <a:gd name="T53" fmla="*/ 63 h 70"/>
                <a:gd name="T54" fmla="*/ 11 w 99"/>
                <a:gd name="T55" fmla="*/ 68 h 70"/>
                <a:gd name="T56" fmla="*/ 13 w 99"/>
                <a:gd name="T57" fmla="*/ 70 h 70"/>
                <a:gd name="T58" fmla="*/ 13 w 99"/>
                <a:gd name="T59" fmla="*/ 69 h 70"/>
                <a:gd name="T60" fmla="*/ 15 w 99"/>
                <a:gd name="T61" fmla="*/ 63 h 70"/>
                <a:gd name="T62" fmla="*/ 19 w 99"/>
                <a:gd name="T63" fmla="*/ 62 h 70"/>
                <a:gd name="T64" fmla="*/ 23 w 99"/>
                <a:gd name="T65" fmla="*/ 61 h 70"/>
                <a:gd name="T66" fmla="*/ 30 w 99"/>
                <a:gd name="T67" fmla="*/ 62 h 70"/>
                <a:gd name="T68" fmla="*/ 30 w 99"/>
                <a:gd name="T69" fmla="*/ 56 h 70"/>
                <a:gd name="T70" fmla="*/ 38 w 99"/>
                <a:gd name="T71" fmla="*/ 50 h 70"/>
                <a:gd name="T72" fmla="*/ 45 w 99"/>
                <a:gd name="T73" fmla="*/ 54 h 70"/>
                <a:gd name="T74" fmla="*/ 60 w 99"/>
                <a:gd name="T75" fmla="*/ 57 h 70"/>
                <a:gd name="T76" fmla="*/ 62 w 99"/>
                <a:gd name="T77" fmla="*/ 52 h 70"/>
                <a:gd name="T78" fmla="*/ 69 w 99"/>
                <a:gd name="T79" fmla="*/ 52 h 70"/>
                <a:gd name="T80" fmla="*/ 77 w 99"/>
                <a:gd name="T81" fmla="*/ 50 h 70"/>
                <a:gd name="T82" fmla="*/ 84 w 99"/>
                <a:gd name="T83" fmla="*/ 49 h 70"/>
                <a:gd name="T84" fmla="*/ 93 w 99"/>
                <a:gd name="T85" fmla="*/ 50 h 70"/>
                <a:gd name="T86" fmla="*/ 99 w 99"/>
                <a:gd name="T87" fmla="*/ 49 h 70"/>
                <a:gd name="T88" fmla="*/ 97 w 99"/>
                <a:gd name="T89" fmla="*/ 44 h 70"/>
                <a:gd name="T90" fmla="*/ 91 w 99"/>
                <a:gd name="T91"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70">
                  <a:moveTo>
                    <a:pt x="91" y="40"/>
                  </a:moveTo>
                  <a:cubicBezTo>
                    <a:pt x="91" y="38"/>
                    <a:pt x="91" y="37"/>
                    <a:pt x="88" y="34"/>
                  </a:cubicBezTo>
                  <a:cubicBezTo>
                    <a:pt x="85" y="32"/>
                    <a:pt x="83" y="31"/>
                    <a:pt x="83" y="30"/>
                  </a:cubicBezTo>
                  <a:cubicBezTo>
                    <a:pt x="83" y="28"/>
                    <a:pt x="82" y="28"/>
                    <a:pt x="80" y="25"/>
                  </a:cubicBezTo>
                  <a:cubicBezTo>
                    <a:pt x="77" y="22"/>
                    <a:pt x="73" y="22"/>
                    <a:pt x="73" y="22"/>
                  </a:cubicBezTo>
                  <a:cubicBezTo>
                    <a:pt x="72" y="19"/>
                    <a:pt x="72" y="19"/>
                    <a:pt x="72" y="19"/>
                  </a:cubicBezTo>
                  <a:cubicBezTo>
                    <a:pt x="69" y="19"/>
                    <a:pt x="69" y="19"/>
                    <a:pt x="69" y="19"/>
                  </a:cubicBezTo>
                  <a:cubicBezTo>
                    <a:pt x="69" y="19"/>
                    <a:pt x="67" y="17"/>
                    <a:pt x="70" y="16"/>
                  </a:cubicBezTo>
                  <a:cubicBezTo>
                    <a:pt x="73" y="14"/>
                    <a:pt x="70" y="10"/>
                    <a:pt x="69" y="9"/>
                  </a:cubicBezTo>
                  <a:cubicBezTo>
                    <a:pt x="69" y="8"/>
                    <a:pt x="65" y="2"/>
                    <a:pt x="64" y="1"/>
                  </a:cubicBezTo>
                  <a:cubicBezTo>
                    <a:pt x="63" y="1"/>
                    <a:pt x="63" y="1"/>
                    <a:pt x="62" y="1"/>
                  </a:cubicBezTo>
                  <a:cubicBezTo>
                    <a:pt x="61" y="0"/>
                    <a:pt x="57" y="2"/>
                    <a:pt x="56" y="4"/>
                  </a:cubicBezTo>
                  <a:cubicBezTo>
                    <a:pt x="54" y="5"/>
                    <a:pt x="55" y="6"/>
                    <a:pt x="54" y="7"/>
                  </a:cubicBezTo>
                  <a:cubicBezTo>
                    <a:pt x="53" y="9"/>
                    <a:pt x="49" y="12"/>
                    <a:pt x="46" y="15"/>
                  </a:cubicBezTo>
                  <a:cubicBezTo>
                    <a:pt x="43" y="19"/>
                    <a:pt x="37" y="17"/>
                    <a:pt x="35" y="18"/>
                  </a:cubicBezTo>
                  <a:cubicBezTo>
                    <a:pt x="33" y="19"/>
                    <a:pt x="36" y="21"/>
                    <a:pt x="34" y="22"/>
                  </a:cubicBezTo>
                  <a:cubicBezTo>
                    <a:pt x="33" y="23"/>
                    <a:pt x="28" y="25"/>
                    <a:pt x="27" y="26"/>
                  </a:cubicBezTo>
                  <a:cubicBezTo>
                    <a:pt x="26" y="27"/>
                    <a:pt x="20" y="26"/>
                    <a:pt x="18" y="28"/>
                  </a:cubicBezTo>
                  <a:cubicBezTo>
                    <a:pt x="17" y="31"/>
                    <a:pt x="15" y="26"/>
                    <a:pt x="13" y="28"/>
                  </a:cubicBezTo>
                  <a:cubicBezTo>
                    <a:pt x="11" y="31"/>
                    <a:pt x="9" y="31"/>
                    <a:pt x="9" y="30"/>
                  </a:cubicBezTo>
                  <a:cubicBezTo>
                    <a:pt x="8" y="30"/>
                    <a:pt x="8" y="30"/>
                    <a:pt x="8" y="30"/>
                  </a:cubicBezTo>
                  <a:cubicBezTo>
                    <a:pt x="6" y="31"/>
                    <a:pt x="4" y="33"/>
                    <a:pt x="4" y="35"/>
                  </a:cubicBezTo>
                  <a:cubicBezTo>
                    <a:pt x="3" y="38"/>
                    <a:pt x="0" y="41"/>
                    <a:pt x="0" y="43"/>
                  </a:cubicBezTo>
                  <a:cubicBezTo>
                    <a:pt x="0" y="44"/>
                    <a:pt x="1" y="46"/>
                    <a:pt x="1" y="49"/>
                  </a:cubicBezTo>
                  <a:cubicBezTo>
                    <a:pt x="1" y="52"/>
                    <a:pt x="2" y="53"/>
                    <a:pt x="3" y="56"/>
                  </a:cubicBezTo>
                  <a:cubicBezTo>
                    <a:pt x="5" y="58"/>
                    <a:pt x="4" y="60"/>
                    <a:pt x="4" y="60"/>
                  </a:cubicBezTo>
                  <a:cubicBezTo>
                    <a:pt x="4" y="60"/>
                    <a:pt x="5" y="61"/>
                    <a:pt x="6" y="63"/>
                  </a:cubicBezTo>
                  <a:cubicBezTo>
                    <a:pt x="8" y="65"/>
                    <a:pt x="11" y="67"/>
                    <a:pt x="11" y="68"/>
                  </a:cubicBezTo>
                  <a:cubicBezTo>
                    <a:pt x="12" y="69"/>
                    <a:pt x="12" y="69"/>
                    <a:pt x="13" y="70"/>
                  </a:cubicBezTo>
                  <a:cubicBezTo>
                    <a:pt x="13" y="69"/>
                    <a:pt x="13" y="69"/>
                    <a:pt x="13" y="69"/>
                  </a:cubicBezTo>
                  <a:cubicBezTo>
                    <a:pt x="15" y="66"/>
                    <a:pt x="15" y="63"/>
                    <a:pt x="15" y="63"/>
                  </a:cubicBezTo>
                  <a:cubicBezTo>
                    <a:pt x="19" y="62"/>
                    <a:pt x="19" y="62"/>
                    <a:pt x="19" y="62"/>
                  </a:cubicBezTo>
                  <a:cubicBezTo>
                    <a:pt x="23" y="61"/>
                    <a:pt x="23" y="61"/>
                    <a:pt x="23" y="61"/>
                  </a:cubicBezTo>
                  <a:cubicBezTo>
                    <a:pt x="30" y="62"/>
                    <a:pt x="30" y="62"/>
                    <a:pt x="30" y="62"/>
                  </a:cubicBezTo>
                  <a:cubicBezTo>
                    <a:pt x="30" y="56"/>
                    <a:pt x="30" y="56"/>
                    <a:pt x="30" y="56"/>
                  </a:cubicBezTo>
                  <a:cubicBezTo>
                    <a:pt x="30" y="56"/>
                    <a:pt x="35" y="50"/>
                    <a:pt x="38" y="50"/>
                  </a:cubicBezTo>
                  <a:cubicBezTo>
                    <a:pt x="42" y="50"/>
                    <a:pt x="45" y="54"/>
                    <a:pt x="45" y="54"/>
                  </a:cubicBezTo>
                  <a:cubicBezTo>
                    <a:pt x="60" y="57"/>
                    <a:pt x="60" y="57"/>
                    <a:pt x="60" y="57"/>
                  </a:cubicBezTo>
                  <a:cubicBezTo>
                    <a:pt x="60" y="57"/>
                    <a:pt x="61" y="53"/>
                    <a:pt x="62" y="52"/>
                  </a:cubicBezTo>
                  <a:cubicBezTo>
                    <a:pt x="64" y="51"/>
                    <a:pt x="67" y="53"/>
                    <a:pt x="69" y="52"/>
                  </a:cubicBezTo>
                  <a:cubicBezTo>
                    <a:pt x="71" y="51"/>
                    <a:pt x="74" y="50"/>
                    <a:pt x="77" y="50"/>
                  </a:cubicBezTo>
                  <a:cubicBezTo>
                    <a:pt x="81" y="50"/>
                    <a:pt x="82" y="51"/>
                    <a:pt x="84" y="49"/>
                  </a:cubicBezTo>
                  <a:cubicBezTo>
                    <a:pt x="85" y="46"/>
                    <a:pt x="93" y="50"/>
                    <a:pt x="93" y="50"/>
                  </a:cubicBezTo>
                  <a:cubicBezTo>
                    <a:pt x="99" y="49"/>
                    <a:pt x="99" y="49"/>
                    <a:pt x="99" y="49"/>
                  </a:cubicBezTo>
                  <a:cubicBezTo>
                    <a:pt x="97" y="44"/>
                    <a:pt x="97" y="44"/>
                    <a:pt x="97" y="44"/>
                  </a:cubicBezTo>
                  <a:cubicBezTo>
                    <a:pt x="97" y="44"/>
                    <a:pt x="91" y="41"/>
                    <a:pt x="91" y="4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8" name="Freeform 23">
              <a:extLst>
                <a:ext uri="{FF2B5EF4-FFF2-40B4-BE49-F238E27FC236}">
                  <a16:creationId xmlns:a16="http://schemas.microsoft.com/office/drawing/2014/main" id="{FA55BC8E-2D3E-4B02-9E55-909523D6B319}"/>
                </a:ext>
              </a:extLst>
            </p:cNvPr>
            <p:cNvSpPr>
              <a:spLocks/>
            </p:cNvSpPr>
            <p:nvPr/>
          </p:nvSpPr>
          <p:spPr bwMode="auto">
            <a:xfrm>
              <a:off x="4408488" y="2808288"/>
              <a:ext cx="241300" cy="201613"/>
            </a:xfrm>
            <a:custGeom>
              <a:avLst/>
              <a:gdLst>
                <a:gd name="T0" fmla="*/ 59 w 96"/>
                <a:gd name="T1" fmla="*/ 58 h 80"/>
                <a:gd name="T2" fmla="*/ 64 w 96"/>
                <a:gd name="T3" fmla="*/ 57 h 80"/>
                <a:gd name="T4" fmla="*/ 69 w 96"/>
                <a:gd name="T5" fmla="*/ 61 h 80"/>
                <a:gd name="T6" fmla="*/ 73 w 96"/>
                <a:gd name="T7" fmla="*/ 58 h 80"/>
                <a:gd name="T8" fmla="*/ 78 w 96"/>
                <a:gd name="T9" fmla="*/ 46 h 80"/>
                <a:gd name="T10" fmla="*/ 82 w 96"/>
                <a:gd name="T11" fmla="*/ 41 h 80"/>
                <a:gd name="T12" fmla="*/ 83 w 96"/>
                <a:gd name="T13" fmla="*/ 36 h 80"/>
                <a:gd name="T14" fmla="*/ 85 w 96"/>
                <a:gd name="T15" fmla="*/ 31 h 80"/>
                <a:gd name="T16" fmla="*/ 90 w 96"/>
                <a:gd name="T17" fmla="*/ 22 h 80"/>
                <a:gd name="T18" fmla="*/ 95 w 96"/>
                <a:gd name="T19" fmla="*/ 20 h 80"/>
                <a:gd name="T20" fmla="*/ 94 w 96"/>
                <a:gd name="T21" fmla="*/ 15 h 80"/>
                <a:gd name="T22" fmla="*/ 91 w 96"/>
                <a:gd name="T23" fmla="*/ 12 h 80"/>
                <a:gd name="T24" fmla="*/ 91 w 96"/>
                <a:gd name="T25" fmla="*/ 7 h 80"/>
                <a:gd name="T26" fmla="*/ 88 w 96"/>
                <a:gd name="T27" fmla="*/ 4 h 80"/>
                <a:gd name="T28" fmla="*/ 85 w 96"/>
                <a:gd name="T29" fmla="*/ 2 h 80"/>
                <a:gd name="T30" fmla="*/ 80 w 96"/>
                <a:gd name="T31" fmla="*/ 7 h 80"/>
                <a:gd name="T32" fmla="*/ 73 w 96"/>
                <a:gd name="T33" fmla="*/ 6 h 80"/>
                <a:gd name="T34" fmla="*/ 63 w 96"/>
                <a:gd name="T35" fmla="*/ 6 h 80"/>
                <a:gd name="T36" fmla="*/ 57 w 96"/>
                <a:gd name="T37" fmla="*/ 9 h 80"/>
                <a:gd name="T38" fmla="*/ 49 w 96"/>
                <a:gd name="T39" fmla="*/ 9 h 80"/>
                <a:gd name="T40" fmla="*/ 43 w 96"/>
                <a:gd name="T41" fmla="*/ 6 h 80"/>
                <a:gd name="T42" fmla="*/ 36 w 96"/>
                <a:gd name="T43" fmla="*/ 8 h 80"/>
                <a:gd name="T44" fmla="*/ 32 w 96"/>
                <a:gd name="T45" fmla="*/ 4 h 80"/>
                <a:gd name="T46" fmla="*/ 25 w 96"/>
                <a:gd name="T47" fmla="*/ 2 h 80"/>
                <a:gd name="T48" fmla="*/ 20 w 96"/>
                <a:gd name="T49" fmla="*/ 3 h 80"/>
                <a:gd name="T50" fmla="*/ 13 w 96"/>
                <a:gd name="T51" fmla="*/ 3 h 80"/>
                <a:gd name="T52" fmla="*/ 11 w 96"/>
                <a:gd name="T53" fmla="*/ 10 h 80"/>
                <a:gd name="T54" fmla="*/ 8 w 96"/>
                <a:gd name="T55" fmla="*/ 16 h 80"/>
                <a:gd name="T56" fmla="*/ 7 w 96"/>
                <a:gd name="T57" fmla="*/ 17 h 80"/>
                <a:gd name="T58" fmla="*/ 8 w 96"/>
                <a:gd name="T59" fmla="*/ 23 h 80"/>
                <a:gd name="T60" fmla="*/ 7 w 96"/>
                <a:gd name="T61" fmla="*/ 34 h 80"/>
                <a:gd name="T62" fmla="*/ 4 w 96"/>
                <a:gd name="T63" fmla="*/ 39 h 80"/>
                <a:gd name="T64" fmla="*/ 0 w 96"/>
                <a:gd name="T65" fmla="*/ 45 h 80"/>
                <a:gd name="T66" fmla="*/ 1 w 96"/>
                <a:gd name="T67" fmla="*/ 54 h 80"/>
                <a:gd name="T68" fmla="*/ 3 w 96"/>
                <a:gd name="T69" fmla="*/ 60 h 80"/>
                <a:gd name="T70" fmla="*/ 3 w 96"/>
                <a:gd name="T71" fmla="*/ 60 h 80"/>
                <a:gd name="T72" fmla="*/ 15 w 96"/>
                <a:gd name="T73" fmla="*/ 63 h 80"/>
                <a:gd name="T74" fmla="*/ 23 w 96"/>
                <a:gd name="T75" fmla="*/ 72 h 80"/>
                <a:gd name="T76" fmla="*/ 27 w 96"/>
                <a:gd name="T77" fmla="*/ 79 h 80"/>
                <a:gd name="T78" fmla="*/ 35 w 96"/>
                <a:gd name="T79" fmla="*/ 77 h 80"/>
                <a:gd name="T80" fmla="*/ 46 w 96"/>
                <a:gd name="T81" fmla="*/ 76 h 80"/>
                <a:gd name="T82" fmla="*/ 47 w 96"/>
                <a:gd name="T83" fmla="*/ 76 h 80"/>
                <a:gd name="T84" fmla="*/ 50 w 96"/>
                <a:gd name="T85" fmla="*/ 67 h 80"/>
                <a:gd name="T86" fmla="*/ 59 w 96"/>
                <a:gd name="T87" fmla="*/ 5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 h="80">
                  <a:moveTo>
                    <a:pt x="59" y="58"/>
                  </a:moveTo>
                  <a:cubicBezTo>
                    <a:pt x="60" y="58"/>
                    <a:pt x="62" y="59"/>
                    <a:pt x="64" y="57"/>
                  </a:cubicBezTo>
                  <a:cubicBezTo>
                    <a:pt x="65" y="56"/>
                    <a:pt x="69" y="59"/>
                    <a:pt x="69" y="61"/>
                  </a:cubicBezTo>
                  <a:cubicBezTo>
                    <a:pt x="70" y="64"/>
                    <a:pt x="71" y="61"/>
                    <a:pt x="73" y="58"/>
                  </a:cubicBezTo>
                  <a:cubicBezTo>
                    <a:pt x="74" y="55"/>
                    <a:pt x="78" y="47"/>
                    <a:pt x="78" y="46"/>
                  </a:cubicBezTo>
                  <a:cubicBezTo>
                    <a:pt x="78" y="44"/>
                    <a:pt x="82" y="42"/>
                    <a:pt x="82" y="41"/>
                  </a:cubicBezTo>
                  <a:cubicBezTo>
                    <a:pt x="82" y="40"/>
                    <a:pt x="82" y="37"/>
                    <a:pt x="83" y="36"/>
                  </a:cubicBezTo>
                  <a:cubicBezTo>
                    <a:pt x="84" y="36"/>
                    <a:pt x="85" y="32"/>
                    <a:pt x="85" y="31"/>
                  </a:cubicBezTo>
                  <a:cubicBezTo>
                    <a:pt x="85" y="30"/>
                    <a:pt x="89" y="23"/>
                    <a:pt x="90" y="22"/>
                  </a:cubicBezTo>
                  <a:cubicBezTo>
                    <a:pt x="91" y="22"/>
                    <a:pt x="94" y="22"/>
                    <a:pt x="95" y="20"/>
                  </a:cubicBezTo>
                  <a:cubicBezTo>
                    <a:pt x="95" y="18"/>
                    <a:pt x="96" y="15"/>
                    <a:pt x="94" y="15"/>
                  </a:cubicBezTo>
                  <a:cubicBezTo>
                    <a:pt x="93" y="14"/>
                    <a:pt x="91" y="13"/>
                    <a:pt x="91" y="12"/>
                  </a:cubicBezTo>
                  <a:cubicBezTo>
                    <a:pt x="91" y="11"/>
                    <a:pt x="91" y="9"/>
                    <a:pt x="91" y="7"/>
                  </a:cubicBezTo>
                  <a:cubicBezTo>
                    <a:pt x="89" y="7"/>
                    <a:pt x="89" y="5"/>
                    <a:pt x="88" y="4"/>
                  </a:cubicBezTo>
                  <a:cubicBezTo>
                    <a:pt x="87" y="3"/>
                    <a:pt x="87" y="2"/>
                    <a:pt x="85" y="2"/>
                  </a:cubicBezTo>
                  <a:cubicBezTo>
                    <a:pt x="84" y="3"/>
                    <a:pt x="82" y="7"/>
                    <a:pt x="80" y="7"/>
                  </a:cubicBezTo>
                  <a:cubicBezTo>
                    <a:pt x="78" y="8"/>
                    <a:pt x="74" y="7"/>
                    <a:pt x="73" y="6"/>
                  </a:cubicBezTo>
                  <a:cubicBezTo>
                    <a:pt x="72" y="5"/>
                    <a:pt x="65" y="6"/>
                    <a:pt x="63" y="6"/>
                  </a:cubicBezTo>
                  <a:cubicBezTo>
                    <a:pt x="61" y="5"/>
                    <a:pt x="59" y="8"/>
                    <a:pt x="57" y="9"/>
                  </a:cubicBezTo>
                  <a:cubicBezTo>
                    <a:pt x="55" y="10"/>
                    <a:pt x="50" y="10"/>
                    <a:pt x="49" y="9"/>
                  </a:cubicBezTo>
                  <a:cubicBezTo>
                    <a:pt x="48" y="9"/>
                    <a:pt x="44" y="6"/>
                    <a:pt x="43" y="6"/>
                  </a:cubicBezTo>
                  <a:cubicBezTo>
                    <a:pt x="41" y="6"/>
                    <a:pt x="39" y="7"/>
                    <a:pt x="36" y="8"/>
                  </a:cubicBezTo>
                  <a:cubicBezTo>
                    <a:pt x="34" y="9"/>
                    <a:pt x="33" y="5"/>
                    <a:pt x="32" y="4"/>
                  </a:cubicBezTo>
                  <a:cubicBezTo>
                    <a:pt x="30" y="2"/>
                    <a:pt x="27" y="3"/>
                    <a:pt x="25" y="2"/>
                  </a:cubicBezTo>
                  <a:cubicBezTo>
                    <a:pt x="23" y="0"/>
                    <a:pt x="22" y="4"/>
                    <a:pt x="20" y="3"/>
                  </a:cubicBezTo>
                  <a:cubicBezTo>
                    <a:pt x="19" y="3"/>
                    <a:pt x="15" y="2"/>
                    <a:pt x="13" y="3"/>
                  </a:cubicBezTo>
                  <a:cubicBezTo>
                    <a:pt x="12" y="5"/>
                    <a:pt x="12" y="9"/>
                    <a:pt x="11" y="10"/>
                  </a:cubicBezTo>
                  <a:cubicBezTo>
                    <a:pt x="10" y="11"/>
                    <a:pt x="8" y="14"/>
                    <a:pt x="8" y="16"/>
                  </a:cubicBezTo>
                  <a:cubicBezTo>
                    <a:pt x="8" y="16"/>
                    <a:pt x="7" y="17"/>
                    <a:pt x="7" y="17"/>
                  </a:cubicBezTo>
                  <a:cubicBezTo>
                    <a:pt x="7" y="19"/>
                    <a:pt x="8" y="22"/>
                    <a:pt x="8" y="23"/>
                  </a:cubicBezTo>
                  <a:cubicBezTo>
                    <a:pt x="8" y="24"/>
                    <a:pt x="9" y="32"/>
                    <a:pt x="7" y="34"/>
                  </a:cubicBezTo>
                  <a:cubicBezTo>
                    <a:pt x="5" y="36"/>
                    <a:pt x="4" y="39"/>
                    <a:pt x="4" y="39"/>
                  </a:cubicBezTo>
                  <a:cubicBezTo>
                    <a:pt x="4" y="39"/>
                    <a:pt x="1" y="41"/>
                    <a:pt x="0" y="45"/>
                  </a:cubicBezTo>
                  <a:cubicBezTo>
                    <a:pt x="0" y="48"/>
                    <a:pt x="1" y="51"/>
                    <a:pt x="1" y="54"/>
                  </a:cubicBezTo>
                  <a:cubicBezTo>
                    <a:pt x="1" y="56"/>
                    <a:pt x="2" y="58"/>
                    <a:pt x="3" y="60"/>
                  </a:cubicBezTo>
                  <a:cubicBezTo>
                    <a:pt x="3" y="60"/>
                    <a:pt x="3" y="60"/>
                    <a:pt x="3" y="60"/>
                  </a:cubicBezTo>
                  <a:cubicBezTo>
                    <a:pt x="5" y="62"/>
                    <a:pt x="11" y="63"/>
                    <a:pt x="15" y="63"/>
                  </a:cubicBezTo>
                  <a:cubicBezTo>
                    <a:pt x="19" y="64"/>
                    <a:pt x="23" y="70"/>
                    <a:pt x="23" y="72"/>
                  </a:cubicBezTo>
                  <a:cubicBezTo>
                    <a:pt x="23" y="74"/>
                    <a:pt x="25" y="78"/>
                    <a:pt x="27" y="79"/>
                  </a:cubicBezTo>
                  <a:cubicBezTo>
                    <a:pt x="29" y="80"/>
                    <a:pt x="33" y="77"/>
                    <a:pt x="35" y="77"/>
                  </a:cubicBezTo>
                  <a:cubicBezTo>
                    <a:pt x="37" y="77"/>
                    <a:pt x="44" y="77"/>
                    <a:pt x="46" y="76"/>
                  </a:cubicBezTo>
                  <a:cubicBezTo>
                    <a:pt x="46" y="75"/>
                    <a:pt x="47" y="75"/>
                    <a:pt x="47" y="76"/>
                  </a:cubicBezTo>
                  <a:cubicBezTo>
                    <a:pt x="49" y="71"/>
                    <a:pt x="50" y="67"/>
                    <a:pt x="50" y="67"/>
                  </a:cubicBezTo>
                  <a:cubicBezTo>
                    <a:pt x="50" y="67"/>
                    <a:pt x="58" y="58"/>
                    <a:pt x="59" y="5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9" name="Freeform 24">
              <a:extLst>
                <a:ext uri="{FF2B5EF4-FFF2-40B4-BE49-F238E27FC236}">
                  <a16:creationId xmlns:a16="http://schemas.microsoft.com/office/drawing/2014/main" id="{BEFD6513-2ACE-405E-B7FD-F77E1E8FEBC3}"/>
                </a:ext>
              </a:extLst>
            </p:cNvPr>
            <p:cNvSpPr>
              <a:spLocks/>
            </p:cNvSpPr>
            <p:nvPr/>
          </p:nvSpPr>
          <p:spPr bwMode="auto">
            <a:xfrm>
              <a:off x="4368801" y="2838450"/>
              <a:ext cx="61913" cy="128588"/>
            </a:xfrm>
            <a:custGeom>
              <a:avLst/>
              <a:gdLst>
                <a:gd name="T0" fmla="*/ 16 w 25"/>
                <a:gd name="T1" fmla="*/ 33 h 51"/>
                <a:gd name="T2" fmla="*/ 20 w 25"/>
                <a:gd name="T3" fmla="*/ 27 h 51"/>
                <a:gd name="T4" fmla="*/ 23 w 25"/>
                <a:gd name="T5" fmla="*/ 22 h 51"/>
                <a:gd name="T6" fmla="*/ 24 w 25"/>
                <a:gd name="T7" fmla="*/ 11 h 51"/>
                <a:gd name="T8" fmla="*/ 23 w 25"/>
                <a:gd name="T9" fmla="*/ 5 h 51"/>
                <a:gd name="T10" fmla="*/ 20 w 25"/>
                <a:gd name="T11" fmla="*/ 5 h 51"/>
                <a:gd name="T12" fmla="*/ 18 w 25"/>
                <a:gd name="T13" fmla="*/ 1 h 51"/>
                <a:gd name="T14" fmla="*/ 15 w 25"/>
                <a:gd name="T15" fmla="*/ 5 h 51"/>
                <a:gd name="T16" fmla="*/ 13 w 25"/>
                <a:gd name="T17" fmla="*/ 8 h 51"/>
                <a:gd name="T18" fmla="*/ 6 w 25"/>
                <a:gd name="T19" fmla="*/ 10 h 51"/>
                <a:gd name="T20" fmla="*/ 2 w 25"/>
                <a:gd name="T21" fmla="*/ 13 h 51"/>
                <a:gd name="T22" fmla="*/ 0 w 25"/>
                <a:gd name="T23" fmla="*/ 13 h 51"/>
                <a:gd name="T24" fmla="*/ 5 w 25"/>
                <a:gd name="T25" fmla="*/ 20 h 51"/>
                <a:gd name="T26" fmla="*/ 6 w 25"/>
                <a:gd name="T27" fmla="*/ 26 h 51"/>
                <a:gd name="T28" fmla="*/ 7 w 25"/>
                <a:gd name="T29" fmla="*/ 36 h 51"/>
                <a:gd name="T30" fmla="*/ 8 w 25"/>
                <a:gd name="T31" fmla="*/ 51 h 51"/>
                <a:gd name="T32" fmla="*/ 14 w 25"/>
                <a:gd name="T33" fmla="*/ 50 h 51"/>
                <a:gd name="T34" fmla="*/ 19 w 25"/>
                <a:gd name="T35" fmla="*/ 48 h 51"/>
                <a:gd name="T36" fmla="*/ 17 w 25"/>
                <a:gd name="T37" fmla="*/ 42 h 51"/>
                <a:gd name="T38" fmla="*/ 16 w 25"/>
                <a:gd name="T39" fmla="*/ 3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51">
                  <a:moveTo>
                    <a:pt x="16" y="33"/>
                  </a:moveTo>
                  <a:cubicBezTo>
                    <a:pt x="17" y="29"/>
                    <a:pt x="20" y="27"/>
                    <a:pt x="20" y="27"/>
                  </a:cubicBezTo>
                  <a:cubicBezTo>
                    <a:pt x="20" y="27"/>
                    <a:pt x="21" y="24"/>
                    <a:pt x="23" y="22"/>
                  </a:cubicBezTo>
                  <a:cubicBezTo>
                    <a:pt x="25" y="20"/>
                    <a:pt x="24" y="12"/>
                    <a:pt x="24" y="11"/>
                  </a:cubicBezTo>
                  <a:cubicBezTo>
                    <a:pt x="24" y="10"/>
                    <a:pt x="23" y="7"/>
                    <a:pt x="23" y="5"/>
                  </a:cubicBezTo>
                  <a:cubicBezTo>
                    <a:pt x="22" y="6"/>
                    <a:pt x="21" y="6"/>
                    <a:pt x="20" y="5"/>
                  </a:cubicBezTo>
                  <a:cubicBezTo>
                    <a:pt x="18" y="4"/>
                    <a:pt x="20" y="2"/>
                    <a:pt x="18" y="1"/>
                  </a:cubicBezTo>
                  <a:cubicBezTo>
                    <a:pt x="15" y="0"/>
                    <a:pt x="14" y="3"/>
                    <a:pt x="15" y="5"/>
                  </a:cubicBezTo>
                  <a:cubicBezTo>
                    <a:pt x="15" y="7"/>
                    <a:pt x="14" y="7"/>
                    <a:pt x="13" y="8"/>
                  </a:cubicBezTo>
                  <a:cubicBezTo>
                    <a:pt x="12" y="9"/>
                    <a:pt x="7" y="10"/>
                    <a:pt x="6" y="10"/>
                  </a:cubicBezTo>
                  <a:cubicBezTo>
                    <a:pt x="5" y="10"/>
                    <a:pt x="3" y="12"/>
                    <a:pt x="2" y="13"/>
                  </a:cubicBezTo>
                  <a:cubicBezTo>
                    <a:pt x="1" y="13"/>
                    <a:pt x="1" y="13"/>
                    <a:pt x="0" y="13"/>
                  </a:cubicBezTo>
                  <a:cubicBezTo>
                    <a:pt x="1" y="19"/>
                    <a:pt x="2" y="18"/>
                    <a:pt x="5" y="20"/>
                  </a:cubicBezTo>
                  <a:cubicBezTo>
                    <a:pt x="8" y="22"/>
                    <a:pt x="5" y="25"/>
                    <a:pt x="6" y="26"/>
                  </a:cubicBezTo>
                  <a:cubicBezTo>
                    <a:pt x="8" y="28"/>
                    <a:pt x="7" y="31"/>
                    <a:pt x="7" y="36"/>
                  </a:cubicBezTo>
                  <a:cubicBezTo>
                    <a:pt x="8" y="38"/>
                    <a:pt x="8" y="45"/>
                    <a:pt x="8" y="51"/>
                  </a:cubicBezTo>
                  <a:cubicBezTo>
                    <a:pt x="10" y="50"/>
                    <a:pt x="12" y="50"/>
                    <a:pt x="14" y="50"/>
                  </a:cubicBezTo>
                  <a:cubicBezTo>
                    <a:pt x="16" y="50"/>
                    <a:pt x="18" y="47"/>
                    <a:pt x="19" y="48"/>
                  </a:cubicBezTo>
                  <a:cubicBezTo>
                    <a:pt x="18" y="46"/>
                    <a:pt x="17" y="44"/>
                    <a:pt x="17" y="42"/>
                  </a:cubicBezTo>
                  <a:cubicBezTo>
                    <a:pt x="17" y="39"/>
                    <a:pt x="16" y="36"/>
                    <a:pt x="16" y="3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0" name="Freeform 25">
              <a:extLst>
                <a:ext uri="{FF2B5EF4-FFF2-40B4-BE49-F238E27FC236}">
                  <a16:creationId xmlns:a16="http://schemas.microsoft.com/office/drawing/2014/main" id="{057D36C1-3305-47AD-82CC-B51DDB728B6E}"/>
                </a:ext>
              </a:extLst>
            </p:cNvPr>
            <p:cNvSpPr>
              <a:spLocks/>
            </p:cNvSpPr>
            <p:nvPr/>
          </p:nvSpPr>
          <p:spPr bwMode="auto">
            <a:xfrm>
              <a:off x="4351338" y="2868613"/>
              <a:ext cx="36513" cy="103188"/>
            </a:xfrm>
            <a:custGeom>
              <a:avLst/>
              <a:gdLst>
                <a:gd name="T0" fmla="*/ 13 w 15"/>
                <a:gd name="T1" fmla="*/ 14 h 41"/>
                <a:gd name="T2" fmla="*/ 12 w 15"/>
                <a:gd name="T3" fmla="*/ 8 h 41"/>
                <a:gd name="T4" fmla="*/ 7 w 15"/>
                <a:gd name="T5" fmla="*/ 1 h 41"/>
                <a:gd name="T6" fmla="*/ 1 w 15"/>
                <a:gd name="T7" fmla="*/ 0 h 41"/>
                <a:gd name="T8" fmla="*/ 0 w 15"/>
                <a:gd name="T9" fmla="*/ 0 h 41"/>
                <a:gd name="T10" fmla="*/ 2 w 15"/>
                <a:gd name="T11" fmla="*/ 5 h 41"/>
                <a:gd name="T12" fmla="*/ 4 w 15"/>
                <a:gd name="T13" fmla="*/ 10 h 41"/>
                <a:gd name="T14" fmla="*/ 4 w 15"/>
                <a:gd name="T15" fmla="*/ 21 h 41"/>
                <a:gd name="T16" fmla="*/ 6 w 15"/>
                <a:gd name="T17" fmla="*/ 32 h 41"/>
                <a:gd name="T18" fmla="*/ 9 w 15"/>
                <a:gd name="T19" fmla="*/ 41 h 41"/>
                <a:gd name="T20" fmla="*/ 11 w 15"/>
                <a:gd name="T21" fmla="*/ 40 h 41"/>
                <a:gd name="T22" fmla="*/ 15 w 15"/>
                <a:gd name="T23" fmla="*/ 39 h 41"/>
                <a:gd name="T24" fmla="*/ 14 w 15"/>
                <a:gd name="T25" fmla="*/ 24 h 41"/>
                <a:gd name="T26" fmla="*/ 13 w 15"/>
                <a:gd name="T27" fmla="*/ 1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41">
                  <a:moveTo>
                    <a:pt x="13" y="14"/>
                  </a:moveTo>
                  <a:cubicBezTo>
                    <a:pt x="12" y="13"/>
                    <a:pt x="15" y="10"/>
                    <a:pt x="12" y="8"/>
                  </a:cubicBezTo>
                  <a:cubicBezTo>
                    <a:pt x="9" y="6"/>
                    <a:pt x="8" y="7"/>
                    <a:pt x="7" y="1"/>
                  </a:cubicBezTo>
                  <a:cubicBezTo>
                    <a:pt x="6" y="1"/>
                    <a:pt x="3" y="0"/>
                    <a:pt x="1" y="0"/>
                  </a:cubicBezTo>
                  <a:cubicBezTo>
                    <a:pt x="1" y="0"/>
                    <a:pt x="0" y="0"/>
                    <a:pt x="0" y="0"/>
                  </a:cubicBezTo>
                  <a:cubicBezTo>
                    <a:pt x="1" y="2"/>
                    <a:pt x="1" y="5"/>
                    <a:pt x="2" y="5"/>
                  </a:cubicBezTo>
                  <a:cubicBezTo>
                    <a:pt x="3" y="6"/>
                    <a:pt x="4" y="7"/>
                    <a:pt x="4" y="10"/>
                  </a:cubicBezTo>
                  <a:cubicBezTo>
                    <a:pt x="4" y="12"/>
                    <a:pt x="3" y="18"/>
                    <a:pt x="4" y="21"/>
                  </a:cubicBezTo>
                  <a:cubicBezTo>
                    <a:pt x="5" y="24"/>
                    <a:pt x="6" y="28"/>
                    <a:pt x="6" y="32"/>
                  </a:cubicBezTo>
                  <a:cubicBezTo>
                    <a:pt x="6" y="35"/>
                    <a:pt x="8" y="38"/>
                    <a:pt x="9" y="41"/>
                  </a:cubicBezTo>
                  <a:cubicBezTo>
                    <a:pt x="10" y="41"/>
                    <a:pt x="10" y="41"/>
                    <a:pt x="11" y="40"/>
                  </a:cubicBezTo>
                  <a:cubicBezTo>
                    <a:pt x="12" y="39"/>
                    <a:pt x="13" y="39"/>
                    <a:pt x="15" y="39"/>
                  </a:cubicBezTo>
                  <a:cubicBezTo>
                    <a:pt x="15" y="33"/>
                    <a:pt x="15" y="26"/>
                    <a:pt x="14" y="24"/>
                  </a:cubicBezTo>
                  <a:cubicBezTo>
                    <a:pt x="14" y="19"/>
                    <a:pt x="15" y="16"/>
                    <a:pt x="13" y="1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1" name="Freeform 26">
              <a:extLst>
                <a:ext uri="{FF2B5EF4-FFF2-40B4-BE49-F238E27FC236}">
                  <a16:creationId xmlns:a16="http://schemas.microsoft.com/office/drawing/2014/main" id="{F44BD2A7-5D27-4455-A0FA-1224902D020C}"/>
                </a:ext>
              </a:extLst>
            </p:cNvPr>
            <p:cNvSpPr>
              <a:spLocks/>
            </p:cNvSpPr>
            <p:nvPr/>
          </p:nvSpPr>
          <p:spPr bwMode="auto">
            <a:xfrm>
              <a:off x="4525963" y="2825750"/>
              <a:ext cx="152400" cy="234950"/>
            </a:xfrm>
            <a:custGeom>
              <a:avLst/>
              <a:gdLst>
                <a:gd name="T0" fmla="*/ 25 w 60"/>
                <a:gd name="T1" fmla="*/ 88 h 93"/>
                <a:gd name="T2" fmla="*/ 46 w 60"/>
                <a:gd name="T3" fmla="*/ 89 h 93"/>
                <a:gd name="T4" fmla="*/ 58 w 60"/>
                <a:gd name="T5" fmla="*/ 93 h 93"/>
                <a:gd name="T6" fmla="*/ 60 w 60"/>
                <a:gd name="T7" fmla="*/ 86 h 93"/>
                <a:gd name="T8" fmla="*/ 58 w 60"/>
                <a:gd name="T9" fmla="*/ 84 h 93"/>
                <a:gd name="T10" fmla="*/ 53 w 60"/>
                <a:gd name="T11" fmla="*/ 79 h 93"/>
                <a:gd name="T12" fmla="*/ 51 w 60"/>
                <a:gd name="T13" fmla="*/ 76 h 93"/>
                <a:gd name="T14" fmla="*/ 50 w 60"/>
                <a:gd name="T15" fmla="*/ 72 h 93"/>
                <a:gd name="T16" fmla="*/ 48 w 60"/>
                <a:gd name="T17" fmla="*/ 65 h 93"/>
                <a:gd name="T18" fmla="*/ 47 w 60"/>
                <a:gd name="T19" fmla="*/ 59 h 93"/>
                <a:gd name="T20" fmla="*/ 51 w 60"/>
                <a:gd name="T21" fmla="*/ 51 h 93"/>
                <a:gd name="T22" fmla="*/ 55 w 60"/>
                <a:gd name="T23" fmla="*/ 46 h 93"/>
                <a:gd name="T24" fmla="*/ 52 w 60"/>
                <a:gd name="T25" fmla="*/ 40 h 93"/>
                <a:gd name="T26" fmla="*/ 46 w 60"/>
                <a:gd name="T27" fmla="*/ 33 h 93"/>
                <a:gd name="T28" fmla="*/ 44 w 60"/>
                <a:gd name="T29" fmla="*/ 27 h 93"/>
                <a:gd name="T30" fmla="*/ 51 w 60"/>
                <a:gd name="T31" fmla="*/ 26 h 93"/>
                <a:gd name="T32" fmla="*/ 54 w 60"/>
                <a:gd name="T33" fmla="*/ 25 h 93"/>
                <a:gd name="T34" fmla="*/ 51 w 60"/>
                <a:gd name="T35" fmla="*/ 15 h 93"/>
                <a:gd name="T36" fmla="*/ 50 w 60"/>
                <a:gd name="T37" fmla="*/ 8 h 93"/>
                <a:gd name="T38" fmla="*/ 45 w 60"/>
                <a:gd name="T39" fmla="*/ 0 h 93"/>
                <a:gd name="T40" fmla="*/ 44 w 60"/>
                <a:gd name="T41" fmla="*/ 0 h 93"/>
                <a:gd name="T42" fmla="*/ 44 w 60"/>
                <a:gd name="T43" fmla="*/ 5 h 93"/>
                <a:gd name="T44" fmla="*/ 47 w 60"/>
                <a:gd name="T45" fmla="*/ 8 h 93"/>
                <a:gd name="T46" fmla="*/ 48 w 60"/>
                <a:gd name="T47" fmla="*/ 13 h 93"/>
                <a:gd name="T48" fmla="*/ 43 w 60"/>
                <a:gd name="T49" fmla="*/ 15 h 93"/>
                <a:gd name="T50" fmla="*/ 38 w 60"/>
                <a:gd name="T51" fmla="*/ 24 h 93"/>
                <a:gd name="T52" fmla="*/ 36 w 60"/>
                <a:gd name="T53" fmla="*/ 29 h 93"/>
                <a:gd name="T54" fmla="*/ 35 w 60"/>
                <a:gd name="T55" fmla="*/ 34 h 93"/>
                <a:gd name="T56" fmla="*/ 31 w 60"/>
                <a:gd name="T57" fmla="*/ 39 h 93"/>
                <a:gd name="T58" fmla="*/ 26 w 60"/>
                <a:gd name="T59" fmla="*/ 51 h 93"/>
                <a:gd name="T60" fmla="*/ 22 w 60"/>
                <a:gd name="T61" fmla="*/ 54 h 93"/>
                <a:gd name="T62" fmla="*/ 17 w 60"/>
                <a:gd name="T63" fmla="*/ 50 h 93"/>
                <a:gd name="T64" fmla="*/ 12 w 60"/>
                <a:gd name="T65" fmla="*/ 51 h 93"/>
                <a:gd name="T66" fmla="*/ 3 w 60"/>
                <a:gd name="T67" fmla="*/ 60 h 93"/>
                <a:gd name="T68" fmla="*/ 0 w 60"/>
                <a:gd name="T69" fmla="*/ 69 h 93"/>
                <a:gd name="T70" fmla="*/ 4 w 60"/>
                <a:gd name="T71" fmla="*/ 73 h 93"/>
                <a:gd name="T72" fmla="*/ 10 w 60"/>
                <a:gd name="T73" fmla="*/ 74 h 93"/>
                <a:gd name="T74" fmla="*/ 12 w 60"/>
                <a:gd name="T75" fmla="*/ 82 h 93"/>
                <a:gd name="T76" fmla="*/ 10 w 60"/>
                <a:gd name="T77" fmla="*/ 89 h 93"/>
                <a:gd name="T78" fmla="*/ 22 w 60"/>
                <a:gd name="T79" fmla="*/ 89 h 93"/>
                <a:gd name="T80" fmla="*/ 25 w 60"/>
                <a:gd name="T81" fmla="*/ 8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93">
                  <a:moveTo>
                    <a:pt x="25" y="88"/>
                  </a:moveTo>
                  <a:cubicBezTo>
                    <a:pt x="25" y="88"/>
                    <a:pt x="44" y="89"/>
                    <a:pt x="46" y="89"/>
                  </a:cubicBezTo>
                  <a:cubicBezTo>
                    <a:pt x="49" y="88"/>
                    <a:pt x="58" y="93"/>
                    <a:pt x="58" y="93"/>
                  </a:cubicBezTo>
                  <a:cubicBezTo>
                    <a:pt x="58" y="93"/>
                    <a:pt x="58" y="88"/>
                    <a:pt x="60" y="86"/>
                  </a:cubicBezTo>
                  <a:cubicBezTo>
                    <a:pt x="59" y="85"/>
                    <a:pt x="59" y="85"/>
                    <a:pt x="58" y="84"/>
                  </a:cubicBezTo>
                  <a:cubicBezTo>
                    <a:pt x="58" y="83"/>
                    <a:pt x="55" y="81"/>
                    <a:pt x="53" y="79"/>
                  </a:cubicBezTo>
                  <a:cubicBezTo>
                    <a:pt x="52" y="77"/>
                    <a:pt x="51" y="76"/>
                    <a:pt x="51" y="76"/>
                  </a:cubicBezTo>
                  <a:cubicBezTo>
                    <a:pt x="51" y="76"/>
                    <a:pt x="52" y="74"/>
                    <a:pt x="50" y="72"/>
                  </a:cubicBezTo>
                  <a:cubicBezTo>
                    <a:pt x="49" y="69"/>
                    <a:pt x="48" y="68"/>
                    <a:pt x="48" y="65"/>
                  </a:cubicBezTo>
                  <a:cubicBezTo>
                    <a:pt x="48" y="62"/>
                    <a:pt x="47" y="60"/>
                    <a:pt x="47" y="59"/>
                  </a:cubicBezTo>
                  <a:cubicBezTo>
                    <a:pt x="47" y="57"/>
                    <a:pt x="50" y="54"/>
                    <a:pt x="51" y="51"/>
                  </a:cubicBezTo>
                  <a:cubicBezTo>
                    <a:pt x="51" y="49"/>
                    <a:pt x="53" y="47"/>
                    <a:pt x="55" y="46"/>
                  </a:cubicBezTo>
                  <a:cubicBezTo>
                    <a:pt x="54" y="44"/>
                    <a:pt x="53" y="42"/>
                    <a:pt x="52" y="40"/>
                  </a:cubicBezTo>
                  <a:cubicBezTo>
                    <a:pt x="51" y="37"/>
                    <a:pt x="49" y="36"/>
                    <a:pt x="46" y="33"/>
                  </a:cubicBezTo>
                  <a:cubicBezTo>
                    <a:pt x="43" y="30"/>
                    <a:pt x="44" y="28"/>
                    <a:pt x="44" y="27"/>
                  </a:cubicBezTo>
                  <a:cubicBezTo>
                    <a:pt x="44" y="26"/>
                    <a:pt x="48" y="26"/>
                    <a:pt x="51" y="26"/>
                  </a:cubicBezTo>
                  <a:cubicBezTo>
                    <a:pt x="54" y="26"/>
                    <a:pt x="55" y="26"/>
                    <a:pt x="54" y="25"/>
                  </a:cubicBezTo>
                  <a:cubicBezTo>
                    <a:pt x="53" y="24"/>
                    <a:pt x="51" y="19"/>
                    <a:pt x="51" y="15"/>
                  </a:cubicBezTo>
                  <a:cubicBezTo>
                    <a:pt x="51" y="11"/>
                    <a:pt x="50" y="10"/>
                    <a:pt x="50" y="8"/>
                  </a:cubicBezTo>
                  <a:cubicBezTo>
                    <a:pt x="50" y="6"/>
                    <a:pt x="47" y="0"/>
                    <a:pt x="45" y="0"/>
                  </a:cubicBezTo>
                  <a:cubicBezTo>
                    <a:pt x="45" y="0"/>
                    <a:pt x="45" y="0"/>
                    <a:pt x="44" y="0"/>
                  </a:cubicBezTo>
                  <a:cubicBezTo>
                    <a:pt x="44" y="2"/>
                    <a:pt x="44" y="4"/>
                    <a:pt x="44" y="5"/>
                  </a:cubicBezTo>
                  <a:cubicBezTo>
                    <a:pt x="44" y="6"/>
                    <a:pt x="46" y="7"/>
                    <a:pt x="47" y="8"/>
                  </a:cubicBezTo>
                  <a:cubicBezTo>
                    <a:pt x="49" y="8"/>
                    <a:pt x="48" y="11"/>
                    <a:pt x="48" y="13"/>
                  </a:cubicBezTo>
                  <a:cubicBezTo>
                    <a:pt x="47" y="15"/>
                    <a:pt x="44" y="15"/>
                    <a:pt x="43" y="15"/>
                  </a:cubicBezTo>
                  <a:cubicBezTo>
                    <a:pt x="42" y="16"/>
                    <a:pt x="38" y="23"/>
                    <a:pt x="38" y="24"/>
                  </a:cubicBezTo>
                  <a:cubicBezTo>
                    <a:pt x="38" y="25"/>
                    <a:pt x="37" y="29"/>
                    <a:pt x="36" y="29"/>
                  </a:cubicBezTo>
                  <a:cubicBezTo>
                    <a:pt x="35" y="30"/>
                    <a:pt x="35" y="33"/>
                    <a:pt x="35" y="34"/>
                  </a:cubicBezTo>
                  <a:cubicBezTo>
                    <a:pt x="35" y="35"/>
                    <a:pt x="31" y="37"/>
                    <a:pt x="31" y="39"/>
                  </a:cubicBezTo>
                  <a:cubicBezTo>
                    <a:pt x="31" y="40"/>
                    <a:pt x="27" y="48"/>
                    <a:pt x="26" y="51"/>
                  </a:cubicBezTo>
                  <a:cubicBezTo>
                    <a:pt x="24" y="54"/>
                    <a:pt x="23" y="57"/>
                    <a:pt x="22" y="54"/>
                  </a:cubicBezTo>
                  <a:cubicBezTo>
                    <a:pt x="22" y="52"/>
                    <a:pt x="18" y="49"/>
                    <a:pt x="17" y="50"/>
                  </a:cubicBezTo>
                  <a:cubicBezTo>
                    <a:pt x="15" y="52"/>
                    <a:pt x="13" y="51"/>
                    <a:pt x="12" y="51"/>
                  </a:cubicBezTo>
                  <a:cubicBezTo>
                    <a:pt x="11" y="51"/>
                    <a:pt x="3" y="60"/>
                    <a:pt x="3" y="60"/>
                  </a:cubicBezTo>
                  <a:cubicBezTo>
                    <a:pt x="3" y="60"/>
                    <a:pt x="2" y="64"/>
                    <a:pt x="0" y="69"/>
                  </a:cubicBezTo>
                  <a:cubicBezTo>
                    <a:pt x="1" y="69"/>
                    <a:pt x="2" y="71"/>
                    <a:pt x="4" y="73"/>
                  </a:cubicBezTo>
                  <a:cubicBezTo>
                    <a:pt x="5" y="75"/>
                    <a:pt x="8" y="74"/>
                    <a:pt x="10" y="74"/>
                  </a:cubicBezTo>
                  <a:cubicBezTo>
                    <a:pt x="11" y="75"/>
                    <a:pt x="12" y="81"/>
                    <a:pt x="12" y="82"/>
                  </a:cubicBezTo>
                  <a:cubicBezTo>
                    <a:pt x="12" y="84"/>
                    <a:pt x="10" y="87"/>
                    <a:pt x="10" y="89"/>
                  </a:cubicBezTo>
                  <a:cubicBezTo>
                    <a:pt x="22" y="89"/>
                    <a:pt x="22" y="89"/>
                    <a:pt x="22" y="89"/>
                  </a:cubicBezTo>
                  <a:lnTo>
                    <a:pt x="25" y="88"/>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27">
              <a:extLst>
                <a:ext uri="{FF2B5EF4-FFF2-40B4-BE49-F238E27FC236}">
                  <a16:creationId xmlns:a16="http://schemas.microsoft.com/office/drawing/2014/main" id="{B9D8FC7B-1C61-4775-BFE8-20C9FE53A8F8}"/>
                </a:ext>
              </a:extLst>
            </p:cNvPr>
            <p:cNvSpPr>
              <a:spLocks/>
            </p:cNvSpPr>
            <p:nvPr/>
          </p:nvSpPr>
          <p:spPr bwMode="auto">
            <a:xfrm>
              <a:off x="4176713" y="2876550"/>
              <a:ext cx="127000" cy="128588"/>
            </a:xfrm>
            <a:custGeom>
              <a:avLst/>
              <a:gdLst>
                <a:gd name="T0" fmla="*/ 47 w 50"/>
                <a:gd name="T1" fmla="*/ 42 h 51"/>
                <a:gd name="T2" fmla="*/ 44 w 50"/>
                <a:gd name="T3" fmla="*/ 34 h 51"/>
                <a:gd name="T4" fmla="*/ 47 w 50"/>
                <a:gd name="T5" fmla="*/ 26 h 51"/>
                <a:gd name="T6" fmla="*/ 50 w 50"/>
                <a:gd name="T7" fmla="*/ 20 h 51"/>
                <a:gd name="T8" fmla="*/ 47 w 50"/>
                <a:gd name="T9" fmla="*/ 8 h 51"/>
                <a:gd name="T10" fmla="*/ 46 w 50"/>
                <a:gd name="T11" fmla="*/ 7 h 51"/>
                <a:gd name="T12" fmla="*/ 36 w 50"/>
                <a:gd name="T13" fmla="*/ 8 h 51"/>
                <a:gd name="T14" fmla="*/ 29 w 50"/>
                <a:gd name="T15" fmla="*/ 5 h 51"/>
                <a:gd name="T16" fmla="*/ 23 w 50"/>
                <a:gd name="T17" fmla="*/ 3 h 51"/>
                <a:gd name="T18" fmla="*/ 20 w 50"/>
                <a:gd name="T19" fmla="*/ 2 h 51"/>
                <a:gd name="T20" fmla="*/ 16 w 50"/>
                <a:gd name="T21" fmla="*/ 2 h 51"/>
                <a:gd name="T22" fmla="*/ 11 w 50"/>
                <a:gd name="T23" fmla="*/ 5 h 51"/>
                <a:gd name="T24" fmla="*/ 7 w 50"/>
                <a:gd name="T25" fmla="*/ 3 h 51"/>
                <a:gd name="T26" fmla="*/ 5 w 50"/>
                <a:gd name="T27" fmla="*/ 4 h 51"/>
                <a:gd name="T28" fmla="*/ 5 w 50"/>
                <a:gd name="T29" fmla="*/ 10 h 51"/>
                <a:gd name="T30" fmla="*/ 6 w 50"/>
                <a:gd name="T31" fmla="*/ 14 h 51"/>
                <a:gd name="T32" fmla="*/ 7 w 50"/>
                <a:gd name="T33" fmla="*/ 19 h 51"/>
                <a:gd name="T34" fmla="*/ 4 w 50"/>
                <a:gd name="T35" fmla="*/ 20 h 51"/>
                <a:gd name="T36" fmla="*/ 4 w 50"/>
                <a:gd name="T37" fmla="*/ 24 h 51"/>
                <a:gd name="T38" fmla="*/ 2 w 50"/>
                <a:gd name="T39" fmla="*/ 29 h 51"/>
                <a:gd name="T40" fmla="*/ 1 w 50"/>
                <a:gd name="T41" fmla="*/ 35 h 51"/>
                <a:gd name="T42" fmla="*/ 4 w 50"/>
                <a:gd name="T43" fmla="*/ 37 h 51"/>
                <a:gd name="T44" fmla="*/ 10 w 50"/>
                <a:gd name="T45" fmla="*/ 43 h 51"/>
                <a:gd name="T46" fmla="*/ 8 w 50"/>
                <a:gd name="T47" fmla="*/ 51 h 51"/>
                <a:gd name="T48" fmla="*/ 32 w 50"/>
                <a:gd name="T49" fmla="*/ 46 h 51"/>
                <a:gd name="T50" fmla="*/ 47 w 50"/>
                <a:gd name="T51" fmla="*/ 46 h 51"/>
                <a:gd name="T52" fmla="*/ 47 w 50"/>
                <a:gd name="T53"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1">
                  <a:moveTo>
                    <a:pt x="47" y="42"/>
                  </a:moveTo>
                  <a:cubicBezTo>
                    <a:pt x="46" y="41"/>
                    <a:pt x="44" y="35"/>
                    <a:pt x="44" y="34"/>
                  </a:cubicBezTo>
                  <a:cubicBezTo>
                    <a:pt x="44" y="32"/>
                    <a:pt x="47" y="28"/>
                    <a:pt x="47" y="26"/>
                  </a:cubicBezTo>
                  <a:cubicBezTo>
                    <a:pt x="47" y="24"/>
                    <a:pt x="50" y="22"/>
                    <a:pt x="50" y="20"/>
                  </a:cubicBezTo>
                  <a:cubicBezTo>
                    <a:pt x="50" y="19"/>
                    <a:pt x="49" y="12"/>
                    <a:pt x="47" y="8"/>
                  </a:cubicBezTo>
                  <a:cubicBezTo>
                    <a:pt x="47" y="8"/>
                    <a:pt x="46" y="8"/>
                    <a:pt x="46" y="7"/>
                  </a:cubicBezTo>
                  <a:cubicBezTo>
                    <a:pt x="44" y="6"/>
                    <a:pt x="38" y="6"/>
                    <a:pt x="36" y="8"/>
                  </a:cubicBezTo>
                  <a:cubicBezTo>
                    <a:pt x="34" y="11"/>
                    <a:pt x="30" y="6"/>
                    <a:pt x="29" y="5"/>
                  </a:cubicBezTo>
                  <a:cubicBezTo>
                    <a:pt x="28" y="4"/>
                    <a:pt x="25" y="1"/>
                    <a:pt x="23" y="3"/>
                  </a:cubicBezTo>
                  <a:cubicBezTo>
                    <a:pt x="20" y="5"/>
                    <a:pt x="20" y="4"/>
                    <a:pt x="20" y="2"/>
                  </a:cubicBezTo>
                  <a:cubicBezTo>
                    <a:pt x="20" y="0"/>
                    <a:pt x="16" y="0"/>
                    <a:pt x="16" y="2"/>
                  </a:cubicBezTo>
                  <a:cubicBezTo>
                    <a:pt x="15" y="4"/>
                    <a:pt x="12" y="6"/>
                    <a:pt x="11" y="5"/>
                  </a:cubicBezTo>
                  <a:cubicBezTo>
                    <a:pt x="10" y="3"/>
                    <a:pt x="8" y="1"/>
                    <a:pt x="7" y="3"/>
                  </a:cubicBezTo>
                  <a:cubicBezTo>
                    <a:pt x="7" y="5"/>
                    <a:pt x="6" y="5"/>
                    <a:pt x="5" y="4"/>
                  </a:cubicBezTo>
                  <a:cubicBezTo>
                    <a:pt x="4" y="7"/>
                    <a:pt x="3" y="10"/>
                    <a:pt x="5" y="10"/>
                  </a:cubicBezTo>
                  <a:cubicBezTo>
                    <a:pt x="6" y="11"/>
                    <a:pt x="6" y="13"/>
                    <a:pt x="6" y="14"/>
                  </a:cubicBezTo>
                  <a:cubicBezTo>
                    <a:pt x="6" y="15"/>
                    <a:pt x="9" y="18"/>
                    <a:pt x="7" y="19"/>
                  </a:cubicBezTo>
                  <a:cubicBezTo>
                    <a:pt x="6" y="20"/>
                    <a:pt x="5" y="18"/>
                    <a:pt x="4" y="20"/>
                  </a:cubicBezTo>
                  <a:cubicBezTo>
                    <a:pt x="3" y="21"/>
                    <a:pt x="6" y="23"/>
                    <a:pt x="4" y="24"/>
                  </a:cubicBezTo>
                  <a:cubicBezTo>
                    <a:pt x="3" y="26"/>
                    <a:pt x="2" y="26"/>
                    <a:pt x="2" y="29"/>
                  </a:cubicBezTo>
                  <a:cubicBezTo>
                    <a:pt x="2" y="32"/>
                    <a:pt x="2" y="34"/>
                    <a:pt x="1" y="35"/>
                  </a:cubicBezTo>
                  <a:cubicBezTo>
                    <a:pt x="0" y="36"/>
                    <a:pt x="1" y="36"/>
                    <a:pt x="4" y="37"/>
                  </a:cubicBezTo>
                  <a:cubicBezTo>
                    <a:pt x="6" y="39"/>
                    <a:pt x="11" y="41"/>
                    <a:pt x="10" y="43"/>
                  </a:cubicBezTo>
                  <a:cubicBezTo>
                    <a:pt x="10" y="46"/>
                    <a:pt x="9" y="46"/>
                    <a:pt x="8" y="51"/>
                  </a:cubicBezTo>
                  <a:cubicBezTo>
                    <a:pt x="13" y="51"/>
                    <a:pt x="21" y="47"/>
                    <a:pt x="32" y="46"/>
                  </a:cubicBezTo>
                  <a:cubicBezTo>
                    <a:pt x="38" y="44"/>
                    <a:pt x="43" y="45"/>
                    <a:pt x="47" y="46"/>
                  </a:cubicBezTo>
                  <a:cubicBezTo>
                    <a:pt x="48" y="45"/>
                    <a:pt x="48" y="43"/>
                    <a:pt x="47" y="4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3" name="Freeform 28">
              <a:extLst>
                <a:ext uri="{FF2B5EF4-FFF2-40B4-BE49-F238E27FC236}">
                  <a16:creationId xmlns:a16="http://schemas.microsoft.com/office/drawing/2014/main" id="{7C95C6B6-04D7-46F8-8C55-7493CD1FED13}"/>
                </a:ext>
              </a:extLst>
            </p:cNvPr>
            <p:cNvSpPr>
              <a:spLocks/>
            </p:cNvSpPr>
            <p:nvPr/>
          </p:nvSpPr>
          <p:spPr bwMode="auto">
            <a:xfrm>
              <a:off x="4287838" y="2868613"/>
              <a:ext cx="85725" cy="130175"/>
            </a:xfrm>
            <a:custGeom>
              <a:avLst/>
              <a:gdLst>
                <a:gd name="T0" fmla="*/ 29 w 34"/>
                <a:gd name="T1" fmla="*/ 21 h 52"/>
                <a:gd name="T2" fmla="*/ 29 w 34"/>
                <a:gd name="T3" fmla="*/ 10 h 52"/>
                <a:gd name="T4" fmla="*/ 27 w 34"/>
                <a:gd name="T5" fmla="*/ 5 h 52"/>
                <a:gd name="T6" fmla="*/ 25 w 34"/>
                <a:gd name="T7" fmla="*/ 0 h 52"/>
                <a:gd name="T8" fmla="*/ 23 w 34"/>
                <a:gd name="T9" fmla="*/ 2 h 52"/>
                <a:gd name="T10" fmla="*/ 3 w 34"/>
                <a:gd name="T11" fmla="*/ 1 h 52"/>
                <a:gd name="T12" fmla="*/ 4 w 34"/>
                <a:gd name="T13" fmla="*/ 9 h 52"/>
                <a:gd name="T14" fmla="*/ 3 w 34"/>
                <a:gd name="T15" fmla="*/ 11 h 52"/>
                <a:gd name="T16" fmla="*/ 6 w 34"/>
                <a:gd name="T17" fmla="*/ 23 h 52"/>
                <a:gd name="T18" fmla="*/ 3 w 34"/>
                <a:gd name="T19" fmla="*/ 29 h 52"/>
                <a:gd name="T20" fmla="*/ 0 w 34"/>
                <a:gd name="T21" fmla="*/ 37 h 52"/>
                <a:gd name="T22" fmla="*/ 3 w 34"/>
                <a:gd name="T23" fmla="*/ 45 h 52"/>
                <a:gd name="T24" fmla="*/ 3 w 34"/>
                <a:gd name="T25" fmla="*/ 49 h 52"/>
                <a:gd name="T26" fmla="*/ 9 w 34"/>
                <a:gd name="T27" fmla="*/ 52 h 52"/>
                <a:gd name="T28" fmla="*/ 25 w 34"/>
                <a:gd name="T29" fmla="*/ 45 h 52"/>
                <a:gd name="T30" fmla="*/ 34 w 34"/>
                <a:gd name="T31" fmla="*/ 41 h 52"/>
                <a:gd name="T32" fmla="*/ 31 w 34"/>
                <a:gd name="T33" fmla="*/ 32 h 52"/>
                <a:gd name="T34" fmla="*/ 29 w 34"/>
                <a:gd name="T35"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52">
                  <a:moveTo>
                    <a:pt x="29" y="21"/>
                  </a:moveTo>
                  <a:cubicBezTo>
                    <a:pt x="28" y="18"/>
                    <a:pt x="29" y="12"/>
                    <a:pt x="29" y="10"/>
                  </a:cubicBezTo>
                  <a:cubicBezTo>
                    <a:pt x="29" y="7"/>
                    <a:pt x="28" y="6"/>
                    <a:pt x="27" y="5"/>
                  </a:cubicBezTo>
                  <a:cubicBezTo>
                    <a:pt x="26" y="5"/>
                    <a:pt x="26" y="2"/>
                    <a:pt x="25" y="0"/>
                  </a:cubicBezTo>
                  <a:cubicBezTo>
                    <a:pt x="24" y="0"/>
                    <a:pt x="24" y="3"/>
                    <a:pt x="23" y="2"/>
                  </a:cubicBezTo>
                  <a:cubicBezTo>
                    <a:pt x="22" y="1"/>
                    <a:pt x="4" y="0"/>
                    <a:pt x="3" y="1"/>
                  </a:cubicBezTo>
                  <a:cubicBezTo>
                    <a:pt x="2" y="3"/>
                    <a:pt x="5" y="8"/>
                    <a:pt x="4" y="9"/>
                  </a:cubicBezTo>
                  <a:cubicBezTo>
                    <a:pt x="4" y="10"/>
                    <a:pt x="4" y="11"/>
                    <a:pt x="3" y="11"/>
                  </a:cubicBezTo>
                  <a:cubicBezTo>
                    <a:pt x="5" y="15"/>
                    <a:pt x="6" y="22"/>
                    <a:pt x="6" y="23"/>
                  </a:cubicBezTo>
                  <a:cubicBezTo>
                    <a:pt x="6" y="25"/>
                    <a:pt x="3" y="27"/>
                    <a:pt x="3" y="29"/>
                  </a:cubicBezTo>
                  <a:cubicBezTo>
                    <a:pt x="3" y="31"/>
                    <a:pt x="0" y="35"/>
                    <a:pt x="0" y="37"/>
                  </a:cubicBezTo>
                  <a:cubicBezTo>
                    <a:pt x="0" y="38"/>
                    <a:pt x="2" y="44"/>
                    <a:pt x="3" y="45"/>
                  </a:cubicBezTo>
                  <a:cubicBezTo>
                    <a:pt x="4" y="46"/>
                    <a:pt x="4" y="48"/>
                    <a:pt x="3" y="49"/>
                  </a:cubicBezTo>
                  <a:cubicBezTo>
                    <a:pt x="6" y="50"/>
                    <a:pt x="8" y="51"/>
                    <a:pt x="9" y="52"/>
                  </a:cubicBezTo>
                  <a:cubicBezTo>
                    <a:pt x="11" y="52"/>
                    <a:pt x="21" y="47"/>
                    <a:pt x="25" y="45"/>
                  </a:cubicBezTo>
                  <a:cubicBezTo>
                    <a:pt x="28" y="44"/>
                    <a:pt x="32" y="43"/>
                    <a:pt x="34" y="41"/>
                  </a:cubicBezTo>
                  <a:cubicBezTo>
                    <a:pt x="33" y="38"/>
                    <a:pt x="31" y="35"/>
                    <a:pt x="31" y="32"/>
                  </a:cubicBezTo>
                  <a:cubicBezTo>
                    <a:pt x="31" y="28"/>
                    <a:pt x="30" y="24"/>
                    <a:pt x="29" y="2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29">
              <a:extLst>
                <a:ext uri="{FF2B5EF4-FFF2-40B4-BE49-F238E27FC236}">
                  <a16:creationId xmlns:a16="http://schemas.microsoft.com/office/drawing/2014/main" id="{0601F008-EE24-4C66-9F74-1D9D91566E32}"/>
                </a:ext>
              </a:extLst>
            </p:cNvPr>
            <p:cNvSpPr>
              <a:spLocks/>
            </p:cNvSpPr>
            <p:nvPr/>
          </p:nvSpPr>
          <p:spPr bwMode="auto">
            <a:xfrm>
              <a:off x="4046538" y="2835275"/>
              <a:ext cx="153988" cy="115888"/>
            </a:xfrm>
            <a:custGeom>
              <a:avLst/>
              <a:gdLst>
                <a:gd name="T0" fmla="*/ 20 w 61"/>
                <a:gd name="T1" fmla="*/ 24 h 46"/>
                <a:gd name="T2" fmla="*/ 24 w 61"/>
                <a:gd name="T3" fmla="*/ 23 h 46"/>
                <a:gd name="T4" fmla="*/ 30 w 61"/>
                <a:gd name="T5" fmla="*/ 22 h 46"/>
                <a:gd name="T6" fmla="*/ 36 w 61"/>
                <a:gd name="T7" fmla="*/ 30 h 46"/>
                <a:gd name="T8" fmla="*/ 37 w 61"/>
                <a:gd name="T9" fmla="*/ 35 h 46"/>
                <a:gd name="T10" fmla="*/ 38 w 61"/>
                <a:gd name="T11" fmla="*/ 36 h 46"/>
                <a:gd name="T12" fmla="*/ 43 w 61"/>
                <a:gd name="T13" fmla="*/ 34 h 46"/>
                <a:gd name="T14" fmla="*/ 46 w 61"/>
                <a:gd name="T15" fmla="*/ 41 h 46"/>
                <a:gd name="T16" fmla="*/ 50 w 61"/>
                <a:gd name="T17" fmla="*/ 44 h 46"/>
                <a:gd name="T18" fmla="*/ 53 w 61"/>
                <a:gd name="T19" fmla="*/ 42 h 46"/>
                <a:gd name="T20" fmla="*/ 54 w 61"/>
                <a:gd name="T21" fmla="*/ 43 h 46"/>
                <a:gd name="T22" fmla="*/ 56 w 61"/>
                <a:gd name="T23" fmla="*/ 40 h 46"/>
                <a:gd name="T24" fmla="*/ 56 w 61"/>
                <a:gd name="T25" fmla="*/ 36 h 46"/>
                <a:gd name="T26" fmla="*/ 59 w 61"/>
                <a:gd name="T27" fmla="*/ 35 h 46"/>
                <a:gd name="T28" fmla="*/ 58 w 61"/>
                <a:gd name="T29" fmla="*/ 30 h 46"/>
                <a:gd name="T30" fmla="*/ 57 w 61"/>
                <a:gd name="T31" fmla="*/ 26 h 46"/>
                <a:gd name="T32" fmla="*/ 57 w 61"/>
                <a:gd name="T33" fmla="*/ 20 h 46"/>
                <a:gd name="T34" fmla="*/ 56 w 61"/>
                <a:gd name="T35" fmla="*/ 19 h 46"/>
                <a:gd name="T36" fmla="*/ 54 w 61"/>
                <a:gd name="T37" fmla="*/ 14 h 46"/>
                <a:gd name="T38" fmla="*/ 54 w 61"/>
                <a:gd name="T39" fmla="*/ 11 h 46"/>
                <a:gd name="T40" fmla="*/ 51 w 61"/>
                <a:gd name="T41" fmla="*/ 8 h 46"/>
                <a:gd name="T42" fmla="*/ 48 w 61"/>
                <a:gd name="T43" fmla="*/ 2 h 46"/>
                <a:gd name="T44" fmla="*/ 42 w 61"/>
                <a:gd name="T45" fmla="*/ 6 h 46"/>
                <a:gd name="T46" fmla="*/ 37 w 61"/>
                <a:gd name="T47" fmla="*/ 5 h 46"/>
                <a:gd name="T48" fmla="*/ 32 w 61"/>
                <a:gd name="T49" fmla="*/ 6 h 46"/>
                <a:gd name="T50" fmla="*/ 30 w 61"/>
                <a:gd name="T51" fmla="*/ 4 h 46"/>
                <a:gd name="T52" fmla="*/ 30 w 61"/>
                <a:gd name="T53" fmla="*/ 3 h 46"/>
                <a:gd name="T54" fmla="*/ 29 w 61"/>
                <a:gd name="T55" fmla="*/ 3 h 46"/>
                <a:gd name="T56" fmla="*/ 17 w 61"/>
                <a:gd name="T57" fmla="*/ 2 h 46"/>
                <a:gd name="T58" fmla="*/ 11 w 61"/>
                <a:gd name="T59" fmla="*/ 0 h 46"/>
                <a:gd name="T60" fmla="*/ 10 w 61"/>
                <a:gd name="T61" fmla="*/ 4 h 46"/>
                <a:gd name="T62" fmla="*/ 10 w 61"/>
                <a:gd name="T63" fmla="*/ 7 h 46"/>
                <a:gd name="T64" fmla="*/ 7 w 61"/>
                <a:gd name="T65" fmla="*/ 9 h 46"/>
                <a:gd name="T66" fmla="*/ 1 w 61"/>
                <a:gd name="T67" fmla="*/ 12 h 46"/>
                <a:gd name="T68" fmla="*/ 0 w 61"/>
                <a:gd name="T69" fmla="*/ 13 h 46"/>
                <a:gd name="T70" fmla="*/ 6 w 61"/>
                <a:gd name="T71" fmla="*/ 20 h 46"/>
                <a:gd name="T72" fmla="*/ 15 w 61"/>
                <a:gd name="T73" fmla="*/ 30 h 46"/>
                <a:gd name="T74" fmla="*/ 20 w 61"/>
                <a:gd name="T75"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46">
                  <a:moveTo>
                    <a:pt x="20" y="24"/>
                  </a:moveTo>
                  <a:cubicBezTo>
                    <a:pt x="20" y="22"/>
                    <a:pt x="22" y="23"/>
                    <a:pt x="24" y="23"/>
                  </a:cubicBezTo>
                  <a:cubicBezTo>
                    <a:pt x="26" y="24"/>
                    <a:pt x="28" y="22"/>
                    <a:pt x="30" y="22"/>
                  </a:cubicBezTo>
                  <a:cubicBezTo>
                    <a:pt x="32" y="22"/>
                    <a:pt x="36" y="28"/>
                    <a:pt x="36" y="30"/>
                  </a:cubicBezTo>
                  <a:cubicBezTo>
                    <a:pt x="36" y="32"/>
                    <a:pt x="36" y="34"/>
                    <a:pt x="37" y="35"/>
                  </a:cubicBezTo>
                  <a:cubicBezTo>
                    <a:pt x="37" y="35"/>
                    <a:pt x="38" y="35"/>
                    <a:pt x="38" y="36"/>
                  </a:cubicBezTo>
                  <a:cubicBezTo>
                    <a:pt x="41" y="35"/>
                    <a:pt x="43" y="34"/>
                    <a:pt x="43" y="34"/>
                  </a:cubicBezTo>
                  <a:cubicBezTo>
                    <a:pt x="44" y="34"/>
                    <a:pt x="46" y="39"/>
                    <a:pt x="46" y="41"/>
                  </a:cubicBezTo>
                  <a:cubicBezTo>
                    <a:pt x="45" y="44"/>
                    <a:pt x="48" y="46"/>
                    <a:pt x="50" y="44"/>
                  </a:cubicBezTo>
                  <a:cubicBezTo>
                    <a:pt x="51" y="42"/>
                    <a:pt x="52" y="40"/>
                    <a:pt x="53" y="42"/>
                  </a:cubicBezTo>
                  <a:cubicBezTo>
                    <a:pt x="53" y="42"/>
                    <a:pt x="53" y="43"/>
                    <a:pt x="54" y="43"/>
                  </a:cubicBezTo>
                  <a:cubicBezTo>
                    <a:pt x="55" y="42"/>
                    <a:pt x="56" y="41"/>
                    <a:pt x="56" y="40"/>
                  </a:cubicBezTo>
                  <a:cubicBezTo>
                    <a:pt x="58" y="39"/>
                    <a:pt x="55" y="37"/>
                    <a:pt x="56" y="36"/>
                  </a:cubicBezTo>
                  <a:cubicBezTo>
                    <a:pt x="57" y="34"/>
                    <a:pt x="58" y="36"/>
                    <a:pt x="59" y="35"/>
                  </a:cubicBezTo>
                  <a:cubicBezTo>
                    <a:pt x="61" y="34"/>
                    <a:pt x="58" y="31"/>
                    <a:pt x="58" y="30"/>
                  </a:cubicBezTo>
                  <a:cubicBezTo>
                    <a:pt x="58" y="29"/>
                    <a:pt x="58" y="27"/>
                    <a:pt x="57" y="26"/>
                  </a:cubicBezTo>
                  <a:cubicBezTo>
                    <a:pt x="55" y="26"/>
                    <a:pt x="56" y="23"/>
                    <a:pt x="57" y="20"/>
                  </a:cubicBezTo>
                  <a:cubicBezTo>
                    <a:pt x="56" y="20"/>
                    <a:pt x="56" y="19"/>
                    <a:pt x="56" y="19"/>
                  </a:cubicBezTo>
                  <a:cubicBezTo>
                    <a:pt x="55" y="17"/>
                    <a:pt x="55" y="14"/>
                    <a:pt x="54" y="14"/>
                  </a:cubicBezTo>
                  <a:cubicBezTo>
                    <a:pt x="52" y="14"/>
                    <a:pt x="52" y="12"/>
                    <a:pt x="54" y="11"/>
                  </a:cubicBezTo>
                  <a:cubicBezTo>
                    <a:pt x="55" y="11"/>
                    <a:pt x="51" y="9"/>
                    <a:pt x="51" y="8"/>
                  </a:cubicBezTo>
                  <a:cubicBezTo>
                    <a:pt x="51" y="6"/>
                    <a:pt x="49" y="2"/>
                    <a:pt x="48" y="2"/>
                  </a:cubicBezTo>
                  <a:cubicBezTo>
                    <a:pt x="47" y="1"/>
                    <a:pt x="43" y="6"/>
                    <a:pt x="42" y="6"/>
                  </a:cubicBezTo>
                  <a:cubicBezTo>
                    <a:pt x="41" y="6"/>
                    <a:pt x="37" y="3"/>
                    <a:pt x="37" y="5"/>
                  </a:cubicBezTo>
                  <a:cubicBezTo>
                    <a:pt x="36" y="8"/>
                    <a:pt x="33" y="4"/>
                    <a:pt x="32" y="6"/>
                  </a:cubicBezTo>
                  <a:cubicBezTo>
                    <a:pt x="31" y="8"/>
                    <a:pt x="30" y="4"/>
                    <a:pt x="30" y="4"/>
                  </a:cubicBezTo>
                  <a:cubicBezTo>
                    <a:pt x="30" y="4"/>
                    <a:pt x="30" y="3"/>
                    <a:pt x="30" y="3"/>
                  </a:cubicBezTo>
                  <a:cubicBezTo>
                    <a:pt x="29" y="3"/>
                    <a:pt x="29" y="3"/>
                    <a:pt x="29" y="3"/>
                  </a:cubicBezTo>
                  <a:cubicBezTo>
                    <a:pt x="25" y="4"/>
                    <a:pt x="17" y="3"/>
                    <a:pt x="17" y="2"/>
                  </a:cubicBezTo>
                  <a:cubicBezTo>
                    <a:pt x="17" y="1"/>
                    <a:pt x="11" y="0"/>
                    <a:pt x="11" y="0"/>
                  </a:cubicBezTo>
                  <a:cubicBezTo>
                    <a:pt x="11" y="0"/>
                    <a:pt x="12" y="3"/>
                    <a:pt x="10" y="4"/>
                  </a:cubicBezTo>
                  <a:cubicBezTo>
                    <a:pt x="8" y="4"/>
                    <a:pt x="10" y="7"/>
                    <a:pt x="10" y="7"/>
                  </a:cubicBezTo>
                  <a:cubicBezTo>
                    <a:pt x="10" y="8"/>
                    <a:pt x="8" y="9"/>
                    <a:pt x="7" y="9"/>
                  </a:cubicBezTo>
                  <a:cubicBezTo>
                    <a:pt x="6" y="8"/>
                    <a:pt x="2" y="11"/>
                    <a:pt x="1" y="12"/>
                  </a:cubicBezTo>
                  <a:cubicBezTo>
                    <a:pt x="0" y="13"/>
                    <a:pt x="0" y="13"/>
                    <a:pt x="0" y="13"/>
                  </a:cubicBezTo>
                  <a:cubicBezTo>
                    <a:pt x="3" y="16"/>
                    <a:pt x="2" y="18"/>
                    <a:pt x="6" y="20"/>
                  </a:cubicBezTo>
                  <a:cubicBezTo>
                    <a:pt x="8" y="23"/>
                    <a:pt x="12" y="26"/>
                    <a:pt x="15" y="30"/>
                  </a:cubicBezTo>
                  <a:cubicBezTo>
                    <a:pt x="17" y="28"/>
                    <a:pt x="20" y="26"/>
                    <a:pt x="20" y="2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30">
              <a:extLst>
                <a:ext uri="{FF2B5EF4-FFF2-40B4-BE49-F238E27FC236}">
                  <a16:creationId xmlns:a16="http://schemas.microsoft.com/office/drawing/2014/main" id="{40096D7B-7BBA-4392-B7AF-EEE08E59EF47}"/>
                </a:ext>
              </a:extLst>
            </p:cNvPr>
            <p:cNvSpPr>
              <a:spLocks/>
            </p:cNvSpPr>
            <p:nvPr/>
          </p:nvSpPr>
          <p:spPr bwMode="auto">
            <a:xfrm>
              <a:off x="4119563" y="2921000"/>
              <a:ext cx="85725" cy="84138"/>
            </a:xfrm>
            <a:custGeom>
              <a:avLst/>
              <a:gdLst>
                <a:gd name="T0" fmla="*/ 27 w 34"/>
                <a:gd name="T1" fmla="*/ 19 h 33"/>
                <a:gd name="T2" fmla="*/ 24 w 34"/>
                <a:gd name="T3" fmla="*/ 17 h 33"/>
                <a:gd name="T4" fmla="*/ 25 w 34"/>
                <a:gd name="T5" fmla="*/ 11 h 33"/>
                <a:gd name="T6" fmla="*/ 25 w 34"/>
                <a:gd name="T7" fmla="*/ 9 h 33"/>
                <a:gd name="T8" fmla="*/ 24 w 34"/>
                <a:gd name="T9" fmla="*/ 8 h 33"/>
                <a:gd name="T10" fmla="*/ 21 w 34"/>
                <a:gd name="T11" fmla="*/ 10 h 33"/>
                <a:gd name="T12" fmla="*/ 17 w 34"/>
                <a:gd name="T13" fmla="*/ 7 h 33"/>
                <a:gd name="T14" fmla="*/ 14 w 34"/>
                <a:gd name="T15" fmla="*/ 0 h 33"/>
                <a:gd name="T16" fmla="*/ 9 w 34"/>
                <a:gd name="T17" fmla="*/ 2 h 33"/>
                <a:gd name="T18" fmla="*/ 8 w 34"/>
                <a:gd name="T19" fmla="*/ 6 h 33"/>
                <a:gd name="T20" fmla="*/ 1 w 34"/>
                <a:gd name="T21" fmla="*/ 11 h 33"/>
                <a:gd name="T22" fmla="*/ 0 w 34"/>
                <a:gd name="T23" fmla="*/ 14 h 33"/>
                <a:gd name="T24" fmla="*/ 10 w 34"/>
                <a:gd name="T25" fmla="*/ 21 h 33"/>
                <a:gd name="T26" fmla="*/ 29 w 34"/>
                <a:gd name="T27" fmla="*/ 32 h 33"/>
                <a:gd name="T28" fmla="*/ 31 w 34"/>
                <a:gd name="T29" fmla="*/ 33 h 33"/>
                <a:gd name="T30" fmla="*/ 33 w 34"/>
                <a:gd name="T31" fmla="*/ 25 h 33"/>
                <a:gd name="T32" fmla="*/ 27 w 34"/>
                <a:gd name="T33" fmla="*/ 1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3">
                  <a:moveTo>
                    <a:pt x="27" y="19"/>
                  </a:moveTo>
                  <a:cubicBezTo>
                    <a:pt x="24" y="18"/>
                    <a:pt x="23" y="18"/>
                    <a:pt x="24" y="17"/>
                  </a:cubicBezTo>
                  <a:cubicBezTo>
                    <a:pt x="25" y="16"/>
                    <a:pt x="25" y="14"/>
                    <a:pt x="25" y="11"/>
                  </a:cubicBezTo>
                  <a:cubicBezTo>
                    <a:pt x="25" y="10"/>
                    <a:pt x="25" y="9"/>
                    <a:pt x="25" y="9"/>
                  </a:cubicBezTo>
                  <a:cubicBezTo>
                    <a:pt x="24" y="9"/>
                    <a:pt x="24" y="8"/>
                    <a:pt x="24" y="8"/>
                  </a:cubicBezTo>
                  <a:cubicBezTo>
                    <a:pt x="23" y="6"/>
                    <a:pt x="22" y="8"/>
                    <a:pt x="21" y="10"/>
                  </a:cubicBezTo>
                  <a:cubicBezTo>
                    <a:pt x="19" y="12"/>
                    <a:pt x="16" y="10"/>
                    <a:pt x="17" y="7"/>
                  </a:cubicBezTo>
                  <a:cubicBezTo>
                    <a:pt x="17" y="5"/>
                    <a:pt x="15" y="0"/>
                    <a:pt x="14" y="0"/>
                  </a:cubicBezTo>
                  <a:cubicBezTo>
                    <a:pt x="14" y="0"/>
                    <a:pt x="12" y="1"/>
                    <a:pt x="9" y="2"/>
                  </a:cubicBezTo>
                  <a:cubicBezTo>
                    <a:pt x="9" y="3"/>
                    <a:pt x="8" y="4"/>
                    <a:pt x="8" y="6"/>
                  </a:cubicBezTo>
                  <a:cubicBezTo>
                    <a:pt x="7" y="7"/>
                    <a:pt x="3" y="10"/>
                    <a:pt x="1" y="11"/>
                  </a:cubicBezTo>
                  <a:cubicBezTo>
                    <a:pt x="1" y="11"/>
                    <a:pt x="0" y="12"/>
                    <a:pt x="0" y="14"/>
                  </a:cubicBezTo>
                  <a:cubicBezTo>
                    <a:pt x="3" y="16"/>
                    <a:pt x="7" y="18"/>
                    <a:pt x="10" y="21"/>
                  </a:cubicBezTo>
                  <a:cubicBezTo>
                    <a:pt x="16" y="25"/>
                    <a:pt x="25" y="31"/>
                    <a:pt x="29" y="32"/>
                  </a:cubicBezTo>
                  <a:cubicBezTo>
                    <a:pt x="29" y="33"/>
                    <a:pt x="30" y="33"/>
                    <a:pt x="31" y="33"/>
                  </a:cubicBezTo>
                  <a:cubicBezTo>
                    <a:pt x="32" y="28"/>
                    <a:pt x="33" y="28"/>
                    <a:pt x="33" y="25"/>
                  </a:cubicBezTo>
                  <a:cubicBezTo>
                    <a:pt x="34" y="23"/>
                    <a:pt x="29" y="21"/>
                    <a:pt x="27" y="1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31">
              <a:extLst>
                <a:ext uri="{FF2B5EF4-FFF2-40B4-BE49-F238E27FC236}">
                  <a16:creationId xmlns:a16="http://schemas.microsoft.com/office/drawing/2014/main" id="{6A3D4887-3A6D-4413-BDF7-835C36031C3D}"/>
                </a:ext>
              </a:extLst>
            </p:cNvPr>
            <p:cNvSpPr>
              <a:spLocks/>
            </p:cNvSpPr>
            <p:nvPr/>
          </p:nvSpPr>
          <p:spPr bwMode="auto">
            <a:xfrm>
              <a:off x="4084638" y="2890838"/>
              <a:ext cx="57150" cy="66675"/>
            </a:xfrm>
            <a:custGeom>
              <a:avLst/>
              <a:gdLst>
                <a:gd name="T0" fmla="*/ 22 w 23"/>
                <a:gd name="T1" fmla="*/ 18 h 26"/>
                <a:gd name="T2" fmla="*/ 22 w 23"/>
                <a:gd name="T3" fmla="*/ 13 h 26"/>
                <a:gd name="T4" fmla="*/ 21 w 23"/>
                <a:gd name="T5" fmla="*/ 8 h 26"/>
                <a:gd name="T6" fmla="*/ 15 w 23"/>
                <a:gd name="T7" fmla="*/ 0 h 26"/>
                <a:gd name="T8" fmla="*/ 9 w 23"/>
                <a:gd name="T9" fmla="*/ 1 h 26"/>
                <a:gd name="T10" fmla="*/ 5 w 23"/>
                <a:gd name="T11" fmla="*/ 2 h 26"/>
                <a:gd name="T12" fmla="*/ 0 w 23"/>
                <a:gd name="T13" fmla="*/ 8 h 26"/>
                <a:gd name="T14" fmla="*/ 1 w 23"/>
                <a:gd name="T15" fmla="*/ 11 h 26"/>
                <a:gd name="T16" fmla="*/ 7 w 23"/>
                <a:gd name="T17" fmla="*/ 21 h 26"/>
                <a:gd name="T18" fmla="*/ 14 w 23"/>
                <a:gd name="T19" fmla="*/ 26 h 26"/>
                <a:gd name="T20" fmla="*/ 15 w 23"/>
                <a:gd name="T21" fmla="*/ 23 h 26"/>
                <a:gd name="T22" fmla="*/ 22 w 23"/>
                <a:gd name="T23"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26">
                  <a:moveTo>
                    <a:pt x="22" y="18"/>
                  </a:moveTo>
                  <a:cubicBezTo>
                    <a:pt x="22" y="16"/>
                    <a:pt x="23" y="14"/>
                    <a:pt x="22" y="13"/>
                  </a:cubicBezTo>
                  <a:cubicBezTo>
                    <a:pt x="21" y="12"/>
                    <a:pt x="21" y="10"/>
                    <a:pt x="21" y="8"/>
                  </a:cubicBezTo>
                  <a:cubicBezTo>
                    <a:pt x="21" y="6"/>
                    <a:pt x="17" y="0"/>
                    <a:pt x="15" y="0"/>
                  </a:cubicBezTo>
                  <a:cubicBezTo>
                    <a:pt x="13" y="0"/>
                    <a:pt x="11" y="2"/>
                    <a:pt x="9" y="1"/>
                  </a:cubicBezTo>
                  <a:cubicBezTo>
                    <a:pt x="7" y="1"/>
                    <a:pt x="5" y="0"/>
                    <a:pt x="5" y="2"/>
                  </a:cubicBezTo>
                  <a:cubicBezTo>
                    <a:pt x="5" y="4"/>
                    <a:pt x="2" y="6"/>
                    <a:pt x="0" y="8"/>
                  </a:cubicBezTo>
                  <a:cubicBezTo>
                    <a:pt x="0" y="9"/>
                    <a:pt x="0" y="10"/>
                    <a:pt x="1" y="11"/>
                  </a:cubicBezTo>
                  <a:cubicBezTo>
                    <a:pt x="3" y="18"/>
                    <a:pt x="4" y="19"/>
                    <a:pt x="7" y="21"/>
                  </a:cubicBezTo>
                  <a:cubicBezTo>
                    <a:pt x="8" y="22"/>
                    <a:pt x="11" y="24"/>
                    <a:pt x="14" y="26"/>
                  </a:cubicBezTo>
                  <a:cubicBezTo>
                    <a:pt x="14" y="24"/>
                    <a:pt x="15" y="23"/>
                    <a:pt x="15" y="23"/>
                  </a:cubicBezTo>
                  <a:cubicBezTo>
                    <a:pt x="17" y="22"/>
                    <a:pt x="21" y="19"/>
                    <a:pt x="22" y="1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32">
              <a:extLst>
                <a:ext uri="{FF2B5EF4-FFF2-40B4-BE49-F238E27FC236}">
                  <a16:creationId xmlns:a16="http://schemas.microsoft.com/office/drawing/2014/main" id="{A9FD9C46-4BEE-4164-A3BC-5F09F358A94D}"/>
                </a:ext>
              </a:extLst>
            </p:cNvPr>
            <p:cNvSpPr>
              <a:spLocks/>
            </p:cNvSpPr>
            <p:nvPr/>
          </p:nvSpPr>
          <p:spPr bwMode="auto">
            <a:xfrm>
              <a:off x="4006851" y="2516188"/>
              <a:ext cx="169863" cy="138113"/>
            </a:xfrm>
            <a:custGeom>
              <a:avLst/>
              <a:gdLst>
                <a:gd name="T0" fmla="*/ 32 w 68"/>
                <a:gd name="T1" fmla="*/ 42 h 55"/>
                <a:gd name="T2" fmla="*/ 40 w 68"/>
                <a:gd name="T3" fmla="*/ 36 h 55"/>
                <a:gd name="T4" fmla="*/ 40 w 68"/>
                <a:gd name="T5" fmla="*/ 15 h 55"/>
                <a:gd name="T6" fmla="*/ 67 w 68"/>
                <a:gd name="T7" fmla="*/ 15 h 55"/>
                <a:gd name="T8" fmla="*/ 68 w 68"/>
                <a:gd name="T9" fmla="*/ 3 h 55"/>
                <a:gd name="T10" fmla="*/ 62 w 68"/>
                <a:gd name="T11" fmla="*/ 0 h 55"/>
                <a:gd name="T12" fmla="*/ 32 w 68"/>
                <a:gd name="T13" fmla="*/ 0 h 55"/>
                <a:gd name="T14" fmla="*/ 28 w 68"/>
                <a:gd name="T15" fmla="*/ 7 h 55"/>
                <a:gd name="T16" fmla="*/ 17 w 68"/>
                <a:gd name="T17" fmla="*/ 22 h 55"/>
                <a:gd name="T18" fmla="*/ 3 w 68"/>
                <a:gd name="T19" fmla="*/ 47 h 55"/>
                <a:gd name="T20" fmla="*/ 0 w 68"/>
                <a:gd name="T21" fmla="*/ 55 h 55"/>
                <a:gd name="T22" fmla="*/ 32 w 68"/>
                <a:gd name="T23" fmla="*/ 55 h 55"/>
                <a:gd name="T24" fmla="*/ 32 w 68"/>
                <a:gd name="T25" fmla="*/ 4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5">
                  <a:moveTo>
                    <a:pt x="32" y="42"/>
                  </a:moveTo>
                  <a:cubicBezTo>
                    <a:pt x="32" y="40"/>
                    <a:pt x="40" y="38"/>
                    <a:pt x="40" y="36"/>
                  </a:cubicBezTo>
                  <a:cubicBezTo>
                    <a:pt x="40" y="34"/>
                    <a:pt x="40" y="15"/>
                    <a:pt x="40" y="15"/>
                  </a:cubicBezTo>
                  <a:cubicBezTo>
                    <a:pt x="40" y="15"/>
                    <a:pt x="67" y="15"/>
                    <a:pt x="67" y="15"/>
                  </a:cubicBezTo>
                  <a:cubicBezTo>
                    <a:pt x="68" y="14"/>
                    <a:pt x="68" y="9"/>
                    <a:pt x="68" y="3"/>
                  </a:cubicBezTo>
                  <a:cubicBezTo>
                    <a:pt x="67" y="1"/>
                    <a:pt x="68" y="0"/>
                    <a:pt x="62" y="0"/>
                  </a:cubicBezTo>
                  <a:cubicBezTo>
                    <a:pt x="57" y="0"/>
                    <a:pt x="42" y="0"/>
                    <a:pt x="32" y="0"/>
                  </a:cubicBezTo>
                  <a:cubicBezTo>
                    <a:pt x="30" y="2"/>
                    <a:pt x="28" y="5"/>
                    <a:pt x="28" y="7"/>
                  </a:cubicBezTo>
                  <a:cubicBezTo>
                    <a:pt x="26" y="11"/>
                    <a:pt x="17" y="17"/>
                    <a:pt x="17" y="22"/>
                  </a:cubicBezTo>
                  <a:cubicBezTo>
                    <a:pt x="17" y="28"/>
                    <a:pt x="8" y="36"/>
                    <a:pt x="3" y="47"/>
                  </a:cubicBezTo>
                  <a:cubicBezTo>
                    <a:pt x="1" y="50"/>
                    <a:pt x="1" y="53"/>
                    <a:pt x="0" y="55"/>
                  </a:cubicBezTo>
                  <a:cubicBezTo>
                    <a:pt x="32" y="55"/>
                    <a:pt x="32" y="55"/>
                    <a:pt x="32" y="55"/>
                  </a:cubicBezTo>
                  <a:cubicBezTo>
                    <a:pt x="32" y="55"/>
                    <a:pt x="32" y="44"/>
                    <a:pt x="32" y="4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33">
              <a:extLst>
                <a:ext uri="{FF2B5EF4-FFF2-40B4-BE49-F238E27FC236}">
                  <a16:creationId xmlns:a16="http://schemas.microsoft.com/office/drawing/2014/main" id="{334F9317-6D15-4D18-9F8A-F2ADEE6A695D}"/>
                </a:ext>
              </a:extLst>
            </p:cNvPr>
            <p:cNvSpPr>
              <a:spLocks/>
            </p:cNvSpPr>
            <p:nvPr/>
          </p:nvSpPr>
          <p:spPr bwMode="auto">
            <a:xfrm>
              <a:off x="4006851" y="2524125"/>
              <a:ext cx="246063" cy="268288"/>
            </a:xfrm>
            <a:custGeom>
              <a:avLst/>
              <a:gdLst>
                <a:gd name="T0" fmla="*/ 8 w 98"/>
                <a:gd name="T1" fmla="*/ 93 h 107"/>
                <a:gd name="T2" fmla="*/ 15 w 98"/>
                <a:gd name="T3" fmla="*/ 93 h 107"/>
                <a:gd name="T4" fmla="*/ 21 w 98"/>
                <a:gd name="T5" fmla="*/ 92 h 107"/>
                <a:gd name="T6" fmla="*/ 26 w 98"/>
                <a:gd name="T7" fmla="*/ 96 h 107"/>
                <a:gd name="T8" fmla="*/ 29 w 98"/>
                <a:gd name="T9" fmla="*/ 96 h 107"/>
                <a:gd name="T10" fmla="*/ 34 w 98"/>
                <a:gd name="T11" fmla="*/ 103 h 107"/>
                <a:gd name="T12" fmla="*/ 38 w 98"/>
                <a:gd name="T13" fmla="*/ 107 h 107"/>
                <a:gd name="T14" fmla="*/ 42 w 98"/>
                <a:gd name="T15" fmla="*/ 105 h 107"/>
                <a:gd name="T16" fmla="*/ 47 w 98"/>
                <a:gd name="T17" fmla="*/ 103 h 107"/>
                <a:gd name="T18" fmla="*/ 51 w 98"/>
                <a:gd name="T19" fmla="*/ 102 h 107"/>
                <a:gd name="T20" fmla="*/ 57 w 98"/>
                <a:gd name="T21" fmla="*/ 102 h 107"/>
                <a:gd name="T22" fmla="*/ 62 w 98"/>
                <a:gd name="T23" fmla="*/ 101 h 107"/>
                <a:gd name="T24" fmla="*/ 93 w 98"/>
                <a:gd name="T25" fmla="*/ 101 h 107"/>
                <a:gd name="T26" fmla="*/ 94 w 98"/>
                <a:gd name="T27" fmla="*/ 94 h 107"/>
                <a:gd name="T28" fmla="*/ 92 w 98"/>
                <a:gd name="T29" fmla="*/ 91 h 107"/>
                <a:gd name="T30" fmla="*/ 84 w 98"/>
                <a:gd name="T31" fmla="*/ 20 h 107"/>
                <a:gd name="T32" fmla="*/ 98 w 98"/>
                <a:gd name="T33" fmla="*/ 20 h 107"/>
                <a:gd name="T34" fmla="*/ 69 w 98"/>
                <a:gd name="T35" fmla="*/ 2 h 107"/>
                <a:gd name="T36" fmla="*/ 68 w 98"/>
                <a:gd name="T37" fmla="*/ 0 h 107"/>
                <a:gd name="T38" fmla="*/ 67 w 98"/>
                <a:gd name="T39" fmla="*/ 12 h 107"/>
                <a:gd name="T40" fmla="*/ 40 w 98"/>
                <a:gd name="T41" fmla="*/ 12 h 107"/>
                <a:gd name="T42" fmla="*/ 40 w 98"/>
                <a:gd name="T43" fmla="*/ 33 h 107"/>
                <a:gd name="T44" fmla="*/ 32 w 98"/>
                <a:gd name="T45" fmla="*/ 39 h 107"/>
                <a:gd name="T46" fmla="*/ 32 w 98"/>
                <a:gd name="T47" fmla="*/ 52 h 107"/>
                <a:gd name="T48" fmla="*/ 0 w 98"/>
                <a:gd name="T49" fmla="*/ 52 h 107"/>
                <a:gd name="T50" fmla="*/ 5 w 98"/>
                <a:gd name="T51" fmla="*/ 61 h 107"/>
                <a:gd name="T52" fmla="*/ 7 w 98"/>
                <a:gd name="T53" fmla="*/ 74 h 107"/>
                <a:gd name="T54" fmla="*/ 4 w 98"/>
                <a:gd name="T55" fmla="*/ 90 h 107"/>
                <a:gd name="T56" fmla="*/ 3 w 98"/>
                <a:gd name="T57" fmla="*/ 97 h 107"/>
                <a:gd name="T58" fmla="*/ 3 w 98"/>
                <a:gd name="T59" fmla="*/ 97 h 107"/>
                <a:gd name="T60" fmla="*/ 8 w 98"/>
                <a:gd name="T61"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107">
                  <a:moveTo>
                    <a:pt x="8" y="93"/>
                  </a:moveTo>
                  <a:cubicBezTo>
                    <a:pt x="10" y="93"/>
                    <a:pt x="15" y="93"/>
                    <a:pt x="15" y="93"/>
                  </a:cubicBezTo>
                  <a:cubicBezTo>
                    <a:pt x="15" y="93"/>
                    <a:pt x="19" y="91"/>
                    <a:pt x="21" y="92"/>
                  </a:cubicBezTo>
                  <a:cubicBezTo>
                    <a:pt x="23" y="93"/>
                    <a:pt x="26" y="96"/>
                    <a:pt x="26" y="96"/>
                  </a:cubicBezTo>
                  <a:cubicBezTo>
                    <a:pt x="29" y="96"/>
                    <a:pt x="29" y="96"/>
                    <a:pt x="29" y="96"/>
                  </a:cubicBezTo>
                  <a:cubicBezTo>
                    <a:pt x="29" y="96"/>
                    <a:pt x="31" y="102"/>
                    <a:pt x="34" y="103"/>
                  </a:cubicBezTo>
                  <a:cubicBezTo>
                    <a:pt x="36" y="104"/>
                    <a:pt x="37" y="106"/>
                    <a:pt x="38" y="107"/>
                  </a:cubicBezTo>
                  <a:cubicBezTo>
                    <a:pt x="40" y="107"/>
                    <a:pt x="42" y="106"/>
                    <a:pt x="42" y="105"/>
                  </a:cubicBezTo>
                  <a:cubicBezTo>
                    <a:pt x="42" y="102"/>
                    <a:pt x="43" y="100"/>
                    <a:pt x="47" y="103"/>
                  </a:cubicBezTo>
                  <a:cubicBezTo>
                    <a:pt x="51" y="106"/>
                    <a:pt x="51" y="103"/>
                    <a:pt x="51" y="102"/>
                  </a:cubicBezTo>
                  <a:cubicBezTo>
                    <a:pt x="52" y="101"/>
                    <a:pt x="55" y="102"/>
                    <a:pt x="57" y="102"/>
                  </a:cubicBezTo>
                  <a:cubicBezTo>
                    <a:pt x="59" y="102"/>
                    <a:pt x="62" y="101"/>
                    <a:pt x="62" y="101"/>
                  </a:cubicBezTo>
                  <a:cubicBezTo>
                    <a:pt x="62" y="101"/>
                    <a:pt x="92" y="101"/>
                    <a:pt x="93" y="101"/>
                  </a:cubicBezTo>
                  <a:cubicBezTo>
                    <a:pt x="95" y="100"/>
                    <a:pt x="94" y="94"/>
                    <a:pt x="94" y="94"/>
                  </a:cubicBezTo>
                  <a:cubicBezTo>
                    <a:pt x="92" y="91"/>
                    <a:pt x="92" y="91"/>
                    <a:pt x="92" y="91"/>
                  </a:cubicBezTo>
                  <a:cubicBezTo>
                    <a:pt x="84" y="20"/>
                    <a:pt x="84" y="20"/>
                    <a:pt x="84" y="20"/>
                  </a:cubicBezTo>
                  <a:cubicBezTo>
                    <a:pt x="98" y="20"/>
                    <a:pt x="98" y="20"/>
                    <a:pt x="98" y="20"/>
                  </a:cubicBezTo>
                  <a:cubicBezTo>
                    <a:pt x="83" y="11"/>
                    <a:pt x="71" y="2"/>
                    <a:pt x="69" y="2"/>
                  </a:cubicBezTo>
                  <a:cubicBezTo>
                    <a:pt x="68" y="1"/>
                    <a:pt x="68" y="1"/>
                    <a:pt x="68" y="0"/>
                  </a:cubicBezTo>
                  <a:cubicBezTo>
                    <a:pt x="68" y="6"/>
                    <a:pt x="68" y="11"/>
                    <a:pt x="67" y="12"/>
                  </a:cubicBezTo>
                  <a:cubicBezTo>
                    <a:pt x="67" y="12"/>
                    <a:pt x="40" y="12"/>
                    <a:pt x="40" y="12"/>
                  </a:cubicBezTo>
                  <a:cubicBezTo>
                    <a:pt x="40" y="12"/>
                    <a:pt x="40" y="31"/>
                    <a:pt x="40" y="33"/>
                  </a:cubicBezTo>
                  <a:cubicBezTo>
                    <a:pt x="40" y="35"/>
                    <a:pt x="32" y="37"/>
                    <a:pt x="32" y="39"/>
                  </a:cubicBezTo>
                  <a:cubicBezTo>
                    <a:pt x="32" y="41"/>
                    <a:pt x="32" y="52"/>
                    <a:pt x="32" y="52"/>
                  </a:cubicBezTo>
                  <a:cubicBezTo>
                    <a:pt x="0" y="52"/>
                    <a:pt x="0" y="52"/>
                    <a:pt x="0" y="52"/>
                  </a:cubicBezTo>
                  <a:cubicBezTo>
                    <a:pt x="0" y="57"/>
                    <a:pt x="3" y="59"/>
                    <a:pt x="5" y="61"/>
                  </a:cubicBezTo>
                  <a:cubicBezTo>
                    <a:pt x="7" y="64"/>
                    <a:pt x="3" y="69"/>
                    <a:pt x="7" y="74"/>
                  </a:cubicBezTo>
                  <a:cubicBezTo>
                    <a:pt x="10" y="79"/>
                    <a:pt x="6" y="87"/>
                    <a:pt x="4" y="90"/>
                  </a:cubicBezTo>
                  <a:cubicBezTo>
                    <a:pt x="3" y="91"/>
                    <a:pt x="3" y="94"/>
                    <a:pt x="3" y="97"/>
                  </a:cubicBezTo>
                  <a:cubicBezTo>
                    <a:pt x="3" y="97"/>
                    <a:pt x="3" y="97"/>
                    <a:pt x="3" y="97"/>
                  </a:cubicBezTo>
                  <a:cubicBezTo>
                    <a:pt x="5" y="96"/>
                    <a:pt x="5" y="92"/>
                    <a:pt x="8" y="9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34">
              <a:extLst>
                <a:ext uri="{FF2B5EF4-FFF2-40B4-BE49-F238E27FC236}">
                  <a16:creationId xmlns:a16="http://schemas.microsoft.com/office/drawing/2014/main" id="{917DE685-44C1-4EC8-B9F4-EF2112622127}"/>
                </a:ext>
              </a:extLst>
            </p:cNvPr>
            <p:cNvSpPr>
              <a:spLocks/>
            </p:cNvSpPr>
            <p:nvPr/>
          </p:nvSpPr>
          <p:spPr bwMode="auto">
            <a:xfrm>
              <a:off x="4102101" y="2574925"/>
              <a:ext cx="336550" cy="315913"/>
            </a:xfrm>
            <a:custGeom>
              <a:avLst/>
              <a:gdLst>
                <a:gd name="T0" fmla="*/ 127 w 134"/>
                <a:gd name="T1" fmla="*/ 52 h 126"/>
                <a:gd name="T2" fmla="*/ 123 w 134"/>
                <a:gd name="T3" fmla="*/ 44 h 126"/>
                <a:gd name="T4" fmla="*/ 114 w 134"/>
                <a:gd name="T5" fmla="*/ 41 h 126"/>
                <a:gd name="T6" fmla="*/ 109 w 134"/>
                <a:gd name="T7" fmla="*/ 34 h 126"/>
                <a:gd name="T8" fmla="*/ 60 w 134"/>
                <a:gd name="T9" fmla="*/ 0 h 126"/>
                <a:gd name="T10" fmla="*/ 46 w 134"/>
                <a:gd name="T11" fmla="*/ 0 h 126"/>
                <a:gd name="T12" fmla="*/ 54 w 134"/>
                <a:gd name="T13" fmla="*/ 71 h 126"/>
                <a:gd name="T14" fmla="*/ 56 w 134"/>
                <a:gd name="T15" fmla="*/ 74 h 126"/>
                <a:gd name="T16" fmla="*/ 55 w 134"/>
                <a:gd name="T17" fmla="*/ 81 h 126"/>
                <a:gd name="T18" fmla="*/ 24 w 134"/>
                <a:gd name="T19" fmla="*/ 81 h 126"/>
                <a:gd name="T20" fmla="*/ 19 w 134"/>
                <a:gd name="T21" fmla="*/ 82 h 126"/>
                <a:gd name="T22" fmla="*/ 13 w 134"/>
                <a:gd name="T23" fmla="*/ 82 h 126"/>
                <a:gd name="T24" fmla="*/ 9 w 134"/>
                <a:gd name="T25" fmla="*/ 83 h 126"/>
                <a:gd name="T26" fmla="*/ 4 w 134"/>
                <a:gd name="T27" fmla="*/ 85 h 126"/>
                <a:gd name="T28" fmla="*/ 0 w 134"/>
                <a:gd name="T29" fmla="*/ 87 h 126"/>
                <a:gd name="T30" fmla="*/ 1 w 134"/>
                <a:gd name="T31" fmla="*/ 89 h 126"/>
                <a:gd name="T32" fmla="*/ 2 w 134"/>
                <a:gd name="T33" fmla="*/ 91 h 126"/>
                <a:gd name="T34" fmla="*/ 3 w 134"/>
                <a:gd name="T35" fmla="*/ 96 h 126"/>
                <a:gd name="T36" fmla="*/ 8 w 134"/>
                <a:gd name="T37" fmla="*/ 101 h 126"/>
                <a:gd name="T38" fmla="*/ 8 w 134"/>
                <a:gd name="T39" fmla="*/ 108 h 126"/>
                <a:gd name="T40" fmla="*/ 10 w 134"/>
                <a:gd name="T41" fmla="*/ 110 h 126"/>
                <a:gd name="T42" fmla="*/ 15 w 134"/>
                <a:gd name="T43" fmla="*/ 109 h 126"/>
                <a:gd name="T44" fmla="*/ 20 w 134"/>
                <a:gd name="T45" fmla="*/ 110 h 126"/>
                <a:gd name="T46" fmla="*/ 26 w 134"/>
                <a:gd name="T47" fmla="*/ 106 h 126"/>
                <a:gd name="T48" fmla="*/ 29 w 134"/>
                <a:gd name="T49" fmla="*/ 112 h 126"/>
                <a:gd name="T50" fmla="*/ 32 w 134"/>
                <a:gd name="T51" fmla="*/ 115 h 126"/>
                <a:gd name="T52" fmla="*/ 32 w 134"/>
                <a:gd name="T53" fmla="*/ 118 h 126"/>
                <a:gd name="T54" fmla="*/ 34 w 134"/>
                <a:gd name="T55" fmla="*/ 123 h 126"/>
                <a:gd name="T56" fmla="*/ 37 w 134"/>
                <a:gd name="T57" fmla="*/ 123 h 126"/>
                <a:gd name="T58" fmla="*/ 41 w 134"/>
                <a:gd name="T59" fmla="*/ 125 h 126"/>
                <a:gd name="T60" fmla="*/ 46 w 134"/>
                <a:gd name="T61" fmla="*/ 122 h 126"/>
                <a:gd name="T62" fmla="*/ 50 w 134"/>
                <a:gd name="T63" fmla="*/ 122 h 126"/>
                <a:gd name="T64" fmla="*/ 53 w 134"/>
                <a:gd name="T65" fmla="*/ 123 h 126"/>
                <a:gd name="T66" fmla="*/ 55 w 134"/>
                <a:gd name="T67" fmla="*/ 122 h 126"/>
                <a:gd name="T68" fmla="*/ 57 w 134"/>
                <a:gd name="T69" fmla="*/ 116 h 126"/>
                <a:gd name="T70" fmla="*/ 57 w 134"/>
                <a:gd name="T71" fmla="*/ 111 h 126"/>
                <a:gd name="T72" fmla="*/ 63 w 134"/>
                <a:gd name="T73" fmla="*/ 108 h 126"/>
                <a:gd name="T74" fmla="*/ 66 w 134"/>
                <a:gd name="T75" fmla="*/ 103 h 126"/>
                <a:gd name="T76" fmla="*/ 69 w 134"/>
                <a:gd name="T77" fmla="*/ 97 h 126"/>
                <a:gd name="T78" fmla="*/ 74 w 134"/>
                <a:gd name="T79" fmla="*/ 97 h 126"/>
                <a:gd name="T80" fmla="*/ 77 w 134"/>
                <a:gd name="T81" fmla="*/ 94 h 126"/>
                <a:gd name="T82" fmla="*/ 81 w 134"/>
                <a:gd name="T83" fmla="*/ 92 h 126"/>
                <a:gd name="T84" fmla="*/ 84 w 134"/>
                <a:gd name="T85" fmla="*/ 90 h 126"/>
                <a:gd name="T86" fmla="*/ 91 w 134"/>
                <a:gd name="T87" fmla="*/ 87 h 126"/>
                <a:gd name="T88" fmla="*/ 97 w 134"/>
                <a:gd name="T89" fmla="*/ 85 h 126"/>
                <a:gd name="T90" fmla="*/ 107 w 134"/>
                <a:gd name="T91" fmla="*/ 85 h 126"/>
                <a:gd name="T92" fmla="*/ 113 w 134"/>
                <a:gd name="T93" fmla="*/ 83 h 126"/>
                <a:gd name="T94" fmla="*/ 126 w 134"/>
                <a:gd name="T95" fmla="*/ 82 h 126"/>
                <a:gd name="T96" fmla="*/ 131 w 134"/>
                <a:gd name="T97" fmla="*/ 78 h 126"/>
                <a:gd name="T98" fmla="*/ 134 w 134"/>
                <a:gd name="T99" fmla="*/ 72 h 126"/>
                <a:gd name="T100" fmla="*/ 134 w 134"/>
                <a:gd name="T101" fmla="*/ 51 h 126"/>
                <a:gd name="T102" fmla="*/ 127 w 134"/>
                <a:gd name="T103" fmla="*/ 5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4" h="126">
                  <a:moveTo>
                    <a:pt x="127" y="52"/>
                  </a:moveTo>
                  <a:cubicBezTo>
                    <a:pt x="127" y="52"/>
                    <a:pt x="127" y="46"/>
                    <a:pt x="123" y="44"/>
                  </a:cubicBezTo>
                  <a:cubicBezTo>
                    <a:pt x="119" y="42"/>
                    <a:pt x="114" y="41"/>
                    <a:pt x="114" y="41"/>
                  </a:cubicBezTo>
                  <a:cubicBezTo>
                    <a:pt x="114" y="41"/>
                    <a:pt x="112" y="36"/>
                    <a:pt x="109" y="34"/>
                  </a:cubicBezTo>
                  <a:cubicBezTo>
                    <a:pt x="108" y="32"/>
                    <a:pt x="81" y="15"/>
                    <a:pt x="60" y="0"/>
                  </a:cubicBezTo>
                  <a:cubicBezTo>
                    <a:pt x="46" y="0"/>
                    <a:pt x="46" y="0"/>
                    <a:pt x="46" y="0"/>
                  </a:cubicBezTo>
                  <a:cubicBezTo>
                    <a:pt x="54" y="71"/>
                    <a:pt x="54" y="71"/>
                    <a:pt x="54" y="71"/>
                  </a:cubicBezTo>
                  <a:cubicBezTo>
                    <a:pt x="56" y="74"/>
                    <a:pt x="56" y="74"/>
                    <a:pt x="56" y="74"/>
                  </a:cubicBezTo>
                  <a:cubicBezTo>
                    <a:pt x="56" y="74"/>
                    <a:pt x="57" y="80"/>
                    <a:pt x="55" y="81"/>
                  </a:cubicBezTo>
                  <a:cubicBezTo>
                    <a:pt x="54" y="81"/>
                    <a:pt x="24" y="81"/>
                    <a:pt x="24" y="81"/>
                  </a:cubicBezTo>
                  <a:cubicBezTo>
                    <a:pt x="24" y="81"/>
                    <a:pt x="21" y="82"/>
                    <a:pt x="19" y="82"/>
                  </a:cubicBezTo>
                  <a:cubicBezTo>
                    <a:pt x="17" y="82"/>
                    <a:pt x="14" y="81"/>
                    <a:pt x="13" y="82"/>
                  </a:cubicBezTo>
                  <a:cubicBezTo>
                    <a:pt x="13" y="83"/>
                    <a:pt x="13" y="86"/>
                    <a:pt x="9" y="83"/>
                  </a:cubicBezTo>
                  <a:cubicBezTo>
                    <a:pt x="5" y="80"/>
                    <a:pt x="4" y="82"/>
                    <a:pt x="4" y="85"/>
                  </a:cubicBezTo>
                  <a:cubicBezTo>
                    <a:pt x="4" y="86"/>
                    <a:pt x="2" y="87"/>
                    <a:pt x="0" y="87"/>
                  </a:cubicBezTo>
                  <a:cubicBezTo>
                    <a:pt x="0" y="88"/>
                    <a:pt x="1" y="89"/>
                    <a:pt x="1" y="89"/>
                  </a:cubicBezTo>
                  <a:cubicBezTo>
                    <a:pt x="2" y="91"/>
                    <a:pt x="2" y="91"/>
                    <a:pt x="2" y="91"/>
                  </a:cubicBezTo>
                  <a:cubicBezTo>
                    <a:pt x="2" y="91"/>
                    <a:pt x="2" y="95"/>
                    <a:pt x="3" y="96"/>
                  </a:cubicBezTo>
                  <a:cubicBezTo>
                    <a:pt x="5" y="98"/>
                    <a:pt x="7" y="100"/>
                    <a:pt x="8" y="101"/>
                  </a:cubicBezTo>
                  <a:cubicBezTo>
                    <a:pt x="8" y="103"/>
                    <a:pt x="8" y="108"/>
                    <a:pt x="8" y="108"/>
                  </a:cubicBezTo>
                  <a:cubicBezTo>
                    <a:pt x="8" y="108"/>
                    <a:pt x="9" y="112"/>
                    <a:pt x="10" y="110"/>
                  </a:cubicBezTo>
                  <a:cubicBezTo>
                    <a:pt x="11" y="108"/>
                    <a:pt x="14" y="112"/>
                    <a:pt x="15" y="109"/>
                  </a:cubicBezTo>
                  <a:cubicBezTo>
                    <a:pt x="15" y="107"/>
                    <a:pt x="19" y="110"/>
                    <a:pt x="20" y="110"/>
                  </a:cubicBezTo>
                  <a:cubicBezTo>
                    <a:pt x="21" y="110"/>
                    <a:pt x="25" y="105"/>
                    <a:pt x="26" y="106"/>
                  </a:cubicBezTo>
                  <a:cubicBezTo>
                    <a:pt x="27" y="106"/>
                    <a:pt x="29" y="110"/>
                    <a:pt x="29" y="112"/>
                  </a:cubicBezTo>
                  <a:cubicBezTo>
                    <a:pt x="29" y="113"/>
                    <a:pt x="33" y="115"/>
                    <a:pt x="32" y="115"/>
                  </a:cubicBezTo>
                  <a:cubicBezTo>
                    <a:pt x="30" y="116"/>
                    <a:pt x="30" y="118"/>
                    <a:pt x="32" y="118"/>
                  </a:cubicBezTo>
                  <a:cubicBezTo>
                    <a:pt x="33" y="118"/>
                    <a:pt x="33" y="121"/>
                    <a:pt x="34" y="123"/>
                  </a:cubicBezTo>
                  <a:cubicBezTo>
                    <a:pt x="35" y="124"/>
                    <a:pt x="36" y="125"/>
                    <a:pt x="37" y="123"/>
                  </a:cubicBezTo>
                  <a:cubicBezTo>
                    <a:pt x="38" y="121"/>
                    <a:pt x="40" y="123"/>
                    <a:pt x="41" y="125"/>
                  </a:cubicBezTo>
                  <a:cubicBezTo>
                    <a:pt x="42" y="126"/>
                    <a:pt x="45" y="124"/>
                    <a:pt x="46" y="122"/>
                  </a:cubicBezTo>
                  <a:cubicBezTo>
                    <a:pt x="46" y="120"/>
                    <a:pt x="50" y="120"/>
                    <a:pt x="50" y="122"/>
                  </a:cubicBezTo>
                  <a:cubicBezTo>
                    <a:pt x="50" y="124"/>
                    <a:pt x="50" y="125"/>
                    <a:pt x="53" y="123"/>
                  </a:cubicBezTo>
                  <a:cubicBezTo>
                    <a:pt x="54" y="122"/>
                    <a:pt x="54" y="122"/>
                    <a:pt x="55" y="122"/>
                  </a:cubicBezTo>
                  <a:cubicBezTo>
                    <a:pt x="56" y="120"/>
                    <a:pt x="57" y="117"/>
                    <a:pt x="57" y="116"/>
                  </a:cubicBezTo>
                  <a:cubicBezTo>
                    <a:pt x="58" y="115"/>
                    <a:pt x="56" y="111"/>
                    <a:pt x="57" y="111"/>
                  </a:cubicBezTo>
                  <a:cubicBezTo>
                    <a:pt x="58" y="110"/>
                    <a:pt x="62" y="111"/>
                    <a:pt x="63" y="108"/>
                  </a:cubicBezTo>
                  <a:cubicBezTo>
                    <a:pt x="64" y="105"/>
                    <a:pt x="66" y="103"/>
                    <a:pt x="66" y="103"/>
                  </a:cubicBezTo>
                  <a:cubicBezTo>
                    <a:pt x="66" y="103"/>
                    <a:pt x="66" y="96"/>
                    <a:pt x="69" y="97"/>
                  </a:cubicBezTo>
                  <a:cubicBezTo>
                    <a:pt x="71" y="98"/>
                    <a:pt x="73" y="100"/>
                    <a:pt x="74" y="97"/>
                  </a:cubicBezTo>
                  <a:cubicBezTo>
                    <a:pt x="74" y="95"/>
                    <a:pt x="76" y="96"/>
                    <a:pt x="77" y="94"/>
                  </a:cubicBezTo>
                  <a:cubicBezTo>
                    <a:pt x="78" y="91"/>
                    <a:pt x="79" y="91"/>
                    <a:pt x="81" y="92"/>
                  </a:cubicBezTo>
                  <a:cubicBezTo>
                    <a:pt x="83" y="92"/>
                    <a:pt x="84" y="91"/>
                    <a:pt x="84" y="90"/>
                  </a:cubicBezTo>
                  <a:cubicBezTo>
                    <a:pt x="84" y="89"/>
                    <a:pt x="88" y="89"/>
                    <a:pt x="91" y="87"/>
                  </a:cubicBezTo>
                  <a:cubicBezTo>
                    <a:pt x="94" y="85"/>
                    <a:pt x="96" y="83"/>
                    <a:pt x="97" y="85"/>
                  </a:cubicBezTo>
                  <a:cubicBezTo>
                    <a:pt x="98" y="86"/>
                    <a:pt x="106" y="86"/>
                    <a:pt x="107" y="85"/>
                  </a:cubicBezTo>
                  <a:cubicBezTo>
                    <a:pt x="108" y="85"/>
                    <a:pt x="111" y="82"/>
                    <a:pt x="113" y="83"/>
                  </a:cubicBezTo>
                  <a:cubicBezTo>
                    <a:pt x="116" y="83"/>
                    <a:pt x="123" y="82"/>
                    <a:pt x="126" y="82"/>
                  </a:cubicBezTo>
                  <a:cubicBezTo>
                    <a:pt x="129" y="82"/>
                    <a:pt x="130" y="79"/>
                    <a:pt x="131" y="78"/>
                  </a:cubicBezTo>
                  <a:cubicBezTo>
                    <a:pt x="132" y="77"/>
                    <a:pt x="133" y="73"/>
                    <a:pt x="134" y="72"/>
                  </a:cubicBezTo>
                  <a:cubicBezTo>
                    <a:pt x="134" y="72"/>
                    <a:pt x="134" y="57"/>
                    <a:pt x="134" y="51"/>
                  </a:cubicBezTo>
                  <a:cubicBezTo>
                    <a:pt x="131" y="51"/>
                    <a:pt x="127" y="52"/>
                    <a:pt x="127" y="5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35">
              <a:extLst>
                <a:ext uri="{FF2B5EF4-FFF2-40B4-BE49-F238E27FC236}">
                  <a16:creationId xmlns:a16="http://schemas.microsoft.com/office/drawing/2014/main" id="{CEB1544D-7A6D-41A8-8C3F-77A48B8436FD}"/>
                </a:ext>
              </a:extLst>
            </p:cNvPr>
            <p:cNvSpPr>
              <a:spLocks/>
            </p:cNvSpPr>
            <p:nvPr/>
          </p:nvSpPr>
          <p:spPr bwMode="auto">
            <a:xfrm>
              <a:off x="4240213" y="2782888"/>
              <a:ext cx="165100" cy="120650"/>
            </a:xfrm>
            <a:custGeom>
              <a:avLst/>
              <a:gdLst>
                <a:gd name="T0" fmla="*/ 66 w 66"/>
                <a:gd name="T1" fmla="*/ 27 h 48"/>
                <a:gd name="T2" fmla="*/ 63 w 66"/>
                <a:gd name="T3" fmla="*/ 25 h 48"/>
                <a:gd name="T4" fmla="*/ 62 w 66"/>
                <a:gd name="T5" fmla="*/ 21 h 48"/>
                <a:gd name="T6" fmla="*/ 58 w 66"/>
                <a:gd name="T7" fmla="*/ 22 h 48"/>
                <a:gd name="T8" fmla="*/ 55 w 66"/>
                <a:gd name="T9" fmla="*/ 19 h 48"/>
                <a:gd name="T10" fmla="*/ 53 w 66"/>
                <a:gd name="T11" fmla="*/ 16 h 48"/>
                <a:gd name="T12" fmla="*/ 50 w 66"/>
                <a:gd name="T13" fmla="*/ 11 h 48"/>
                <a:gd name="T14" fmla="*/ 47 w 66"/>
                <a:gd name="T15" fmla="*/ 7 h 48"/>
                <a:gd name="T16" fmla="*/ 47 w 66"/>
                <a:gd name="T17" fmla="*/ 2 h 48"/>
                <a:gd name="T18" fmla="*/ 42 w 66"/>
                <a:gd name="T19" fmla="*/ 2 h 48"/>
                <a:gd name="T20" fmla="*/ 36 w 66"/>
                <a:gd name="T21" fmla="*/ 4 h 48"/>
                <a:gd name="T22" fmla="*/ 29 w 66"/>
                <a:gd name="T23" fmla="*/ 7 h 48"/>
                <a:gd name="T24" fmla="*/ 26 w 66"/>
                <a:gd name="T25" fmla="*/ 9 h 48"/>
                <a:gd name="T26" fmla="*/ 22 w 66"/>
                <a:gd name="T27" fmla="*/ 11 h 48"/>
                <a:gd name="T28" fmla="*/ 19 w 66"/>
                <a:gd name="T29" fmla="*/ 14 h 48"/>
                <a:gd name="T30" fmla="*/ 14 w 66"/>
                <a:gd name="T31" fmla="*/ 14 h 48"/>
                <a:gd name="T32" fmla="*/ 11 w 66"/>
                <a:gd name="T33" fmla="*/ 20 h 48"/>
                <a:gd name="T34" fmla="*/ 8 w 66"/>
                <a:gd name="T35" fmla="*/ 25 h 48"/>
                <a:gd name="T36" fmla="*/ 2 w 66"/>
                <a:gd name="T37" fmla="*/ 28 h 48"/>
                <a:gd name="T38" fmla="*/ 2 w 66"/>
                <a:gd name="T39" fmla="*/ 33 h 48"/>
                <a:gd name="T40" fmla="*/ 0 w 66"/>
                <a:gd name="T41" fmla="*/ 39 h 48"/>
                <a:gd name="T42" fmla="*/ 4 w 66"/>
                <a:gd name="T43" fmla="*/ 42 h 48"/>
                <a:gd name="T44" fmla="*/ 11 w 66"/>
                <a:gd name="T45" fmla="*/ 45 h 48"/>
                <a:gd name="T46" fmla="*/ 21 w 66"/>
                <a:gd name="T47" fmla="*/ 44 h 48"/>
                <a:gd name="T48" fmla="*/ 23 w 66"/>
                <a:gd name="T49" fmla="*/ 43 h 48"/>
                <a:gd name="T50" fmla="*/ 22 w 66"/>
                <a:gd name="T51" fmla="*/ 35 h 48"/>
                <a:gd name="T52" fmla="*/ 42 w 66"/>
                <a:gd name="T53" fmla="*/ 36 h 48"/>
                <a:gd name="T54" fmla="*/ 45 w 66"/>
                <a:gd name="T55" fmla="*/ 34 h 48"/>
                <a:gd name="T56" fmla="*/ 53 w 66"/>
                <a:gd name="T57" fmla="*/ 35 h 48"/>
                <a:gd name="T58" fmla="*/ 57 w 66"/>
                <a:gd name="T59" fmla="*/ 32 h 48"/>
                <a:gd name="T60" fmla="*/ 64 w 66"/>
                <a:gd name="T61" fmla="*/ 30 h 48"/>
                <a:gd name="T62" fmla="*/ 66 w 66"/>
                <a:gd name="T63" fmla="*/ 27 h 48"/>
                <a:gd name="T64" fmla="*/ 66 w 66"/>
                <a:gd name="T65" fmla="*/ 2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6" h="48">
                  <a:moveTo>
                    <a:pt x="66" y="27"/>
                  </a:moveTo>
                  <a:cubicBezTo>
                    <a:pt x="65" y="26"/>
                    <a:pt x="63" y="25"/>
                    <a:pt x="63" y="25"/>
                  </a:cubicBezTo>
                  <a:cubicBezTo>
                    <a:pt x="62" y="25"/>
                    <a:pt x="62" y="22"/>
                    <a:pt x="62" y="21"/>
                  </a:cubicBezTo>
                  <a:cubicBezTo>
                    <a:pt x="62" y="20"/>
                    <a:pt x="59" y="22"/>
                    <a:pt x="58" y="22"/>
                  </a:cubicBezTo>
                  <a:cubicBezTo>
                    <a:pt x="57" y="21"/>
                    <a:pt x="56" y="19"/>
                    <a:pt x="55" y="19"/>
                  </a:cubicBezTo>
                  <a:cubicBezTo>
                    <a:pt x="53" y="19"/>
                    <a:pt x="53" y="17"/>
                    <a:pt x="53" y="16"/>
                  </a:cubicBezTo>
                  <a:cubicBezTo>
                    <a:pt x="53" y="14"/>
                    <a:pt x="51" y="12"/>
                    <a:pt x="50" y="11"/>
                  </a:cubicBezTo>
                  <a:cubicBezTo>
                    <a:pt x="48" y="10"/>
                    <a:pt x="48" y="7"/>
                    <a:pt x="47" y="7"/>
                  </a:cubicBezTo>
                  <a:cubicBezTo>
                    <a:pt x="46" y="6"/>
                    <a:pt x="47" y="4"/>
                    <a:pt x="47" y="2"/>
                  </a:cubicBezTo>
                  <a:cubicBezTo>
                    <a:pt x="45" y="2"/>
                    <a:pt x="42" y="2"/>
                    <a:pt x="42" y="2"/>
                  </a:cubicBezTo>
                  <a:cubicBezTo>
                    <a:pt x="41" y="0"/>
                    <a:pt x="39" y="2"/>
                    <a:pt x="36" y="4"/>
                  </a:cubicBezTo>
                  <a:cubicBezTo>
                    <a:pt x="33" y="6"/>
                    <a:pt x="29" y="6"/>
                    <a:pt x="29" y="7"/>
                  </a:cubicBezTo>
                  <a:cubicBezTo>
                    <a:pt x="29" y="8"/>
                    <a:pt x="28" y="9"/>
                    <a:pt x="26" y="9"/>
                  </a:cubicBezTo>
                  <a:cubicBezTo>
                    <a:pt x="24" y="8"/>
                    <a:pt x="23" y="8"/>
                    <a:pt x="22" y="11"/>
                  </a:cubicBezTo>
                  <a:cubicBezTo>
                    <a:pt x="21" y="13"/>
                    <a:pt x="19" y="12"/>
                    <a:pt x="19" y="14"/>
                  </a:cubicBezTo>
                  <a:cubicBezTo>
                    <a:pt x="18" y="17"/>
                    <a:pt x="16" y="15"/>
                    <a:pt x="14" y="14"/>
                  </a:cubicBezTo>
                  <a:cubicBezTo>
                    <a:pt x="11" y="13"/>
                    <a:pt x="11" y="20"/>
                    <a:pt x="11" y="20"/>
                  </a:cubicBezTo>
                  <a:cubicBezTo>
                    <a:pt x="11" y="20"/>
                    <a:pt x="9" y="22"/>
                    <a:pt x="8" y="25"/>
                  </a:cubicBezTo>
                  <a:cubicBezTo>
                    <a:pt x="7" y="28"/>
                    <a:pt x="3" y="27"/>
                    <a:pt x="2" y="28"/>
                  </a:cubicBezTo>
                  <a:cubicBezTo>
                    <a:pt x="1" y="28"/>
                    <a:pt x="3" y="32"/>
                    <a:pt x="2" y="33"/>
                  </a:cubicBezTo>
                  <a:cubicBezTo>
                    <a:pt x="2" y="34"/>
                    <a:pt x="1" y="37"/>
                    <a:pt x="0" y="39"/>
                  </a:cubicBezTo>
                  <a:cubicBezTo>
                    <a:pt x="2" y="40"/>
                    <a:pt x="4" y="41"/>
                    <a:pt x="4" y="42"/>
                  </a:cubicBezTo>
                  <a:cubicBezTo>
                    <a:pt x="5" y="43"/>
                    <a:pt x="9" y="48"/>
                    <a:pt x="11" y="45"/>
                  </a:cubicBezTo>
                  <a:cubicBezTo>
                    <a:pt x="13" y="43"/>
                    <a:pt x="19" y="43"/>
                    <a:pt x="21" y="44"/>
                  </a:cubicBezTo>
                  <a:cubicBezTo>
                    <a:pt x="22" y="46"/>
                    <a:pt x="23" y="45"/>
                    <a:pt x="23" y="43"/>
                  </a:cubicBezTo>
                  <a:cubicBezTo>
                    <a:pt x="24" y="42"/>
                    <a:pt x="21" y="37"/>
                    <a:pt x="22" y="35"/>
                  </a:cubicBezTo>
                  <a:cubicBezTo>
                    <a:pt x="23" y="34"/>
                    <a:pt x="41" y="35"/>
                    <a:pt x="42" y="36"/>
                  </a:cubicBezTo>
                  <a:cubicBezTo>
                    <a:pt x="43" y="37"/>
                    <a:pt x="43" y="33"/>
                    <a:pt x="45" y="34"/>
                  </a:cubicBezTo>
                  <a:cubicBezTo>
                    <a:pt x="48" y="34"/>
                    <a:pt x="51" y="35"/>
                    <a:pt x="53" y="35"/>
                  </a:cubicBezTo>
                  <a:cubicBezTo>
                    <a:pt x="54" y="34"/>
                    <a:pt x="56" y="32"/>
                    <a:pt x="57" y="32"/>
                  </a:cubicBezTo>
                  <a:cubicBezTo>
                    <a:pt x="58" y="32"/>
                    <a:pt x="63" y="31"/>
                    <a:pt x="64" y="30"/>
                  </a:cubicBezTo>
                  <a:cubicBezTo>
                    <a:pt x="65" y="29"/>
                    <a:pt x="66" y="29"/>
                    <a:pt x="66" y="27"/>
                  </a:cubicBezTo>
                  <a:cubicBezTo>
                    <a:pt x="66" y="27"/>
                    <a:pt x="66" y="27"/>
                    <a:pt x="66" y="2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36">
              <a:extLst>
                <a:ext uri="{FF2B5EF4-FFF2-40B4-BE49-F238E27FC236}">
                  <a16:creationId xmlns:a16="http://schemas.microsoft.com/office/drawing/2014/main" id="{440AA529-F1A0-4E51-BABA-D7AFDADADA08}"/>
                </a:ext>
              </a:extLst>
            </p:cNvPr>
            <p:cNvSpPr>
              <a:spLocks/>
            </p:cNvSpPr>
            <p:nvPr/>
          </p:nvSpPr>
          <p:spPr bwMode="auto">
            <a:xfrm>
              <a:off x="4356101" y="2606675"/>
              <a:ext cx="314325" cy="247650"/>
            </a:xfrm>
            <a:custGeom>
              <a:avLst/>
              <a:gdLst>
                <a:gd name="T0" fmla="*/ 120 w 125"/>
                <a:gd name="T1" fmla="*/ 14 h 98"/>
                <a:gd name="T2" fmla="*/ 119 w 125"/>
                <a:gd name="T3" fmla="*/ 4 h 98"/>
                <a:gd name="T4" fmla="*/ 113 w 125"/>
                <a:gd name="T5" fmla="*/ 8 h 98"/>
                <a:gd name="T6" fmla="*/ 108 w 125"/>
                <a:gd name="T7" fmla="*/ 3 h 98"/>
                <a:gd name="T8" fmla="*/ 96 w 125"/>
                <a:gd name="T9" fmla="*/ 0 h 98"/>
                <a:gd name="T10" fmla="*/ 61 w 125"/>
                <a:gd name="T11" fmla="*/ 22 h 98"/>
                <a:gd name="T12" fmla="*/ 47 w 125"/>
                <a:gd name="T13" fmla="*/ 34 h 98"/>
                <a:gd name="T14" fmla="*/ 34 w 125"/>
                <a:gd name="T15" fmla="*/ 38 h 98"/>
                <a:gd name="T16" fmla="*/ 33 w 125"/>
                <a:gd name="T17" fmla="*/ 38 h 98"/>
                <a:gd name="T18" fmla="*/ 33 w 125"/>
                <a:gd name="T19" fmla="*/ 59 h 98"/>
                <a:gd name="T20" fmla="*/ 30 w 125"/>
                <a:gd name="T21" fmla="*/ 65 h 98"/>
                <a:gd name="T22" fmla="*/ 25 w 125"/>
                <a:gd name="T23" fmla="*/ 69 h 98"/>
                <a:gd name="T24" fmla="*/ 12 w 125"/>
                <a:gd name="T25" fmla="*/ 70 h 98"/>
                <a:gd name="T26" fmla="*/ 6 w 125"/>
                <a:gd name="T27" fmla="*/ 72 h 98"/>
                <a:gd name="T28" fmla="*/ 1 w 125"/>
                <a:gd name="T29" fmla="*/ 72 h 98"/>
                <a:gd name="T30" fmla="*/ 1 w 125"/>
                <a:gd name="T31" fmla="*/ 77 h 98"/>
                <a:gd name="T32" fmla="*/ 4 w 125"/>
                <a:gd name="T33" fmla="*/ 81 h 98"/>
                <a:gd name="T34" fmla="*/ 7 w 125"/>
                <a:gd name="T35" fmla="*/ 86 h 98"/>
                <a:gd name="T36" fmla="*/ 9 w 125"/>
                <a:gd name="T37" fmla="*/ 89 h 98"/>
                <a:gd name="T38" fmla="*/ 12 w 125"/>
                <a:gd name="T39" fmla="*/ 92 h 98"/>
                <a:gd name="T40" fmla="*/ 16 w 125"/>
                <a:gd name="T41" fmla="*/ 91 h 98"/>
                <a:gd name="T42" fmla="*/ 17 w 125"/>
                <a:gd name="T43" fmla="*/ 95 h 98"/>
                <a:gd name="T44" fmla="*/ 20 w 125"/>
                <a:gd name="T45" fmla="*/ 97 h 98"/>
                <a:gd name="T46" fmla="*/ 23 w 125"/>
                <a:gd name="T47" fmla="*/ 93 h 98"/>
                <a:gd name="T48" fmla="*/ 25 w 125"/>
                <a:gd name="T49" fmla="*/ 97 h 98"/>
                <a:gd name="T50" fmla="*/ 29 w 125"/>
                <a:gd name="T51" fmla="*/ 96 h 98"/>
                <a:gd name="T52" fmla="*/ 32 w 125"/>
                <a:gd name="T53" fmla="*/ 90 h 98"/>
                <a:gd name="T54" fmla="*/ 34 w 125"/>
                <a:gd name="T55" fmla="*/ 83 h 98"/>
                <a:gd name="T56" fmla="*/ 41 w 125"/>
                <a:gd name="T57" fmla="*/ 83 h 98"/>
                <a:gd name="T58" fmla="*/ 46 w 125"/>
                <a:gd name="T59" fmla="*/ 82 h 98"/>
                <a:gd name="T60" fmla="*/ 53 w 125"/>
                <a:gd name="T61" fmla="*/ 84 h 98"/>
                <a:gd name="T62" fmla="*/ 57 w 125"/>
                <a:gd name="T63" fmla="*/ 88 h 98"/>
                <a:gd name="T64" fmla="*/ 64 w 125"/>
                <a:gd name="T65" fmla="*/ 86 h 98"/>
                <a:gd name="T66" fmla="*/ 70 w 125"/>
                <a:gd name="T67" fmla="*/ 89 h 98"/>
                <a:gd name="T68" fmla="*/ 78 w 125"/>
                <a:gd name="T69" fmla="*/ 89 h 98"/>
                <a:gd name="T70" fmla="*/ 84 w 125"/>
                <a:gd name="T71" fmla="*/ 86 h 98"/>
                <a:gd name="T72" fmla="*/ 94 w 125"/>
                <a:gd name="T73" fmla="*/ 86 h 98"/>
                <a:gd name="T74" fmla="*/ 101 w 125"/>
                <a:gd name="T75" fmla="*/ 87 h 98"/>
                <a:gd name="T76" fmla="*/ 106 w 125"/>
                <a:gd name="T77" fmla="*/ 82 h 98"/>
                <a:gd name="T78" fmla="*/ 108 w 125"/>
                <a:gd name="T79" fmla="*/ 82 h 98"/>
                <a:gd name="T80" fmla="*/ 108 w 125"/>
                <a:gd name="T81" fmla="*/ 80 h 98"/>
                <a:gd name="T82" fmla="*/ 109 w 125"/>
                <a:gd name="T83" fmla="*/ 73 h 98"/>
                <a:gd name="T84" fmla="*/ 122 w 125"/>
                <a:gd name="T85" fmla="*/ 57 h 98"/>
                <a:gd name="T86" fmla="*/ 123 w 125"/>
                <a:gd name="T87" fmla="*/ 37 h 98"/>
                <a:gd name="T88" fmla="*/ 124 w 125"/>
                <a:gd name="T89" fmla="*/ 28 h 98"/>
                <a:gd name="T90" fmla="*/ 123 w 125"/>
                <a:gd name="T91" fmla="*/ 22 h 98"/>
                <a:gd name="T92" fmla="*/ 120 w 125"/>
                <a:gd name="T93" fmla="*/ 1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 h="98">
                  <a:moveTo>
                    <a:pt x="120" y="14"/>
                  </a:moveTo>
                  <a:cubicBezTo>
                    <a:pt x="120" y="13"/>
                    <a:pt x="119" y="8"/>
                    <a:pt x="119" y="4"/>
                  </a:cubicBezTo>
                  <a:cubicBezTo>
                    <a:pt x="113" y="8"/>
                    <a:pt x="113" y="8"/>
                    <a:pt x="113" y="8"/>
                  </a:cubicBezTo>
                  <a:cubicBezTo>
                    <a:pt x="113" y="8"/>
                    <a:pt x="111" y="5"/>
                    <a:pt x="108" y="3"/>
                  </a:cubicBezTo>
                  <a:cubicBezTo>
                    <a:pt x="104" y="0"/>
                    <a:pt x="96" y="0"/>
                    <a:pt x="96" y="0"/>
                  </a:cubicBezTo>
                  <a:cubicBezTo>
                    <a:pt x="61" y="22"/>
                    <a:pt x="61" y="22"/>
                    <a:pt x="61" y="22"/>
                  </a:cubicBezTo>
                  <a:cubicBezTo>
                    <a:pt x="47" y="34"/>
                    <a:pt x="47" y="34"/>
                    <a:pt x="47" y="34"/>
                  </a:cubicBezTo>
                  <a:cubicBezTo>
                    <a:pt x="47" y="34"/>
                    <a:pt x="37" y="37"/>
                    <a:pt x="34" y="38"/>
                  </a:cubicBezTo>
                  <a:cubicBezTo>
                    <a:pt x="34" y="38"/>
                    <a:pt x="34" y="38"/>
                    <a:pt x="33" y="38"/>
                  </a:cubicBezTo>
                  <a:cubicBezTo>
                    <a:pt x="33" y="44"/>
                    <a:pt x="33" y="59"/>
                    <a:pt x="33" y="59"/>
                  </a:cubicBezTo>
                  <a:cubicBezTo>
                    <a:pt x="32" y="60"/>
                    <a:pt x="31" y="64"/>
                    <a:pt x="30" y="65"/>
                  </a:cubicBezTo>
                  <a:cubicBezTo>
                    <a:pt x="29" y="66"/>
                    <a:pt x="28" y="69"/>
                    <a:pt x="25" y="69"/>
                  </a:cubicBezTo>
                  <a:cubicBezTo>
                    <a:pt x="22" y="69"/>
                    <a:pt x="15" y="70"/>
                    <a:pt x="12" y="70"/>
                  </a:cubicBezTo>
                  <a:cubicBezTo>
                    <a:pt x="10" y="69"/>
                    <a:pt x="7" y="72"/>
                    <a:pt x="6" y="72"/>
                  </a:cubicBezTo>
                  <a:cubicBezTo>
                    <a:pt x="5" y="72"/>
                    <a:pt x="3" y="72"/>
                    <a:pt x="1" y="72"/>
                  </a:cubicBezTo>
                  <a:cubicBezTo>
                    <a:pt x="1" y="74"/>
                    <a:pt x="0" y="76"/>
                    <a:pt x="1" y="77"/>
                  </a:cubicBezTo>
                  <a:cubicBezTo>
                    <a:pt x="2" y="77"/>
                    <a:pt x="2" y="80"/>
                    <a:pt x="4" y="81"/>
                  </a:cubicBezTo>
                  <a:cubicBezTo>
                    <a:pt x="5" y="82"/>
                    <a:pt x="7" y="84"/>
                    <a:pt x="7" y="86"/>
                  </a:cubicBezTo>
                  <a:cubicBezTo>
                    <a:pt x="7" y="87"/>
                    <a:pt x="7" y="89"/>
                    <a:pt x="9" y="89"/>
                  </a:cubicBezTo>
                  <a:cubicBezTo>
                    <a:pt x="10" y="89"/>
                    <a:pt x="11" y="91"/>
                    <a:pt x="12" y="92"/>
                  </a:cubicBezTo>
                  <a:cubicBezTo>
                    <a:pt x="13" y="92"/>
                    <a:pt x="16" y="90"/>
                    <a:pt x="16" y="91"/>
                  </a:cubicBezTo>
                  <a:cubicBezTo>
                    <a:pt x="16" y="92"/>
                    <a:pt x="16" y="95"/>
                    <a:pt x="17" y="95"/>
                  </a:cubicBezTo>
                  <a:cubicBezTo>
                    <a:pt x="17" y="95"/>
                    <a:pt x="19" y="96"/>
                    <a:pt x="20" y="97"/>
                  </a:cubicBezTo>
                  <a:cubicBezTo>
                    <a:pt x="19" y="95"/>
                    <a:pt x="20" y="92"/>
                    <a:pt x="23" y="93"/>
                  </a:cubicBezTo>
                  <a:cubicBezTo>
                    <a:pt x="25" y="94"/>
                    <a:pt x="23" y="96"/>
                    <a:pt x="25" y="97"/>
                  </a:cubicBezTo>
                  <a:cubicBezTo>
                    <a:pt x="27" y="98"/>
                    <a:pt x="29" y="97"/>
                    <a:pt x="29" y="96"/>
                  </a:cubicBezTo>
                  <a:cubicBezTo>
                    <a:pt x="29" y="94"/>
                    <a:pt x="31" y="91"/>
                    <a:pt x="32" y="90"/>
                  </a:cubicBezTo>
                  <a:cubicBezTo>
                    <a:pt x="33" y="89"/>
                    <a:pt x="33" y="85"/>
                    <a:pt x="34" y="83"/>
                  </a:cubicBezTo>
                  <a:cubicBezTo>
                    <a:pt x="36" y="82"/>
                    <a:pt x="40" y="83"/>
                    <a:pt x="41" y="83"/>
                  </a:cubicBezTo>
                  <a:cubicBezTo>
                    <a:pt x="43" y="84"/>
                    <a:pt x="44" y="80"/>
                    <a:pt x="46" y="82"/>
                  </a:cubicBezTo>
                  <a:cubicBezTo>
                    <a:pt x="48" y="83"/>
                    <a:pt x="51" y="82"/>
                    <a:pt x="53" y="84"/>
                  </a:cubicBezTo>
                  <a:cubicBezTo>
                    <a:pt x="54" y="85"/>
                    <a:pt x="55" y="89"/>
                    <a:pt x="57" y="88"/>
                  </a:cubicBezTo>
                  <a:cubicBezTo>
                    <a:pt x="60" y="87"/>
                    <a:pt x="62" y="86"/>
                    <a:pt x="64" y="86"/>
                  </a:cubicBezTo>
                  <a:cubicBezTo>
                    <a:pt x="65" y="86"/>
                    <a:pt x="69" y="89"/>
                    <a:pt x="70" y="89"/>
                  </a:cubicBezTo>
                  <a:cubicBezTo>
                    <a:pt x="71" y="90"/>
                    <a:pt x="76" y="90"/>
                    <a:pt x="78" y="89"/>
                  </a:cubicBezTo>
                  <a:cubicBezTo>
                    <a:pt x="80" y="88"/>
                    <a:pt x="82" y="85"/>
                    <a:pt x="84" y="86"/>
                  </a:cubicBezTo>
                  <a:cubicBezTo>
                    <a:pt x="86" y="86"/>
                    <a:pt x="93" y="85"/>
                    <a:pt x="94" y="86"/>
                  </a:cubicBezTo>
                  <a:cubicBezTo>
                    <a:pt x="95" y="87"/>
                    <a:pt x="99" y="88"/>
                    <a:pt x="101" y="87"/>
                  </a:cubicBezTo>
                  <a:cubicBezTo>
                    <a:pt x="103" y="87"/>
                    <a:pt x="105" y="83"/>
                    <a:pt x="106" y="82"/>
                  </a:cubicBezTo>
                  <a:cubicBezTo>
                    <a:pt x="107" y="82"/>
                    <a:pt x="107" y="82"/>
                    <a:pt x="108" y="82"/>
                  </a:cubicBezTo>
                  <a:cubicBezTo>
                    <a:pt x="108" y="81"/>
                    <a:pt x="108" y="80"/>
                    <a:pt x="108" y="80"/>
                  </a:cubicBezTo>
                  <a:cubicBezTo>
                    <a:pt x="108" y="75"/>
                    <a:pt x="109" y="77"/>
                    <a:pt x="109" y="73"/>
                  </a:cubicBezTo>
                  <a:cubicBezTo>
                    <a:pt x="110" y="68"/>
                    <a:pt x="121" y="57"/>
                    <a:pt x="122" y="57"/>
                  </a:cubicBezTo>
                  <a:cubicBezTo>
                    <a:pt x="123" y="56"/>
                    <a:pt x="123" y="39"/>
                    <a:pt x="123" y="37"/>
                  </a:cubicBezTo>
                  <a:cubicBezTo>
                    <a:pt x="123" y="34"/>
                    <a:pt x="124" y="31"/>
                    <a:pt x="124" y="28"/>
                  </a:cubicBezTo>
                  <a:cubicBezTo>
                    <a:pt x="125" y="25"/>
                    <a:pt x="123" y="25"/>
                    <a:pt x="123" y="22"/>
                  </a:cubicBezTo>
                  <a:cubicBezTo>
                    <a:pt x="123" y="19"/>
                    <a:pt x="120" y="16"/>
                    <a:pt x="120" y="1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37">
              <a:extLst>
                <a:ext uri="{FF2B5EF4-FFF2-40B4-BE49-F238E27FC236}">
                  <a16:creationId xmlns:a16="http://schemas.microsoft.com/office/drawing/2014/main" id="{2F419A1A-788E-4897-B30C-76C1707C6C3E}"/>
                </a:ext>
              </a:extLst>
            </p:cNvPr>
            <p:cNvSpPr>
              <a:spLocks/>
            </p:cNvSpPr>
            <p:nvPr/>
          </p:nvSpPr>
          <p:spPr bwMode="auto">
            <a:xfrm>
              <a:off x="4627563" y="2606675"/>
              <a:ext cx="201613" cy="338138"/>
            </a:xfrm>
            <a:custGeom>
              <a:avLst/>
              <a:gdLst>
                <a:gd name="T0" fmla="*/ 80 w 80"/>
                <a:gd name="T1" fmla="*/ 33 h 134"/>
                <a:gd name="T2" fmla="*/ 18 w 80"/>
                <a:gd name="T3" fmla="*/ 0 h 134"/>
                <a:gd name="T4" fmla="*/ 11 w 80"/>
                <a:gd name="T5" fmla="*/ 4 h 134"/>
                <a:gd name="T6" fmla="*/ 12 w 80"/>
                <a:gd name="T7" fmla="*/ 14 h 134"/>
                <a:gd name="T8" fmla="*/ 15 w 80"/>
                <a:gd name="T9" fmla="*/ 22 h 134"/>
                <a:gd name="T10" fmla="*/ 16 w 80"/>
                <a:gd name="T11" fmla="*/ 28 h 134"/>
                <a:gd name="T12" fmla="*/ 15 w 80"/>
                <a:gd name="T13" fmla="*/ 37 h 134"/>
                <a:gd name="T14" fmla="*/ 14 w 80"/>
                <a:gd name="T15" fmla="*/ 57 h 134"/>
                <a:gd name="T16" fmla="*/ 1 w 80"/>
                <a:gd name="T17" fmla="*/ 73 h 134"/>
                <a:gd name="T18" fmla="*/ 0 w 80"/>
                <a:gd name="T19" fmla="*/ 80 h 134"/>
                <a:gd name="T20" fmla="*/ 0 w 80"/>
                <a:gd name="T21" fmla="*/ 82 h 134"/>
                <a:gd name="T22" fmla="*/ 1 w 80"/>
                <a:gd name="T23" fmla="*/ 84 h 134"/>
                <a:gd name="T24" fmla="*/ 5 w 80"/>
                <a:gd name="T25" fmla="*/ 87 h 134"/>
                <a:gd name="T26" fmla="*/ 10 w 80"/>
                <a:gd name="T27" fmla="*/ 95 h 134"/>
                <a:gd name="T28" fmla="*/ 11 w 80"/>
                <a:gd name="T29" fmla="*/ 102 h 134"/>
                <a:gd name="T30" fmla="*/ 14 w 80"/>
                <a:gd name="T31" fmla="*/ 112 h 134"/>
                <a:gd name="T32" fmla="*/ 11 w 80"/>
                <a:gd name="T33" fmla="*/ 113 h 134"/>
                <a:gd name="T34" fmla="*/ 4 w 80"/>
                <a:gd name="T35" fmla="*/ 114 h 134"/>
                <a:gd name="T36" fmla="*/ 6 w 80"/>
                <a:gd name="T37" fmla="*/ 120 h 134"/>
                <a:gd name="T38" fmla="*/ 12 w 80"/>
                <a:gd name="T39" fmla="*/ 127 h 134"/>
                <a:gd name="T40" fmla="*/ 16 w 80"/>
                <a:gd name="T41" fmla="*/ 133 h 134"/>
                <a:gd name="T42" fmla="*/ 20 w 80"/>
                <a:gd name="T43" fmla="*/ 131 h 134"/>
                <a:gd name="T44" fmla="*/ 25 w 80"/>
                <a:gd name="T45" fmla="*/ 131 h 134"/>
                <a:gd name="T46" fmla="*/ 34 w 80"/>
                <a:gd name="T47" fmla="*/ 129 h 134"/>
                <a:gd name="T48" fmla="*/ 41 w 80"/>
                <a:gd name="T49" fmla="*/ 125 h 134"/>
                <a:gd name="T50" fmla="*/ 42 w 80"/>
                <a:gd name="T51" fmla="*/ 121 h 134"/>
                <a:gd name="T52" fmla="*/ 53 w 80"/>
                <a:gd name="T53" fmla="*/ 118 h 134"/>
                <a:gd name="T54" fmla="*/ 61 w 80"/>
                <a:gd name="T55" fmla="*/ 110 h 134"/>
                <a:gd name="T56" fmla="*/ 63 w 80"/>
                <a:gd name="T57" fmla="*/ 107 h 134"/>
                <a:gd name="T58" fmla="*/ 69 w 80"/>
                <a:gd name="T59" fmla="*/ 104 h 134"/>
                <a:gd name="T60" fmla="*/ 71 w 80"/>
                <a:gd name="T61" fmla="*/ 104 h 134"/>
                <a:gd name="T62" fmla="*/ 70 w 80"/>
                <a:gd name="T63" fmla="*/ 104 h 134"/>
                <a:gd name="T64" fmla="*/ 71 w 80"/>
                <a:gd name="T65" fmla="*/ 100 h 134"/>
                <a:gd name="T66" fmla="*/ 67 w 80"/>
                <a:gd name="T67" fmla="*/ 95 h 134"/>
                <a:gd name="T68" fmla="*/ 66 w 80"/>
                <a:gd name="T69" fmla="*/ 90 h 134"/>
                <a:gd name="T70" fmla="*/ 65 w 80"/>
                <a:gd name="T71" fmla="*/ 85 h 134"/>
                <a:gd name="T72" fmla="*/ 65 w 80"/>
                <a:gd name="T73" fmla="*/ 79 h 134"/>
                <a:gd name="T74" fmla="*/ 69 w 80"/>
                <a:gd name="T75" fmla="*/ 73 h 134"/>
                <a:gd name="T76" fmla="*/ 72 w 80"/>
                <a:gd name="T77" fmla="*/ 68 h 134"/>
                <a:gd name="T78" fmla="*/ 79 w 80"/>
                <a:gd name="T79" fmla="*/ 64 h 134"/>
                <a:gd name="T80" fmla="*/ 80 w 80"/>
                <a:gd name="T81" fmla="*/ 55 h 134"/>
                <a:gd name="T82" fmla="*/ 80 w 80"/>
                <a:gd name="T83" fmla="*/ 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 h="134">
                  <a:moveTo>
                    <a:pt x="80" y="33"/>
                  </a:moveTo>
                  <a:cubicBezTo>
                    <a:pt x="18" y="0"/>
                    <a:pt x="18" y="0"/>
                    <a:pt x="18" y="0"/>
                  </a:cubicBezTo>
                  <a:cubicBezTo>
                    <a:pt x="11" y="4"/>
                    <a:pt x="11" y="4"/>
                    <a:pt x="11" y="4"/>
                  </a:cubicBezTo>
                  <a:cubicBezTo>
                    <a:pt x="11" y="8"/>
                    <a:pt x="12" y="13"/>
                    <a:pt x="12" y="14"/>
                  </a:cubicBezTo>
                  <a:cubicBezTo>
                    <a:pt x="12" y="16"/>
                    <a:pt x="15" y="19"/>
                    <a:pt x="15" y="22"/>
                  </a:cubicBezTo>
                  <a:cubicBezTo>
                    <a:pt x="15" y="25"/>
                    <a:pt x="17" y="25"/>
                    <a:pt x="16" y="28"/>
                  </a:cubicBezTo>
                  <a:cubicBezTo>
                    <a:pt x="16" y="31"/>
                    <a:pt x="15" y="34"/>
                    <a:pt x="15" y="37"/>
                  </a:cubicBezTo>
                  <a:cubicBezTo>
                    <a:pt x="15" y="39"/>
                    <a:pt x="15" y="56"/>
                    <a:pt x="14" y="57"/>
                  </a:cubicBezTo>
                  <a:cubicBezTo>
                    <a:pt x="13" y="57"/>
                    <a:pt x="2" y="68"/>
                    <a:pt x="1" y="73"/>
                  </a:cubicBezTo>
                  <a:cubicBezTo>
                    <a:pt x="1" y="77"/>
                    <a:pt x="0" y="75"/>
                    <a:pt x="0" y="80"/>
                  </a:cubicBezTo>
                  <a:cubicBezTo>
                    <a:pt x="0" y="80"/>
                    <a:pt x="0" y="81"/>
                    <a:pt x="0" y="82"/>
                  </a:cubicBezTo>
                  <a:cubicBezTo>
                    <a:pt x="0" y="82"/>
                    <a:pt x="0" y="83"/>
                    <a:pt x="1" y="84"/>
                  </a:cubicBezTo>
                  <a:cubicBezTo>
                    <a:pt x="2" y="85"/>
                    <a:pt x="2" y="87"/>
                    <a:pt x="5" y="87"/>
                  </a:cubicBezTo>
                  <a:cubicBezTo>
                    <a:pt x="7" y="87"/>
                    <a:pt x="10" y="93"/>
                    <a:pt x="10" y="95"/>
                  </a:cubicBezTo>
                  <a:cubicBezTo>
                    <a:pt x="10" y="97"/>
                    <a:pt x="11" y="98"/>
                    <a:pt x="11" y="102"/>
                  </a:cubicBezTo>
                  <a:cubicBezTo>
                    <a:pt x="11" y="106"/>
                    <a:pt x="13" y="111"/>
                    <a:pt x="14" y="112"/>
                  </a:cubicBezTo>
                  <a:cubicBezTo>
                    <a:pt x="15" y="113"/>
                    <a:pt x="14" y="113"/>
                    <a:pt x="11" y="113"/>
                  </a:cubicBezTo>
                  <a:cubicBezTo>
                    <a:pt x="8" y="113"/>
                    <a:pt x="4" y="113"/>
                    <a:pt x="4" y="114"/>
                  </a:cubicBezTo>
                  <a:cubicBezTo>
                    <a:pt x="4" y="115"/>
                    <a:pt x="3" y="117"/>
                    <a:pt x="6" y="120"/>
                  </a:cubicBezTo>
                  <a:cubicBezTo>
                    <a:pt x="9" y="123"/>
                    <a:pt x="11" y="124"/>
                    <a:pt x="12" y="127"/>
                  </a:cubicBezTo>
                  <a:cubicBezTo>
                    <a:pt x="13" y="130"/>
                    <a:pt x="15" y="133"/>
                    <a:pt x="16" y="133"/>
                  </a:cubicBezTo>
                  <a:cubicBezTo>
                    <a:pt x="16" y="134"/>
                    <a:pt x="18" y="134"/>
                    <a:pt x="20" y="131"/>
                  </a:cubicBezTo>
                  <a:cubicBezTo>
                    <a:pt x="22" y="129"/>
                    <a:pt x="24" y="134"/>
                    <a:pt x="25" y="131"/>
                  </a:cubicBezTo>
                  <a:cubicBezTo>
                    <a:pt x="27" y="129"/>
                    <a:pt x="33" y="130"/>
                    <a:pt x="34" y="129"/>
                  </a:cubicBezTo>
                  <a:cubicBezTo>
                    <a:pt x="35" y="128"/>
                    <a:pt x="40" y="126"/>
                    <a:pt x="41" y="125"/>
                  </a:cubicBezTo>
                  <a:cubicBezTo>
                    <a:pt x="43" y="124"/>
                    <a:pt x="40" y="122"/>
                    <a:pt x="42" y="121"/>
                  </a:cubicBezTo>
                  <a:cubicBezTo>
                    <a:pt x="44" y="120"/>
                    <a:pt x="50" y="122"/>
                    <a:pt x="53" y="118"/>
                  </a:cubicBezTo>
                  <a:cubicBezTo>
                    <a:pt x="56" y="115"/>
                    <a:pt x="60" y="112"/>
                    <a:pt x="61" y="110"/>
                  </a:cubicBezTo>
                  <a:cubicBezTo>
                    <a:pt x="62" y="109"/>
                    <a:pt x="61" y="108"/>
                    <a:pt x="63" y="107"/>
                  </a:cubicBezTo>
                  <a:cubicBezTo>
                    <a:pt x="64" y="105"/>
                    <a:pt x="68" y="103"/>
                    <a:pt x="69" y="104"/>
                  </a:cubicBezTo>
                  <a:cubicBezTo>
                    <a:pt x="70" y="104"/>
                    <a:pt x="70" y="104"/>
                    <a:pt x="71" y="104"/>
                  </a:cubicBezTo>
                  <a:cubicBezTo>
                    <a:pt x="70" y="104"/>
                    <a:pt x="70" y="104"/>
                    <a:pt x="70" y="104"/>
                  </a:cubicBezTo>
                  <a:cubicBezTo>
                    <a:pt x="71" y="100"/>
                    <a:pt x="71" y="100"/>
                    <a:pt x="71" y="100"/>
                  </a:cubicBezTo>
                  <a:cubicBezTo>
                    <a:pt x="71" y="100"/>
                    <a:pt x="67" y="98"/>
                    <a:pt x="67" y="95"/>
                  </a:cubicBezTo>
                  <a:cubicBezTo>
                    <a:pt x="67" y="92"/>
                    <a:pt x="68" y="90"/>
                    <a:pt x="66" y="90"/>
                  </a:cubicBezTo>
                  <a:cubicBezTo>
                    <a:pt x="63" y="90"/>
                    <a:pt x="63" y="87"/>
                    <a:pt x="65" y="85"/>
                  </a:cubicBezTo>
                  <a:cubicBezTo>
                    <a:pt x="67" y="83"/>
                    <a:pt x="62" y="79"/>
                    <a:pt x="65" y="79"/>
                  </a:cubicBezTo>
                  <a:cubicBezTo>
                    <a:pt x="69" y="79"/>
                    <a:pt x="66" y="74"/>
                    <a:pt x="69" y="73"/>
                  </a:cubicBezTo>
                  <a:cubicBezTo>
                    <a:pt x="71" y="73"/>
                    <a:pt x="72" y="71"/>
                    <a:pt x="72" y="68"/>
                  </a:cubicBezTo>
                  <a:cubicBezTo>
                    <a:pt x="72" y="66"/>
                    <a:pt x="77" y="64"/>
                    <a:pt x="79" y="64"/>
                  </a:cubicBezTo>
                  <a:cubicBezTo>
                    <a:pt x="80" y="63"/>
                    <a:pt x="80" y="55"/>
                    <a:pt x="80" y="55"/>
                  </a:cubicBezTo>
                  <a:lnTo>
                    <a:pt x="80" y="33"/>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38">
              <a:extLst>
                <a:ext uri="{FF2B5EF4-FFF2-40B4-BE49-F238E27FC236}">
                  <a16:creationId xmlns:a16="http://schemas.microsoft.com/office/drawing/2014/main" id="{1ED4EAEC-1C93-4060-BC03-6EEFA8C26A6A}"/>
                </a:ext>
              </a:extLst>
            </p:cNvPr>
            <p:cNvSpPr>
              <a:spLocks/>
            </p:cNvSpPr>
            <p:nvPr/>
          </p:nvSpPr>
          <p:spPr bwMode="auto">
            <a:xfrm>
              <a:off x="4840288" y="2420938"/>
              <a:ext cx="222250" cy="220663"/>
            </a:xfrm>
            <a:custGeom>
              <a:avLst/>
              <a:gdLst>
                <a:gd name="T0" fmla="*/ 82 w 88"/>
                <a:gd name="T1" fmla="*/ 19 h 88"/>
                <a:gd name="T2" fmla="*/ 76 w 88"/>
                <a:gd name="T3" fmla="*/ 5 h 88"/>
                <a:gd name="T4" fmla="*/ 75 w 88"/>
                <a:gd name="T5" fmla="*/ 6 h 88"/>
                <a:gd name="T6" fmla="*/ 67 w 88"/>
                <a:gd name="T7" fmla="*/ 6 h 88"/>
                <a:gd name="T8" fmla="*/ 57 w 88"/>
                <a:gd name="T9" fmla="*/ 4 h 88"/>
                <a:gd name="T10" fmla="*/ 40 w 88"/>
                <a:gd name="T11" fmla="*/ 7 h 88"/>
                <a:gd name="T12" fmla="*/ 31 w 88"/>
                <a:gd name="T13" fmla="*/ 7 h 88"/>
                <a:gd name="T14" fmla="*/ 16 w 88"/>
                <a:gd name="T15" fmla="*/ 3 h 88"/>
                <a:gd name="T16" fmla="*/ 4 w 88"/>
                <a:gd name="T17" fmla="*/ 0 h 88"/>
                <a:gd name="T18" fmla="*/ 3 w 88"/>
                <a:gd name="T19" fmla="*/ 2 h 88"/>
                <a:gd name="T20" fmla="*/ 2 w 88"/>
                <a:gd name="T21" fmla="*/ 12 h 88"/>
                <a:gd name="T22" fmla="*/ 2 w 88"/>
                <a:gd name="T23" fmla="*/ 24 h 88"/>
                <a:gd name="T24" fmla="*/ 2 w 88"/>
                <a:gd name="T25" fmla="*/ 86 h 88"/>
                <a:gd name="T26" fmla="*/ 51 w 88"/>
                <a:gd name="T27" fmla="*/ 86 h 88"/>
                <a:gd name="T28" fmla="*/ 54 w 88"/>
                <a:gd name="T29" fmla="*/ 84 h 88"/>
                <a:gd name="T30" fmla="*/ 58 w 88"/>
                <a:gd name="T31" fmla="*/ 86 h 88"/>
                <a:gd name="T32" fmla="*/ 68 w 88"/>
                <a:gd name="T33" fmla="*/ 86 h 88"/>
                <a:gd name="T34" fmla="*/ 73 w 88"/>
                <a:gd name="T35" fmla="*/ 88 h 88"/>
                <a:gd name="T36" fmla="*/ 77 w 88"/>
                <a:gd name="T37" fmla="*/ 84 h 88"/>
                <a:gd name="T38" fmla="*/ 83 w 88"/>
                <a:gd name="T39" fmla="*/ 78 h 88"/>
                <a:gd name="T40" fmla="*/ 87 w 88"/>
                <a:gd name="T41" fmla="*/ 76 h 88"/>
                <a:gd name="T42" fmla="*/ 87 w 88"/>
                <a:gd name="T43" fmla="*/ 75 h 88"/>
                <a:gd name="T44" fmla="*/ 87 w 88"/>
                <a:gd name="T45" fmla="*/ 72 h 88"/>
                <a:gd name="T46" fmla="*/ 84 w 88"/>
                <a:gd name="T47" fmla="*/ 63 h 88"/>
                <a:gd name="T48" fmla="*/ 75 w 88"/>
                <a:gd name="T49" fmla="*/ 47 h 88"/>
                <a:gd name="T50" fmla="*/ 71 w 88"/>
                <a:gd name="T51" fmla="*/ 39 h 88"/>
                <a:gd name="T52" fmla="*/ 66 w 88"/>
                <a:gd name="T53" fmla="*/ 30 h 88"/>
                <a:gd name="T54" fmla="*/ 62 w 88"/>
                <a:gd name="T55" fmla="*/ 15 h 88"/>
                <a:gd name="T56" fmla="*/ 67 w 88"/>
                <a:gd name="T57" fmla="*/ 25 h 88"/>
                <a:gd name="T58" fmla="*/ 75 w 88"/>
                <a:gd name="T59" fmla="*/ 36 h 88"/>
                <a:gd name="T60" fmla="*/ 80 w 88"/>
                <a:gd name="T61" fmla="*/ 24 h 88"/>
                <a:gd name="T62" fmla="*/ 81 w 88"/>
                <a:gd name="T63" fmla="*/ 25 h 88"/>
                <a:gd name="T64" fmla="*/ 81 w 88"/>
                <a:gd name="T65" fmla="*/ 23 h 88"/>
                <a:gd name="T66" fmla="*/ 82 w 88"/>
                <a:gd name="T67" fmla="*/ 1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8">
                  <a:moveTo>
                    <a:pt x="82" y="19"/>
                  </a:moveTo>
                  <a:cubicBezTo>
                    <a:pt x="76" y="5"/>
                    <a:pt x="76" y="5"/>
                    <a:pt x="76" y="5"/>
                  </a:cubicBezTo>
                  <a:cubicBezTo>
                    <a:pt x="76" y="6"/>
                    <a:pt x="76" y="6"/>
                    <a:pt x="75" y="6"/>
                  </a:cubicBezTo>
                  <a:cubicBezTo>
                    <a:pt x="74" y="7"/>
                    <a:pt x="70" y="5"/>
                    <a:pt x="67" y="6"/>
                  </a:cubicBezTo>
                  <a:cubicBezTo>
                    <a:pt x="63" y="7"/>
                    <a:pt x="60" y="6"/>
                    <a:pt x="57" y="4"/>
                  </a:cubicBezTo>
                  <a:cubicBezTo>
                    <a:pt x="53" y="2"/>
                    <a:pt x="41" y="4"/>
                    <a:pt x="40" y="7"/>
                  </a:cubicBezTo>
                  <a:cubicBezTo>
                    <a:pt x="38" y="9"/>
                    <a:pt x="34" y="9"/>
                    <a:pt x="31" y="7"/>
                  </a:cubicBezTo>
                  <a:cubicBezTo>
                    <a:pt x="27" y="6"/>
                    <a:pt x="23" y="4"/>
                    <a:pt x="16" y="3"/>
                  </a:cubicBezTo>
                  <a:cubicBezTo>
                    <a:pt x="10" y="3"/>
                    <a:pt x="5" y="2"/>
                    <a:pt x="4" y="0"/>
                  </a:cubicBezTo>
                  <a:cubicBezTo>
                    <a:pt x="4" y="1"/>
                    <a:pt x="3" y="2"/>
                    <a:pt x="3" y="2"/>
                  </a:cubicBezTo>
                  <a:cubicBezTo>
                    <a:pt x="1" y="8"/>
                    <a:pt x="5" y="9"/>
                    <a:pt x="2" y="12"/>
                  </a:cubicBezTo>
                  <a:cubicBezTo>
                    <a:pt x="0" y="15"/>
                    <a:pt x="2" y="19"/>
                    <a:pt x="2" y="24"/>
                  </a:cubicBezTo>
                  <a:cubicBezTo>
                    <a:pt x="2" y="28"/>
                    <a:pt x="2" y="64"/>
                    <a:pt x="2" y="86"/>
                  </a:cubicBezTo>
                  <a:cubicBezTo>
                    <a:pt x="51" y="86"/>
                    <a:pt x="51" y="86"/>
                    <a:pt x="51" y="86"/>
                  </a:cubicBezTo>
                  <a:cubicBezTo>
                    <a:pt x="51" y="86"/>
                    <a:pt x="53" y="85"/>
                    <a:pt x="54" y="84"/>
                  </a:cubicBezTo>
                  <a:cubicBezTo>
                    <a:pt x="56" y="83"/>
                    <a:pt x="58" y="86"/>
                    <a:pt x="58" y="86"/>
                  </a:cubicBezTo>
                  <a:cubicBezTo>
                    <a:pt x="68" y="86"/>
                    <a:pt x="68" y="86"/>
                    <a:pt x="68" y="86"/>
                  </a:cubicBezTo>
                  <a:cubicBezTo>
                    <a:pt x="68" y="86"/>
                    <a:pt x="70" y="88"/>
                    <a:pt x="73" y="88"/>
                  </a:cubicBezTo>
                  <a:cubicBezTo>
                    <a:pt x="75" y="88"/>
                    <a:pt x="74" y="84"/>
                    <a:pt x="77" y="84"/>
                  </a:cubicBezTo>
                  <a:cubicBezTo>
                    <a:pt x="81" y="84"/>
                    <a:pt x="80" y="78"/>
                    <a:pt x="83" y="78"/>
                  </a:cubicBezTo>
                  <a:cubicBezTo>
                    <a:pt x="85" y="78"/>
                    <a:pt x="85" y="79"/>
                    <a:pt x="87" y="76"/>
                  </a:cubicBezTo>
                  <a:cubicBezTo>
                    <a:pt x="87" y="76"/>
                    <a:pt x="87" y="75"/>
                    <a:pt x="87" y="75"/>
                  </a:cubicBezTo>
                  <a:cubicBezTo>
                    <a:pt x="87" y="74"/>
                    <a:pt x="87" y="73"/>
                    <a:pt x="87" y="72"/>
                  </a:cubicBezTo>
                  <a:cubicBezTo>
                    <a:pt x="88" y="68"/>
                    <a:pt x="85" y="69"/>
                    <a:pt x="84" y="63"/>
                  </a:cubicBezTo>
                  <a:cubicBezTo>
                    <a:pt x="82" y="58"/>
                    <a:pt x="75" y="50"/>
                    <a:pt x="75" y="47"/>
                  </a:cubicBezTo>
                  <a:cubicBezTo>
                    <a:pt x="75" y="44"/>
                    <a:pt x="71" y="42"/>
                    <a:pt x="71" y="39"/>
                  </a:cubicBezTo>
                  <a:cubicBezTo>
                    <a:pt x="71" y="35"/>
                    <a:pt x="69" y="35"/>
                    <a:pt x="66" y="30"/>
                  </a:cubicBezTo>
                  <a:cubicBezTo>
                    <a:pt x="62" y="24"/>
                    <a:pt x="61" y="15"/>
                    <a:pt x="62" y="15"/>
                  </a:cubicBezTo>
                  <a:cubicBezTo>
                    <a:pt x="63" y="15"/>
                    <a:pt x="66" y="23"/>
                    <a:pt x="67" y="25"/>
                  </a:cubicBezTo>
                  <a:cubicBezTo>
                    <a:pt x="69" y="28"/>
                    <a:pt x="73" y="36"/>
                    <a:pt x="75" y="36"/>
                  </a:cubicBezTo>
                  <a:cubicBezTo>
                    <a:pt x="78" y="36"/>
                    <a:pt x="79" y="24"/>
                    <a:pt x="80" y="24"/>
                  </a:cubicBezTo>
                  <a:cubicBezTo>
                    <a:pt x="80" y="24"/>
                    <a:pt x="80" y="25"/>
                    <a:pt x="81" y="25"/>
                  </a:cubicBezTo>
                  <a:cubicBezTo>
                    <a:pt x="81" y="23"/>
                    <a:pt x="81" y="23"/>
                    <a:pt x="81" y="23"/>
                  </a:cubicBezTo>
                  <a:lnTo>
                    <a:pt x="82" y="19"/>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39">
              <a:extLst>
                <a:ext uri="{FF2B5EF4-FFF2-40B4-BE49-F238E27FC236}">
                  <a16:creationId xmlns:a16="http://schemas.microsoft.com/office/drawing/2014/main" id="{E146EC4B-423F-4A05-9EC4-ADF8043737F1}"/>
                </a:ext>
              </a:extLst>
            </p:cNvPr>
            <p:cNvSpPr>
              <a:spLocks/>
            </p:cNvSpPr>
            <p:nvPr/>
          </p:nvSpPr>
          <p:spPr bwMode="auto">
            <a:xfrm>
              <a:off x="4529138" y="3048000"/>
              <a:ext cx="115888" cy="127000"/>
            </a:xfrm>
            <a:custGeom>
              <a:avLst/>
              <a:gdLst>
                <a:gd name="T0" fmla="*/ 23 w 46"/>
                <a:gd name="T1" fmla="*/ 48 h 51"/>
                <a:gd name="T2" fmla="*/ 24 w 46"/>
                <a:gd name="T3" fmla="*/ 42 h 51"/>
                <a:gd name="T4" fmla="*/ 29 w 46"/>
                <a:gd name="T5" fmla="*/ 38 h 51"/>
                <a:gd name="T6" fmla="*/ 33 w 46"/>
                <a:gd name="T7" fmla="*/ 34 h 51"/>
                <a:gd name="T8" fmla="*/ 37 w 46"/>
                <a:gd name="T9" fmla="*/ 39 h 51"/>
                <a:gd name="T10" fmla="*/ 43 w 46"/>
                <a:gd name="T11" fmla="*/ 40 h 51"/>
                <a:gd name="T12" fmla="*/ 46 w 46"/>
                <a:gd name="T13" fmla="*/ 30 h 51"/>
                <a:gd name="T14" fmla="*/ 44 w 46"/>
                <a:gd name="T15" fmla="*/ 22 h 51"/>
                <a:gd name="T16" fmla="*/ 42 w 46"/>
                <a:gd name="T17" fmla="*/ 16 h 51"/>
                <a:gd name="T18" fmla="*/ 43 w 46"/>
                <a:gd name="T19" fmla="*/ 9 h 51"/>
                <a:gd name="T20" fmla="*/ 35 w 46"/>
                <a:gd name="T21" fmla="*/ 9 h 51"/>
                <a:gd name="T22" fmla="*/ 36 w 46"/>
                <a:gd name="T23" fmla="*/ 1 h 51"/>
                <a:gd name="T24" fmla="*/ 24 w 46"/>
                <a:gd name="T25" fmla="*/ 0 h 51"/>
                <a:gd name="T26" fmla="*/ 23 w 46"/>
                <a:gd name="T27" fmla="*/ 1 h 51"/>
                <a:gd name="T28" fmla="*/ 22 w 46"/>
                <a:gd name="T29" fmla="*/ 11 h 51"/>
                <a:gd name="T30" fmla="*/ 11 w 46"/>
                <a:gd name="T31" fmla="*/ 12 h 51"/>
                <a:gd name="T32" fmla="*/ 8 w 46"/>
                <a:gd name="T33" fmla="*/ 12 h 51"/>
                <a:gd name="T34" fmla="*/ 6 w 46"/>
                <a:gd name="T35" fmla="*/ 14 h 51"/>
                <a:gd name="T36" fmla="*/ 9 w 46"/>
                <a:gd name="T37" fmla="*/ 18 h 51"/>
                <a:gd name="T38" fmla="*/ 5 w 46"/>
                <a:gd name="T39" fmla="*/ 21 h 51"/>
                <a:gd name="T40" fmla="*/ 2 w 46"/>
                <a:gd name="T41" fmla="*/ 26 h 51"/>
                <a:gd name="T42" fmla="*/ 6 w 46"/>
                <a:gd name="T43" fmla="*/ 33 h 51"/>
                <a:gd name="T44" fmla="*/ 11 w 46"/>
                <a:gd name="T45" fmla="*/ 41 h 51"/>
                <a:gd name="T46" fmla="*/ 19 w 46"/>
                <a:gd name="T47" fmla="*/ 51 h 51"/>
                <a:gd name="T48" fmla="*/ 23 w 46"/>
                <a:gd name="T49" fmla="*/ 48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51">
                  <a:moveTo>
                    <a:pt x="23" y="48"/>
                  </a:moveTo>
                  <a:cubicBezTo>
                    <a:pt x="27" y="48"/>
                    <a:pt x="26" y="46"/>
                    <a:pt x="24" y="42"/>
                  </a:cubicBezTo>
                  <a:cubicBezTo>
                    <a:pt x="23" y="38"/>
                    <a:pt x="27" y="38"/>
                    <a:pt x="29" y="38"/>
                  </a:cubicBezTo>
                  <a:cubicBezTo>
                    <a:pt x="32" y="38"/>
                    <a:pt x="31" y="34"/>
                    <a:pt x="33" y="34"/>
                  </a:cubicBezTo>
                  <a:cubicBezTo>
                    <a:pt x="35" y="34"/>
                    <a:pt x="35" y="39"/>
                    <a:pt x="37" y="39"/>
                  </a:cubicBezTo>
                  <a:cubicBezTo>
                    <a:pt x="39" y="38"/>
                    <a:pt x="41" y="40"/>
                    <a:pt x="43" y="40"/>
                  </a:cubicBezTo>
                  <a:cubicBezTo>
                    <a:pt x="46" y="39"/>
                    <a:pt x="46" y="34"/>
                    <a:pt x="46" y="30"/>
                  </a:cubicBezTo>
                  <a:cubicBezTo>
                    <a:pt x="46" y="27"/>
                    <a:pt x="46" y="24"/>
                    <a:pt x="44" y="22"/>
                  </a:cubicBezTo>
                  <a:cubicBezTo>
                    <a:pt x="41" y="21"/>
                    <a:pt x="39" y="17"/>
                    <a:pt x="42" y="16"/>
                  </a:cubicBezTo>
                  <a:cubicBezTo>
                    <a:pt x="45" y="14"/>
                    <a:pt x="46" y="11"/>
                    <a:pt x="43" y="9"/>
                  </a:cubicBezTo>
                  <a:cubicBezTo>
                    <a:pt x="41" y="7"/>
                    <a:pt x="35" y="11"/>
                    <a:pt x="35" y="9"/>
                  </a:cubicBezTo>
                  <a:cubicBezTo>
                    <a:pt x="35" y="8"/>
                    <a:pt x="36" y="4"/>
                    <a:pt x="36" y="1"/>
                  </a:cubicBezTo>
                  <a:cubicBezTo>
                    <a:pt x="30" y="1"/>
                    <a:pt x="24" y="0"/>
                    <a:pt x="24" y="0"/>
                  </a:cubicBezTo>
                  <a:cubicBezTo>
                    <a:pt x="23" y="1"/>
                    <a:pt x="23" y="1"/>
                    <a:pt x="23" y="1"/>
                  </a:cubicBezTo>
                  <a:cubicBezTo>
                    <a:pt x="23" y="7"/>
                    <a:pt x="22" y="11"/>
                    <a:pt x="22" y="11"/>
                  </a:cubicBezTo>
                  <a:cubicBezTo>
                    <a:pt x="22" y="11"/>
                    <a:pt x="13" y="12"/>
                    <a:pt x="11" y="12"/>
                  </a:cubicBezTo>
                  <a:cubicBezTo>
                    <a:pt x="11" y="12"/>
                    <a:pt x="10" y="12"/>
                    <a:pt x="8" y="12"/>
                  </a:cubicBezTo>
                  <a:cubicBezTo>
                    <a:pt x="7" y="13"/>
                    <a:pt x="7" y="13"/>
                    <a:pt x="6" y="14"/>
                  </a:cubicBezTo>
                  <a:cubicBezTo>
                    <a:pt x="5" y="15"/>
                    <a:pt x="9" y="16"/>
                    <a:pt x="9" y="18"/>
                  </a:cubicBezTo>
                  <a:cubicBezTo>
                    <a:pt x="10" y="19"/>
                    <a:pt x="5" y="19"/>
                    <a:pt x="5" y="21"/>
                  </a:cubicBezTo>
                  <a:cubicBezTo>
                    <a:pt x="5" y="23"/>
                    <a:pt x="3" y="25"/>
                    <a:pt x="2" y="26"/>
                  </a:cubicBezTo>
                  <a:cubicBezTo>
                    <a:pt x="0" y="27"/>
                    <a:pt x="6" y="32"/>
                    <a:pt x="6" y="33"/>
                  </a:cubicBezTo>
                  <a:cubicBezTo>
                    <a:pt x="6" y="35"/>
                    <a:pt x="7" y="36"/>
                    <a:pt x="11" y="41"/>
                  </a:cubicBezTo>
                  <a:cubicBezTo>
                    <a:pt x="16" y="45"/>
                    <a:pt x="14" y="46"/>
                    <a:pt x="19" y="51"/>
                  </a:cubicBezTo>
                  <a:cubicBezTo>
                    <a:pt x="20" y="50"/>
                    <a:pt x="21" y="48"/>
                    <a:pt x="23" y="4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40">
              <a:extLst>
                <a:ext uri="{FF2B5EF4-FFF2-40B4-BE49-F238E27FC236}">
                  <a16:creationId xmlns:a16="http://schemas.microsoft.com/office/drawing/2014/main" id="{FC08B4EF-FE5B-47EA-9604-6CA9497A90E5}"/>
                </a:ext>
              </a:extLst>
            </p:cNvPr>
            <p:cNvSpPr>
              <a:spLocks/>
            </p:cNvSpPr>
            <p:nvPr/>
          </p:nvSpPr>
          <p:spPr bwMode="auto">
            <a:xfrm>
              <a:off x="4541838" y="3049588"/>
              <a:ext cx="46038" cy="28575"/>
            </a:xfrm>
            <a:custGeom>
              <a:avLst/>
              <a:gdLst>
                <a:gd name="T0" fmla="*/ 17 w 18"/>
                <a:gd name="T1" fmla="*/ 10 h 11"/>
                <a:gd name="T2" fmla="*/ 18 w 18"/>
                <a:gd name="T3" fmla="*/ 0 h 11"/>
                <a:gd name="T4" fmla="*/ 16 w 18"/>
                <a:gd name="T5" fmla="*/ 0 h 11"/>
                <a:gd name="T6" fmla="*/ 4 w 18"/>
                <a:gd name="T7" fmla="*/ 0 h 11"/>
                <a:gd name="T8" fmla="*/ 5 w 18"/>
                <a:gd name="T9" fmla="*/ 1 h 11"/>
                <a:gd name="T10" fmla="*/ 3 w 18"/>
                <a:gd name="T11" fmla="*/ 6 h 11"/>
                <a:gd name="T12" fmla="*/ 2 w 18"/>
                <a:gd name="T13" fmla="*/ 9 h 11"/>
                <a:gd name="T14" fmla="*/ 3 w 18"/>
                <a:gd name="T15" fmla="*/ 11 h 11"/>
                <a:gd name="T16" fmla="*/ 6 w 18"/>
                <a:gd name="T17" fmla="*/ 11 h 11"/>
                <a:gd name="T18" fmla="*/ 17 w 18"/>
                <a:gd name="T19" fmla="*/ 1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1">
                  <a:moveTo>
                    <a:pt x="17" y="10"/>
                  </a:moveTo>
                  <a:cubicBezTo>
                    <a:pt x="17" y="10"/>
                    <a:pt x="18" y="6"/>
                    <a:pt x="18" y="0"/>
                  </a:cubicBezTo>
                  <a:cubicBezTo>
                    <a:pt x="16" y="0"/>
                    <a:pt x="16" y="0"/>
                    <a:pt x="16" y="0"/>
                  </a:cubicBezTo>
                  <a:cubicBezTo>
                    <a:pt x="4" y="0"/>
                    <a:pt x="4" y="0"/>
                    <a:pt x="4" y="0"/>
                  </a:cubicBezTo>
                  <a:cubicBezTo>
                    <a:pt x="5" y="0"/>
                    <a:pt x="5" y="0"/>
                    <a:pt x="5" y="1"/>
                  </a:cubicBezTo>
                  <a:cubicBezTo>
                    <a:pt x="6" y="2"/>
                    <a:pt x="5" y="5"/>
                    <a:pt x="3" y="6"/>
                  </a:cubicBezTo>
                  <a:cubicBezTo>
                    <a:pt x="0" y="7"/>
                    <a:pt x="0" y="9"/>
                    <a:pt x="2" y="9"/>
                  </a:cubicBezTo>
                  <a:cubicBezTo>
                    <a:pt x="4" y="9"/>
                    <a:pt x="3" y="10"/>
                    <a:pt x="3" y="11"/>
                  </a:cubicBezTo>
                  <a:cubicBezTo>
                    <a:pt x="5" y="11"/>
                    <a:pt x="6" y="11"/>
                    <a:pt x="6" y="11"/>
                  </a:cubicBezTo>
                  <a:cubicBezTo>
                    <a:pt x="8" y="11"/>
                    <a:pt x="17" y="10"/>
                    <a:pt x="17" y="1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41">
              <a:extLst>
                <a:ext uri="{FF2B5EF4-FFF2-40B4-BE49-F238E27FC236}">
                  <a16:creationId xmlns:a16="http://schemas.microsoft.com/office/drawing/2014/main" id="{C3C3E135-A9B4-48D1-898E-C31AFD3E6506}"/>
                </a:ext>
              </a:extLst>
            </p:cNvPr>
            <p:cNvSpPr>
              <a:spLocks/>
            </p:cNvSpPr>
            <p:nvPr/>
          </p:nvSpPr>
          <p:spPr bwMode="auto">
            <a:xfrm>
              <a:off x="4576763" y="3019425"/>
              <a:ext cx="142875" cy="179388"/>
            </a:xfrm>
            <a:custGeom>
              <a:avLst/>
              <a:gdLst>
                <a:gd name="T0" fmla="*/ 16 w 57"/>
                <a:gd name="T1" fmla="*/ 67 h 71"/>
                <a:gd name="T2" fmla="*/ 21 w 57"/>
                <a:gd name="T3" fmla="*/ 67 h 71"/>
                <a:gd name="T4" fmla="*/ 28 w 57"/>
                <a:gd name="T5" fmla="*/ 68 h 71"/>
                <a:gd name="T6" fmla="*/ 31 w 57"/>
                <a:gd name="T7" fmla="*/ 67 h 71"/>
                <a:gd name="T8" fmla="*/ 36 w 57"/>
                <a:gd name="T9" fmla="*/ 63 h 71"/>
                <a:gd name="T10" fmla="*/ 39 w 57"/>
                <a:gd name="T11" fmla="*/ 57 h 71"/>
                <a:gd name="T12" fmla="*/ 40 w 57"/>
                <a:gd name="T13" fmla="*/ 43 h 71"/>
                <a:gd name="T14" fmla="*/ 47 w 57"/>
                <a:gd name="T15" fmla="*/ 35 h 71"/>
                <a:gd name="T16" fmla="*/ 52 w 57"/>
                <a:gd name="T17" fmla="*/ 18 h 71"/>
                <a:gd name="T18" fmla="*/ 55 w 57"/>
                <a:gd name="T19" fmla="*/ 9 h 71"/>
                <a:gd name="T20" fmla="*/ 57 w 57"/>
                <a:gd name="T21" fmla="*/ 1 h 71"/>
                <a:gd name="T22" fmla="*/ 57 w 57"/>
                <a:gd name="T23" fmla="*/ 1 h 71"/>
                <a:gd name="T24" fmla="*/ 50 w 57"/>
                <a:gd name="T25" fmla="*/ 0 h 71"/>
                <a:gd name="T26" fmla="*/ 46 w 57"/>
                <a:gd name="T27" fmla="*/ 1 h 71"/>
                <a:gd name="T28" fmla="*/ 42 w 57"/>
                <a:gd name="T29" fmla="*/ 2 h 71"/>
                <a:gd name="T30" fmla="*/ 40 w 57"/>
                <a:gd name="T31" fmla="*/ 8 h 71"/>
                <a:gd name="T32" fmla="*/ 38 w 57"/>
                <a:gd name="T33" fmla="*/ 16 h 71"/>
                <a:gd name="T34" fmla="*/ 26 w 57"/>
                <a:gd name="T35" fmla="*/ 12 h 71"/>
                <a:gd name="T36" fmla="*/ 17 w 57"/>
                <a:gd name="T37" fmla="*/ 12 h 71"/>
                <a:gd name="T38" fmla="*/ 16 w 57"/>
                <a:gd name="T39" fmla="*/ 20 h 71"/>
                <a:gd name="T40" fmla="*/ 24 w 57"/>
                <a:gd name="T41" fmla="*/ 20 h 71"/>
                <a:gd name="T42" fmla="*/ 23 w 57"/>
                <a:gd name="T43" fmla="*/ 27 h 71"/>
                <a:gd name="T44" fmla="*/ 25 w 57"/>
                <a:gd name="T45" fmla="*/ 33 h 71"/>
                <a:gd name="T46" fmla="*/ 27 w 57"/>
                <a:gd name="T47" fmla="*/ 41 h 71"/>
                <a:gd name="T48" fmla="*/ 24 w 57"/>
                <a:gd name="T49" fmla="*/ 51 h 71"/>
                <a:gd name="T50" fmla="*/ 18 w 57"/>
                <a:gd name="T51" fmla="*/ 50 h 71"/>
                <a:gd name="T52" fmla="*/ 14 w 57"/>
                <a:gd name="T53" fmla="*/ 45 h 71"/>
                <a:gd name="T54" fmla="*/ 10 w 57"/>
                <a:gd name="T55" fmla="*/ 49 h 71"/>
                <a:gd name="T56" fmla="*/ 5 w 57"/>
                <a:gd name="T57" fmla="*/ 53 h 71"/>
                <a:gd name="T58" fmla="*/ 4 w 57"/>
                <a:gd name="T59" fmla="*/ 59 h 71"/>
                <a:gd name="T60" fmla="*/ 0 w 57"/>
                <a:gd name="T61" fmla="*/ 62 h 71"/>
                <a:gd name="T62" fmla="*/ 1 w 57"/>
                <a:gd name="T63" fmla="*/ 62 h 71"/>
                <a:gd name="T64" fmla="*/ 8 w 57"/>
                <a:gd name="T65" fmla="*/ 71 h 71"/>
                <a:gd name="T66" fmla="*/ 16 w 57"/>
                <a:gd name="T67" fmla="*/ 6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 h="71">
                  <a:moveTo>
                    <a:pt x="16" y="67"/>
                  </a:moveTo>
                  <a:cubicBezTo>
                    <a:pt x="17" y="67"/>
                    <a:pt x="18" y="70"/>
                    <a:pt x="21" y="67"/>
                  </a:cubicBezTo>
                  <a:cubicBezTo>
                    <a:pt x="24" y="65"/>
                    <a:pt x="28" y="65"/>
                    <a:pt x="28" y="68"/>
                  </a:cubicBezTo>
                  <a:cubicBezTo>
                    <a:pt x="28" y="70"/>
                    <a:pt x="29" y="70"/>
                    <a:pt x="31" y="67"/>
                  </a:cubicBezTo>
                  <a:cubicBezTo>
                    <a:pt x="34" y="65"/>
                    <a:pt x="36" y="68"/>
                    <a:pt x="36" y="63"/>
                  </a:cubicBezTo>
                  <a:cubicBezTo>
                    <a:pt x="36" y="58"/>
                    <a:pt x="39" y="62"/>
                    <a:pt x="39" y="57"/>
                  </a:cubicBezTo>
                  <a:cubicBezTo>
                    <a:pt x="39" y="51"/>
                    <a:pt x="40" y="46"/>
                    <a:pt x="40" y="43"/>
                  </a:cubicBezTo>
                  <a:cubicBezTo>
                    <a:pt x="40" y="41"/>
                    <a:pt x="47" y="39"/>
                    <a:pt x="47" y="35"/>
                  </a:cubicBezTo>
                  <a:cubicBezTo>
                    <a:pt x="47" y="31"/>
                    <a:pt x="52" y="23"/>
                    <a:pt x="52" y="18"/>
                  </a:cubicBezTo>
                  <a:cubicBezTo>
                    <a:pt x="52" y="13"/>
                    <a:pt x="54" y="12"/>
                    <a:pt x="55" y="9"/>
                  </a:cubicBezTo>
                  <a:cubicBezTo>
                    <a:pt x="57" y="7"/>
                    <a:pt x="57" y="4"/>
                    <a:pt x="57" y="1"/>
                  </a:cubicBezTo>
                  <a:cubicBezTo>
                    <a:pt x="57" y="1"/>
                    <a:pt x="57" y="1"/>
                    <a:pt x="57" y="1"/>
                  </a:cubicBezTo>
                  <a:cubicBezTo>
                    <a:pt x="50" y="0"/>
                    <a:pt x="50" y="0"/>
                    <a:pt x="50" y="0"/>
                  </a:cubicBezTo>
                  <a:cubicBezTo>
                    <a:pt x="46" y="1"/>
                    <a:pt x="46" y="1"/>
                    <a:pt x="46" y="1"/>
                  </a:cubicBezTo>
                  <a:cubicBezTo>
                    <a:pt x="42" y="2"/>
                    <a:pt x="42" y="2"/>
                    <a:pt x="42" y="2"/>
                  </a:cubicBezTo>
                  <a:cubicBezTo>
                    <a:pt x="42" y="2"/>
                    <a:pt x="42" y="5"/>
                    <a:pt x="40" y="8"/>
                  </a:cubicBezTo>
                  <a:cubicBezTo>
                    <a:pt x="38" y="10"/>
                    <a:pt x="38" y="16"/>
                    <a:pt x="38" y="16"/>
                  </a:cubicBezTo>
                  <a:cubicBezTo>
                    <a:pt x="38" y="16"/>
                    <a:pt x="29" y="11"/>
                    <a:pt x="26" y="12"/>
                  </a:cubicBezTo>
                  <a:cubicBezTo>
                    <a:pt x="25" y="12"/>
                    <a:pt x="21" y="12"/>
                    <a:pt x="17" y="12"/>
                  </a:cubicBezTo>
                  <a:cubicBezTo>
                    <a:pt x="17" y="15"/>
                    <a:pt x="16" y="19"/>
                    <a:pt x="16" y="20"/>
                  </a:cubicBezTo>
                  <a:cubicBezTo>
                    <a:pt x="16" y="22"/>
                    <a:pt x="22" y="18"/>
                    <a:pt x="24" y="20"/>
                  </a:cubicBezTo>
                  <a:cubicBezTo>
                    <a:pt x="27" y="22"/>
                    <a:pt x="26" y="25"/>
                    <a:pt x="23" y="27"/>
                  </a:cubicBezTo>
                  <a:cubicBezTo>
                    <a:pt x="20" y="28"/>
                    <a:pt x="22" y="32"/>
                    <a:pt x="25" y="33"/>
                  </a:cubicBezTo>
                  <a:cubicBezTo>
                    <a:pt x="27" y="35"/>
                    <a:pt x="27" y="38"/>
                    <a:pt x="27" y="41"/>
                  </a:cubicBezTo>
                  <a:cubicBezTo>
                    <a:pt x="27" y="45"/>
                    <a:pt x="27" y="50"/>
                    <a:pt x="24" y="51"/>
                  </a:cubicBezTo>
                  <a:cubicBezTo>
                    <a:pt x="22" y="51"/>
                    <a:pt x="20" y="49"/>
                    <a:pt x="18" y="50"/>
                  </a:cubicBezTo>
                  <a:cubicBezTo>
                    <a:pt x="16" y="50"/>
                    <a:pt x="16" y="45"/>
                    <a:pt x="14" y="45"/>
                  </a:cubicBezTo>
                  <a:cubicBezTo>
                    <a:pt x="12" y="45"/>
                    <a:pt x="13" y="49"/>
                    <a:pt x="10" y="49"/>
                  </a:cubicBezTo>
                  <a:cubicBezTo>
                    <a:pt x="8" y="49"/>
                    <a:pt x="4" y="49"/>
                    <a:pt x="5" y="53"/>
                  </a:cubicBezTo>
                  <a:cubicBezTo>
                    <a:pt x="7" y="57"/>
                    <a:pt x="8" y="59"/>
                    <a:pt x="4" y="59"/>
                  </a:cubicBezTo>
                  <a:cubicBezTo>
                    <a:pt x="2" y="59"/>
                    <a:pt x="1" y="61"/>
                    <a:pt x="0" y="62"/>
                  </a:cubicBezTo>
                  <a:cubicBezTo>
                    <a:pt x="1" y="62"/>
                    <a:pt x="1" y="62"/>
                    <a:pt x="1" y="62"/>
                  </a:cubicBezTo>
                  <a:cubicBezTo>
                    <a:pt x="5" y="65"/>
                    <a:pt x="7" y="68"/>
                    <a:pt x="8" y="71"/>
                  </a:cubicBezTo>
                  <a:cubicBezTo>
                    <a:pt x="11" y="69"/>
                    <a:pt x="15" y="67"/>
                    <a:pt x="16" y="6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42">
              <a:extLst>
                <a:ext uri="{FF2B5EF4-FFF2-40B4-BE49-F238E27FC236}">
                  <a16:creationId xmlns:a16="http://schemas.microsoft.com/office/drawing/2014/main" id="{7AE2DF7D-D1EB-4593-8716-C30E914CB349}"/>
                </a:ext>
              </a:extLst>
            </p:cNvPr>
            <p:cNvSpPr>
              <a:spLocks/>
            </p:cNvSpPr>
            <p:nvPr/>
          </p:nvSpPr>
          <p:spPr bwMode="auto">
            <a:xfrm>
              <a:off x="4783138" y="2609850"/>
              <a:ext cx="334963" cy="414338"/>
            </a:xfrm>
            <a:custGeom>
              <a:avLst/>
              <a:gdLst>
                <a:gd name="T0" fmla="*/ 100 w 133"/>
                <a:gd name="T1" fmla="*/ 9 h 165"/>
                <a:gd name="T2" fmla="*/ 91 w 133"/>
                <a:gd name="T3" fmla="*/ 11 h 165"/>
                <a:gd name="T4" fmla="*/ 77 w 133"/>
                <a:gd name="T5" fmla="*/ 9 h 165"/>
                <a:gd name="T6" fmla="*/ 25 w 133"/>
                <a:gd name="T7" fmla="*/ 11 h 165"/>
                <a:gd name="T8" fmla="*/ 18 w 133"/>
                <a:gd name="T9" fmla="*/ 28 h 165"/>
                <a:gd name="T10" fmla="*/ 17 w 133"/>
                <a:gd name="T11" fmla="*/ 63 h 165"/>
                <a:gd name="T12" fmla="*/ 7 w 133"/>
                <a:gd name="T13" fmla="*/ 72 h 165"/>
                <a:gd name="T14" fmla="*/ 3 w 133"/>
                <a:gd name="T15" fmla="*/ 84 h 165"/>
                <a:gd name="T16" fmla="*/ 5 w 133"/>
                <a:gd name="T17" fmla="*/ 94 h 165"/>
                <a:gd name="T18" fmla="*/ 8 w 133"/>
                <a:gd name="T19" fmla="*/ 103 h 165"/>
                <a:gd name="T20" fmla="*/ 15 w 133"/>
                <a:gd name="T21" fmla="*/ 118 h 165"/>
                <a:gd name="T22" fmla="*/ 17 w 133"/>
                <a:gd name="T23" fmla="*/ 121 h 165"/>
                <a:gd name="T24" fmla="*/ 25 w 133"/>
                <a:gd name="T25" fmla="*/ 127 h 165"/>
                <a:gd name="T26" fmla="*/ 33 w 133"/>
                <a:gd name="T27" fmla="*/ 136 h 165"/>
                <a:gd name="T28" fmla="*/ 42 w 133"/>
                <a:gd name="T29" fmla="*/ 146 h 165"/>
                <a:gd name="T30" fmla="*/ 46 w 133"/>
                <a:gd name="T31" fmla="*/ 152 h 165"/>
                <a:gd name="T32" fmla="*/ 54 w 133"/>
                <a:gd name="T33" fmla="*/ 156 h 165"/>
                <a:gd name="T34" fmla="*/ 62 w 133"/>
                <a:gd name="T35" fmla="*/ 156 h 165"/>
                <a:gd name="T36" fmla="*/ 78 w 133"/>
                <a:gd name="T37" fmla="*/ 162 h 165"/>
                <a:gd name="T38" fmla="*/ 89 w 133"/>
                <a:gd name="T39" fmla="*/ 162 h 165"/>
                <a:gd name="T40" fmla="*/ 96 w 133"/>
                <a:gd name="T41" fmla="*/ 159 h 165"/>
                <a:gd name="T42" fmla="*/ 104 w 133"/>
                <a:gd name="T43" fmla="*/ 153 h 165"/>
                <a:gd name="T44" fmla="*/ 111 w 133"/>
                <a:gd name="T45" fmla="*/ 155 h 165"/>
                <a:gd name="T46" fmla="*/ 103 w 133"/>
                <a:gd name="T47" fmla="*/ 142 h 165"/>
                <a:gd name="T48" fmla="*/ 89 w 133"/>
                <a:gd name="T49" fmla="*/ 129 h 165"/>
                <a:gd name="T50" fmla="*/ 97 w 133"/>
                <a:gd name="T51" fmla="*/ 123 h 165"/>
                <a:gd name="T52" fmla="*/ 100 w 133"/>
                <a:gd name="T53" fmla="*/ 107 h 165"/>
                <a:gd name="T54" fmla="*/ 106 w 133"/>
                <a:gd name="T55" fmla="*/ 95 h 165"/>
                <a:gd name="T56" fmla="*/ 115 w 133"/>
                <a:gd name="T57" fmla="*/ 85 h 165"/>
                <a:gd name="T58" fmla="*/ 118 w 133"/>
                <a:gd name="T59" fmla="*/ 65 h 165"/>
                <a:gd name="T60" fmla="*/ 126 w 133"/>
                <a:gd name="T61" fmla="*/ 52 h 165"/>
                <a:gd name="T62" fmla="*/ 128 w 133"/>
                <a:gd name="T63" fmla="*/ 41 h 165"/>
                <a:gd name="T64" fmla="*/ 122 w 133"/>
                <a:gd name="T65" fmla="*/ 15 h 165"/>
                <a:gd name="T66" fmla="*/ 110 w 133"/>
                <a:gd name="T67" fmla="*/ 0 h 165"/>
                <a:gd name="T68" fmla="*/ 106 w 133"/>
                <a:gd name="T69" fmla="*/ 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3" h="165">
                  <a:moveTo>
                    <a:pt x="106" y="3"/>
                  </a:moveTo>
                  <a:cubicBezTo>
                    <a:pt x="103" y="3"/>
                    <a:pt x="104" y="9"/>
                    <a:pt x="100" y="9"/>
                  </a:cubicBezTo>
                  <a:cubicBezTo>
                    <a:pt x="97" y="9"/>
                    <a:pt x="98" y="13"/>
                    <a:pt x="96" y="13"/>
                  </a:cubicBezTo>
                  <a:cubicBezTo>
                    <a:pt x="93" y="13"/>
                    <a:pt x="91" y="11"/>
                    <a:pt x="91" y="11"/>
                  </a:cubicBezTo>
                  <a:cubicBezTo>
                    <a:pt x="81" y="11"/>
                    <a:pt x="81" y="11"/>
                    <a:pt x="81" y="11"/>
                  </a:cubicBezTo>
                  <a:cubicBezTo>
                    <a:pt x="81" y="11"/>
                    <a:pt x="79" y="8"/>
                    <a:pt x="77" y="9"/>
                  </a:cubicBezTo>
                  <a:cubicBezTo>
                    <a:pt x="76" y="10"/>
                    <a:pt x="74" y="11"/>
                    <a:pt x="74" y="11"/>
                  </a:cubicBezTo>
                  <a:cubicBezTo>
                    <a:pt x="25" y="11"/>
                    <a:pt x="25" y="11"/>
                    <a:pt x="25" y="11"/>
                  </a:cubicBezTo>
                  <a:cubicBezTo>
                    <a:pt x="25" y="21"/>
                    <a:pt x="25" y="28"/>
                    <a:pt x="25" y="28"/>
                  </a:cubicBezTo>
                  <a:cubicBezTo>
                    <a:pt x="18" y="28"/>
                    <a:pt x="18" y="28"/>
                    <a:pt x="18" y="28"/>
                  </a:cubicBezTo>
                  <a:cubicBezTo>
                    <a:pt x="18" y="54"/>
                    <a:pt x="18" y="54"/>
                    <a:pt x="18" y="54"/>
                  </a:cubicBezTo>
                  <a:cubicBezTo>
                    <a:pt x="18" y="54"/>
                    <a:pt x="18" y="62"/>
                    <a:pt x="17" y="63"/>
                  </a:cubicBezTo>
                  <a:cubicBezTo>
                    <a:pt x="15" y="63"/>
                    <a:pt x="10" y="65"/>
                    <a:pt x="10" y="67"/>
                  </a:cubicBezTo>
                  <a:cubicBezTo>
                    <a:pt x="10" y="70"/>
                    <a:pt x="9" y="72"/>
                    <a:pt x="7" y="72"/>
                  </a:cubicBezTo>
                  <a:cubicBezTo>
                    <a:pt x="4" y="73"/>
                    <a:pt x="7" y="78"/>
                    <a:pt x="3" y="78"/>
                  </a:cubicBezTo>
                  <a:cubicBezTo>
                    <a:pt x="0" y="78"/>
                    <a:pt x="5" y="82"/>
                    <a:pt x="3" y="84"/>
                  </a:cubicBezTo>
                  <a:cubicBezTo>
                    <a:pt x="1" y="86"/>
                    <a:pt x="1" y="89"/>
                    <a:pt x="4" y="89"/>
                  </a:cubicBezTo>
                  <a:cubicBezTo>
                    <a:pt x="6" y="89"/>
                    <a:pt x="5" y="91"/>
                    <a:pt x="5" y="94"/>
                  </a:cubicBezTo>
                  <a:cubicBezTo>
                    <a:pt x="5" y="97"/>
                    <a:pt x="9" y="99"/>
                    <a:pt x="9" y="99"/>
                  </a:cubicBezTo>
                  <a:cubicBezTo>
                    <a:pt x="8" y="103"/>
                    <a:pt x="8" y="103"/>
                    <a:pt x="8" y="103"/>
                  </a:cubicBezTo>
                  <a:cubicBezTo>
                    <a:pt x="8" y="103"/>
                    <a:pt x="14" y="109"/>
                    <a:pt x="14" y="111"/>
                  </a:cubicBezTo>
                  <a:cubicBezTo>
                    <a:pt x="15" y="112"/>
                    <a:pt x="18" y="116"/>
                    <a:pt x="15" y="118"/>
                  </a:cubicBezTo>
                  <a:cubicBezTo>
                    <a:pt x="12" y="119"/>
                    <a:pt x="14" y="121"/>
                    <a:pt x="14" y="121"/>
                  </a:cubicBezTo>
                  <a:cubicBezTo>
                    <a:pt x="17" y="121"/>
                    <a:pt x="17" y="121"/>
                    <a:pt x="17" y="121"/>
                  </a:cubicBezTo>
                  <a:cubicBezTo>
                    <a:pt x="18" y="124"/>
                    <a:pt x="18" y="124"/>
                    <a:pt x="18" y="124"/>
                  </a:cubicBezTo>
                  <a:cubicBezTo>
                    <a:pt x="18" y="124"/>
                    <a:pt x="22" y="124"/>
                    <a:pt x="25" y="127"/>
                  </a:cubicBezTo>
                  <a:cubicBezTo>
                    <a:pt x="27" y="130"/>
                    <a:pt x="28" y="130"/>
                    <a:pt x="28" y="132"/>
                  </a:cubicBezTo>
                  <a:cubicBezTo>
                    <a:pt x="28" y="133"/>
                    <a:pt x="30" y="134"/>
                    <a:pt x="33" y="136"/>
                  </a:cubicBezTo>
                  <a:cubicBezTo>
                    <a:pt x="36" y="139"/>
                    <a:pt x="36" y="140"/>
                    <a:pt x="36" y="142"/>
                  </a:cubicBezTo>
                  <a:cubicBezTo>
                    <a:pt x="36" y="143"/>
                    <a:pt x="42" y="146"/>
                    <a:pt x="42" y="146"/>
                  </a:cubicBezTo>
                  <a:cubicBezTo>
                    <a:pt x="43" y="150"/>
                    <a:pt x="43" y="150"/>
                    <a:pt x="43" y="150"/>
                  </a:cubicBezTo>
                  <a:cubicBezTo>
                    <a:pt x="44" y="151"/>
                    <a:pt x="45" y="151"/>
                    <a:pt x="46" y="152"/>
                  </a:cubicBezTo>
                  <a:cubicBezTo>
                    <a:pt x="47" y="155"/>
                    <a:pt x="49" y="156"/>
                    <a:pt x="49" y="156"/>
                  </a:cubicBezTo>
                  <a:cubicBezTo>
                    <a:pt x="49" y="156"/>
                    <a:pt x="52" y="158"/>
                    <a:pt x="54" y="156"/>
                  </a:cubicBezTo>
                  <a:cubicBezTo>
                    <a:pt x="56" y="154"/>
                    <a:pt x="58" y="157"/>
                    <a:pt x="58" y="157"/>
                  </a:cubicBezTo>
                  <a:cubicBezTo>
                    <a:pt x="58" y="157"/>
                    <a:pt x="61" y="155"/>
                    <a:pt x="62" y="156"/>
                  </a:cubicBezTo>
                  <a:cubicBezTo>
                    <a:pt x="63" y="156"/>
                    <a:pt x="68" y="160"/>
                    <a:pt x="72" y="164"/>
                  </a:cubicBezTo>
                  <a:cubicBezTo>
                    <a:pt x="72" y="163"/>
                    <a:pt x="76" y="162"/>
                    <a:pt x="78" y="162"/>
                  </a:cubicBezTo>
                  <a:cubicBezTo>
                    <a:pt x="79" y="162"/>
                    <a:pt x="82" y="165"/>
                    <a:pt x="83" y="164"/>
                  </a:cubicBezTo>
                  <a:cubicBezTo>
                    <a:pt x="83" y="163"/>
                    <a:pt x="87" y="161"/>
                    <a:pt x="89" y="162"/>
                  </a:cubicBezTo>
                  <a:cubicBezTo>
                    <a:pt x="90" y="162"/>
                    <a:pt x="93" y="163"/>
                    <a:pt x="94" y="161"/>
                  </a:cubicBezTo>
                  <a:cubicBezTo>
                    <a:pt x="94" y="160"/>
                    <a:pt x="95" y="160"/>
                    <a:pt x="96" y="159"/>
                  </a:cubicBezTo>
                  <a:cubicBezTo>
                    <a:pt x="97" y="158"/>
                    <a:pt x="97" y="158"/>
                    <a:pt x="97" y="157"/>
                  </a:cubicBezTo>
                  <a:cubicBezTo>
                    <a:pt x="98" y="156"/>
                    <a:pt x="102" y="153"/>
                    <a:pt x="104" y="153"/>
                  </a:cubicBezTo>
                  <a:cubicBezTo>
                    <a:pt x="106" y="153"/>
                    <a:pt x="108" y="153"/>
                    <a:pt x="109" y="154"/>
                  </a:cubicBezTo>
                  <a:cubicBezTo>
                    <a:pt x="109" y="154"/>
                    <a:pt x="110" y="155"/>
                    <a:pt x="111" y="155"/>
                  </a:cubicBezTo>
                  <a:cubicBezTo>
                    <a:pt x="111" y="150"/>
                    <a:pt x="112" y="148"/>
                    <a:pt x="111" y="148"/>
                  </a:cubicBezTo>
                  <a:cubicBezTo>
                    <a:pt x="109" y="148"/>
                    <a:pt x="105" y="146"/>
                    <a:pt x="103" y="142"/>
                  </a:cubicBezTo>
                  <a:cubicBezTo>
                    <a:pt x="102" y="138"/>
                    <a:pt x="97" y="135"/>
                    <a:pt x="96" y="133"/>
                  </a:cubicBezTo>
                  <a:cubicBezTo>
                    <a:pt x="95" y="130"/>
                    <a:pt x="90" y="131"/>
                    <a:pt x="89" y="129"/>
                  </a:cubicBezTo>
                  <a:cubicBezTo>
                    <a:pt x="88" y="127"/>
                    <a:pt x="90" y="127"/>
                    <a:pt x="90" y="124"/>
                  </a:cubicBezTo>
                  <a:cubicBezTo>
                    <a:pt x="90" y="122"/>
                    <a:pt x="96" y="123"/>
                    <a:pt x="97" y="123"/>
                  </a:cubicBezTo>
                  <a:cubicBezTo>
                    <a:pt x="97" y="122"/>
                    <a:pt x="98" y="117"/>
                    <a:pt x="98" y="114"/>
                  </a:cubicBezTo>
                  <a:cubicBezTo>
                    <a:pt x="98" y="111"/>
                    <a:pt x="102" y="108"/>
                    <a:pt x="100" y="107"/>
                  </a:cubicBezTo>
                  <a:cubicBezTo>
                    <a:pt x="99" y="105"/>
                    <a:pt x="102" y="105"/>
                    <a:pt x="104" y="103"/>
                  </a:cubicBezTo>
                  <a:cubicBezTo>
                    <a:pt x="106" y="102"/>
                    <a:pt x="104" y="97"/>
                    <a:pt x="106" y="95"/>
                  </a:cubicBezTo>
                  <a:cubicBezTo>
                    <a:pt x="108" y="93"/>
                    <a:pt x="110" y="89"/>
                    <a:pt x="111" y="89"/>
                  </a:cubicBezTo>
                  <a:cubicBezTo>
                    <a:pt x="113" y="89"/>
                    <a:pt x="115" y="87"/>
                    <a:pt x="115" y="85"/>
                  </a:cubicBezTo>
                  <a:cubicBezTo>
                    <a:pt x="115" y="83"/>
                    <a:pt x="118" y="79"/>
                    <a:pt x="118" y="76"/>
                  </a:cubicBezTo>
                  <a:cubicBezTo>
                    <a:pt x="117" y="72"/>
                    <a:pt x="116" y="68"/>
                    <a:pt x="118" y="65"/>
                  </a:cubicBezTo>
                  <a:cubicBezTo>
                    <a:pt x="121" y="62"/>
                    <a:pt x="122" y="59"/>
                    <a:pt x="121" y="57"/>
                  </a:cubicBezTo>
                  <a:cubicBezTo>
                    <a:pt x="121" y="54"/>
                    <a:pt x="124" y="54"/>
                    <a:pt x="126" y="52"/>
                  </a:cubicBezTo>
                  <a:cubicBezTo>
                    <a:pt x="127" y="51"/>
                    <a:pt x="130" y="50"/>
                    <a:pt x="133" y="45"/>
                  </a:cubicBezTo>
                  <a:cubicBezTo>
                    <a:pt x="131" y="43"/>
                    <a:pt x="130" y="41"/>
                    <a:pt x="128" y="41"/>
                  </a:cubicBezTo>
                  <a:cubicBezTo>
                    <a:pt x="125" y="39"/>
                    <a:pt x="124" y="34"/>
                    <a:pt x="124" y="28"/>
                  </a:cubicBezTo>
                  <a:cubicBezTo>
                    <a:pt x="124" y="22"/>
                    <a:pt x="122" y="17"/>
                    <a:pt x="122" y="15"/>
                  </a:cubicBezTo>
                  <a:cubicBezTo>
                    <a:pt x="122" y="13"/>
                    <a:pt x="118" y="8"/>
                    <a:pt x="115" y="6"/>
                  </a:cubicBezTo>
                  <a:cubicBezTo>
                    <a:pt x="112" y="5"/>
                    <a:pt x="111" y="3"/>
                    <a:pt x="110" y="0"/>
                  </a:cubicBezTo>
                  <a:cubicBezTo>
                    <a:pt x="110" y="0"/>
                    <a:pt x="110" y="1"/>
                    <a:pt x="110" y="1"/>
                  </a:cubicBezTo>
                  <a:cubicBezTo>
                    <a:pt x="108" y="4"/>
                    <a:pt x="108" y="3"/>
                    <a:pt x="106" y="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2" name="Freeform 43">
              <a:extLst>
                <a:ext uri="{FF2B5EF4-FFF2-40B4-BE49-F238E27FC236}">
                  <a16:creationId xmlns:a16="http://schemas.microsoft.com/office/drawing/2014/main" id="{FF7D43A2-0430-4B29-AB44-B727BFCD4EAB}"/>
                </a:ext>
              </a:extLst>
            </p:cNvPr>
            <p:cNvSpPr>
              <a:spLocks/>
            </p:cNvSpPr>
            <p:nvPr/>
          </p:nvSpPr>
          <p:spPr bwMode="auto">
            <a:xfrm>
              <a:off x="5180013" y="2833688"/>
              <a:ext cx="41275" cy="39688"/>
            </a:xfrm>
            <a:custGeom>
              <a:avLst/>
              <a:gdLst>
                <a:gd name="T0" fmla="*/ 6 w 16"/>
                <a:gd name="T1" fmla="*/ 2 h 16"/>
                <a:gd name="T2" fmla="*/ 2 w 16"/>
                <a:gd name="T3" fmla="*/ 8 h 16"/>
                <a:gd name="T4" fmla="*/ 2 w 16"/>
                <a:gd name="T5" fmla="*/ 15 h 16"/>
                <a:gd name="T6" fmla="*/ 6 w 16"/>
                <a:gd name="T7" fmla="*/ 14 h 16"/>
                <a:gd name="T8" fmla="*/ 10 w 16"/>
                <a:gd name="T9" fmla="*/ 16 h 16"/>
                <a:gd name="T10" fmla="*/ 14 w 16"/>
                <a:gd name="T11" fmla="*/ 12 h 16"/>
                <a:gd name="T12" fmla="*/ 9 w 16"/>
                <a:gd name="T13" fmla="*/ 10 h 16"/>
                <a:gd name="T14" fmla="*/ 14 w 16"/>
                <a:gd name="T15" fmla="*/ 6 h 16"/>
                <a:gd name="T16" fmla="*/ 13 w 16"/>
                <a:gd name="T17" fmla="*/ 1 h 16"/>
                <a:gd name="T18" fmla="*/ 12 w 16"/>
                <a:gd name="T19" fmla="*/ 0 h 16"/>
                <a:gd name="T20" fmla="*/ 10 w 16"/>
                <a:gd name="T21" fmla="*/ 2 h 16"/>
                <a:gd name="T22" fmla="*/ 6 w 16"/>
                <a:gd name="T2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6">
                  <a:moveTo>
                    <a:pt x="6" y="2"/>
                  </a:moveTo>
                  <a:cubicBezTo>
                    <a:pt x="6" y="3"/>
                    <a:pt x="4" y="6"/>
                    <a:pt x="2" y="8"/>
                  </a:cubicBezTo>
                  <a:cubicBezTo>
                    <a:pt x="0" y="10"/>
                    <a:pt x="1" y="14"/>
                    <a:pt x="2" y="15"/>
                  </a:cubicBezTo>
                  <a:cubicBezTo>
                    <a:pt x="2" y="16"/>
                    <a:pt x="5" y="15"/>
                    <a:pt x="6" y="14"/>
                  </a:cubicBezTo>
                  <a:cubicBezTo>
                    <a:pt x="8" y="14"/>
                    <a:pt x="9" y="14"/>
                    <a:pt x="10" y="16"/>
                  </a:cubicBezTo>
                  <a:cubicBezTo>
                    <a:pt x="11" y="14"/>
                    <a:pt x="12" y="13"/>
                    <a:pt x="14" y="12"/>
                  </a:cubicBezTo>
                  <a:cubicBezTo>
                    <a:pt x="12" y="11"/>
                    <a:pt x="10" y="10"/>
                    <a:pt x="9" y="10"/>
                  </a:cubicBezTo>
                  <a:cubicBezTo>
                    <a:pt x="8" y="9"/>
                    <a:pt x="12" y="7"/>
                    <a:pt x="14" y="6"/>
                  </a:cubicBezTo>
                  <a:cubicBezTo>
                    <a:pt x="16" y="6"/>
                    <a:pt x="15" y="3"/>
                    <a:pt x="13" y="1"/>
                  </a:cubicBezTo>
                  <a:cubicBezTo>
                    <a:pt x="13" y="1"/>
                    <a:pt x="13" y="1"/>
                    <a:pt x="12" y="0"/>
                  </a:cubicBezTo>
                  <a:cubicBezTo>
                    <a:pt x="11" y="1"/>
                    <a:pt x="10" y="2"/>
                    <a:pt x="10" y="2"/>
                  </a:cubicBezTo>
                  <a:cubicBezTo>
                    <a:pt x="9" y="3"/>
                    <a:pt x="8" y="2"/>
                    <a:pt x="6" y="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3" name="Freeform 44">
              <a:extLst>
                <a:ext uri="{FF2B5EF4-FFF2-40B4-BE49-F238E27FC236}">
                  <a16:creationId xmlns:a16="http://schemas.microsoft.com/office/drawing/2014/main" id="{C2770644-147E-4F75-92E3-5FFC27CDA44F}"/>
                </a:ext>
              </a:extLst>
            </p:cNvPr>
            <p:cNvSpPr>
              <a:spLocks/>
            </p:cNvSpPr>
            <p:nvPr/>
          </p:nvSpPr>
          <p:spPr bwMode="auto">
            <a:xfrm>
              <a:off x="5075238" y="2722563"/>
              <a:ext cx="134938" cy="119063"/>
            </a:xfrm>
            <a:custGeom>
              <a:avLst/>
              <a:gdLst>
                <a:gd name="T0" fmla="*/ 10 w 54"/>
                <a:gd name="T1" fmla="*/ 7 h 47"/>
                <a:gd name="T2" fmla="*/ 5 w 54"/>
                <a:gd name="T3" fmla="*/ 12 h 47"/>
                <a:gd name="T4" fmla="*/ 2 w 54"/>
                <a:gd name="T5" fmla="*/ 20 h 47"/>
                <a:gd name="T6" fmla="*/ 2 w 54"/>
                <a:gd name="T7" fmla="*/ 31 h 47"/>
                <a:gd name="T8" fmla="*/ 8 w 54"/>
                <a:gd name="T9" fmla="*/ 31 h 47"/>
                <a:gd name="T10" fmla="*/ 11 w 54"/>
                <a:gd name="T11" fmla="*/ 29 h 47"/>
                <a:gd name="T12" fmla="*/ 15 w 54"/>
                <a:gd name="T13" fmla="*/ 28 h 47"/>
                <a:gd name="T14" fmla="*/ 20 w 54"/>
                <a:gd name="T15" fmla="*/ 30 h 47"/>
                <a:gd name="T16" fmla="*/ 23 w 54"/>
                <a:gd name="T17" fmla="*/ 30 h 47"/>
                <a:gd name="T18" fmla="*/ 31 w 54"/>
                <a:gd name="T19" fmla="*/ 30 h 47"/>
                <a:gd name="T20" fmla="*/ 48 w 54"/>
                <a:gd name="T21" fmla="*/ 46 h 47"/>
                <a:gd name="T22" fmla="*/ 48 w 54"/>
                <a:gd name="T23" fmla="*/ 46 h 47"/>
                <a:gd name="T24" fmla="*/ 52 w 54"/>
                <a:gd name="T25" fmla="*/ 46 h 47"/>
                <a:gd name="T26" fmla="*/ 54 w 54"/>
                <a:gd name="T27" fmla="*/ 44 h 47"/>
                <a:gd name="T28" fmla="*/ 46 w 54"/>
                <a:gd name="T29" fmla="*/ 35 h 47"/>
                <a:gd name="T30" fmla="*/ 33 w 54"/>
                <a:gd name="T31" fmla="*/ 26 h 47"/>
                <a:gd name="T32" fmla="*/ 28 w 54"/>
                <a:gd name="T33" fmla="*/ 21 h 47"/>
                <a:gd name="T34" fmla="*/ 22 w 54"/>
                <a:gd name="T35" fmla="*/ 9 h 47"/>
                <a:gd name="T36" fmla="*/ 17 w 54"/>
                <a:gd name="T37" fmla="*/ 0 h 47"/>
                <a:gd name="T38" fmla="*/ 10 w 54"/>
                <a:gd name="T39" fmla="*/ 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47">
                  <a:moveTo>
                    <a:pt x="10" y="7"/>
                  </a:moveTo>
                  <a:cubicBezTo>
                    <a:pt x="8" y="9"/>
                    <a:pt x="5" y="9"/>
                    <a:pt x="5" y="12"/>
                  </a:cubicBezTo>
                  <a:cubicBezTo>
                    <a:pt x="6" y="14"/>
                    <a:pt x="5" y="17"/>
                    <a:pt x="2" y="20"/>
                  </a:cubicBezTo>
                  <a:cubicBezTo>
                    <a:pt x="0" y="23"/>
                    <a:pt x="1" y="27"/>
                    <a:pt x="2" y="31"/>
                  </a:cubicBezTo>
                  <a:cubicBezTo>
                    <a:pt x="5" y="30"/>
                    <a:pt x="8" y="30"/>
                    <a:pt x="8" y="31"/>
                  </a:cubicBezTo>
                  <a:cubicBezTo>
                    <a:pt x="10" y="32"/>
                    <a:pt x="10" y="31"/>
                    <a:pt x="11" y="29"/>
                  </a:cubicBezTo>
                  <a:cubicBezTo>
                    <a:pt x="12" y="26"/>
                    <a:pt x="13" y="26"/>
                    <a:pt x="15" y="28"/>
                  </a:cubicBezTo>
                  <a:cubicBezTo>
                    <a:pt x="16" y="29"/>
                    <a:pt x="17" y="31"/>
                    <a:pt x="20" y="30"/>
                  </a:cubicBezTo>
                  <a:cubicBezTo>
                    <a:pt x="22" y="28"/>
                    <a:pt x="22" y="29"/>
                    <a:pt x="23" y="30"/>
                  </a:cubicBezTo>
                  <a:cubicBezTo>
                    <a:pt x="24" y="30"/>
                    <a:pt x="29" y="29"/>
                    <a:pt x="31" y="30"/>
                  </a:cubicBezTo>
                  <a:cubicBezTo>
                    <a:pt x="33" y="30"/>
                    <a:pt x="48" y="46"/>
                    <a:pt x="48" y="46"/>
                  </a:cubicBezTo>
                  <a:cubicBezTo>
                    <a:pt x="48" y="46"/>
                    <a:pt x="48" y="46"/>
                    <a:pt x="48" y="46"/>
                  </a:cubicBezTo>
                  <a:cubicBezTo>
                    <a:pt x="50" y="46"/>
                    <a:pt x="51" y="47"/>
                    <a:pt x="52" y="46"/>
                  </a:cubicBezTo>
                  <a:cubicBezTo>
                    <a:pt x="52" y="46"/>
                    <a:pt x="53" y="45"/>
                    <a:pt x="54" y="44"/>
                  </a:cubicBezTo>
                  <a:cubicBezTo>
                    <a:pt x="52" y="43"/>
                    <a:pt x="49" y="40"/>
                    <a:pt x="46" y="35"/>
                  </a:cubicBezTo>
                  <a:cubicBezTo>
                    <a:pt x="41" y="29"/>
                    <a:pt x="36" y="26"/>
                    <a:pt x="33" y="26"/>
                  </a:cubicBezTo>
                  <a:cubicBezTo>
                    <a:pt x="30" y="26"/>
                    <a:pt x="30" y="21"/>
                    <a:pt x="28" y="21"/>
                  </a:cubicBezTo>
                  <a:cubicBezTo>
                    <a:pt x="26" y="21"/>
                    <a:pt x="22" y="14"/>
                    <a:pt x="22" y="9"/>
                  </a:cubicBezTo>
                  <a:cubicBezTo>
                    <a:pt x="22" y="7"/>
                    <a:pt x="20" y="3"/>
                    <a:pt x="17" y="0"/>
                  </a:cubicBezTo>
                  <a:cubicBezTo>
                    <a:pt x="14" y="5"/>
                    <a:pt x="11" y="6"/>
                    <a:pt x="10" y="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4" name="Freeform 45">
              <a:extLst>
                <a:ext uri="{FF2B5EF4-FFF2-40B4-BE49-F238E27FC236}">
                  <a16:creationId xmlns:a16="http://schemas.microsoft.com/office/drawing/2014/main" id="{78DA8B68-6BC6-4811-8ECE-F070330E50B5}"/>
                </a:ext>
              </a:extLst>
            </p:cNvPr>
            <p:cNvSpPr>
              <a:spLocks/>
            </p:cNvSpPr>
            <p:nvPr/>
          </p:nvSpPr>
          <p:spPr bwMode="auto">
            <a:xfrm>
              <a:off x="5003801" y="2787650"/>
              <a:ext cx="304800" cy="236538"/>
            </a:xfrm>
            <a:custGeom>
              <a:avLst/>
              <a:gdLst>
                <a:gd name="T0" fmla="*/ 8 w 121"/>
                <a:gd name="T1" fmla="*/ 62 h 94"/>
                <a:gd name="T2" fmla="*/ 15 w 121"/>
                <a:gd name="T3" fmla="*/ 71 h 94"/>
                <a:gd name="T4" fmla="*/ 23 w 121"/>
                <a:gd name="T5" fmla="*/ 77 h 94"/>
                <a:gd name="T6" fmla="*/ 23 w 121"/>
                <a:gd name="T7" fmla="*/ 84 h 94"/>
                <a:gd name="T8" fmla="*/ 25 w 121"/>
                <a:gd name="T9" fmla="*/ 85 h 94"/>
                <a:gd name="T10" fmla="*/ 33 w 121"/>
                <a:gd name="T11" fmla="*/ 87 h 94"/>
                <a:gd name="T12" fmla="*/ 43 w 121"/>
                <a:gd name="T13" fmla="*/ 92 h 94"/>
                <a:gd name="T14" fmla="*/ 52 w 121"/>
                <a:gd name="T15" fmla="*/ 94 h 94"/>
                <a:gd name="T16" fmla="*/ 57 w 121"/>
                <a:gd name="T17" fmla="*/ 89 h 94"/>
                <a:gd name="T18" fmla="*/ 64 w 121"/>
                <a:gd name="T19" fmla="*/ 88 h 94"/>
                <a:gd name="T20" fmla="*/ 68 w 121"/>
                <a:gd name="T21" fmla="*/ 89 h 94"/>
                <a:gd name="T22" fmla="*/ 72 w 121"/>
                <a:gd name="T23" fmla="*/ 88 h 94"/>
                <a:gd name="T24" fmla="*/ 79 w 121"/>
                <a:gd name="T25" fmla="*/ 87 h 94"/>
                <a:gd name="T26" fmla="*/ 89 w 121"/>
                <a:gd name="T27" fmla="*/ 82 h 94"/>
                <a:gd name="T28" fmla="*/ 98 w 121"/>
                <a:gd name="T29" fmla="*/ 80 h 94"/>
                <a:gd name="T30" fmla="*/ 120 w 121"/>
                <a:gd name="T31" fmla="*/ 59 h 94"/>
                <a:gd name="T32" fmla="*/ 117 w 121"/>
                <a:gd name="T33" fmla="*/ 57 h 94"/>
                <a:gd name="T34" fmla="*/ 106 w 121"/>
                <a:gd name="T35" fmla="*/ 54 h 94"/>
                <a:gd name="T36" fmla="*/ 89 w 121"/>
                <a:gd name="T37" fmla="*/ 49 h 94"/>
                <a:gd name="T38" fmla="*/ 84 w 121"/>
                <a:gd name="T39" fmla="*/ 44 h 94"/>
                <a:gd name="T40" fmla="*/ 79 w 121"/>
                <a:gd name="T41" fmla="*/ 37 h 94"/>
                <a:gd name="T42" fmla="*/ 80 w 121"/>
                <a:gd name="T43" fmla="*/ 34 h 94"/>
                <a:gd name="T44" fmla="*/ 76 w 121"/>
                <a:gd name="T45" fmla="*/ 32 h 94"/>
                <a:gd name="T46" fmla="*/ 72 w 121"/>
                <a:gd name="T47" fmla="*/ 33 h 94"/>
                <a:gd name="T48" fmla="*/ 72 w 121"/>
                <a:gd name="T49" fmla="*/ 26 h 94"/>
                <a:gd name="T50" fmla="*/ 76 w 121"/>
                <a:gd name="T51" fmla="*/ 20 h 94"/>
                <a:gd name="T52" fmla="*/ 59 w 121"/>
                <a:gd name="T53" fmla="*/ 4 h 94"/>
                <a:gd name="T54" fmla="*/ 51 w 121"/>
                <a:gd name="T55" fmla="*/ 4 h 94"/>
                <a:gd name="T56" fmla="*/ 48 w 121"/>
                <a:gd name="T57" fmla="*/ 4 h 94"/>
                <a:gd name="T58" fmla="*/ 43 w 121"/>
                <a:gd name="T59" fmla="*/ 2 h 94"/>
                <a:gd name="T60" fmla="*/ 39 w 121"/>
                <a:gd name="T61" fmla="*/ 3 h 94"/>
                <a:gd name="T62" fmla="*/ 36 w 121"/>
                <a:gd name="T63" fmla="*/ 5 h 94"/>
                <a:gd name="T64" fmla="*/ 30 w 121"/>
                <a:gd name="T65" fmla="*/ 5 h 94"/>
                <a:gd name="T66" fmla="*/ 30 w 121"/>
                <a:gd name="T67" fmla="*/ 5 h 94"/>
                <a:gd name="T68" fmla="*/ 27 w 121"/>
                <a:gd name="T69" fmla="*/ 14 h 94"/>
                <a:gd name="T70" fmla="*/ 23 w 121"/>
                <a:gd name="T71" fmla="*/ 18 h 94"/>
                <a:gd name="T72" fmla="*/ 18 w 121"/>
                <a:gd name="T73" fmla="*/ 24 h 94"/>
                <a:gd name="T74" fmla="*/ 16 w 121"/>
                <a:gd name="T75" fmla="*/ 32 h 94"/>
                <a:gd name="T76" fmla="*/ 12 w 121"/>
                <a:gd name="T77" fmla="*/ 36 h 94"/>
                <a:gd name="T78" fmla="*/ 10 w 121"/>
                <a:gd name="T79" fmla="*/ 43 h 94"/>
                <a:gd name="T80" fmla="*/ 9 w 121"/>
                <a:gd name="T81" fmla="*/ 52 h 94"/>
                <a:gd name="T82" fmla="*/ 2 w 121"/>
                <a:gd name="T83" fmla="*/ 53 h 94"/>
                <a:gd name="T84" fmla="*/ 1 w 121"/>
                <a:gd name="T85" fmla="*/ 58 h 94"/>
                <a:gd name="T86" fmla="*/ 8 w 121"/>
                <a:gd name="T87" fmla="*/ 6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1" h="94">
                  <a:moveTo>
                    <a:pt x="8" y="62"/>
                  </a:moveTo>
                  <a:cubicBezTo>
                    <a:pt x="9" y="64"/>
                    <a:pt x="14" y="67"/>
                    <a:pt x="15" y="71"/>
                  </a:cubicBezTo>
                  <a:cubicBezTo>
                    <a:pt x="17" y="75"/>
                    <a:pt x="21" y="77"/>
                    <a:pt x="23" y="77"/>
                  </a:cubicBezTo>
                  <a:cubicBezTo>
                    <a:pt x="24" y="77"/>
                    <a:pt x="23" y="79"/>
                    <a:pt x="23" y="84"/>
                  </a:cubicBezTo>
                  <a:cubicBezTo>
                    <a:pt x="24" y="84"/>
                    <a:pt x="25" y="85"/>
                    <a:pt x="25" y="85"/>
                  </a:cubicBezTo>
                  <a:cubicBezTo>
                    <a:pt x="26" y="86"/>
                    <a:pt x="32" y="85"/>
                    <a:pt x="33" y="87"/>
                  </a:cubicBezTo>
                  <a:cubicBezTo>
                    <a:pt x="35" y="88"/>
                    <a:pt x="41" y="92"/>
                    <a:pt x="43" y="92"/>
                  </a:cubicBezTo>
                  <a:cubicBezTo>
                    <a:pt x="44" y="92"/>
                    <a:pt x="51" y="93"/>
                    <a:pt x="52" y="94"/>
                  </a:cubicBezTo>
                  <a:cubicBezTo>
                    <a:pt x="53" y="94"/>
                    <a:pt x="54" y="91"/>
                    <a:pt x="57" y="89"/>
                  </a:cubicBezTo>
                  <a:cubicBezTo>
                    <a:pt x="60" y="88"/>
                    <a:pt x="64" y="87"/>
                    <a:pt x="64" y="88"/>
                  </a:cubicBezTo>
                  <a:cubicBezTo>
                    <a:pt x="65" y="89"/>
                    <a:pt x="67" y="90"/>
                    <a:pt x="68" y="89"/>
                  </a:cubicBezTo>
                  <a:cubicBezTo>
                    <a:pt x="69" y="89"/>
                    <a:pt x="70" y="89"/>
                    <a:pt x="72" y="88"/>
                  </a:cubicBezTo>
                  <a:cubicBezTo>
                    <a:pt x="75" y="88"/>
                    <a:pt x="78" y="87"/>
                    <a:pt x="79" y="87"/>
                  </a:cubicBezTo>
                  <a:cubicBezTo>
                    <a:pt x="80" y="87"/>
                    <a:pt x="84" y="82"/>
                    <a:pt x="89" y="82"/>
                  </a:cubicBezTo>
                  <a:cubicBezTo>
                    <a:pt x="94" y="82"/>
                    <a:pt x="96" y="83"/>
                    <a:pt x="98" y="80"/>
                  </a:cubicBezTo>
                  <a:cubicBezTo>
                    <a:pt x="100" y="78"/>
                    <a:pt x="118" y="60"/>
                    <a:pt x="120" y="59"/>
                  </a:cubicBezTo>
                  <a:cubicBezTo>
                    <a:pt x="121" y="58"/>
                    <a:pt x="118" y="57"/>
                    <a:pt x="117" y="57"/>
                  </a:cubicBezTo>
                  <a:cubicBezTo>
                    <a:pt x="115" y="57"/>
                    <a:pt x="111" y="57"/>
                    <a:pt x="106" y="54"/>
                  </a:cubicBezTo>
                  <a:cubicBezTo>
                    <a:pt x="100" y="52"/>
                    <a:pt x="91" y="49"/>
                    <a:pt x="89" y="49"/>
                  </a:cubicBezTo>
                  <a:cubicBezTo>
                    <a:pt x="88" y="48"/>
                    <a:pt x="85" y="45"/>
                    <a:pt x="84" y="44"/>
                  </a:cubicBezTo>
                  <a:cubicBezTo>
                    <a:pt x="83" y="43"/>
                    <a:pt x="80" y="38"/>
                    <a:pt x="79" y="37"/>
                  </a:cubicBezTo>
                  <a:cubicBezTo>
                    <a:pt x="79" y="36"/>
                    <a:pt x="79" y="35"/>
                    <a:pt x="80" y="34"/>
                  </a:cubicBezTo>
                  <a:cubicBezTo>
                    <a:pt x="79" y="32"/>
                    <a:pt x="78" y="32"/>
                    <a:pt x="76" y="32"/>
                  </a:cubicBezTo>
                  <a:cubicBezTo>
                    <a:pt x="75" y="33"/>
                    <a:pt x="72" y="34"/>
                    <a:pt x="72" y="33"/>
                  </a:cubicBezTo>
                  <a:cubicBezTo>
                    <a:pt x="71" y="32"/>
                    <a:pt x="70" y="28"/>
                    <a:pt x="72" y="26"/>
                  </a:cubicBezTo>
                  <a:cubicBezTo>
                    <a:pt x="74" y="24"/>
                    <a:pt x="76" y="20"/>
                    <a:pt x="76" y="20"/>
                  </a:cubicBezTo>
                  <a:cubicBezTo>
                    <a:pt x="76" y="20"/>
                    <a:pt x="61" y="4"/>
                    <a:pt x="59" y="4"/>
                  </a:cubicBezTo>
                  <a:cubicBezTo>
                    <a:pt x="57" y="3"/>
                    <a:pt x="52" y="4"/>
                    <a:pt x="51" y="4"/>
                  </a:cubicBezTo>
                  <a:cubicBezTo>
                    <a:pt x="50" y="3"/>
                    <a:pt x="50" y="2"/>
                    <a:pt x="48" y="4"/>
                  </a:cubicBezTo>
                  <a:cubicBezTo>
                    <a:pt x="45" y="5"/>
                    <a:pt x="44" y="3"/>
                    <a:pt x="43" y="2"/>
                  </a:cubicBezTo>
                  <a:cubicBezTo>
                    <a:pt x="41" y="0"/>
                    <a:pt x="40" y="0"/>
                    <a:pt x="39" y="3"/>
                  </a:cubicBezTo>
                  <a:cubicBezTo>
                    <a:pt x="38" y="5"/>
                    <a:pt x="38" y="6"/>
                    <a:pt x="36" y="5"/>
                  </a:cubicBezTo>
                  <a:cubicBezTo>
                    <a:pt x="36" y="4"/>
                    <a:pt x="33" y="4"/>
                    <a:pt x="30" y="5"/>
                  </a:cubicBezTo>
                  <a:cubicBezTo>
                    <a:pt x="30" y="5"/>
                    <a:pt x="30" y="5"/>
                    <a:pt x="30" y="5"/>
                  </a:cubicBezTo>
                  <a:cubicBezTo>
                    <a:pt x="30" y="8"/>
                    <a:pt x="27" y="12"/>
                    <a:pt x="27" y="14"/>
                  </a:cubicBezTo>
                  <a:cubicBezTo>
                    <a:pt x="27" y="16"/>
                    <a:pt x="25" y="18"/>
                    <a:pt x="23" y="18"/>
                  </a:cubicBezTo>
                  <a:cubicBezTo>
                    <a:pt x="22" y="18"/>
                    <a:pt x="20" y="22"/>
                    <a:pt x="18" y="24"/>
                  </a:cubicBezTo>
                  <a:cubicBezTo>
                    <a:pt x="16" y="26"/>
                    <a:pt x="18" y="31"/>
                    <a:pt x="16" y="32"/>
                  </a:cubicBezTo>
                  <a:cubicBezTo>
                    <a:pt x="14" y="34"/>
                    <a:pt x="11" y="34"/>
                    <a:pt x="12" y="36"/>
                  </a:cubicBezTo>
                  <a:cubicBezTo>
                    <a:pt x="14" y="37"/>
                    <a:pt x="10" y="40"/>
                    <a:pt x="10" y="43"/>
                  </a:cubicBezTo>
                  <a:cubicBezTo>
                    <a:pt x="10" y="46"/>
                    <a:pt x="9" y="51"/>
                    <a:pt x="9" y="52"/>
                  </a:cubicBezTo>
                  <a:cubicBezTo>
                    <a:pt x="8" y="52"/>
                    <a:pt x="2" y="51"/>
                    <a:pt x="2" y="53"/>
                  </a:cubicBezTo>
                  <a:cubicBezTo>
                    <a:pt x="2" y="56"/>
                    <a:pt x="0" y="56"/>
                    <a:pt x="1" y="58"/>
                  </a:cubicBezTo>
                  <a:cubicBezTo>
                    <a:pt x="2" y="60"/>
                    <a:pt x="7" y="59"/>
                    <a:pt x="8" y="6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5" name="Freeform 46">
              <a:extLst>
                <a:ext uri="{FF2B5EF4-FFF2-40B4-BE49-F238E27FC236}">
                  <a16:creationId xmlns:a16="http://schemas.microsoft.com/office/drawing/2014/main" id="{A12DF252-6A54-4027-911B-330B37CFA210}"/>
                </a:ext>
              </a:extLst>
            </p:cNvPr>
            <p:cNvSpPr>
              <a:spLocks/>
            </p:cNvSpPr>
            <p:nvPr/>
          </p:nvSpPr>
          <p:spPr bwMode="auto">
            <a:xfrm>
              <a:off x="5053013" y="2355850"/>
              <a:ext cx="30163" cy="36513"/>
            </a:xfrm>
            <a:custGeom>
              <a:avLst/>
              <a:gdLst>
                <a:gd name="T0" fmla="*/ 10 w 12"/>
                <a:gd name="T1" fmla="*/ 6 h 15"/>
                <a:gd name="T2" fmla="*/ 6 w 12"/>
                <a:gd name="T3" fmla="*/ 0 h 15"/>
                <a:gd name="T4" fmla="*/ 6 w 12"/>
                <a:gd name="T5" fmla="*/ 1 h 15"/>
                <a:gd name="T6" fmla="*/ 0 w 12"/>
                <a:gd name="T7" fmla="*/ 13 h 15"/>
                <a:gd name="T8" fmla="*/ 4 w 12"/>
                <a:gd name="T9" fmla="*/ 15 h 15"/>
                <a:gd name="T10" fmla="*/ 10 w 12"/>
                <a:gd name="T11" fmla="*/ 6 h 15"/>
              </a:gdLst>
              <a:ahLst/>
              <a:cxnLst>
                <a:cxn ang="0">
                  <a:pos x="T0" y="T1"/>
                </a:cxn>
                <a:cxn ang="0">
                  <a:pos x="T2" y="T3"/>
                </a:cxn>
                <a:cxn ang="0">
                  <a:pos x="T4" y="T5"/>
                </a:cxn>
                <a:cxn ang="0">
                  <a:pos x="T6" y="T7"/>
                </a:cxn>
                <a:cxn ang="0">
                  <a:pos x="T8" y="T9"/>
                </a:cxn>
                <a:cxn ang="0">
                  <a:pos x="T10" y="T11"/>
                </a:cxn>
              </a:cxnLst>
              <a:rect l="0" t="0" r="r" b="b"/>
              <a:pathLst>
                <a:path w="12" h="15">
                  <a:moveTo>
                    <a:pt x="10" y="6"/>
                  </a:moveTo>
                  <a:cubicBezTo>
                    <a:pt x="11" y="5"/>
                    <a:pt x="12" y="0"/>
                    <a:pt x="6" y="0"/>
                  </a:cubicBezTo>
                  <a:cubicBezTo>
                    <a:pt x="6" y="0"/>
                    <a:pt x="6" y="1"/>
                    <a:pt x="6" y="1"/>
                  </a:cubicBezTo>
                  <a:cubicBezTo>
                    <a:pt x="6" y="3"/>
                    <a:pt x="2" y="9"/>
                    <a:pt x="0" y="13"/>
                  </a:cubicBezTo>
                  <a:cubicBezTo>
                    <a:pt x="4" y="15"/>
                    <a:pt x="4" y="15"/>
                    <a:pt x="4" y="15"/>
                  </a:cubicBezTo>
                  <a:cubicBezTo>
                    <a:pt x="6" y="11"/>
                    <a:pt x="9" y="7"/>
                    <a:pt x="10" y="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6" name="Freeform 47">
              <a:extLst>
                <a:ext uri="{FF2B5EF4-FFF2-40B4-BE49-F238E27FC236}">
                  <a16:creationId xmlns:a16="http://schemas.microsoft.com/office/drawing/2014/main" id="{FDC1E155-7FE6-4D12-AA8D-318632E96CDE}"/>
                </a:ext>
              </a:extLst>
            </p:cNvPr>
            <p:cNvSpPr>
              <a:spLocks/>
            </p:cNvSpPr>
            <p:nvPr/>
          </p:nvSpPr>
          <p:spPr bwMode="auto">
            <a:xfrm>
              <a:off x="5062538" y="2297113"/>
              <a:ext cx="138113" cy="112713"/>
            </a:xfrm>
            <a:custGeom>
              <a:avLst/>
              <a:gdLst>
                <a:gd name="T0" fmla="*/ 6 w 55"/>
                <a:gd name="T1" fmla="*/ 29 h 45"/>
                <a:gd name="T2" fmla="*/ 0 w 55"/>
                <a:gd name="T3" fmla="*/ 38 h 45"/>
                <a:gd name="T4" fmla="*/ 0 w 55"/>
                <a:gd name="T5" fmla="*/ 38 h 45"/>
                <a:gd name="T6" fmla="*/ 1 w 55"/>
                <a:gd name="T7" fmla="*/ 41 h 45"/>
                <a:gd name="T8" fmla="*/ 8 w 55"/>
                <a:gd name="T9" fmla="*/ 45 h 45"/>
                <a:gd name="T10" fmla="*/ 16 w 55"/>
                <a:gd name="T11" fmla="*/ 40 h 45"/>
                <a:gd name="T12" fmla="*/ 43 w 55"/>
                <a:gd name="T13" fmla="*/ 26 h 45"/>
                <a:gd name="T14" fmla="*/ 45 w 55"/>
                <a:gd name="T15" fmla="*/ 22 h 45"/>
                <a:gd name="T16" fmla="*/ 46 w 55"/>
                <a:gd name="T17" fmla="*/ 15 h 45"/>
                <a:gd name="T18" fmla="*/ 45 w 55"/>
                <a:gd name="T19" fmla="*/ 9 h 45"/>
                <a:gd name="T20" fmla="*/ 50 w 55"/>
                <a:gd name="T21" fmla="*/ 5 h 45"/>
                <a:gd name="T22" fmla="*/ 55 w 55"/>
                <a:gd name="T23" fmla="*/ 1 h 45"/>
                <a:gd name="T24" fmla="*/ 52 w 55"/>
                <a:gd name="T25" fmla="*/ 0 h 45"/>
                <a:gd name="T26" fmla="*/ 43 w 55"/>
                <a:gd name="T27" fmla="*/ 2 h 45"/>
                <a:gd name="T28" fmla="*/ 32 w 55"/>
                <a:gd name="T29" fmla="*/ 5 h 45"/>
                <a:gd name="T30" fmla="*/ 23 w 55"/>
                <a:gd name="T31" fmla="*/ 5 h 45"/>
                <a:gd name="T32" fmla="*/ 18 w 55"/>
                <a:gd name="T33" fmla="*/ 6 h 45"/>
                <a:gd name="T34" fmla="*/ 11 w 55"/>
                <a:gd name="T35" fmla="*/ 6 h 45"/>
                <a:gd name="T36" fmla="*/ 7 w 55"/>
                <a:gd name="T37" fmla="*/ 7 h 45"/>
                <a:gd name="T38" fmla="*/ 3 w 55"/>
                <a:gd name="T39" fmla="*/ 13 h 45"/>
                <a:gd name="T40" fmla="*/ 3 w 55"/>
                <a:gd name="T41" fmla="*/ 17 h 45"/>
                <a:gd name="T42" fmla="*/ 2 w 55"/>
                <a:gd name="T43" fmla="*/ 23 h 45"/>
                <a:gd name="T44" fmla="*/ 6 w 55"/>
                <a:gd name="T4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45">
                  <a:moveTo>
                    <a:pt x="6" y="29"/>
                  </a:moveTo>
                  <a:cubicBezTo>
                    <a:pt x="5" y="30"/>
                    <a:pt x="2" y="34"/>
                    <a:pt x="0" y="38"/>
                  </a:cubicBezTo>
                  <a:cubicBezTo>
                    <a:pt x="0" y="38"/>
                    <a:pt x="0" y="38"/>
                    <a:pt x="0" y="38"/>
                  </a:cubicBezTo>
                  <a:cubicBezTo>
                    <a:pt x="1" y="41"/>
                    <a:pt x="1" y="41"/>
                    <a:pt x="1" y="41"/>
                  </a:cubicBezTo>
                  <a:cubicBezTo>
                    <a:pt x="8" y="45"/>
                    <a:pt x="8" y="45"/>
                    <a:pt x="8" y="45"/>
                  </a:cubicBezTo>
                  <a:cubicBezTo>
                    <a:pt x="8" y="45"/>
                    <a:pt x="13" y="41"/>
                    <a:pt x="16" y="40"/>
                  </a:cubicBezTo>
                  <a:cubicBezTo>
                    <a:pt x="18" y="40"/>
                    <a:pt x="43" y="26"/>
                    <a:pt x="43" y="26"/>
                  </a:cubicBezTo>
                  <a:cubicBezTo>
                    <a:pt x="43" y="26"/>
                    <a:pt x="45" y="23"/>
                    <a:pt x="45" y="22"/>
                  </a:cubicBezTo>
                  <a:cubicBezTo>
                    <a:pt x="45" y="20"/>
                    <a:pt x="45" y="17"/>
                    <a:pt x="46" y="15"/>
                  </a:cubicBezTo>
                  <a:cubicBezTo>
                    <a:pt x="47" y="14"/>
                    <a:pt x="44" y="11"/>
                    <a:pt x="45" y="9"/>
                  </a:cubicBezTo>
                  <a:cubicBezTo>
                    <a:pt x="46" y="6"/>
                    <a:pt x="50" y="5"/>
                    <a:pt x="50" y="5"/>
                  </a:cubicBezTo>
                  <a:cubicBezTo>
                    <a:pt x="55" y="1"/>
                    <a:pt x="55" y="1"/>
                    <a:pt x="55" y="1"/>
                  </a:cubicBezTo>
                  <a:cubicBezTo>
                    <a:pt x="52" y="0"/>
                    <a:pt x="52" y="0"/>
                    <a:pt x="52" y="0"/>
                  </a:cubicBezTo>
                  <a:cubicBezTo>
                    <a:pt x="52" y="0"/>
                    <a:pt x="48" y="2"/>
                    <a:pt x="43" y="2"/>
                  </a:cubicBezTo>
                  <a:cubicBezTo>
                    <a:pt x="38" y="1"/>
                    <a:pt x="37" y="5"/>
                    <a:pt x="32" y="5"/>
                  </a:cubicBezTo>
                  <a:cubicBezTo>
                    <a:pt x="27" y="5"/>
                    <a:pt x="24" y="6"/>
                    <a:pt x="23" y="5"/>
                  </a:cubicBezTo>
                  <a:cubicBezTo>
                    <a:pt x="22" y="3"/>
                    <a:pt x="21" y="4"/>
                    <a:pt x="18" y="6"/>
                  </a:cubicBezTo>
                  <a:cubicBezTo>
                    <a:pt x="14" y="7"/>
                    <a:pt x="12" y="7"/>
                    <a:pt x="11" y="6"/>
                  </a:cubicBezTo>
                  <a:cubicBezTo>
                    <a:pt x="9" y="4"/>
                    <a:pt x="8" y="6"/>
                    <a:pt x="7" y="7"/>
                  </a:cubicBezTo>
                  <a:cubicBezTo>
                    <a:pt x="7" y="9"/>
                    <a:pt x="8" y="12"/>
                    <a:pt x="3" y="13"/>
                  </a:cubicBezTo>
                  <a:cubicBezTo>
                    <a:pt x="2" y="14"/>
                    <a:pt x="2" y="16"/>
                    <a:pt x="3" y="17"/>
                  </a:cubicBezTo>
                  <a:cubicBezTo>
                    <a:pt x="4" y="19"/>
                    <a:pt x="2" y="20"/>
                    <a:pt x="2" y="23"/>
                  </a:cubicBezTo>
                  <a:cubicBezTo>
                    <a:pt x="8" y="23"/>
                    <a:pt x="7" y="28"/>
                    <a:pt x="6" y="2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48">
              <a:extLst>
                <a:ext uri="{FF2B5EF4-FFF2-40B4-BE49-F238E27FC236}">
                  <a16:creationId xmlns:a16="http://schemas.microsoft.com/office/drawing/2014/main" id="{2B712834-0EE6-4AFE-A392-4F9A8227A696}"/>
                </a:ext>
              </a:extLst>
            </p:cNvPr>
            <p:cNvSpPr>
              <a:spLocks/>
            </p:cNvSpPr>
            <p:nvPr/>
          </p:nvSpPr>
          <p:spPr bwMode="auto">
            <a:xfrm>
              <a:off x="6880226" y="2274888"/>
              <a:ext cx="77788" cy="95250"/>
            </a:xfrm>
            <a:custGeom>
              <a:avLst/>
              <a:gdLst>
                <a:gd name="T0" fmla="*/ 8 w 31"/>
                <a:gd name="T1" fmla="*/ 3 h 38"/>
                <a:gd name="T2" fmla="*/ 3 w 31"/>
                <a:gd name="T3" fmla="*/ 6 h 38"/>
                <a:gd name="T4" fmla="*/ 6 w 31"/>
                <a:gd name="T5" fmla="*/ 11 h 38"/>
                <a:gd name="T6" fmla="*/ 5 w 31"/>
                <a:gd name="T7" fmla="*/ 14 h 38"/>
                <a:gd name="T8" fmla="*/ 5 w 31"/>
                <a:gd name="T9" fmla="*/ 21 h 38"/>
                <a:gd name="T10" fmla="*/ 2 w 31"/>
                <a:gd name="T11" fmla="*/ 31 h 38"/>
                <a:gd name="T12" fmla="*/ 4 w 31"/>
                <a:gd name="T13" fmla="*/ 37 h 38"/>
                <a:gd name="T14" fmla="*/ 19 w 31"/>
                <a:gd name="T15" fmla="*/ 32 h 38"/>
                <a:gd name="T16" fmla="*/ 27 w 31"/>
                <a:gd name="T17" fmla="*/ 28 h 38"/>
                <a:gd name="T18" fmla="*/ 30 w 31"/>
                <a:gd name="T19" fmla="*/ 25 h 38"/>
                <a:gd name="T20" fmla="*/ 28 w 31"/>
                <a:gd name="T21" fmla="*/ 13 h 38"/>
                <a:gd name="T22" fmla="*/ 20 w 31"/>
                <a:gd name="T23" fmla="*/ 0 h 38"/>
                <a:gd name="T24" fmla="*/ 15 w 31"/>
                <a:gd name="T25" fmla="*/ 1 h 38"/>
                <a:gd name="T26" fmla="*/ 8 w 31"/>
                <a:gd name="T27" fmla="*/ 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 h="38">
                  <a:moveTo>
                    <a:pt x="8" y="3"/>
                  </a:moveTo>
                  <a:cubicBezTo>
                    <a:pt x="7" y="3"/>
                    <a:pt x="5" y="5"/>
                    <a:pt x="3" y="6"/>
                  </a:cubicBezTo>
                  <a:cubicBezTo>
                    <a:pt x="4" y="8"/>
                    <a:pt x="4" y="10"/>
                    <a:pt x="6" y="11"/>
                  </a:cubicBezTo>
                  <a:cubicBezTo>
                    <a:pt x="8" y="11"/>
                    <a:pt x="8" y="15"/>
                    <a:pt x="5" y="14"/>
                  </a:cubicBezTo>
                  <a:cubicBezTo>
                    <a:pt x="3" y="13"/>
                    <a:pt x="3" y="18"/>
                    <a:pt x="5" y="21"/>
                  </a:cubicBezTo>
                  <a:cubicBezTo>
                    <a:pt x="7" y="25"/>
                    <a:pt x="0" y="29"/>
                    <a:pt x="2" y="31"/>
                  </a:cubicBezTo>
                  <a:cubicBezTo>
                    <a:pt x="4" y="33"/>
                    <a:pt x="3" y="35"/>
                    <a:pt x="4" y="37"/>
                  </a:cubicBezTo>
                  <a:cubicBezTo>
                    <a:pt x="4" y="38"/>
                    <a:pt x="14" y="36"/>
                    <a:pt x="19" y="32"/>
                  </a:cubicBezTo>
                  <a:cubicBezTo>
                    <a:pt x="23" y="27"/>
                    <a:pt x="24" y="28"/>
                    <a:pt x="27" y="28"/>
                  </a:cubicBezTo>
                  <a:cubicBezTo>
                    <a:pt x="29" y="29"/>
                    <a:pt x="31" y="27"/>
                    <a:pt x="30" y="25"/>
                  </a:cubicBezTo>
                  <a:cubicBezTo>
                    <a:pt x="29" y="23"/>
                    <a:pt x="28" y="19"/>
                    <a:pt x="28" y="13"/>
                  </a:cubicBezTo>
                  <a:cubicBezTo>
                    <a:pt x="28" y="10"/>
                    <a:pt x="24" y="4"/>
                    <a:pt x="20" y="0"/>
                  </a:cubicBezTo>
                  <a:cubicBezTo>
                    <a:pt x="18" y="1"/>
                    <a:pt x="17" y="1"/>
                    <a:pt x="15" y="1"/>
                  </a:cubicBezTo>
                  <a:cubicBezTo>
                    <a:pt x="12" y="1"/>
                    <a:pt x="9" y="1"/>
                    <a:pt x="8" y="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8" name="Freeform 49">
              <a:extLst>
                <a:ext uri="{FF2B5EF4-FFF2-40B4-BE49-F238E27FC236}">
                  <a16:creationId xmlns:a16="http://schemas.microsoft.com/office/drawing/2014/main" id="{0E57CC93-4865-4307-A728-3786C1A24A7A}"/>
                </a:ext>
              </a:extLst>
            </p:cNvPr>
            <p:cNvSpPr>
              <a:spLocks/>
            </p:cNvSpPr>
            <p:nvPr/>
          </p:nvSpPr>
          <p:spPr bwMode="auto">
            <a:xfrm>
              <a:off x="6121401" y="2544763"/>
              <a:ext cx="90488" cy="117475"/>
            </a:xfrm>
            <a:custGeom>
              <a:avLst/>
              <a:gdLst>
                <a:gd name="T0" fmla="*/ 36 w 36"/>
                <a:gd name="T1" fmla="*/ 40 h 47"/>
                <a:gd name="T2" fmla="*/ 33 w 36"/>
                <a:gd name="T3" fmla="*/ 24 h 47"/>
                <a:gd name="T4" fmla="*/ 27 w 36"/>
                <a:gd name="T5" fmla="*/ 30 h 47"/>
                <a:gd name="T6" fmla="*/ 27 w 36"/>
                <a:gd name="T7" fmla="*/ 22 h 47"/>
                <a:gd name="T8" fmla="*/ 33 w 36"/>
                <a:gd name="T9" fmla="*/ 14 h 47"/>
                <a:gd name="T10" fmla="*/ 28 w 36"/>
                <a:gd name="T11" fmla="*/ 12 h 47"/>
                <a:gd name="T12" fmla="*/ 19 w 36"/>
                <a:gd name="T13" fmla="*/ 12 h 47"/>
                <a:gd name="T14" fmla="*/ 15 w 36"/>
                <a:gd name="T15" fmla="*/ 8 h 47"/>
                <a:gd name="T16" fmla="*/ 9 w 36"/>
                <a:gd name="T17" fmla="*/ 4 h 47"/>
                <a:gd name="T18" fmla="*/ 3 w 36"/>
                <a:gd name="T19" fmla="*/ 4 h 47"/>
                <a:gd name="T20" fmla="*/ 8 w 36"/>
                <a:gd name="T21" fmla="*/ 11 h 47"/>
                <a:gd name="T22" fmla="*/ 4 w 36"/>
                <a:gd name="T23" fmla="*/ 14 h 47"/>
                <a:gd name="T24" fmla="*/ 6 w 36"/>
                <a:gd name="T25" fmla="*/ 26 h 47"/>
                <a:gd name="T26" fmla="*/ 8 w 36"/>
                <a:gd name="T27" fmla="*/ 41 h 47"/>
                <a:gd name="T28" fmla="*/ 14 w 36"/>
                <a:gd name="T29" fmla="*/ 39 h 47"/>
                <a:gd name="T30" fmla="*/ 20 w 36"/>
                <a:gd name="T31" fmla="*/ 36 h 47"/>
                <a:gd name="T32" fmla="*/ 25 w 36"/>
                <a:gd name="T33" fmla="*/ 32 h 47"/>
                <a:gd name="T34" fmla="*/ 29 w 36"/>
                <a:gd name="T35" fmla="*/ 43 h 47"/>
                <a:gd name="T36" fmla="*/ 31 w 36"/>
                <a:gd name="T37" fmla="*/ 47 h 47"/>
                <a:gd name="T38" fmla="*/ 33 w 36"/>
                <a:gd name="T39" fmla="*/ 45 h 47"/>
                <a:gd name="T40" fmla="*/ 36 w 36"/>
                <a:gd name="T41" fmla="*/ 4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 h="47">
                  <a:moveTo>
                    <a:pt x="36" y="40"/>
                  </a:moveTo>
                  <a:cubicBezTo>
                    <a:pt x="34" y="32"/>
                    <a:pt x="34" y="24"/>
                    <a:pt x="33" y="24"/>
                  </a:cubicBezTo>
                  <a:cubicBezTo>
                    <a:pt x="31" y="24"/>
                    <a:pt x="29" y="31"/>
                    <a:pt x="27" y="30"/>
                  </a:cubicBezTo>
                  <a:cubicBezTo>
                    <a:pt x="24" y="30"/>
                    <a:pt x="24" y="22"/>
                    <a:pt x="27" y="22"/>
                  </a:cubicBezTo>
                  <a:cubicBezTo>
                    <a:pt x="30" y="22"/>
                    <a:pt x="33" y="16"/>
                    <a:pt x="33" y="14"/>
                  </a:cubicBezTo>
                  <a:cubicBezTo>
                    <a:pt x="33" y="12"/>
                    <a:pt x="31" y="12"/>
                    <a:pt x="28" y="12"/>
                  </a:cubicBezTo>
                  <a:cubicBezTo>
                    <a:pt x="25" y="12"/>
                    <a:pt x="19" y="12"/>
                    <a:pt x="19" y="12"/>
                  </a:cubicBezTo>
                  <a:cubicBezTo>
                    <a:pt x="19" y="12"/>
                    <a:pt x="15" y="11"/>
                    <a:pt x="15" y="8"/>
                  </a:cubicBezTo>
                  <a:cubicBezTo>
                    <a:pt x="15" y="6"/>
                    <a:pt x="13" y="4"/>
                    <a:pt x="9" y="4"/>
                  </a:cubicBezTo>
                  <a:cubicBezTo>
                    <a:pt x="6" y="4"/>
                    <a:pt x="6" y="0"/>
                    <a:pt x="3" y="4"/>
                  </a:cubicBezTo>
                  <a:cubicBezTo>
                    <a:pt x="0" y="8"/>
                    <a:pt x="9" y="8"/>
                    <a:pt x="8" y="11"/>
                  </a:cubicBezTo>
                  <a:cubicBezTo>
                    <a:pt x="7" y="14"/>
                    <a:pt x="4" y="12"/>
                    <a:pt x="4" y="14"/>
                  </a:cubicBezTo>
                  <a:cubicBezTo>
                    <a:pt x="3" y="16"/>
                    <a:pt x="4" y="23"/>
                    <a:pt x="6" y="26"/>
                  </a:cubicBezTo>
                  <a:cubicBezTo>
                    <a:pt x="7" y="29"/>
                    <a:pt x="8" y="35"/>
                    <a:pt x="8" y="41"/>
                  </a:cubicBezTo>
                  <a:cubicBezTo>
                    <a:pt x="11" y="40"/>
                    <a:pt x="12" y="39"/>
                    <a:pt x="14" y="39"/>
                  </a:cubicBezTo>
                  <a:cubicBezTo>
                    <a:pt x="16" y="39"/>
                    <a:pt x="20" y="39"/>
                    <a:pt x="20" y="36"/>
                  </a:cubicBezTo>
                  <a:cubicBezTo>
                    <a:pt x="20" y="34"/>
                    <a:pt x="23" y="32"/>
                    <a:pt x="25" y="32"/>
                  </a:cubicBezTo>
                  <a:cubicBezTo>
                    <a:pt x="27" y="33"/>
                    <a:pt x="29" y="40"/>
                    <a:pt x="29" y="43"/>
                  </a:cubicBezTo>
                  <a:cubicBezTo>
                    <a:pt x="29" y="44"/>
                    <a:pt x="30" y="46"/>
                    <a:pt x="31" y="47"/>
                  </a:cubicBezTo>
                  <a:cubicBezTo>
                    <a:pt x="32" y="46"/>
                    <a:pt x="33" y="45"/>
                    <a:pt x="33" y="45"/>
                  </a:cubicBezTo>
                  <a:cubicBezTo>
                    <a:pt x="33" y="45"/>
                    <a:pt x="34" y="41"/>
                    <a:pt x="36" y="4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9" name="Freeform 50">
              <a:extLst>
                <a:ext uri="{FF2B5EF4-FFF2-40B4-BE49-F238E27FC236}">
                  <a16:creationId xmlns:a16="http://schemas.microsoft.com/office/drawing/2014/main" id="{BDF8B891-F08B-404E-8A2D-8DE7D9D2612A}"/>
                </a:ext>
              </a:extLst>
            </p:cNvPr>
            <p:cNvSpPr>
              <a:spLocks/>
            </p:cNvSpPr>
            <p:nvPr/>
          </p:nvSpPr>
          <p:spPr bwMode="auto">
            <a:xfrm>
              <a:off x="5734051" y="2343150"/>
              <a:ext cx="563563" cy="593725"/>
            </a:xfrm>
            <a:custGeom>
              <a:avLst/>
              <a:gdLst>
                <a:gd name="T0" fmla="*/ 158 w 224"/>
                <a:gd name="T1" fmla="*/ 94 h 236"/>
                <a:gd name="T2" fmla="*/ 157 w 224"/>
                <a:gd name="T3" fmla="*/ 84 h 236"/>
                <a:gd name="T4" fmla="*/ 169 w 224"/>
                <a:gd name="T5" fmla="*/ 88 h 236"/>
                <a:gd name="T6" fmla="*/ 182 w 224"/>
                <a:gd name="T7" fmla="*/ 92 h 236"/>
                <a:gd name="T8" fmla="*/ 181 w 224"/>
                <a:gd name="T9" fmla="*/ 102 h 236"/>
                <a:gd name="T10" fmla="*/ 187 w 224"/>
                <a:gd name="T11" fmla="*/ 104 h 236"/>
                <a:gd name="T12" fmla="*/ 191 w 224"/>
                <a:gd name="T13" fmla="*/ 119 h 236"/>
                <a:gd name="T14" fmla="*/ 195 w 224"/>
                <a:gd name="T15" fmla="*/ 102 h 236"/>
                <a:gd name="T16" fmla="*/ 204 w 224"/>
                <a:gd name="T17" fmla="*/ 93 h 236"/>
                <a:gd name="T18" fmla="*/ 212 w 224"/>
                <a:gd name="T19" fmla="*/ 77 h 236"/>
                <a:gd name="T20" fmla="*/ 222 w 224"/>
                <a:gd name="T21" fmla="*/ 74 h 236"/>
                <a:gd name="T22" fmla="*/ 223 w 224"/>
                <a:gd name="T23" fmla="*/ 65 h 236"/>
                <a:gd name="T24" fmla="*/ 215 w 224"/>
                <a:gd name="T25" fmla="*/ 57 h 236"/>
                <a:gd name="T26" fmla="*/ 201 w 224"/>
                <a:gd name="T27" fmla="*/ 58 h 236"/>
                <a:gd name="T28" fmla="*/ 191 w 224"/>
                <a:gd name="T29" fmla="*/ 65 h 236"/>
                <a:gd name="T30" fmla="*/ 183 w 224"/>
                <a:gd name="T31" fmla="*/ 70 h 236"/>
                <a:gd name="T32" fmla="*/ 176 w 224"/>
                <a:gd name="T33" fmla="*/ 78 h 236"/>
                <a:gd name="T34" fmla="*/ 163 w 224"/>
                <a:gd name="T35" fmla="*/ 76 h 236"/>
                <a:gd name="T36" fmla="*/ 158 w 224"/>
                <a:gd name="T37" fmla="*/ 67 h 236"/>
                <a:gd name="T38" fmla="*/ 155 w 224"/>
                <a:gd name="T39" fmla="*/ 79 h 236"/>
                <a:gd name="T40" fmla="*/ 130 w 224"/>
                <a:gd name="T41" fmla="*/ 76 h 236"/>
                <a:gd name="T42" fmla="*/ 118 w 224"/>
                <a:gd name="T43" fmla="*/ 73 h 236"/>
                <a:gd name="T44" fmla="*/ 106 w 224"/>
                <a:gd name="T45" fmla="*/ 66 h 236"/>
                <a:gd name="T46" fmla="*/ 95 w 224"/>
                <a:gd name="T47" fmla="*/ 60 h 236"/>
                <a:gd name="T48" fmla="*/ 100 w 224"/>
                <a:gd name="T49" fmla="*/ 48 h 236"/>
                <a:gd name="T50" fmla="*/ 92 w 224"/>
                <a:gd name="T51" fmla="*/ 41 h 236"/>
                <a:gd name="T52" fmla="*/ 82 w 224"/>
                <a:gd name="T53" fmla="*/ 30 h 236"/>
                <a:gd name="T54" fmla="*/ 89 w 224"/>
                <a:gd name="T55" fmla="*/ 23 h 236"/>
                <a:gd name="T56" fmla="*/ 84 w 224"/>
                <a:gd name="T57" fmla="*/ 9 h 236"/>
                <a:gd name="T58" fmla="*/ 76 w 224"/>
                <a:gd name="T59" fmla="*/ 0 h 236"/>
                <a:gd name="T60" fmla="*/ 70 w 224"/>
                <a:gd name="T61" fmla="*/ 6 h 236"/>
                <a:gd name="T62" fmla="*/ 50 w 224"/>
                <a:gd name="T63" fmla="*/ 7 h 236"/>
                <a:gd name="T64" fmla="*/ 47 w 224"/>
                <a:gd name="T65" fmla="*/ 19 h 236"/>
                <a:gd name="T66" fmla="*/ 56 w 224"/>
                <a:gd name="T67" fmla="*/ 30 h 236"/>
                <a:gd name="T68" fmla="*/ 50 w 224"/>
                <a:gd name="T69" fmla="*/ 42 h 236"/>
                <a:gd name="T70" fmla="*/ 41 w 224"/>
                <a:gd name="T71" fmla="*/ 50 h 236"/>
                <a:gd name="T72" fmla="*/ 32 w 224"/>
                <a:gd name="T73" fmla="*/ 63 h 236"/>
                <a:gd name="T74" fmla="*/ 22 w 224"/>
                <a:gd name="T75" fmla="*/ 69 h 236"/>
                <a:gd name="T76" fmla="*/ 10 w 224"/>
                <a:gd name="T77" fmla="*/ 76 h 236"/>
                <a:gd name="T78" fmla="*/ 18 w 224"/>
                <a:gd name="T79" fmla="*/ 90 h 236"/>
                <a:gd name="T80" fmla="*/ 15 w 224"/>
                <a:gd name="T81" fmla="*/ 99 h 236"/>
                <a:gd name="T82" fmla="*/ 0 w 224"/>
                <a:gd name="T83" fmla="*/ 104 h 236"/>
                <a:gd name="T84" fmla="*/ 7 w 224"/>
                <a:gd name="T85" fmla="*/ 112 h 236"/>
                <a:gd name="T86" fmla="*/ 5 w 224"/>
                <a:gd name="T87" fmla="*/ 116 h 236"/>
                <a:gd name="T88" fmla="*/ 30 w 224"/>
                <a:gd name="T89" fmla="*/ 122 h 236"/>
                <a:gd name="T90" fmla="*/ 35 w 224"/>
                <a:gd name="T91" fmla="*/ 126 h 236"/>
                <a:gd name="T92" fmla="*/ 36 w 224"/>
                <a:gd name="T93" fmla="*/ 147 h 236"/>
                <a:gd name="T94" fmla="*/ 47 w 224"/>
                <a:gd name="T95" fmla="*/ 183 h 236"/>
                <a:gd name="T96" fmla="*/ 63 w 224"/>
                <a:gd name="T97" fmla="*/ 220 h 236"/>
                <a:gd name="T98" fmla="*/ 78 w 224"/>
                <a:gd name="T99" fmla="*/ 230 h 236"/>
                <a:gd name="T100" fmla="*/ 89 w 224"/>
                <a:gd name="T101" fmla="*/ 217 h 236"/>
                <a:gd name="T102" fmla="*/ 93 w 224"/>
                <a:gd name="T103" fmla="*/ 201 h 236"/>
                <a:gd name="T104" fmla="*/ 95 w 224"/>
                <a:gd name="T105" fmla="*/ 178 h 236"/>
                <a:gd name="T106" fmla="*/ 106 w 224"/>
                <a:gd name="T107" fmla="*/ 165 h 236"/>
                <a:gd name="T108" fmla="*/ 131 w 224"/>
                <a:gd name="T109" fmla="*/ 143 h 236"/>
                <a:gd name="T110" fmla="*/ 146 w 224"/>
                <a:gd name="T111" fmla="*/ 126 h 236"/>
                <a:gd name="T112" fmla="*/ 162 w 224"/>
                <a:gd name="T113" fmla="*/ 121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236">
                  <a:moveTo>
                    <a:pt x="160" y="106"/>
                  </a:moveTo>
                  <a:cubicBezTo>
                    <a:pt x="158" y="103"/>
                    <a:pt x="157" y="96"/>
                    <a:pt x="158" y="94"/>
                  </a:cubicBezTo>
                  <a:cubicBezTo>
                    <a:pt x="158" y="92"/>
                    <a:pt x="161" y="94"/>
                    <a:pt x="162" y="91"/>
                  </a:cubicBezTo>
                  <a:cubicBezTo>
                    <a:pt x="163" y="88"/>
                    <a:pt x="154" y="88"/>
                    <a:pt x="157" y="84"/>
                  </a:cubicBezTo>
                  <a:cubicBezTo>
                    <a:pt x="160" y="80"/>
                    <a:pt x="160" y="84"/>
                    <a:pt x="163" y="84"/>
                  </a:cubicBezTo>
                  <a:cubicBezTo>
                    <a:pt x="167" y="84"/>
                    <a:pt x="169" y="86"/>
                    <a:pt x="169" y="88"/>
                  </a:cubicBezTo>
                  <a:cubicBezTo>
                    <a:pt x="169" y="91"/>
                    <a:pt x="173" y="92"/>
                    <a:pt x="173" y="92"/>
                  </a:cubicBezTo>
                  <a:cubicBezTo>
                    <a:pt x="173" y="92"/>
                    <a:pt x="179" y="92"/>
                    <a:pt x="182" y="92"/>
                  </a:cubicBezTo>
                  <a:cubicBezTo>
                    <a:pt x="185" y="92"/>
                    <a:pt x="187" y="92"/>
                    <a:pt x="187" y="94"/>
                  </a:cubicBezTo>
                  <a:cubicBezTo>
                    <a:pt x="187" y="96"/>
                    <a:pt x="184" y="102"/>
                    <a:pt x="181" y="102"/>
                  </a:cubicBezTo>
                  <a:cubicBezTo>
                    <a:pt x="178" y="102"/>
                    <a:pt x="178" y="110"/>
                    <a:pt x="181" y="110"/>
                  </a:cubicBezTo>
                  <a:cubicBezTo>
                    <a:pt x="183" y="111"/>
                    <a:pt x="185" y="104"/>
                    <a:pt x="187" y="104"/>
                  </a:cubicBezTo>
                  <a:cubicBezTo>
                    <a:pt x="188" y="104"/>
                    <a:pt x="188" y="112"/>
                    <a:pt x="190" y="120"/>
                  </a:cubicBezTo>
                  <a:cubicBezTo>
                    <a:pt x="190" y="119"/>
                    <a:pt x="191" y="119"/>
                    <a:pt x="191" y="119"/>
                  </a:cubicBezTo>
                  <a:cubicBezTo>
                    <a:pt x="193" y="119"/>
                    <a:pt x="192" y="112"/>
                    <a:pt x="193" y="110"/>
                  </a:cubicBezTo>
                  <a:cubicBezTo>
                    <a:pt x="194" y="108"/>
                    <a:pt x="194" y="102"/>
                    <a:pt x="195" y="102"/>
                  </a:cubicBezTo>
                  <a:cubicBezTo>
                    <a:pt x="196" y="102"/>
                    <a:pt x="201" y="104"/>
                    <a:pt x="201" y="103"/>
                  </a:cubicBezTo>
                  <a:cubicBezTo>
                    <a:pt x="201" y="101"/>
                    <a:pt x="205" y="96"/>
                    <a:pt x="204" y="93"/>
                  </a:cubicBezTo>
                  <a:cubicBezTo>
                    <a:pt x="203" y="90"/>
                    <a:pt x="206" y="87"/>
                    <a:pt x="206" y="83"/>
                  </a:cubicBezTo>
                  <a:cubicBezTo>
                    <a:pt x="206" y="80"/>
                    <a:pt x="209" y="79"/>
                    <a:pt x="212" y="77"/>
                  </a:cubicBezTo>
                  <a:cubicBezTo>
                    <a:pt x="214" y="75"/>
                    <a:pt x="218" y="72"/>
                    <a:pt x="218" y="74"/>
                  </a:cubicBezTo>
                  <a:cubicBezTo>
                    <a:pt x="219" y="75"/>
                    <a:pt x="224" y="77"/>
                    <a:pt x="222" y="74"/>
                  </a:cubicBezTo>
                  <a:cubicBezTo>
                    <a:pt x="220" y="71"/>
                    <a:pt x="220" y="69"/>
                    <a:pt x="221" y="68"/>
                  </a:cubicBezTo>
                  <a:cubicBezTo>
                    <a:pt x="222" y="68"/>
                    <a:pt x="223" y="65"/>
                    <a:pt x="223" y="65"/>
                  </a:cubicBezTo>
                  <a:cubicBezTo>
                    <a:pt x="223" y="65"/>
                    <a:pt x="219" y="64"/>
                    <a:pt x="218" y="62"/>
                  </a:cubicBezTo>
                  <a:cubicBezTo>
                    <a:pt x="218" y="60"/>
                    <a:pt x="215" y="58"/>
                    <a:pt x="215" y="57"/>
                  </a:cubicBezTo>
                  <a:cubicBezTo>
                    <a:pt x="215" y="55"/>
                    <a:pt x="213" y="56"/>
                    <a:pt x="211" y="57"/>
                  </a:cubicBezTo>
                  <a:cubicBezTo>
                    <a:pt x="209" y="59"/>
                    <a:pt x="206" y="55"/>
                    <a:pt x="201" y="58"/>
                  </a:cubicBezTo>
                  <a:cubicBezTo>
                    <a:pt x="197" y="60"/>
                    <a:pt x="196" y="62"/>
                    <a:pt x="194" y="62"/>
                  </a:cubicBezTo>
                  <a:cubicBezTo>
                    <a:pt x="193" y="62"/>
                    <a:pt x="193" y="64"/>
                    <a:pt x="191" y="65"/>
                  </a:cubicBezTo>
                  <a:cubicBezTo>
                    <a:pt x="190" y="67"/>
                    <a:pt x="188" y="69"/>
                    <a:pt x="187" y="69"/>
                  </a:cubicBezTo>
                  <a:cubicBezTo>
                    <a:pt x="186" y="69"/>
                    <a:pt x="183" y="70"/>
                    <a:pt x="183" y="70"/>
                  </a:cubicBezTo>
                  <a:cubicBezTo>
                    <a:pt x="183" y="70"/>
                    <a:pt x="186" y="75"/>
                    <a:pt x="184" y="77"/>
                  </a:cubicBezTo>
                  <a:cubicBezTo>
                    <a:pt x="183" y="80"/>
                    <a:pt x="180" y="77"/>
                    <a:pt x="176" y="78"/>
                  </a:cubicBezTo>
                  <a:cubicBezTo>
                    <a:pt x="173" y="79"/>
                    <a:pt x="171" y="77"/>
                    <a:pt x="169" y="78"/>
                  </a:cubicBezTo>
                  <a:cubicBezTo>
                    <a:pt x="166" y="78"/>
                    <a:pt x="165" y="76"/>
                    <a:pt x="163" y="76"/>
                  </a:cubicBezTo>
                  <a:cubicBezTo>
                    <a:pt x="162" y="77"/>
                    <a:pt x="160" y="74"/>
                    <a:pt x="161" y="71"/>
                  </a:cubicBezTo>
                  <a:cubicBezTo>
                    <a:pt x="161" y="68"/>
                    <a:pt x="160" y="65"/>
                    <a:pt x="158" y="67"/>
                  </a:cubicBezTo>
                  <a:cubicBezTo>
                    <a:pt x="157" y="69"/>
                    <a:pt x="155" y="68"/>
                    <a:pt x="155" y="71"/>
                  </a:cubicBezTo>
                  <a:cubicBezTo>
                    <a:pt x="155" y="74"/>
                    <a:pt x="157" y="77"/>
                    <a:pt x="155" y="79"/>
                  </a:cubicBezTo>
                  <a:cubicBezTo>
                    <a:pt x="153" y="81"/>
                    <a:pt x="143" y="82"/>
                    <a:pt x="141" y="80"/>
                  </a:cubicBezTo>
                  <a:cubicBezTo>
                    <a:pt x="139" y="79"/>
                    <a:pt x="131" y="78"/>
                    <a:pt x="130" y="76"/>
                  </a:cubicBezTo>
                  <a:cubicBezTo>
                    <a:pt x="130" y="75"/>
                    <a:pt x="127" y="72"/>
                    <a:pt x="126" y="72"/>
                  </a:cubicBezTo>
                  <a:cubicBezTo>
                    <a:pt x="124" y="72"/>
                    <a:pt x="119" y="74"/>
                    <a:pt x="118" y="73"/>
                  </a:cubicBezTo>
                  <a:cubicBezTo>
                    <a:pt x="117" y="72"/>
                    <a:pt x="114" y="69"/>
                    <a:pt x="112" y="69"/>
                  </a:cubicBezTo>
                  <a:cubicBezTo>
                    <a:pt x="109" y="69"/>
                    <a:pt x="106" y="67"/>
                    <a:pt x="106" y="66"/>
                  </a:cubicBezTo>
                  <a:cubicBezTo>
                    <a:pt x="105" y="65"/>
                    <a:pt x="100" y="64"/>
                    <a:pt x="99" y="63"/>
                  </a:cubicBezTo>
                  <a:cubicBezTo>
                    <a:pt x="98" y="61"/>
                    <a:pt x="95" y="61"/>
                    <a:pt x="95" y="60"/>
                  </a:cubicBezTo>
                  <a:cubicBezTo>
                    <a:pt x="95" y="58"/>
                    <a:pt x="96" y="55"/>
                    <a:pt x="96" y="54"/>
                  </a:cubicBezTo>
                  <a:cubicBezTo>
                    <a:pt x="96" y="52"/>
                    <a:pt x="100" y="50"/>
                    <a:pt x="100" y="48"/>
                  </a:cubicBezTo>
                  <a:cubicBezTo>
                    <a:pt x="100" y="47"/>
                    <a:pt x="97" y="45"/>
                    <a:pt x="97" y="45"/>
                  </a:cubicBezTo>
                  <a:cubicBezTo>
                    <a:pt x="97" y="45"/>
                    <a:pt x="94" y="41"/>
                    <a:pt x="92" y="41"/>
                  </a:cubicBezTo>
                  <a:cubicBezTo>
                    <a:pt x="89" y="41"/>
                    <a:pt x="87" y="36"/>
                    <a:pt x="85" y="36"/>
                  </a:cubicBezTo>
                  <a:cubicBezTo>
                    <a:pt x="83" y="36"/>
                    <a:pt x="84" y="31"/>
                    <a:pt x="82" y="30"/>
                  </a:cubicBezTo>
                  <a:cubicBezTo>
                    <a:pt x="81" y="28"/>
                    <a:pt x="82" y="24"/>
                    <a:pt x="84" y="26"/>
                  </a:cubicBezTo>
                  <a:cubicBezTo>
                    <a:pt x="86" y="28"/>
                    <a:pt x="91" y="26"/>
                    <a:pt x="89" y="23"/>
                  </a:cubicBezTo>
                  <a:cubicBezTo>
                    <a:pt x="87" y="21"/>
                    <a:pt x="85" y="18"/>
                    <a:pt x="85" y="16"/>
                  </a:cubicBezTo>
                  <a:cubicBezTo>
                    <a:pt x="85" y="15"/>
                    <a:pt x="86" y="10"/>
                    <a:pt x="84" y="9"/>
                  </a:cubicBezTo>
                  <a:cubicBezTo>
                    <a:pt x="82" y="8"/>
                    <a:pt x="80" y="6"/>
                    <a:pt x="79" y="3"/>
                  </a:cubicBezTo>
                  <a:cubicBezTo>
                    <a:pt x="79" y="1"/>
                    <a:pt x="76" y="0"/>
                    <a:pt x="76" y="0"/>
                  </a:cubicBezTo>
                  <a:cubicBezTo>
                    <a:pt x="73" y="0"/>
                    <a:pt x="73" y="0"/>
                    <a:pt x="73" y="0"/>
                  </a:cubicBezTo>
                  <a:cubicBezTo>
                    <a:pt x="73" y="0"/>
                    <a:pt x="71" y="5"/>
                    <a:pt x="70" y="6"/>
                  </a:cubicBezTo>
                  <a:cubicBezTo>
                    <a:pt x="69" y="6"/>
                    <a:pt x="64" y="7"/>
                    <a:pt x="62" y="9"/>
                  </a:cubicBezTo>
                  <a:cubicBezTo>
                    <a:pt x="60" y="10"/>
                    <a:pt x="53" y="7"/>
                    <a:pt x="50" y="7"/>
                  </a:cubicBezTo>
                  <a:cubicBezTo>
                    <a:pt x="46" y="7"/>
                    <a:pt x="44" y="10"/>
                    <a:pt x="46" y="11"/>
                  </a:cubicBezTo>
                  <a:cubicBezTo>
                    <a:pt x="47" y="12"/>
                    <a:pt x="47" y="19"/>
                    <a:pt x="47" y="19"/>
                  </a:cubicBezTo>
                  <a:cubicBezTo>
                    <a:pt x="47" y="19"/>
                    <a:pt x="49" y="27"/>
                    <a:pt x="52" y="26"/>
                  </a:cubicBezTo>
                  <a:cubicBezTo>
                    <a:pt x="55" y="26"/>
                    <a:pt x="58" y="29"/>
                    <a:pt x="56" y="30"/>
                  </a:cubicBezTo>
                  <a:cubicBezTo>
                    <a:pt x="53" y="30"/>
                    <a:pt x="52" y="33"/>
                    <a:pt x="52" y="36"/>
                  </a:cubicBezTo>
                  <a:cubicBezTo>
                    <a:pt x="51" y="38"/>
                    <a:pt x="52" y="41"/>
                    <a:pt x="50" y="42"/>
                  </a:cubicBezTo>
                  <a:cubicBezTo>
                    <a:pt x="48" y="42"/>
                    <a:pt x="46" y="43"/>
                    <a:pt x="46" y="46"/>
                  </a:cubicBezTo>
                  <a:cubicBezTo>
                    <a:pt x="46" y="50"/>
                    <a:pt x="42" y="49"/>
                    <a:pt x="41" y="50"/>
                  </a:cubicBezTo>
                  <a:cubicBezTo>
                    <a:pt x="41" y="51"/>
                    <a:pt x="39" y="58"/>
                    <a:pt x="38" y="59"/>
                  </a:cubicBezTo>
                  <a:cubicBezTo>
                    <a:pt x="37" y="60"/>
                    <a:pt x="32" y="60"/>
                    <a:pt x="32" y="63"/>
                  </a:cubicBezTo>
                  <a:cubicBezTo>
                    <a:pt x="31" y="66"/>
                    <a:pt x="29" y="69"/>
                    <a:pt x="27" y="69"/>
                  </a:cubicBezTo>
                  <a:cubicBezTo>
                    <a:pt x="26" y="68"/>
                    <a:pt x="23" y="67"/>
                    <a:pt x="22" y="69"/>
                  </a:cubicBezTo>
                  <a:cubicBezTo>
                    <a:pt x="21" y="71"/>
                    <a:pt x="17" y="68"/>
                    <a:pt x="16" y="68"/>
                  </a:cubicBezTo>
                  <a:cubicBezTo>
                    <a:pt x="15" y="69"/>
                    <a:pt x="10" y="74"/>
                    <a:pt x="10" y="76"/>
                  </a:cubicBezTo>
                  <a:cubicBezTo>
                    <a:pt x="10" y="79"/>
                    <a:pt x="15" y="79"/>
                    <a:pt x="15" y="82"/>
                  </a:cubicBezTo>
                  <a:cubicBezTo>
                    <a:pt x="14" y="85"/>
                    <a:pt x="17" y="88"/>
                    <a:pt x="18" y="90"/>
                  </a:cubicBezTo>
                  <a:cubicBezTo>
                    <a:pt x="20" y="92"/>
                    <a:pt x="22" y="95"/>
                    <a:pt x="21" y="97"/>
                  </a:cubicBezTo>
                  <a:cubicBezTo>
                    <a:pt x="20" y="99"/>
                    <a:pt x="18" y="100"/>
                    <a:pt x="15" y="99"/>
                  </a:cubicBezTo>
                  <a:cubicBezTo>
                    <a:pt x="12" y="98"/>
                    <a:pt x="12" y="100"/>
                    <a:pt x="7" y="99"/>
                  </a:cubicBezTo>
                  <a:cubicBezTo>
                    <a:pt x="2" y="98"/>
                    <a:pt x="2" y="102"/>
                    <a:pt x="0" y="104"/>
                  </a:cubicBezTo>
                  <a:cubicBezTo>
                    <a:pt x="0" y="104"/>
                    <a:pt x="0" y="105"/>
                    <a:pt x="0" y="105"/>
                  </a:cubicBezTo>
                  <a:cubicBezTo>
                    <a:pt x="2" y="107"/>
                    <a:pt x="3" y="110"/>
                    <a:pt x="7" y="112"/>
                  </a:cubicBezTo>
                  <a:cubicBezTo>
                    <a:pt x="12" y="114"/>
                    <a:pt x="16" y="109"/>
                    <a:pt x="16" y="112"/>
                  </a:cubicBezTo>
                  <a:cubicBezTo>
                    <a:pt x="16" y="116"/>
                    <a:pt x="5" y="115"/>
                    <a:pt x="5" y="116"/>
                  </a:cubicBezTo>
                  <a:cubicBezTo>
                    <a:pt x="4" y="117"/>
                    <a:pt x="16" y="131"/>
                    <a:pt x="22" y="130"/>
                  </a:cubicBezTo>
                  <a:cubicBezTo>
                    <a:pt x="28" y="129"/>
                    <a:pt x="32" y="123"/>
                    <a:pt x="30" y="122"/>
                  </a:cubicBezTo>
                  <a:cubicBezTo>
                    <a:pt x="29" y="121"/>
                    <a:pt x="31" y="117"/>
                    <a:pt x="33" y="117"/>
                  </a:cubicBezTo>
                  <a:cubicBezTo>
                    <a:pt x="34" y="118"/>
                    <a:pt x="33" y="124"/>
                    <a:pt x="35" y="126"/>
                  </a:cubicBezTo>
                  <a:cubicBezTo>
                    <a:pt x="36" y="127"/>
                    <a:pt x="36" y="130"/>
                    <a:pt x="35" y="133"/>
                  </a:cubicBezTo>
                  <a:cubicBezTo>
                    <a:pt x="34" y="136"/>
                    <a:pt x="36" y="143"/>
                    <a:pt x="36" y="147"/>
                  </a:cubicBezTo>
                  <a:cubicBezTo>
                    <a:pt x="37" y="150"/>
                    <a:pt x="39" y="156"/>
                    <a:pt x="40" y="161"/>
                  </a:cubicBezTo>
                  <a:cubicBezTo>
                    <a:pt x="41" y="167"/>
                    <a:pt x="44" y="177"/>
                    <a:pt x="47" y="183"/>
                  </a:cubicBezTo>
                  <a:cubicBezTo>
                    <a:pt x="51" y="189"/>
                    <a:pt x="53" y="201"/>
                    <a:pt x="55" y="204"/>
                  </a:cubicBezTo>
                  <a:cubicBezTo>
                    <a:pt x="57" y="206"/>
                    <a:pt x="63" y="215"/>
                    <a:pt x="63" y="220"/>
                  </a:cubicBezTo>
                  <a:cubicBezTo>
                    <a:pt x="63" y="226"/>
                    <a:pt x="69" y="233"/>
                    <a:pt x="71" y="235"/>
                  </a:cubicBezTo>
                  <a:cubicBezTo>
                    <a:pt x="73" y="236"/>
                    <a:pt x="77" y="233"/>
                    <a:pt x="78" y="230"/>
                  </a:cubicBezTo>
                  <a:cubicBezTo>
                    <a:pt x="79" y="226"/>
                    <a:pt x="85" y="225"/>
                    <a:pt x="86" y="222"/>
                  </a:cubicBezTo>
                  <a:cubicBezTo>
                    <a:pt x="86" y="219"/>
                    <a:pt x="87" y="217"/>
                    <a:pt x="89" y="217"/>
                  </a:cubicBezTo>
                  <a:cubicBezTo>
                    <a:pt x="91" y="216"/>
                    <a:pt x="91" y="214"/>
                    <a:pt x="91" y="211"/>
                  </a:cubicBezTo>
                  <a:cubicBezTo>
                    <a:pt x="91" y="208"/>
                    <a:pt x="91" y="204"/>
                    <a:pt x="93" y="201"/>
                  </a:cubicBezTo>
                  <a:cubicBezTo>
                    <a:pt x="95" y="198"/>
                    <a:pt x="96" y="191"/>
                    <a:pt x="95" y="188"/>
                  </a:cubicBezTo>
                  <a:cubicBezTo>
                    <a:pt x="93" y="185"/>
                    <a:pt x="94" y="181"/>
                    <a:pt x="95" y="178"/>
                  </a:cubicBezTo>
                  <a:cubicBezTo>
                    <a:pt x="96" y="175"/>
                    <a:pt x="96" y="171"/>
                    <a:pt x="98" y="171"/>
                  </a:cubicBezTo>
                  <a:cubicBezTo>
                    <a:pt x="100" y="171"/>
                    <a:pt x="104" y="169"/>
                    <a:pt x="106" y="165"/>
                  </a:cubicBezTo>
                  <a:cubicBezTo>
                    <a:pt x="108" y="162"/>
                    <a:pt x="116" y="158"/>
                    <a:pt x="118" y="156"/>
                  </a:cubicBezTo>
                  <a:cubicBezTo>
                    <a:pt x="121" y="154"/>
                    <a:pt x="129" y="147"/>
                    <a:pt x="131" y="143"/>
                  </a:cubicBezTo>
                  <a:cubicBezTo>
                    <a:pt x="134" y="139"/>
                    <a:pt x="140" y="137"/>
                    <a:pt x="143" y="134"/>
                  </a:cubicBezTo>
                  <a:cubicBezTo>
                    <a:pt x="147" y="131"/>
                    <a:pt x="145" y="129"/>
                    <a:pt x="146" y="126"/>
                  </a:cubicBezTo>
                  <a:cubicBezTo>
                    <a:pt x="147" y="122"/>
                    <a:pt x="157" y="121"/>
                    <a:pt x="160" y="121"/>
                  </a:cubicBezTo>
                  <a:cubicBezTo>
                    <a:pt x="161" y="121"/>
                    <a:pt x="162" y="121"/>
                    <a:pt x="162" y="121"/>
                  </a:cubicBezTo>
                  <a:cubicBezTo>
                    <a:pt x="162" y="115"/>
                    <a:pt x="161" y="109"/>
                    <a:pt x="160" y="10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0" name="Freeform 51">
              <a:extLst>
                <a:ext uri="{FF2B5EF4-FFF2-40B4-BE49-F238E27FC236}">
                  <a16:creationId xmlns:a16="http://schemas.microsoft.com/office/drawing/2014/main" id="{4F273B3C-90F9-499F-B637-2872C5EC7E40}"/>
                </a:ext>
              </a:extLst>
            </p:cNvPr>
            <p:cNvSpPr>
              <a:spLocks/>
            </p:cNvSpPr>
            <p:nvPr/>
          </p:nvSpPr>
          <p:spPr bwMode="auto">
            <a:xfrm>
              <a:off x="6121401" y="1927225"/>
              <a:ext cx="635000" cy="271463"/>
            </a:xfrm>
            <a:custGeom>
              <a:avLst/>
              <a:gdLst>
                <a:gd name="T0" fmla="*/ 235 w 253"/>
                <a:gd name="T1" fmla="*/ 46 h 108"/>
                <a:gd name="T2" fmla="*/ 219 w 253"/>
                <a:gd name="T3" fmla="*/ 45 h 108"/>
                <a:gd name="T4" fmla="*/ 220 w 253"/>
                <a:gd name="T5" fmla="*/ 36 h 108"/>
                <a:gd name="T6" fmla="*/ 221 w 253"/>
                <a:gd name="T7" fmla="*/ 23 h 108"/>
                <a:gd name="T8" fmla="*/ 204 w 253"/>
                <a:gd name="T9" fmla="*/ 21 h 108"/>
                <a:gd name="T10" fmla="*/ 191 w 253"/>
                <a:gd name="T11" fmla="*/ 28 h 108"/>
                <a:gd name="T12" fmla="*/ 170 w 253"/>
                <a:gd name="T13" fmla="*/ 30 h 108"/>
                <a:gd name="T14" fmla="*/ 155 w 253"/>
                <a:gd name="T15" fmla="*/ 24 h 108"/>
                <a:gd name="T16" fmla="*/ 143 w 253"/>
                <a:gd name="T17" fmla="*/ 19 h 108"/>
                <a:gd name="T18" fmla="*/ 128 w 253"/>
                <a:gd name="T19" fmla="*/ 18 h 108"/>
                <a:gd name="T20" fmla="*/ 115 w 253"/>
                <a:gd name="T21" fmla="*/ 19 h 108"/>
                <a:gd name="T22" fmla="*/ 109 w 253"/>
                <a:gd name="T23" fmla="*/ 8 h 108"/>
                <a:gd name="T24" fmla="*/ 95 w 253"/>
                <a:gd name="T25" fmla="*/ 4 h 108"/>
                <a:gd name="T26" fmla="*/ 84 w 253"/>
                <a:gd name="T27" fmla="*/ 0 h 108"/>
                <a:gd name="T28" fmla="*/ 77 w 253"/>
                <a:gd name="T29" fmla="*/ 6 h 108"/>
                <a:gd name="T30" fmla="*/ 77 w 253"/>
                <a:gd name="T31" fmla="*/ 16 h 108"/>
                <a:gd name="T32" fmla="*/ 70 w 253"/>
                <a:gd name="T33" fmla="*/ 24 h 108"/>
                <a:gd name="T34" fmla="*/ 58 w 253"/>
                <a:gd name="T35" fmla="*/ 23 h 108"/>
                <a:gd name="T36" fmla="*/ 48 w 253"/>
                <a:gd name="T37" fmla="*/ 16 h 108"/>
                <a:gd name="T38" fmla="*/ 31 w 253"/>
                <a:gd name="T39" fmla="*/ 15 h 108"/>
                <a:gd name="T40" fmla="*/ 21 w 253"/>
                <a:gd name="T41" fmla="*/ 21 h 108"/>
                <a:gd name="T42" fmla="*/ 7 w 253"/>
                <a:gd name="T43" fmla="*/ 28 h 108"/>
                <a:gd name="T44" fmla="*/ 0 w 253"/>
                <a:gd name="T45" fmla="*/ 31 h 108"/>
                <a:gd name="T46" fmla="*/ 6 w 253"/>
                <a:gd name="T47" fmla="*/ 39 h 108"/>
                <a:gd name="T48" fmla="*/ 20 w 253"/>
                <a:gd name="T49" fmla="*/ 48 h 108"/>
                <a:gd name="T50" fmla="*/ 24 w 253"/>
                <a:gd name="T51" fmla="*/ 63 h 108"/>
                <a:gd name="T52" fmla="*/ 41 w 253"/>
                <a:gd name="T53" fmla="*/ 74 h 108"/>
                <a:gd name="T54" fmla="*/ 52 w 253"/>
                <a:gd name="T55" fmla="*/ 81 h 108"/>
                <a:gd name="T56" fmla="*/ 63 w 253"/>
                <a:gd name="T57" fmla="*/ 96 h 108"/>
                <a:gd name="T58" fmla="*/ 92 w 253"/>
                <a:gd name="T59" fmla="*/ 97 h 108"/>
                <a:gd name="T60" fmla="*/ 115 w 253"/>
                <a:gd name="T61" fmla="*/ 103 h 108"/>
                <a:gd name="T62" fmla="*/ 130 w 253"/>
                <a:gd name="T63" fmla="*/ 108 h 108"/>
                <a:gd name="T64" fmla="*/ 162 w 253"/>
                <a:gd name="T65" fmla="*/ 100 h 108"/>
                <a:gd name="T66" fmla="*/ 186 w 253"/>
                <a:gd name="T67" fmla="*/ 86 h 108"/>
                <a:gd name="T68" fmla="*/ 192 w 253"/>
                <a:gd name="T69" fmla="*/ 75 h 108"/>
                <a:gd name="T70" fmla="*/ 217 w 253"/>
                <a:gd name="T71" fmla="*/ 70 h 108"/>
                <a:gd name="T72" fmla="*/ 234 w 253"/>
                <a:gd name="T73" fmla="*/ 59 h 108"/>
                <a:gd name="T74" fmla="*/ 253 w 253"/>
                <a:gd name="T75" fmla="*/ 5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3" h="108">
                  <a:moveTo>
                    <a:pt x="242" y="45"/>
                  </a:moveTo>
                  <a:cubicBezTo>
                    <a:pt x="240" y="42"/>
                    <a:pt x="236" y="44"/>
                    <a:pt x="235" y="46"/>
                  </a:cubicBezTo>
                  <a:cubicBezTo>
                    <a:pt x="234" y="49"/>
                    <a:pt x="232" y="45"/>
                    <a:pt x="227" y="45"/>
                  </a:cubicBezTo>
                  <a:cubicBezTo>
                    <a:pt x="222" y="45"/>
                    <a:pt x="222" y="48"/>
                    <a:pt x="219" y="45"/>
                  </a:cubicBezTo>
                  <a:cubicBezTo>
                    <a:pt x="215" y="42"/>
                    <a:pt x="220" y="40"/>
                    <a:pt x="220" y="40"/>
                  </a:cubicBezTo>
                  <a:cubicBezTo>
                    <a:pt x="220" y="36"/>
                    <a:pt x="220" y="36"/>
                    <a:pt x="220" y="36"/>
                  </a:cubicBezTo>
                  <a:cubicBezTo>
                    <a:pt x="227" y="23"/>
                    <a:pt x="227" y="23"/>
                    <a:pt x="227" y="23"/>
                  </a:cubicBezTo>
                  <a:cubicBezTo>
                    <a:pt x="225" y="23"/>
                    <a:pt x="222" y="22"/>
                    <a:pt x="221" y="23"/>
                  </a:cubicBezTo>
                  <a:cubicBezTo>
                    <a:pt x="219" y="24"/>
                    <a:pt x="214" y="23"/>
                    <a:pt x="214" y="21"/>
                  </a:cubicBezTo>
                  <a:cubicBezTo>
                    <a:pt x="213" y="20"/>
                    <a:pt x="206" y="20"/>
                    <a:pt x="204" y="21"/>
                  </a:cubicBezTo>
                  <a:cubicBezTo>
                    <a:pt x="202" y="22"/>
                    <a:pt x="198" y="24"/>
                    <a:pt x="197" y="25"/>
                  </a:cubicBezTo>
                  <a:cubicBezTo>
                    <a:pt x="197" y="27"/>
                    <a:pt x="193" y="26"/>
                    <a:pt x="191" y="28"/>
                  </a:cubicBezTo>
                  <a:cubicBezTo>
                    <a:pt x="189" y="29"/>
                    <a:pt x="181" y="29"/>
                    <a:pt x="181" y="30"/>
                  </a:cubicBezTo>
                  <a:cubicBezTo>
                    <a:pt x="180" y="31"/>
                    <a:pt x="171" y="31"/>
                    <a:pt x="170" y="30"/>
                  </a:cubicBezTo>
                  <a:cubicBezTo>
                    <a:pt x="168" y="29"/>
                    <a:pt x="161" y="30"/>
                    <a:pt x="160" y="28"/>
                  </a:cubicBezTo>
                  <a:cubicBezTo>
                    <a:pt x="159" y="26"/>
                    <a:pt x="155" y="26"/>
                    <a:pt x="155" y="24"/>
                  </a:cubicBezTo>
                  <a:cubicBezTo>
                    <a:pt x="155" y="22"/>
                    <a:pt x="149" y="22"/>
                    <a:pt x="149" y="21"/>
                  </a:cubicBezTo>
                  <a:cubicBezTo>
                    <a:pt x="148" y="19"/>
                    <a:pt x="143" y="19"/>
                    <a:pt x="143" y="19"/>
                  </a:cubicBezTo>
                  <a:cubicBezTo>
                    <a:pt x="142" y="20"/>
                    <a:pt x="137" y="18"/>
                    <a:pt x="135" y="17"/>
                  </a:cubicBezTo>
                  <a:cubicBezTo>
                    <a:pt x="134" y="17"/>
                    <a:pt x="129" y="18"/>
                    <a:pt x="128" y="18"/>
                  </a:cubicBezTo>
                  <a:cubicBezTo>
                    <a:pt x="126" y="18"/>
                    <a:pt x="124" y="21"/>
                    <a:pt x="122" y="21"/>
                  </a:cubicBezTo>
                  <a:cubicBezTo>
                    <a:pt x="120" y="21"/>
                    <a:pt x="116" y="18"/>
                    <a:pt x="115" y="19"/>
                  </a:cubicBezTo>
                  <a:cubicBezTo>
                    <a:pt x="114" y="20"/>
                    <a:pt x="111" y="17"/>
                    <a:pt x="110" y="15"/>
                  </a:cubicBezTo>
                  <a:cubicBezTo>
                    <a:pt x="109" y="14"/>
                    <a:pt x="110" y="10"/>
                    <a:pt x="109" y="8"/>
                  </a:cubicBezTo>
                  <a:cubicBezTo>
                    <a:pt x="108" y="7"/>
                    <a:pt x="103" y="7"/>
                    <a:pt x="101" y="6"/>
                  </a:cubicBezTo>
                  <a:cubicBezTo>
                    <a:pt x="99" y="5"/>
                    <a:pt x="97" y="4"/>
                    <a:pt x="95" y="4"/>
                  </a:cubicBezTo>
                  <a:cubicBezTo>
                    <a:pt x="94" y="4"/>
                    <a:pt x="91" y="3"/>
                    <a:pt x="90" y="2"/>
                  </a:cubicBezTo>
                  <a:cubicBezTo>
                    <a:pt x="89" y="2"/>
                    <a:pt x="86" y="1"/>
                    <a:pt x="84" y="0"/>
                  </a:cubicBezTo>
                  <a:cubicBezTo>
                    <a:pt x="83" y="0"/>
                    <a:pt x="82" y="2"/>
                    <a:pt x="81" y="3"/>
                  </a:cubicBezTo>
                  <a:cubicBezTo>
                    <a:pt x="80" y="4"/>
                    <a:pt x="78" y="4"/>
                    <a:pt x="77" y="6"/>
                  </a:cubicBezTo>
                  <a:cubicBezTo>
                    <a:pt x="77" y="7"/>
                    <a:pt x="73" y="8"/>
                    <a:pt x="74" y="10"/>
                  </a:cubicBezTo>
                  <a:cubicBezTo>
                    <a:pt x="74" y="11"/>
                    <a:pt x="75" y="15"/>
                    <a:pt x="77" y="16"/>
                  </a:cubicBezTo>
                  <a:cubicBezTo>
                    <a:pt x="78" y="17"/>
                    <a:pt x="77" y="20"/>
                    <a:pt x="76" y="21"/>
                  </a:cubicBezTo>
                  <a:cubicBezTo>
                    <a:pt x="76" y="22"/>
                    <a:pt x="71" y="23"/>
                    <a:pt x="70" y="24"/>
                  </a:cubicBezTo>
                  <a:cubicBezTo>
                    <a:pt x="69" y="26"/>
                    <a:pt x="66" y="24"/>
                    <a:pt x="64" y="23"/>
                  </a:cubicBezTo>
                  <a:cubicBezTo>
                    <a:pt x="62" y="21"/>
                    <a:pt x="59" y="22"/>
                    <a:pt x="58" y="23"/>
                  </a:cubicBezTo>
                  <a:cubicBezTo>
                    <a:pt x="56" y="24"/>
                    <a:pt x="52" y="21"/>
                    <a:pt x="51" y="21"/>
                  </a:cubicBezTo>
                  <a:cubicBezTo>
                    <a:pt x="50" y="20"/>
                    <a:pt x="50" y="16"/>
                    <a:pt x="48" y="16"/>
                  </a:cubicBezTo>
                  <a:cubicBezTo>
                    <a:pt x="47" y="16"/>
                    <a:pt x="39" y="15"/>
                    <a:pt x="37" y="14"/>
                  </a:cubicBezTo>
                  <a:cubicBezTo>
                    <a:pt x="35" y="14"/>
                    <a:pt x="32" y="14"/>
                    <a:pt x="31" y="15"/>
                  </a:cubicBezTo>
                  <a:cubicBezTo>
                    <a:pt x="31" y="16"/>
                    <a:pt x="27" y="16"/>
                    <a:pt x="26" y="17"/>
                  </a:cubicBezTo>
                  <a:cubicBezTo>
                    <a:pt x="25" y="19"/>
                    <a:pt x="22" y="20"/>
                    <a:pt x="21" y="21"/>
                  </a:cubicBezTo>
                  <a:cubicBezTo>
                    <a:pt x="20" y="22"/>
                    <a:pt x="16" y="22"/>
                    <a:pt x="15" y="25"/>
                  </a:cubicBezTo>
                  <a:cubicBezTo>
                    <a:pt x="14" y="27"/>
                    <a:pt x="9" y="28"/>
                    <a:pt x="7" y="28"/>
                  </a:cubicBezTo>
                  <a:cubicBezTo>
                    <a:pt x="6" y="28"/>
                    <a:pt x="2" y="29"/>
                    <a:pt x="2" y="30"/>
                  </a:cubicBezTo>
                  <a:cubicBezTo>
                    <a:pt x="2" y="31"/>
                    <a:pt x="1" y="31"/>
                    <a:pt x="0" y="31"/>
                  </a:cubicBezTo>
                  <a:cubicBezTo>
                    <a:pt x="0" y="31"/>
                    <a:pt x="0" y="31"/>
                    <a:pt x="1" y="31"/>
                  </a:cubicBezTo>
                  <a:cubicBezTo>
                    <a:pt x="2" y="37"/>
                    <a:pt x="4" y="37"/>
                    <a:pt x="6" y="39"/>
                  </a:cubicBezTo>
                  <a:cubicBezTo>
                    <a:pt x="9" y="41"/>
                    <a:pt x="11" y="43"/>
                    <a:pt x="14" y="43"/>
                  </a:cubicBezTo>
                  <a:cubicBezTo>
                    <a:pt x="16" y="43"/>
                    <a:pt x="20" y="46"/>
                    <a:pt x="20" y="48"/>
                  </a:cubicBezTo>
                  <a:cubicBezTo>
                    <a:pt x="21" y="51"/>
                    <a:pt x="23" y="53"/>
                    <a:pt x="25" y="55"/>
                  </a:cubicBezTo>
                  <a:cubicBezTo>
                    <a:pt x="26" y="56"/>
                    <a:pt x="24" y="60"/>
                    <a:pt x="24" y="63"/>
                  </a:cubicBezTo>
                  <a:cubicBezTo>
                    <a:pt x="24" y="66"/>
                    <a:pt x="21" y="66"/>
                    <a:pt x="22" y="69"/>
                  </a:cubicBezTo>
                  <a:cubicBezTo>
                    <a:pt x="24" y="72"/>
                    <a:pt x="37" y="74"/>
                    <a:pt x="41" y="74"/>
                  </a:cubicBezTo>
                  <a:cubicBezTo>
                    <a:pt x="44" y="74"/>
                    <a:pt x="45" y="77"/>
                    <a:pt x="47" y="77"/>
                  </a:cubicBezTo>
                  <a:cubicBezTo>
                    <a:pt x="49" y="78"/>
                    <a:pt x="49" y="80"/>
                    <a:pt x="52" y="81"/>
                  </a:cubicBezTo>
                  <a:cubicBezTo>
                    <a:pt x="54" y="81"/>
                    <a:pt x="57" y="83"/>
                    <a:pt x="58" y="88"/>
                  </a:cubicBezTo>
                  <a:cubicBezTo>
                    <a:pt x="59" y="92"/>
                    <a:pt x="62" y="94"/>
                    <a:pt x="63" y="96"/>
                  </a:cubicBezTo>
                  <a:cubicBezTo>
                    <a:pt x="63" y="98"/>
                    <a:pt x="69" y="96"/>
                    <a:pt x="73" y="97"/>
                  </a:cubicBezTo>
                  <a:cubicBezTo>
                    <a:pt x="77" y="97"/>
                    <a:pt x="89" y="97"/>
                    <a:pt x="92" y="97"/>
                  </a:cubicBezTo>
                  <a:cubicBezTo>
                    <a:pt x="95" y="98"/>
                    <a:pt x="103" y="97"/>
                    <a:pt x="107" y="101"/>
                  </a:cubicBezTo>
                  <a:cubicBezTo>
                    <a:pt x="111" y="104"/>
                    <a:pt x="113" y="101"/>
                    <a:pt x="115" y="103"/>
                  </a:cubicBezTo>
                  <a:cubicBezTo>
                    <a:pt x="118" y="104"/>
                    <a:pt x="120" y="105"/>
                    <a:pt x="124" y="105"/>
                  </a:cubicBezTo>
                  <a:cubicBezTo>
                    <a:pt x="127" y="104"/>
                    <a:pt x="127" y="107"/>
                    <a:pt x="130" y="108"/>
                  </a:cubicBezTo>
                  <a:cubicBezTo>
                    <a:pt x="133" y="108"/>
                    <a:pt x="137" y="104"/>
                    <a:pt x="144" y="101"/>
                  </a:cubicBezTo>
                  <a:cubicBezTo>
                    <a:pt x="151" y="97"/>
                    <a:pt x="158" y="100"/>
                    <a:pt x="162" y="100"/>
                  </a:cubicBezTo>
                  <a:cubicBezTo>
                    <a:pt x="166" y="101"/>
                    <a:pt x="172" y="99"/>
                    <a:pt x="177" y="94"/>
                  </a:cubicBezTo>
                  <a:cubicBezTo>
                    <a:pt x="181" y="89"/>
                    <a:pt x="186" y="90"/>
                    <a:pt x="186" y="86"/>
                  </a:cubicBezTo>
                  <a:cubicBezTo>
                    <a:pt x="187" y="82"/>
                    <a:pt x="182" y="80"/>
                    <a:pt x="184" y="77"/>
                  </a:cubicBezTo>
                  <a:cubicBezTo>
                    <a:pt x="186" y="73"/>
                    <a:pt x="190" y="74"/>
                    <a:pt x="192" y="75"/>
                  </a:cubicBezTo>
                  <a:cubicBezTo>
                    <a:pt x="194" y="76"/>
                    <a:pt x="200" y="77"/>
                    <a:pt x="205" y="74"/>
                  </a:cubicBezTo>
                  <a:cubicBezTo>
                    <a:pt x="210" y="70"/>
                    <a:pt x="212" y="71"/>
                    <a:pt x="217" y="70"/>
                  </a:cubicBezTo>
                  <a:cubicBezTo>
                    <a:pt x="222" y="69"/>
                    <a:pt x="221" y="66"/>
                    <a:pt x="224" y="63"/>
                  </a:cubicBezTo>
                  <a:cubicBezTo>
                    <a:pt x="227" y="60"/>
                    <a:pt x="231" y="59"/>
                    <a:pt x="234" y="59"/>
                  </a:cubicBezTo>
                  <a:cubicBezTo>
                    <a:pt x="237" y="59"/>
                    <a:pt x="241" y="56"/>
                    <a:pt x="244" y="57"/>
                  </a:cubicBezTo>
                  <a:cubicBezTo>
                    <a:pt x="248" y="58"/>
                    <a:pt x="252" y="59"/>
                    <a:pt x="253" y="56"/>
                  </a:cubicBezTo>
                  <a:cubicBezTo>
                    <a:pt x="253" y="53"/>
                    <a:pt x="245" y="48"/>
                    <a:pt x="242" y="4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1" name="Freeform 52">
              <a:extLst>
                <a:ext uri="{FF2B5EF4-FFF2-40B4-BE49-F238E27FC236}">
                  <a16:creationId xmlns:a16="http://schemas.microsoft.com/office/drawing/2014/main" id="{15614C8C-F5DD-4CB4-B18C-823F38ADB96C}"/>
                </a:ext>
              </a:extLst>
            </p:cNvPr>
            <p:cNvSpPr>
              <a:spLocks/>
            </p:cNvSpPr>
            <p:nvPr/>
          </p:nvSpPr>
          <p:spPr bwMode="auto">
            <a:xfrm>
              <a:off x="5049838" y="2405063"/>
              <a:ext cx="9525" cy="28575"/>
            </a:xfrm>
            <a:custGeom>
              <a:avLst/>
              <a:gdLst>
                <a:gd name="T0" fmla="*/ 2 w 4"/>
                <a:gd name="T1" fmla="*/ 0 h 11"/>
                <a:gd name="T2" fmla="*/ 0 w 4"/>
                <a:gd name="T3" fmla="*/ 6 h 11"/>
                <a:gd name="T4" fmla="*/ 3 w 4"/>
                <a:gd name="T5" fmla="*/ 11 h 11"/>
                <a:gd name="T6" fmla="*/ 4 w 4"/>
                <a:gd name="T7" fmla="*/ 2 h 11"/>
                <a:gd name="T8" fmla="*/ 4 w 4"/>
                <a:gd name="T9" fmla="*/ 0 h 11"/>
                <a:gd name="T10" fmla="*/ 2 w 4"/>
                <a:gd name="T11" fmla="*/ 0 h 11"/>
              </a:gdLst>
              <a:ahLst/>
              <a:cxnLst>
                <a:cxn ang="0">
                  <a:pos x="T0" y="T1"/>
                </a:cxn>
                <a:cxn ang="0">
                  <a:pos x="T2" y="T3"/>
                </a:cxn>
                <a:cxn ang="0">
                  <a:pos x="T4" y="T5"/>
                </a:cxn>
                <a:cxn ang="0">
                  <a:pos x="T6" y="T7"/>
                </a:cxn>
                <a:cxn ang="0">
                  <a:pos x="T8" y="T9"/>
                </a:cxn>
                <a:cxn ang="0">
                  <a:pos x="T10" y="T11"/>
                </a:cxn>
              </a:cxnLst>
              <a:rect l="0" t="0" r="r" b="b"/>
              <a:pathLst>
                <a:path w="4" h="11">
                  <a:moveTo>
                    <a:pt x="2" y="0"/>
                  </a:moveTo>
                  <a:cubicBezTo>
                    <a:pt x="1" y="1"/>
                    <a:pt x="0" y="5"/>
                    <a:pt x="0" y="6"/>
                  </a:cubicBezTo>
                  <a:cubicBezTo>
                    <a:pt x="0" y="7"/>
                    <a:pt x="1" y="9"/>
                    <a:pt x="3" y="11"/>
                  </a:cubicBezTo>
                  <a:cubicBezTo>
                    <a:pt x="4" y="8"/>
                    <a:pt x="4" y="3"/>
                    <a:pt x="4" y="2"/>
                  </a:cubicBezTo>
                  <a:cubicBezTo>
                    <a:pt x="4" y="1"/>
                    <a:pt x="4" y="1"/>
                    <a:pt x="4" y="0"/>
                  </a:cubicBezTo>
                  <a:cubicBezTo>
                    <a:pt x="3" y="0"/>
                    <a:pt x="2" y="0"/>
                    <a:pt x="2" y="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53">
              <a:extLst>
                <a:ext uri="{FF2B5EF4-FFF2-40B4-BE49-F238E27FC236}">
                  <a16:creationId xmlns:a16="http://schemas.microsoft.com/office/drawing/2014/main" id="{487D44A1-9EE1-454B-85E6-BD7BD2FB9193}"/>
                </a:ext>
              </a:extLst>
            </p:cNvPr>
            <p:cNvSpPr>
              <a:spLocks/>
            </p:cNvSpPr>
            <p:nvPr/>
          </p:nvSpPr>
          <p:spPr bwMode="auto">
            <a:xfrm>
              <a:off x="5032376" y="2387600"/>
              <a:ext cx="30163" cy="85725"/>
            </a:xfrm>
            <a:custGeom>
              <a:avLst/>
              <a:gdLst>
                <a:gd name="T0" fmla="*/ 6 w 12"/>
                <a:gd name="T1" fmla="*/ 33 h 34"/>
                <a:gd name="T2" fmla="*/ 7 w 12"/>
                <a:gd name="T3" fmla="*/ 34 h 34"/>
                <a:gd name="T4" fmla="*/ 9 w 12"/>
                <a:gd name="T5" fmla="*/ 22 h 34"/>
                <a:gd name="T6" fmla="*/ 10 w 12"/>
                <a:gd name="T7" fmla="*/ 18 h 34"/>
                <a:gd name="T8" fmla="*/ 7 w 12"/>
                <a:gd name="T9" fmla="*/ 13 h 34"/>
                <a:gd name="T10" fmla="*/ 9 w 12"/>
                <a:gd name="T11" fmla="*/ 7 h 34"/>
                <a:gd name="T12" fmla="*/ 11 w 12"/>
                <a:gd name="T13" fmla="*/ 7 h 34"/>
                <a:gd name="T14" fmla="*/ 12 w 12"/>
                <a:gd name="T15" fmla="*/ 2 h 34"/>
                <a:gd name="T16" fmla="*/ 8 w 12"/>
                <a:gd name="T17" fmla="*/ 0 h 34"/>
                <a:gd name="T18" fmla="*/ 7 w 12"/>
                <a:gd name="T19" fmla="*/ 4 h 34"/>
                <a:gd name="T20" fmla="*/ 0 w 12"/>
                <a:gd name="T21" fmla="*/ 18 h 34"/>
                <a:gd name="T22" fmla="*/ 6 w 12"/>
                <a:gd name="T23" fmla="*/ 32 h 34"/>
                <a:gd name="T24" fmla="*/ 6 w 12"/>
                <a:gd name="T2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34">
                  <a:moveTo>
                    <a:pt x="6" y="33"/>
                  </a:moveTo>
                  <a:cubicBezTo>
                    <a:pt x="6" y="33"/>
                    <a:pt x="6" y="34"/>
                    <a:pt x="7" y="34"/>
                  </a:cubicBezTo>
                  <a:cubicBezTo>
                    <a:pt x="7" y="29"/>
                    <a:pt x="8" y="23"/>
                    <a:pt x="9" y="22"/>
                  </a:cubicBezTo>
                  <a:cubicBezTo>
                    <a:pt x="10" y="21"/>
                    <a:pt x="10" y="20"/>
                    <a:pt x="10" y="18"/>
                  </a:cubicBezTo>
                  <a:cubicBezTo>
                    <a:pt x="8" y="16"/>
                    <a:pt x="7" y="14"/>
                    <a:pt x="7" y="13"/>
                  </a:cubicBezTo>
                  <a:cubicBezTo>
                    <a:pt x="7" y="12"/>
                    <a:pt x="8" y="8"/>
                    <a:pt x="9" y="7"/>
                  </a:cubicBezTo>
                  <a:cubicBezTo>
                    <a:pt x="9" y="7"/>
                    <a:pt x="10" y="7"/>
                    <a:pt x="11" y="7"/>
                  </a:cubicBezTo>
                  <a:cubicBezTo>
                    <a:pt x="11" y="6"/>
                    <a:pt x="12" y="4"/>
                    <a:pt x="12" y="2"/>
                  </a:cubicBezTo>
                  <a:cubicBezTo>
                    <a:pt x="8" y="0"/>
                    <a:pt x="8" y="0"/>
                    <a:pt x="8" y="0"/>
                  </a:cubicBezTo>
                  <a:cubicBezTo>
                    <a:pt x="7" y="1"/>
                    <a:pt x="7" y="3"/>
                    <a:pt x="7" y="4"/>
                  </a:cubicBezTo>
                  <a:cubicBezTo>
                    <a:pt x="6" y="8"/>
                    <a:pt x="2" y="15"/>
                    <a:pt x="0" y="18"/>
                  </a:cubicBezTo>
                  <a:cubicBezTo>
                    <a:pt x="6" y="32"/>
                    <a:pt x="6" y="32"/>
                    <a:pt x="6" y="32"/>
                  </a:cubicBezTo>
                  <a:lnTo>
                    <a:pt x="6" y="33"/>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3" name="Freeform 54">
              <a:extLst>
                <a:ext uri="{FF2B5EF4-FFF2-40B4-BE49-F238E27FC236}">
                  <a16:creationId xmlns:a16="http://schemas.microsoft.com/office/drawing/2014/main" id="{26302066-42A0-4D08-AFF1-F8B195EC78FC}"/>
                </a:ext>
              </a:extLst>
            </p:cNvPr>
            <p:cNvSpPr>
              <a:spLocks/>
            </p:cNvSpPr>
            <p:nvPr/>
          </p:nvSpPr>
          <p:spPr bwMode="auto">
            <a:xfrm>
              <a:off x="5049838" y="2387600"/>
              <a:ext cx="82550" cy="93663"/>
            </a:xfrm>
            <a:custGeom>
              <a:avLst/>
              <a:gdLst>
                <a:gd name="T0" fmla="*/ 31 w 33"/>
                <a:gd name="T1" fmla="*/ 0 h 37"/>
                <a:gd name="T2" fmla="*/ 21 w 33"/>
                <a:gd name="T3" fmla="*/ 4 h 37"/>
                <a:gd name="T4" fmla="*/ 13 w 33"/>
                <a:gd name="T5" fmla="*/ 9 h 37"/>
                <a:gd name="T6" fmla="*/ 6 w 33"/>
                <a:gd name="T7" fmla="*/ 5 h 37"/>
                <a:gd name="T8" fmla="*/ 5 w 33"/>
                <a:gd name="T9" fmla="*/ 2 h 37"/>
                <a:gd name="T10" fmla="*/ 5 w 33"/>
                <a:gd name="T11" fmla="*/ 2 h 37"/>
                <a:gd name="T12" fmla="*/ 4 w 33"/>
                <a:gd name="T13" fmla="*/ 9 h 37"/>
                <a:gd name="T14" fmla="*/ 2 w 33"/>
                <a:gd name="T15" fmla="*/ 22 h 37"/>
                <a:gd name="T16" fmla="*/ 0 w 33"/>
                <a:gd name="T17" fmla="*/ 34 h 37"/>
                <a:gd name="T18" fmla="*/ 7 w 33"/>
                <a:gd name="T19" fmla="*/ 37 h 37"/>
                <a:gd name="T20" fmla="*/ 13 w 33"/>
                <a:gd name="T21" fmla="*/ 32 h 37"/>
                <a:gd name="T22" fmla="*/ 18 w 33"/>
                <a:gd name="T23" fmla="*/ 30 h 37"/>
                <a:gd name="T24" fmla="*/ 23 w 33"/>
                <a:gd name="T25" fmla="*/ 26 h 37"/>
                <a:gd name="T26" fmla="*/ 17 w 33"/>
                <a:gd name="T27" fmla="*/ 19 h 37"/>
                <a:gd name="T28" fmla="*/ 25 w 33"/>
                <a:gd name="T29" fmla="*/ 14 h 37"/>
                <a:gd name="T30" fmla="*/ 33 w 33"/>
                <a:gd name="T31" fmla="*/ 11 h 37"/>
                <a:gd name="T32" fmla="*/ 33 w 33"/>
                <a:gd name="T33" fmla="*/ 11 h 37"/>
                <a:gd name="T34" fmla="*/ 32 w 33"/>
                <a:gd name="T35" fmla="*/ 4 h 37"/>
                <a:gd name="T36" fmla="*/ 31 w 33"/>
                <a:gd name="T3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 h="37">
                  <a:moveTo>
                    <a:pt x="31" y="0"/>
                  </a:moveTo>
                  <a:cubicBezTo>
                    <a:pt x="26" y="2"/>
                    <a:pt x="21" y="4"/>
                    <a:pt x="21" y="4"/>
                  </a:cubicBezTo>
                  <a:cubicBezTo>
                    <a:pt x="18" y="5"/>
                    <a:pt x="13" y="9"/>
                    <a:pt x="13" y="9"/>
                  </a:cubicBezTo>
                  <a:cubicBezTo>
                    <a:pt x="6" y="5"/>
                    <a:pt x="6" y="5"/>
                    <a:pt x="6" y="5"/>
                  </a:cubicBezTo>
                  <a:cubicBezTo>
                    <a:pt x="5" y="2"/>
                    <a:pt x="5" y="2"/>
                    <a:pt x="5" y="2"/>
                  </a:cubicBezTo>
                  <a:cubicBezTo>
                    <a:pt x="5" y="2"/>
                    <a:pt x="5" y="2"/>
                    <a:pt x="5" y="2"/>
                  </a:cubicBezTo>
                  <a:cubicBezTo>
                    <a:pt x="5" y="5"/>
                    <a:pt x="4" y="8"/>
                    <a:pt x="4" y="9"/>
                  </a:cubicBezTo>
                  <a:cubicBezTo>
                    <a:pt x="4" y="11"/>
                    <a:pt x="4" y="20"/>
                    <a:pt x="2" y="22"/>
                  </a:cubicBezTo>
                  <a:cubicBezTo>
                    <a:pt x="1" y="23"/>
                    <a:pt x="0" y="29"/>
                    <a:pt x="0" y="34"/>
                  </a:cubicBezTo>
                  <a:cubicBezTo>
                    <a:pt x="2" y="35"/>
                    <a:pt x="5" y="37"/>
                    <a:pt x="7" y="37"/>
                  </a:cubicBezTo>
                  <a:cubicBezTo>
                    <a:pt x="10" y="37"/>
                    <a:pt x="13" y="34"/>
                    <a:pt x="13" y="32"/>
                  </a:cubicBezTo>
                  <a:cubicBezTo>
                    <a:pt x="13" y="30"/>
                    <a:pt x="16" y="30"/>
                    <a:pt x="18" y="30"/>
                  </a:cubicBezTo>
                  <a:cubicBezTo>
                    <a:pt x="21" y="30"/>
                    <a:pt x="21" y="27"/>
                    <a:pt x="23" y="26"/>
                  </a:cubicBezTo>
                  <a:cubicBezTo>
                    <a:pt x="25" y="25"/>
                    <a:pt x="19" y="20"/>
                    <a:pt x="17" y="19"/>
                  </a:cubicBezTo>
                  <a:cubicBezTo>
                    <a:pt x="15" y="18"/>
                    <a:pt x="18" y="14"/>
                    <a:pt x="25" y="14"/>
                  </a:cubicBezTo>
                  <a:cubicBezTo>
                    <a:pt x="31" y="14"/>
                    <a:pt x="30" y="11"/>
                    <a:pt x="33" y="11"/>
                  </a:cubicBezTo>
                  <a:cubicBezTo>
                    <a:pt x="33" y="11"/>
                    <a:pt x="33" y="11"/>
                    <a:pt x="33" y="11"/>
                  </a:cubicBezTo>
                  <a:cubicBezTo>
                    <a:pt x="33" y="9"/>
                    <a:pt x="32" y="5"/>
                    <a:pt x="32" y="4"/>
                  </a:cubicBezTo>
                  <a:cubicBezTo>
                    <a:pt x="31" y="2"/>
                    <a:pt x="31" y="1"/>
                    <a:pt x="31" y="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55">
              <a:extLst>
                <a:ext uri="{FF2B5EF4-FFF2-40B4-BE49-F238E27FC236}">
                  <a16:creationId xmlns:a16="http://schemas.microsoft.com/office/drawing/2014/main" id="{CBBB4366-A49B-4BD2-A097-EAF76D2CE174}"/>
                </a:ext>
              </a:extLst>
            </p:cNvPr>
            <p:cNvSpPr>
              <a:spLocks/>
            </p:cNvSpPr>
            <p:nvPr/>
          </p:nvSpPr>
          <p:spPr bwMode="auto">
            <a:xfrm>
              <a:off x="5753101" y="2155825"/>
              <a:ext cx="222250" cy="96838"/>
            </a:xfrm>
            <a:custGeom>
              <a:avLst/>
              <a:gdLst>
                <a:gd name="T0" fmla="*/ 82 w 88"/>
                <a:gd name="T1" fmla="*/ 7 h 38"/>
                <a:gd name="T2" fmla="*/ 74 w 88"/>
                <a:gd name="T3" fmla="*/ 5 h 38"/>
                <a:gd name="T4" fmla="*/ 53 w 88"/>
                <a:gd name="T5" fmla="*/ 4 h 38"/>
                <a:gd name="T6" fmla="*/ 43 w 88"/>
                <a:gd name="T7" fmla="*/ 1 h 38"/>
                <a:gd name="T8" fmla="*/ 34 w 88"/>
                <a:gd name="T9" fmla="*/ 4 h 38"/>
                <a:gd name="T10" fmla="*/ 27 w 88"/>
                <a:gd name="T11" fmla="*/ 5 h 38"/>
                <a:gd name="T12" fmla="*/ 16 w 88"/>
                <a:gd name="T13" fmla="*/ 5 h 38"/>
                <a:gd name="T14" fmla="*/ 11 w 88"/>
                <a:gd name="T15" fmla="*/ 11 h 38"/>
                <a:gd name="T16" fmla="*/ 9 w 88"/>
                <a:gd name="T17" fmla="*/ 15 h 38"/>
                <a:gd name="T18" fmla="*/ 12 w 88"/>
                <a:gd name="T19" fmla="*/ 18 h 38"/>
                <a:gd name="T20" fmla="*/ 18 w 88"/>
                <a:gd name="T21" fmla="*/ 18 h 38"/>
                <a:gd name="T22" fmla="*/ 29 w 88"/>
                <a:gd name="T23" fmla="*/ 23 h 38"/>
                <a:gd name="T24" fmla="*/ 26 w 88"/>
                <a:gd name="T25" fmla="*/ 27 h 38"/>
                <a:gd name="T26" fmla="*/ 18 w 88"/>
                <a:gd name="T27" fmla="*/ 28 h 38"/>
                <a:gd name="T28" fmla="*/ 6 w 88"/>
                <a:gd name="T29" fmla="*/ 30 h 38"/>
                <a:gd name="T30" fmla="*/ 1 w 88"/>
                <a:gd name="T31" fmla="*/ 35 h 38"/>
                <a:gd name="T32" fmla="*/ 12 w 88"/>
                <a:gd name="T33" fmla="*/ 35 h 38"/>
                <a:gd name="T34" fmla="*/ 19 w 88"/>
                <a:gd name="T35" fmla="*/ 36 h 38"/>
                <a:gd name="T36" fmla="*/ 26 w 88"/>
                <a:gd name="T37" fmla="*/ 37 h 38"/>
                <a:gd name="T38" fmla="*/ 37 w 88"/>
                <a:gd name="T39" fmla="*/ 36 h 38"/>
                <a:gd name="T40" fmla="*/ 38 w 88"/>
                <a:gd name="T41" fmla="*/ 32 h 38"/>
                <a:gd name="T42" fmla="*/ 41 w 88"/>
                <a:gd name="T43" fmla="*/ 30 h 38"/>
                <a:gd name="T44" fmla="*/ 46 w 88"/>
                <a:gd name="T45" fmla="*/ 27 h 38"/>
                <a:gd name="T46" fmla="*/ 51 w 88"/>
                <a:gd name="T47" fmla="*/ 26 h 38"/>
                <a:gd name="T48" fmla="*/ 56 w 88"/>
                <a:gd name="T49" fmla="*/ 27 h 38"/>
                <a:gd name="T50" fmla="*/ 61 w 88"/>
                <a:gd name="T51" fmla="*/ 24 h 38"/>
                <a:gd name="T52" fmla="*/ 68 w 88"/>
                <a:gd name="T53" fmla="*/ 22 h 38"/>
                <a:gd name="T54" fmla="*/ 74 w 88"/>
                <a:gd name="T55" fmla="*/ 19 h 38"/>
                <a:gd name="T56" fmla="*/ 80 w 88"/>
                <a:gd name="T57" fmla="*/ 15 h 38"/>
                <a:gd name="T58" fmla="*/ 88 w 88"/>
                <a:gd name="T59" fmla="*/ 11 h 38"/>
                <a:gd name="T60" fmla="*/ 88 w 88"/>
                <a:gd name="T61" fmla="*/ 10 h 38"/>
                <a:gd name="T62" fmla="*/ 82 w 88"/>
                <a:gd name="T63"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 h="38">
                  <a:moveTo>
                    <a:pt x="82" y="7"/>
                  </a:moveTo>
                  <a:cubicBezTo>
                    <a:pt x="79" y="3"/>
                    <a:pt x="78" y="6"/>
                    <a:pt x="74" y="5"/>
                  </a:cubicBezTo>
                  <a:cubicBezTo>
                    <a:pt x="70" y="4"/>
                    <a:pt x="56" y="3"/>
                    <a:pt x="53" y="4"/>
                  </a:cubicBezTo>
                  <a:cubicBezTo>
                    <a:pt x="50" y="5"/>
                    <a:pt x="45" y="2"/>
                    <a:pt x="43" y="1"/>
                  </a:cubicBezTo>
                  <a:cubicBezTo>
                    <a:pt x="41" y="0"/>
                    <a:pt x="35" y="1"/>
                    <a:pt x="34" y="4"/>
                  </a:cubicBezTo>
                  <a:cubicBezTo>
                    <a:pt x="34" y="7"/>
                    <a:pt x="31" y="7"/>
                    <a:pt x="27" y="5"/>
                  </a:cubicBezTo>
                  <a:cubicBezTo>
                    <a:pt x="23" y="3"/>
                    <a:pt x="16" y="3"/>
                    <a:pt x="16" y="5"/>
                  </a:cubicBezTo>
                  <a:cubicBezTo>
                    <a:pt x="16" y="8"/>
                    <a:pt x="13" y="10"/>
                    <a:pt x="11" y="11"/>
                  </a:cubicBezTo>
                  <a:cubicBezTo>
                    <a:pt x="11" y="11"/>
                    <a:pt x="10" y="13"/>
                    <a:pt x="9" y="15"/>
                  </a:cubicBezTo>
                  <a:cubicBezTo>
                    <a:pt x="10" y="16"/>
                    <a:pt x="11" y="17"/>
                    <a:pt x="12" y="18"/>
                  </a:cubicBezTo>
                  <a:cubicBezTo>
                    <a:pt x="13" y="20"/>
                    <a:pt x="18" y="20"/>
                    <a:pt x="18" y="18"/>
                  </a:cubicBezTo>
                  <a:cubicBezTo>
                    <a:pt x="19" y="16"/>
                    <a:pt x="25" y="20"/>
                    <a:pt x="29" y="23"/>
                  </a:cubicBezTo>
                  <a:cubicBezTo>
                    <a:pt x="33" y="26"/>
                    <a:pt x="27" y="24"/>
                    <a:pt x="26" y="27"/>
                  </a:cubicBezTo>
                  <a:cubicBezTo>
                    <a:pt x="24" y="30"/>
                    <a:pt x="19" y="27"/>
                    <a:pt x="18" y="28"/>
                  </a:cubicBezTo>
                  <a:cubicBezTo>
                    <a:pt x="17" y="29"/>
                    <a:pt x="9" y="30"/>
                    <a:pt x="6" y="30"/>
                  </a:cubicBezTo>
                  <a:cubicBezTo>
                    <a:pt x="4" y="29"/>
                    <a:pt x="0" y="33"/>
                    <a:pt x="1" y="35"/>
                  </a:cubicBezTo>
                  <a:cubicBezTo>
                    <a:pt x="1" y="36"/>
                    <a:pt x="9" y="34"/>
                    <a:pt x="12" y="35"/>
                  </a:cubicBezTo>
                  <a:cubicBezTo>
                    <a:pt x="15" y="37"/>
                    <a:pt x="18" y="34"/>
                    <a:pt x="19" y="36"/>
                  </a:cubicBezTo>
                  <a:cubicBezTo>
                    <a:pt x="21" y="38"/>
                    <a:pt x="24" y="36"/>
                    <a:pt x="26" y="37"/>
                  </a:cubicBezTo>
                  <a:cubicBezTo>
                    <a:pt x="28" y="38"/>
                    <a:pt x="36" y="36"/>
                    <a:pt x="37" y="36"/>
                  </a:cubicBezTo>
                  <a:cubicBezTo>
                    <a:pt x="38" y="35"/>
                    <a:pt x="38" y="34"/>
                    <a:pt x="38" y="32"/>
                  </a:cubicBezTo>
                  <a:cubicBezTo>
                    <a:pt x="38" y="30"/>
                    <a:pt x="40" y="31"/>
                    <a:pt x="41" y="30"/>
                  </a:cubicBezTo>
                  <a:cubicBezTo>
                    <a:pt x="43" y="30"/>
                    <a:pt x="44" y="27"/>
                    <a:pt x="46" y="27"/>
                  </a:cubicBezTo>
                  <a:cubicBezTo>
                    <a:pt x="47" y="27"/>
                    <a:pt x="49" y="25"/>
                    <a:pt x="51" y="26"/>
                  </a:cubicBezTo>
                  <a:cubicBezTo>
                    <a:pt x="52" y="26"/>
                    <a:pt x="54" y="29"/>
                    <a:pt x="56" y="27"/>
                  </a:cubicBezTo>
                  <a:cubicBezTo>
                    <a:pt x="57" y="26"/>
                    <a:pt x="58" y="27"/>
                    <a:pt x="61" y="24"/>
                  </a:cubicBezTo>
                  <a:cubicBezTo>
                    <a:pt x="63" y="21"/>
                    <a:pt x="65" y="22"/>
                    <a:pt x="68" y="22"/>
                  </a:cubicBezTo>
                  <a:cubicBezTo>
                    <a:pt x="72" y="23"/>
                    <a:pt x="73" y="21"/>
                    <a:pt x="74" y="19"/>
                  </a:cubicBezTo>
                  <a:cubicBezTo>
                    <a:pt x="75" y="16"/>
                    <a:pt x="79" y="16"/>
                    <a:pt x="80" y="15"/>
                  </a:cubicBezTo>
                  <a:cubicBezTo>
                    <a:pt x="82" y="14"/>
                    <a:pt x="86" y="12"/>
                    <a:pt x="88" y="11"/>
                  </a:cubicBezTo>
                  <a:cubicBezTo>
                    <a:pt x="88" y="11"/>
                    <a:pt x="88" y="11"/>
                    <a:pt x="88" y="10"/>
                  </a:cubicBezTo>
                  <a:cubicBezTo>
                    <a:pt x="85" y="7"/>
                    <a:pt x="84" y="10"/>
                    <a:pt x="82" y="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5" name="Freeform 56">
              <a:extLst>
                <a:ext uri="{FF2B5EF4-FFF2-40B4-BE49-F238E27FC236}">
                  <a16:creationId xmlns:a16="http://schemas.microsoft.com/office/drawing/2014/main" id="{5443CAA7-115D-4C48-9BF5-76F6983B45F3}"/>
                </a:ext>
              </a:extLst>
            </p:cNvPr>
            <p:cNvSpPr>
              <a:spLocks/>
            </p:cNvSpPr>
            <p:nvPr/>
          </p:nvSpPr>
          <p:spPr bwMode="auto">
            <a:xfrm>
              <a:off x="5148263" y="2143125"/>
              <a:ext cx="139700" cy="63500"/>
            </a:xfrm>
            <a:custGeom>
              <a:avLst/>
              <a:gdLst>
                <a:gd name="T0" fmla="*/ 23 w 56"/>
                <a:gd name="T1" fmla="*/ 20 h 25"/>
                <a:gd name="T2" fmla="*/ 28 w 56"/>
                <a:gd name="T3" fmla="*/ 24 h 25"/>
                <a:gd name="T4" fmla="*/ 29 w 56"/>
                <a:gd name="T5" fmla="*/ 25 h 25"/>
                <a:gd name="T6" fmla="*/ 37 w 56"/>
                <a:gd name="T7" fmla="*/ 23 h 25"/>
                <a:gd name="T8" fmla="*/ 44 w 56"/>
                <a:gd name="T9" fmla="*/ 24 h 25"/>
                <a:gd name="T10" fmla="*/ 43 w 56"/>
                <a:gd name="T11" fmla="*/ 22 h 25"/>
                <a:gd name="T12" fmla="*/ 49 w 56"/>
                <a:gd name="T13" fmla="*/ 24 h 25"/>
                <a:gd name="T14" fmla="*/ 55 w 56"/>
                <a:gd name="T15" fmla="*/ 24 h 25"/>
                <a:gd name="T16" fmla="*/ 52 w 56"/>
                <a:gd name="T17" fmla="*/ 21 h 25"/>
                <a:gd name="T18" fmla="*/ 54 w 56"/>
                <a:gd name="T19" fmla="*/ 18 h 25"/>
                <a:gd name="T20" fmla="*/ 49 w 56"/>
                <a:gd name="T21" fmla="*/ 15 h 25"/>
                <a:gd name="T22" fmla="*/ 47 w 56"/>
                <a:gd name="T23" fmla="*/ 10 h 25"/>
                <a:gd name="T24" fmla="*/ 44 w 56"/>
                <a:gd name="T25" fmla="*/ 9 h 25"/>
                <a:gd name="T26" fmla="*/ 36 w 56"/>
                <a:gd name="T27" fmla="*/ 10 h 25"/>
                <a:gd name="T28" fmla="*/ 31 w 56"/>
                <a:gd name="T29" fmla="*/ 8 h 25"/>
                <a:gd name="T30" fmla="*/ 26 w 56"/>
                <a:gd name="T31" fmla="*/ 4 h 25"/>
                <a:gd name="T32" fmla="*/ 13 w 56"/>
                <a:gd name="T33" fmla="*/ 3 h 25"/>
                <a:gd name="T34" fmla="*/ 4 w 56"/>
                <a:gd name="T35" fmla="*/ 1 h 25"/>
                <a:gd name="T36" fmla="*/ 0 w 56"/>
                <a:gd name="T37" fmla="*/ 2 h 25"/>
                <a:gd name="T38" fmla="*/ 13 w 56"/>
                <a:gd name="T39" fmla="*/ 9 h 25"/>
                <a:gd name="T40" fmla="*/ 16 w 56"/>
                <a:gd name="T41" fmla="*/ 17 h 25"/>
                <a:gd name="T42" fmla="*/ 14 w 56"/>
                <a:gd name="T43" fmla="*/ 20 h 25"/>
                <a:gd name="T44" fmla="*/ 23 w 56"/>
                <a:gd name="T45" fmla="*/ 2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25">
                  <a:moveTo>
                    <a:pt x="23" y="20"/>
                  </a:moveTo>
                  <a:cubicBezTo>
                    <a:pt x="25" y="18"/>
                    <a:pt x="26" y="21"/>
                    <a:pt x="28" y="24"/>
                  </a:cubicBezTo>
                  <a:cubicBezTo>
                    <a:pt x="28" y="24"/>
                    <a:pt x="28" y="25"/>
                    <a:pt x="29" y="25"/>
                  </a:cubicBezTo>
                  <a:cubicBezTo>
                    <a:pt x="32" y="24"/>
                    <a:pt x="34" y="23"/>
                    <a:pt x="37" y="23"/>
                  </a:cubicBezTo>
                  <a:cubicBezTo>
                    <a:pt x="39" y="23"/>
                    <a:pt x="42" y="23"/>
                    <a:pt x="44" y="24"/>
                  </a:cubicBezTo>
                  <a:cubicBezTo>
                    <a:pt x="43" y="23"/>
                    <a:pt x="43" y="22"/>
                    <a:pt x="43" y="22"/>
                  </a:cubicBezTo>
                  <a:cubicBezTo>
                    <a:pt x="44" y="21"/>
                    <a:pt x="48" y="23"/>
                    <a:pt x="49" y="24"/>
                  </a:cubicBezTo>
                  <a:cubicBezTo>
                    <a:pt x="50" y="25"/>
                    <a:pt x="54" y="25"/>
                    <a:pt x="55" y="24"/>
                  </a:cubicBezTo>
                  <a:cubicBezTo>
                    <a:pt x="56" y="23"/>
                    <a:pt x="53" y="22"/>
                    <a:pt x="52" y="21"/>
                  </a:cubicBezTo>
                  <a:cubicBezTo>
                    <a:pt x="52" y="20"/>
                    <a:pt x="53" y="19"/>
                    <a:pt x="54" y="18"/>
                  </a:cubicBezTo>
                  <a:cubicBezTo>
                    <a:pt x="52" y="17"/>
                    <a:pt x="50" y="15"/>
                    <a:pt x="49" y="15"/>
                  </a:cubicBezTo>
                  <a:cubicBezTo>
                    <a:pt x="48" y="15"/>
                    <a:pt x="48" y="10"/>
                    <a:pt x="47" y="10"/>
                  </a:cubicBezTo>
                  <a:cubicBezTo>
                    <a:pt x="45" y="10"/>
                    <a:pt x="45" y="9"/>
                    <a:pt x="44" y="9"/>
                  </a:cubicBezTo>
                  <a:cubicBezTo>
                    <a:pt x="42" y="9"/>
                    <a:pt x="37" y="9"/>
                    <a:pt x="36" y="10"/>
                  </a:cubicBezTo>
                  <a:cubicBezTo>
                    <a:pt x="34" y="11"/>
                    <a:pt x="32" y="8"/>
                    <a:pt x="31" y="8"/>
                  </a:cubicBezTo>
                  <a:cubicBezTo>
                    <a:pt x="29" y="8"/>
                    <a:pt x="27" y="6"/>
                    <a:pt x="26" y="4"/>
                  </a:cubicBezTo>
                  <a:cubicBezTo>
                    <a:pt x="25" y="3"/>
                    <a:pt x="16" y="5"/>
                    <a:pt x="13" y="3"/>
                  </a:cubicBezTo>
                  <a:cubicBezTo>
                    <a:pt x="11" y="2"/>
                    <a:pt x="6" y="0"/>
                    <a:pt x="4" y="1"/>
                  </a:cubicBezTo>
                  <a:cubicBezTo>
                    <a:pt x="3" y="1"/>
                    <a:pt x="2" y="1"/>
                    <a:pt x="0" y="2"/>
                  </a:cubicBezTo>
                  <a:cubicBezTo>
                    <a:pt x="5" y="5"/>
                    <a:pt x="12" y="4"/>
                    <a:pt x="13" y="9"/>
                  </a:cubicBezTo>
                  <a:cubicBezTo>
                    <a:pt x="14" y="15"/>
                    <a:pt x="17" y="12"/>
                    <a:pt x="16" y="17"/>
                  </a:cubicBezTo>
                  <a:cubicBezTo>
                    <a:pt x="16" y="18"/>
                    <a:pt x="15" y="19"/>
                    <a:pt x="14" y="20"/>
                  </a:cubicBezTo>
                  <a:cubicBezTo>
                    <a:pt x="18" y="20"/>
                    <a:pt x="21" y="20"/>
                    <a:pt x="23" y="2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6" name="Freeform 57">
              <a:extLst>
                <a:ext uri="{FF2B5EF4-FFF2-40B4-BE49-F238E27FC236}">
                  <a16:creationId xmlns:a16="http://schemas.microsoft.com/office/drawing/2014/main" id="{BB4745F5-31A1-4AB5-85CF-A5D16C88C4B2}"/>
                </a:ext>
              </a:extLst>
            </p:cNvPr>
            <p:cNvSpPr>
              <a:spLocks noEditPoints="1"/>
            </p:cNvSpPr>
            <p:nvPr/>
          </p:nvSpPr>
          <p:spPr bwMode="auto">
            <a:xfrm>
              <a:off x="4868863" y="2179638"/>
              <a:ext cx="379413" cy="150813"/>
            </a:xfrm>
            <a:custGeom>
              <a:avLst/>
              <a:gdLst>
                <a:gd name="T0" fmla="*/ 147 w 151"/>
                <a:gd name="T1" fmla="*/ 42 h 60"/>
                <a:gd name="T2" fmla="*/ 147 w 151"/>
                <a:gd name="T3" fmla="*/ 33 h 60"/>
                <a:gd name="T4" fmla="*/ 147 w 151"/>
                <a:gd name="T5" fmla="*/ 27 h 60"/>
                <a:gd name="T6" fmla="*/ 149 w 151"/>
                <a:gd name="T7" fmla="*/ 23 h 60"/>
                <a:gd name="T8" fmla="*/ 148 w 151"/>
                <a:gd name="T9" fmla="*/ 20 h 60"/>
                <a:gd name="T10" fmla="*/ 141 w 151"/>
                <a:gd name="T11" fmla="*/ 17 h 60"/>
                <a:gd name="T12" fmla="*/ 139 w 151"/>
                <a:gd name="T13" fmla="*/ 10 h 60"/>
                <a:gd name="T14" fmla="*/ 134 w 151"/>
                <a:gd name="T15" fmla="*/ 6 h 60"/>
                <a:gd name="T16" fmla="*/ 125 w 151"/>
                <a:gd name="T17" fmla="*/ 6 h 60"/>
                <a:gd name="T18" fmla="*/ 110 w 151"/>
                <a:gd name="T19" fmla="*/ 11 h 60"/>
                <a:gd name="T20" fmla="*/ 96 w 151"/>
                <a:gd name="T21" fmla="*/ 11 h 60"/>
                <a:gd name="T22" fmla="*/ 87 w 151"/>
                <a:gd name="T23" fmla="*/ 8 h 60"/>
                <a:gd name="T24" fmla="*/ 80 w 151"/>
                <a:gd name="T25" fmla="*/ 5 h 60"/>
                <a:gd name="T26" fmla="*/ 68 w 151"/>
                <a:gd name="T27" fmla="*/ 2 h 60"/>
                <a:gd name="T28" fmla="*/ 43 w 151"/>
                <a:gd name="T29" fmla="*/ 9 h 60"/>
                <a:gd name="T30" fmla="*/ 26 w 151"/>
                <a:gd name="T31" fmla="*/ 10 h 60"/>
                <a:gd name="T32" fmla="*/ 22 w 151"/>
                <a:gd name="T33" fmla="*/ 16 h 60"/>
                <a:gd name="T34" fmla="*/ 5 w 151"/>
                <a:gd name="T35" fmla="*/ 18 h 60"/>
                <a:gd name="T36" fmla="*/ 3 w 151"/>
                <a:gd name="T37" fmla="*/ 24 h 60"/>
                <a:gd name="T38" fmla="*/ 6 w 151"/>
                <a:gd name="T39" fmla="*/ 26 h 60"/>
                <a:gd name="T40" fmla="*/ 7 w 151"/>
                <a:gd name="T41" fmla="*/ 32 h 60"/>
                <a:gd name="T42" fmla="*/ 7 w 151"/>
                <a:gd name="T43" fmla="*/ 38 h 60"/>
                <a:gd name="T44" fmla="*/ 7 w 151"/>
                <a:gd name="T45" fmla="*/ 42 h 60"/>
                <a:gd name="T46" fmla="*/ 11 w 151"/>
                <a:gd name="T47" fmla="*/ 46 h 60"/>
                <a:gd name="T48" fmla="*/ 17 w 151"/>
                <a:gd name="T49" fmla="*/ 49 h 60"/>
                <a:gd name="T50" fmla="*/ 21 w 151"/>
                <a:gd name="T51" fmla="*/ 50 h 60"/>
                <a:gd name="T52" fmla="*/ 26 w 151"/>
                <a:gd name="T53" fmla="*/ 56 h 60"/>
                <a:gd name="T54" fmla="*/ 36 w 151"/>
                <a:gd name="T55" fmla="*/ 54 h 60"/>
                <a:gd name="T56" fmla="*/ 42 w 151"/>
                <a:gd name="T57" fmla="*/ 51 h 60"/>
                <a:gd name="T58" fmla="*/ 53 w 151"/>
                <a:gd name="T59" fmla="*/ 57 h 60"/>
                <a:gd name="T60" fmla="*/ 62 w 151"/>
                <a:gd name="T61" fmla="*/ 56 h 60"/>
                <a:gd name="T62" fmla="*/ 69 w 151"/>
                <a:gd name="T63" fmla="*/ 51 h 60"/>
                <a:gd name="T64" fmla="*/ 75 w 151"/>
                <a:gd name="T65" fmla="*/ 53 h 60"/>
                <a:gd name="T66" fmla="*/ 82 w 151"/>
                <a:gd name="T67" fmla="*/ 51 h 60"/>
                <a:gd name="T68" fmla="*/ 79 w 151"/>
                <a:gd name="T69" fmla="*/ 57 h 60"/>
                <a:gd name="T70" fmla="*/ 80 w 151"/>
                <a:gd name="T71" fmla="*/ 60 h 60"/>
                <a:gd name="T72" fmla="*/ 84 w 151"/>
                <a:gd name="T73" fmla="*/ 54 h 60"/>
                <a:gd name="T74" fmla="*/ 88 w 151"/>
                <a:gd name="T75" fmla="*/ 53 h 60"/>
                <a:gd name="T76" fmla="*/ 95 w 151"/>
                <a:gd name="T77" fmla="*/ 53 h 60"/>
                <a:gd name="T78" fmla="*/ 100 w 151"/>
                <a:gd name="T79" fmla="*/ 52 h 60"/>
                <a:gd name="T80" fmla="*/ 109 w 151"/>
                <a:gd name="T81" fmla="*/ 52 h 60"/>
                <a:gd name="T82" fmla="*/ 120 w 151"/>
                <a:gd name="T83" fmla="*/ 49 h 60"/>
                <a:gd name="T84" fmla="*/ 129 w 151"/>
                <a:gd name="T85" fmla="*/ 47 h 60"/>
                <a:gd name="T86" fmla="*/ 132 w 151"/>
                <a:gd name="T87" fmla="*/ 48 h 60"/>
                <a:gd name="T88" fmla="*/ 135 w 151"/>
                <a:gd name="T89" fmla="*/ 46 h 60"/>
                <a:gd name="T90" fmla="*/ 143 w 151"/>
                <a:gd name="T91" fmla="*/ 47 h 60"/>
                <a:gd name="T92" fmla="*/ 151 w 151"/>
                <a:gd name="T93" fmla="*/ 48 h 60"/>
                <a:gd name="T94" fmla="*/ 147 w 151"/>
                <a:gd name="T95" fmla="*/ 42 h 60"/>
                <a:gd name="T96" fmla="*/ 13 w 151"/>
                <a:gd name="T97" fmla="*/ 11 h 60"/>
                <a:gd name="T98" fmla="*/ 24 w 151"/>
                <a:gd name="T99" fmla="*/ 10 h 60"/>
                <a:gd name="T100" fmla="*/ 18 w 151"/>
                <a:gd name="T101" fmla="*/ 5 h 60"/>
                <a:gd name="T102" fmla="*/ 16 w 151"/>
                <a:gd name="T103" fmla="*/ 1 h 60"/>
                <a:gd name="T104" fmla="*/ 13 w 151"/>
                <a:gd name="T105" fmla="*/ 2 h 60"/>
                <a:gd name="T106" fmla="*/ 5 w 151"/>
                <a:gd name="T107" fmla="*/ 2 h 60"/>
                <a:gd name="T108" fmla="*/ 5 w 151"/>
                <a:gd name="T109" fmla="*/ 7 h 60"/>
                <a:gd name="T110" fmla="*/ 3 w 151"/>
                <a:gd name="T111" fmla="*/ 11 h 60"/>
                <a:gd name="T112" fmla="*/ 1 w 151"/>
                <a:gd name="T113" fmla="*/ 14 h 60"/>
                <a:gd name="T114" fmla="*/ 6 w 151"/>
                <a:gd name="T115" fmla="*/ 16 h 60"/>
                <a:gd name="T116" fmla="*/ 13 w 151"/>
                <a:gd name="T117" fmla="*/ 1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 h="60">
                  <a:moveTo>
                    <a:pt x="147" y="42"/>
                  </a:moveTo>
                  <a:cubicBezTo>
                    <a:pt x="146" y="42"/>
                    <a:pt x="148" y="35"/>
                    <a:pt x="147" y="33"/>
                  </a:cubicBezTo>
                  <a:cubicBezTo>
                    <a:pt x="147" y="32"/>
                    <a:pt x="145" y="27"/>
                    <a:pt x="147" y="27"/>
                  </a:cubicBezTo>
                  <a:cubicBezTo>
                    <a:pt x="149" y="27"/>
                    <a:pt x="147" y="23"/>
                    <a:pt x="149" y="23"/>
                  </a:cubicBezTo>
                  <a:cubicBezTo>
                    <a:pt x="149" y="21"/>
                    <a:pt x="148" y="20"/>
                    <a:pt x="148" y="20"/>
                  </a:cubicBezTo>
                  <a:cubicBezTo>
                    <a:pt x="146" y="19"/>
                    <a:pt x="143" y="21"/>
                    <a:pt x="141" y="17"/>
                  </a:cubicBezTo>
                  <a:cubicBezTo>
                    <a:pt x="140" y="14"/>
                    <a:pt x="141" y="13"/>
                    <a:pt x="139" y="10"/>
                  </a:cubicBezTo>
                  <a:cubicBezTo>
                    <a:pt x="137" y="7"/>
                    <a:pt x="136" y="4"/>
                    <a:pt x="134" y="6"/>
                  </a:cubicBezTo>
                  <a:cubicBezTo>
                    <a:pt x="132" y="6"/>
                    <a:pt x="129" y="6"/>
                    <a:pt x="125" y="6"/>
                  </a:cubicBezTo>
                  <a:cubicBezTo>
                    <a:pt x="121" y="9"/>
                    <a:pt x="113" y="12"/>
                    <a:pt x="110" y="11"/>
                  </a:cubicBezTo>
                  <a:cubicBezTo>
                    <a:pt x="107" y="10"/>
                    <a:pt x="101" y="11"/>
                    <a:pt x="96" y="11"/>
                  </a:cubicBezTo>
                  <a:cubicBezTo>
                    <a:pt x="92" y="11"/>
                    <a:pt x="90" y="8"/>
                    <a:pt x="87" y="8"/>
                  </a:cubicBezTo>
                  <a:cubicBezTo>
                    <a:pt x="83" y="8"/>
                    <a:pt x="83" y="5"/>
                    <a:pt x="80" y="5"/>
                  </a:cubicBezTo>
                  <a:cubicBezTo>
                    <a:pt x="76" y="5"/>
                    <a:pt x="79" y="3"/>
                    <a:pt x="68" y="2"/>
                  </a:cubicBezTo>
                  <a:cubicBezTo>
                    <a:pt x="56" y="0"/>
                    <a:pt x="47" y="6"/>
                    <a:pt x="43" y="9"/>
                  </a:cubicBezTo>
                  <a:cubicBezTo>
                    <a:pt x="40" y="12"/>
                    <a:pt x="27" y="9"/>
                    <a:pt x="26" y="10"/>
                  </a:cubicBezTo>
                  <a:cubicBezTo>
                    <a:pt x="24" y="11"/>
                    <a:pt x="26" y="15"/>
                    <a:pt x="22" y="16"/>
                  </a:cubicBezTo>
                  <a:cubicBezTo>
                    <a:pt x="17" y="18"/>
                    <a:pt x="8" y="16"/>
                    <a:pt x="5" y="18"/>
                  </a:cubicBezTo>
                  <a:cubicBezTo>
                    <a:pt x="1" y="19"/>
                    <a:pt x="0" y="24"/>
                    <a:pt x="3" y="24"/>
                  </a:cubicBezTo>
                  <a:cubicBezTo>
                    <a:pt x="6" y="23"/>
                    <a:pt x="7" y="25"/>
                    <a:pt x="6" y="26"/>
                  </a:cubicBezTo>
                  <a:cubicBezTo>
                    <a:pt x="5" y="27"/>
                    <a:pt x="9" y="31"/>
                    <a:pt x="7" y="32"/>
                  </a:cubicBezTo>
                  <a:cubicBezTo>
                    <a:pt x="5" y="33"/>
                    <a:pt x="5" y="36"/>
                    <a:pt x="7" y="38"/>
                  </a:cubicBezTo>
                  <a:cubicBezTo>
                    <a:pt x="9" y="39"/>
                    <a:pt x="10" y="42"/>
                    <a:pt x="7" y="42"/>
                  </a:cubicBezTo>
                  <a:cubicBezTo>
                    <a:pt x="5" y="42"/>
                    <a:pt x="11" y="45"/>
                    <a:pt x="11" y="46"/>
                  </a:cubicBezTo>
                  <a:cubicBezTo>
                    <a:pt x="11" y="47"/>
                    <a:pt x="17" y="48"/>
                    <a:pt x="17" y="49"/>
                  </a:cubicBezTo>
                  <a:cubicBezTo>
                    <a:pt x="17" y="51"/>
                    <a:pt x="18" y="51"/>
                    <a:pt x="21" y="50"/>
                  </a:cubicBezTo>
                  <a:cubicBezTo>
                    <a:pt x="23" y="50"/>
                    <a:pt x="24" y="53"/>
                    <a:pt x="26" y="56"/>
                  </a:cubicBezTo>
                  <a:cubicBezTo>
                    <a:pt x="27" y="58"/>
                    <a:pt x="36" y="56"/>
                    <a:pt x="36" y="54"/>
                  </a:cubicBezTo>
                  <a:cubicBezTo>
                    <a:pt x="36" y="51"/>
                    <a:pt x="39" y="50"/>
                    <a:pt x="42" y="51"/>
                  </a:cubicBezTo>
                  <a:cubicBezTo>
                    <a:pt x="46" y="51"/>
                    <a:pt x="51" y="56"/>
                    <a:pt x="53" y="57"/>
                  </a:cubicBezTo>
                  <a:cubicBezTo>
                    <a:pt x="55" y="58"/>
                    <a:pt x="59" y="56"/>
                    <a:pt x="62" y="56"/>
                  </a:cubicBezTo>
                  <a:cubicBezTo>
                    <a:pt x="64" y="56"/>
                    <a:pt x="68" y="52"/>
                    <a:pt x="69" y="51"/>
                  </a:cubicBezTo>
                  <a:cubicBezTo>
                    <a:pt x="71" y="50"/>
                    <a:pt x="73" y="54"/>
                    <a:pt x="75" y="53"/>
                  </a:cubicBezTo>
                  <a:cubicBezTo>
                    <a:pt x="78" y="51"/>
                    <a:pt x="80" y="50"/>
                    <a:pt x="82" y="51"/>
                  </a:cubicBezTo>
                  <a:cubicBezTo>
                    <a:pt x="83" y="52"/>
                    <a:pt x="78" y="55"/>
                    <a:pt x="79" y="57"/>
                  </a:cubicBezTo>
                  <a:cubicBezTo>
                    <a:pt x="80" y="58"/>
                    <a:pt x="80" y="59"/>
                    <a:pt x="80" y="60"/>
                  </a:cubicBezTo>
                  <a:cubicBezTo>
                    <a:pt x="85" y="59"/>
                    <a:pt x="84" y="56"/>
                    <a:pt x="84" y="54"/>
                  </a:cubicBezTo>
                  <a:cubicBezTo>
                    <a:pt x="85" y="53"/>
                    <a:pt x="86" y="51"/>
                    <a:pt x="88" y="53"/>
                  </a:cubicBezTo>
                  <a:cubicBezTo>
                    <a:pt x="89" y="54"/>
                    <a:pt x="91" y="54"/>
                    <a:pt x="95" y="53"/>
                  </a:cubicBezTo>
                  <a:cubicBezTo>
                    <a:pt x="98" y="51"/>
                    <a:pt x="99" y="50"/>
                    <a:pt x="100" y="52"/>
                  </a:cubicBezTo>
                  <a:cubicBezTo>
                    <a:pt x="101" y="53"/>
                    <a:pt x="104" y="52"/>
                    <a:pt x="109" y="52"/>
                  </a:cubicBezTo>
                  <a:cubicBezTo>
                    <a:pt x="114" y="52"/>
                    <a:pt x="115" y="48"/>
                    <a:pt x="120" y="49"/>
                  </a:cubicBezTo>
                  <a:cubicBezTo>
                    <a:pt x="125" y="49"/>
                    <a:pt x="129" y="47"/>
                    <a:pt x="129" y="47"/>
                  </a:cubicBezTo>
                  <a:cubicBezTo>
                    <a:pt x="132" y="48"/>
                    <a:pt x="132" y="48"/>
                    <a:pt x="132" y="48"/>
                  </a:cubicBezTo>
                  <a:cubicBezTo>
                    <a:pt x="133" y="47"/>
                    <a:pt x="133" y="46"/>
                    <a:pt x="135" y="46"/>
                  </a:cubicBezTo>
                  <a:cubicBezTo>
                    <a:pt x="139" y="45"/>
                    <a:pt x="141" y="48"/>
                    <a:pt x="143" y="47"/>
                  </a:cubicBezTo>
                  <a:cubicBezTo>
                    <a:pt x="144" y="46"/>
                    <a:pt x="151" y="53"/>
                    <a:pt x="151" y="48"/>
                  </a:cubicBezTo>
                  <a:cubicBezTo>
                    <a:pt x="151" y="47"/>
                    <a:pt x="149" y="42"/>
                    <a:pt x="147" y="42"/>
                  </a:cubicBezTo>
                  <a:close/>
                  <a:moveTo>
                    <a:pt x="13" y="11"/>
                  </a:moveTo>
                  <a:cubicBezTo>
                    <a:pt x="16" y="10"/>
                    <a:pt x="23" y="12"/>
                    <a:pt x="24" y="10"/>
                  </a:cubicBezTo>
                  <a:cubicBezTo>
                    <a:pt x="26" y="9"/>
                    <a:pt x="20" y="7"/>
                    <a:pt x="18" y="5"/>
                  </a:cubicBezTo>
                  <a:cubicBezTo>
                    <a:pt x="17" y="4"/>
                    <a:pt x="16" y="3"/>
                    <a:pt x="16" y="1"/>
                  </a:cubicBezTo>
                  <a:cubicBezTo>
                    <a:pt x="15" y="2"/>
                    <a:pt x="14" y="2"/>
                    <a:pt x="13" y="2"/>
                  </a:cubicBezTo>
                  <a:cubicBezTo>
                    <a:pt x="11" y="1"/>
                    <a:pt x="6" y="1"/>
                    <a:pt x="5" y="2"/>
                  </a:cubicBezTo>
                  <a:cubicBezTo>
                    <a:pt x="4" y="2"/>
                    <a:pt x="5" y="5"/>
                    <a:pt x="5" y="7"/>
                  </a:cubicBezTo>
                  <a:cubicBezTo>
                    <a:pt x="5" y="9"/>
                    <a:pt x="3" y="10"/>
                    <a:pt x="3" y="11"/>
                  </a:cubicBezTo>
                  <a:cubicBezTo>
                    <a:pt x="3" y="12"/>
                    <a:pt x="2" y="13"/>
                    <a:pt x="1" y="14"/>
                  </a:cubicBezTo>
                  <a:cubicBezTo>
                    <a:pt x="3" y="15"/>
                    <a:pt x="4" y="16"/>
                    <a:pt x="6" y="16"/>
                  </a:cubicBezTo>
                  <a:cubicBezTo>
                    <a:pt x="9" y="16"/>
                    <a:pt x="10" y="12"/>
                    <a:pt x="13" y="1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7" name="Freeform 58">
              <a:extLst>
                <a:ext uri="{FF2B5EF4-FFF2-40B4-BE49-F238E27FC236}">
                  <a16:creationId xmlns:a16="http://schemas.microsoft.com/office/drawing/2014/main" id="{80EE9D6A-F42F-434F-AFE7-6238AE6C8262}"/>
                </a:ext>
              </a:extLst>
            </p:cNvPr>
            <p:cNvSpPr>
              <a:spLocks/>
            </p:cNvSpPr>
            <p:nvPr/>
          </p:nvSpPr>
          <p:spPr bwMode="auto">
            <a:xfrm>
              <a:off x="5929313" y="2332038"/>
              <a:ext cx="47625" cy="46038"/>
            </a:xfrm>
            <a:custGeom>
              <a:avLst/>
              <a:gdLst>
                <a:gd name="T0" fmla="*/ 9 w 19"/>
                <a:gd name="T1" fmla="*/ 0 h 18"/>
                <a:gd name="T2" fmla="*/ 0 w 19"/>
                <a:gd name="T3" fmla="*/ 5 h 18"/>
                <a:gd name="T4" fmla="*/ 1 w 19"/>
                <a:gd name="T5" fmla="*/ 7 h 18"/>
                <a:gd name="T6" fmla="*/ 6 w 19"/>
                <a:gd name="T7" fmla="*/ 13 h 18"/>
                <a:gd name="T8" fmla="*/ 7 w 19"/>
                <a:gd name="T9" fmla="*/ 18 h 18"/>
                <a:gd name="T10" fmla="*/ 10 w 19"/>
                <a:gd name="T11" fmla="*/ 17 h 18"/>
                <a:gd name="T12" fmla="*/ 19 w 19"/>
                <a:gd name="T13" fmla="*/ 8 h 18"/>
                <a:gd name="T14" fmla="*/ 9 w 19"/>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9" y="0"/>
                  </a:moveTo>
                  <a:cubicBezTo>
                    <a:pt x="6" y="0"/>
                    <a:pt x="1" y="3"/>
                    <a:pt x="0" y="5"/>
                  </a:cubicBezTo>
                  <a:cubicBezTo>
                    <a:pt x="1" y="6"/>
                    <a:pt x="1" y="7"/>
                    <a:pt x="1" y="7"/>
                  </a:cubicBezTo>
                  <a:cubicBezTo>
                    <a:pt x="2" y="10"/>
                    <a:pt x="4" y="12"/>
                    <a:pt x="6" y="13"/>
                  </a:cubicBezTo>
                  <a:cubicBezTo>
                    <a:pt x="8" y="14"/>
                    <a:pt x="7" y="16"/>
                    <a:pt x="7" y="18"/>
                  </a:cubicBezTo>
                  <a:cubicBezTo>
                    <a:pt x="8" y="17"/>
                    <a:pt x="10" y="17"/>
                    <a:pt x="10" y="17"/>
                  </a:cubicBezTo>
                  <a:cubicBezTo>
                    <a:pt x="13" y="17"/>
                    <a:pt x="18" y="10"/>
                    <a:pt x="19" y="8"/>
                  </a:cubicBezTo>
                  <a:cubicBezTo>
                    <a:pt x="19" y="6"/>
                    <a:pt x="12" y="0"/>
                    <a:pt x="9" y="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8" name="Freeform 59">
              <a:extLst>
                <a:ext uri="{FF2B5EF4-FFF2-40B4-BE49-F238E27FC236}">
                  <a16:creationId xmlns:a16="http://schemas.microsoft.com/office/drawing/2014/main" id="{846F0285-7067-4BC3-8B86-A42EDF7D5BB9}"/>
                </a:ext>
              </a:extLst>
            </p:cNvPr>
            <p:cNvSpPr>
              <a:spLocks/>
            </p:cNvSpPr>
            <p:nvPr/>
          </p:nvSpPr>
          <p:spPr bwMode="auto">
            <a:xfrm>
              <a:off x="6842126" y="2163763"/>
              <a:ext cx="141288" cy="131763"/>
            </a:xfrm>
            <a:custGeom>
              <a:avLst/>
              <a:gdLst>
                <a:gd name="T0" fmla="*/ 53 w 56"/>
                <a:gd name="T1" fmla="*/ 2 h 52"/>
                <a:gd name="T2" fmla="*/ 47 w 56"/>
                <a:gd name="T3" fmla="*/ 0 h 52"/>
                <a:gd name="T4" fmla="*/ 42 w 56"/>
                <a:gd name="T5" fmla="*/ 6 h 52"/>
                <a:gd name="T6" fmla="*/ 36 w 56"/>
                <a:gd name="T7" fmla="*/ 10 h 52"/>
                <a:gd name="T8" fmla="*/ 33 w 56"/>
                <a:gd name="T9" fmla="*/ 13 h 52"/>
                <a:gd name="T10" fmla="*/ 28 w 56"/>
                <a:gd name="T11" fmla="*/ 15 h 52"/>
                <a:gd name="T12" fmla="*/ 23 w 56"/>
                <a:gd name="T13" fmla="*/ 13 h 52"/>
                <a:gd name="T14" fmla="*/ 18 w 56"/>
                <a:gd name="T15" fmla="*/ 18 h 52"/>
                <a:gd name="T16" fmla="*/ 3 w 56"/>
                <a:gd name="T17" fmla="*/ 27 h 52"/>
                <a:gd name="T18" fmla="*/ 0 w 56"/>
                <a:gd name="T19" fmla="*/ 30 h 52"/>
                <a:gd name="T20" fmla="*/ 9 w 56"/>
                <a:gd name="T21" fmla="*/ 35 h 52"/>
                <a:gd name="T22" fmla="*/ 5 w 56"/>
                <a:gd name="T23" fmla="*/ 44 h 52"/>
                <a:gd name="T24" fmla="*/ 6 w 56"/>
                <a:gd name="T25" fmla="*/ 48 h 52"/>
                <a:gd name="T26" fmla="*/ 10 w 56"/>
                <a:gd name="T27" fmla="*/ 50 h 52"/>
                <a:gd name="T28" fmla="*/ 16 w 56"/>
                <a:gd name="T29" fmla="*/ 49 h 52"/>
                <a:gd name="T30" fmla="*/ 18 w 56"/>
                <a:gd name="T31" fmla="*/ 50 h 52"/>
                <a:gd name="T32" fmla="*/ 23 w 56"/>
                <a:gd name="T33" fmla="*/ 47 h 52"/>
                <a:gd name="T34" fmla="*/ 30 w 56"/>
                <a:gd name="T35" fmla="*/ 45 h 52"/>
                <a:gd name="T36" fmla="*/ 35 w 56"/>
                <a:gd name="T37" fmla="*/ 44 h 52"/>
                <a:gd name="T38" fmla="*/ 27 w 56"/>
                <a:gd name="T39" fmla="*/ 37 h 52"/>
                <a:gd name="T40" fmla="*/ 30 w 56"/>
                <a:gd name="T41" fmla="*/ 30 h 52"/>
                <a:gd name="T42" fmla="*/ 44 w 56"/>
                <a:gd name="T43" fmla="*/ 21 h 52"/>
                <a:gd name="T44" fmla="*/ 47 w 56"/>
                <a:gd name="T45" fmla="*/ 11 h 52"/>
                <a:gd name="T46" fmla="*/ 56 w 56"/>
                <a:gd name="T47" fmla="*/ 3 h 52"/>
                <a:gd name="T48" fmla="*/ 53 w 56"/>
                <a:gd name="T49"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6" h="52">
                  <a:moveTo>
                    <a:pt x="53" y="2"/>
                  </a:moveTo>
                  <a:cubicBezTo>
                    <a:pt x="50" y="3"/>
                    <a:pt x="49" y="0"/>
                    <a:pt x="47" y="0"/>
                  </a:cubicBezTo>
                  <a:cubicBezTo>
                    <a:pt x="44" y="0"/>
                    <a:pt x="45" y="6"/>
                    <a:pt x="42" y="6"/>
                  </a:cubicBezTo>
                  <a:cubicBezTo>
                    <a:pt x="39" y="6"/>
                    <a:pt x="40" y="10"/>
                    <a:pt x="36" y="10"/>
                  </a:cubicBezTo>
                  <a:cubicBezTo>
                    <a:pt x="33" y="11"/>
                    <a:pt x="32" y="11"/>
                    <a:pt x="33" y="13"/>
                  </a:cubicBezTo>
                  <a:cubicBezTo>
                    <a:pt x="35" y="16"/>
                    <a:pt x="31" y="15"/>
                    <a:pt x="28" y="15"/>
                  </a:cubicBezTo>
                  <a:cubicBezTo>
                    <a:pt x="25" y="15"/>
                    <a:pt x="25" y="13"/>
                    <a:pt x="23" y="13"/>
                  </a:cubicBezTo>
                  <a:cubicBezTo>
                    <a:pt x="21" y="13"/>
                    <a:pt x="19" y="16"/>
                    <a:pt x="18" y="18"/>
                  </a:cubicBezTo>
                  <a:cubicBezTo>
                    <a:pt x="16" y="21"/>
                    <a:pt x="6" y="25"/>
                    <a:pt x="3" y="27"/>
                  </a:cubicBezTo>
                  <a:cubicBezTo>
                    <a:pt x="2" y="27"/>
                    <a:pt x="1" y="29"/>
                    <a:pt x="0" y="30"/>
                  </a:cubicBezTo>
                  <a:cubicBezTo>
                    <a:pt x="4" y="31"/>
                    <a:pt x="8" y="33"/>
                    <a:pt x="9" y="35"/>
                  </a:cubicBezTo>
                  <a:cubicBezTo>
                    <a:pt x="12" y="38"/>
                    <a:pt x="7" y="41"/>
                    <a:pt x="5" y="44"/>
                  </a:cubicBezTo>
                  <a:cubicBezTo>
                    <a:pt x="3" y="46"/>
                    <a:pt x="6" y="46"/>
                    <a:pt x="6" y="48"/>
                  </a:cubicBezTo>
                  <a:cubicBezTo>
                    <a:pt x="6" y="51"/>
                    <a:pt x="9" y="52"/>
                    <a:pt x="10" y="50"/>
                  </a:cubicBezTo>
                  <a:cubicBezTo>
                    <a:pt x="11" y="49"/>
                    <a:pt x="13" y="49"/>
                    <a:pt x="16" y="49"/>
                  </a:cubicBezTo>
                  <a:cubicBezTo>
                    <a:pt x="17" y="49"/>
                    <a:pt x="18" y="50"/>
                    <a:pt x="18" y="50"/>
                  </a:cubicBezTo>
                  <a:cubicBezTo>
                    <a:pt x="20" y="49"/>
                    <a:pt x="22" y="47"/>
                    <a:pt x="23" y="47"/>
                  </a:cubicBezTo>
                  <a:cubicBezTo>
                    <a:pt x="24" y="45"/>
                    <a:pt x="27" y="45"/>
                    <a:pt x="30" y="45"/>
                  </a:cubicBezTo>
                  <a:cubicBezTo>
                    <a:pt x="32" y="45"/>
                    <a:pt x="33" y="45"/>
                    <a:pt x="35" y="44"/>
                  </a:cubicBezTo>
                  <a:cubicBezTo>
                    <a:pt x="32" y="40"/>
                    <a:pt x="29" y="38"/>
                    <a:pt x="27" y="37"/>
                  </a:cubicBezTo>
                  <a:cubicBezTo>
                    <a:pt x="25" y="35"/>
                    <a:pt x="26" y="31"/>
                    <a:pt x="30" y="30"/>
                  </a:cubicBezTo>
                  <a:cubicBezTo>
                    <a:pt x="33" y="29"/>
                    <a:pt x="41" y="23"/>
                    <a:pt x="44" y="21"/>
                  </a:cubicBezTo>
                  <a:cubicBezTo>
                    <a:pt x="46" y="20"/>
                    <a:pt x="45" y="15"/>
                    <a:pt x="47" y="11"/>
                  </a:cubicBezTo>
                  <a:cubicBezTo>
                    <a:pt x="48" y="9"/>
                    <a:pt x="52" y="6"/>
                    <a:pt x="56" y="3"/>
                  </a:cubicBezTo>
                  <a:cubicBezTo>
                    <a:pt x="55" y="2"/>
                    <a:pt x="54" y="2"/>
                    <a:pt x="53" y="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89" name="Freeform 60">
              <a:extLst>
                <a:ext uri="{FF2B5EF4-FFF2-40B4-BE49-F238E27FC236}">
                  <a16:creationId xmlns:a16="http://schemas.microsoft.com/office/drawing/2014/main" id="{8F32CF60-A5C5-4CB1-926C-A79FC1C4032C}"/>
                </a:ext>
              </a:extLst>
            </p:cNvPr>
            <p:cNvSpPr>
              <a:spLocks/>
            </p:cNvSpPr>
            <p:nvPr/>
          </p:nvSpPr>
          <p:spPr bwMode="auto">
            <a:xfrm>
              <a:off x="5972176" y="2459038"/>
              <a:ext cx="155575" cy="90488"/>
            </a:xfrm>
            <a:custGeom>
              <a:avLst/>
              <a:gdLst>
                <a:gd name="T0" fmla="*/ 61 w 62"/>
                <a:gd name="T1" fmla="*/ 23 h 36"/>
                <a:gd name="T2" fmla="*/ 59 w 62"/>
                <a:gd name="T3" fmla="*/ 23 h 36"/>
                <a:gd name="T4" fmla="*/ 48 w 62"/>
                <a:gd name="T5" fmla="*/ 21 h 36"/>
                <a:gd name="T6" fmla="*/ 33 w 62"/>
                <a:gd name="T7" fmla="*/ 15 h 36"/>
                <a:gd name="T8" fmla="*/ 16 w 62"/>
                <a:gd name="T9" fmla="*/ 3 h 36"/>
                <a:gd name="T10" fmla="*/ 10 w 62"/>
                <a:gd name="T11" fmla="*/ 1 h 36"/>
                <a:gd name="T12" fmla="*/ 5 w 62"/>
                <a:gd name="T13" fmla="*/ 3 h 36"/>
                <a:gd name="T14" fmla="*/ 1 w 62"/>
                <a:gd name="T15" fmla="*/ 8 h 36"/>
                <a:gd name="T16" fmla="*/ 0 w 62"/>
                <a:gd name="T17" fmla="*/ 14 h 36"/>
                <a:gd name="T18" fmla="*/ 4 w 62"/>
                <a:gd name="T19" fmla="*/ 17 h 36"/>
                <a:gd name="T20" fmla="*/ 11 w 62"/>
                <a:gd name="T21" fmla="*/ 20 h 36"/>
                <a:gd name="T22" fmla="*/ 17 w 62"/>
                <a:gd name="T23" fmla="*/ 23 h 36"/>
                <a:gd name="T24" fmla="*/ 23 w 62"/>
                <a:gd name="T25" fmla="*/ 27 h 36"/>
                <a:gd name="T26" fmla="*/ 31 w 62"/>
                <a:gd name="T27" fmla="*/ 26 h 36"/>
                <a:gd name="T28" fmla="*/ 35 w 62"/>
                <a:gd name="T29" fmla="*/ 30 h 36"/>
                <a:gd name="T30" fmla="*/ 46 w 62"/>
                <a:gd name="T31" fmla="*/ 34 h 36"/>
                <a:gd name="T32" fmla="*/ 60 w 62"/>
                <a:gd name="T33" fmla="*/ 33 h 36"/>
                <a:gd name="T34" fmla="*/ 60 w 62"/>
                <a:gd name="T35" fmla="*/ 25 h 36"/>
                <a:gd name="T36" fmla="*/ 61 w 62"/>
                <a:gd name="T37"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 h="36">
                  <a:moveTo>
                    <a:pt x="61" y="23"/>
                  </a:moveTo>
                  <a:cubicBezTo>
                    <a:pt x="60" y="23"/>
                    <a:pt x="59" y="23"/>
                    <a:pt x="59" y="23"/>
                  </a:cubicBezTo>
                  <a:cubicBezTo>
                    <a:pt x="54" y="23"/>
                    <a:pt x="51" y="21"/>
                    <a:pt x="48" y="21"/>
                  </a:cubicBezTo>
                  <a:cubicBezTo>
                    <a:pt x="45" y="21"/>
                    <a:pt x="36" y="18"/>
                    <a:pt x="33" y="15"/>
                  </a:cubicBezTo>
                  <a:cubicBezTo>
                    <a:pt x="29" y="12"/>
                    <a:pt x="19" y="5"/>
                    <a:pt x="16" y="3"/>
                  </a:cubicBezTo>
                  <a:cubicBezTo>
                    <a:pt x="14" y="0"/>
                    <a:pt x="10" y="0"/>
                    <a:pt x="10" y="1"/>
                  </a:cubicBezTo>
                  <a:cubicBezTo>
                    <a:pt x="10" y="3"/>
                    <a:pt x="8" y="3"/>
                    <a:pt x="5" y="3"/>
                  </a:cubicBezTo>
                  <a:cubicBezTo>
                    <a:pt x="4" y="4"/>
                    <a:pt x="1" y="6"/>
                    <a:pt x="1" y="8"/>
                  </a:cubicBezTo>
                  <a:cubicBezTo>
                    <a:pt x="1" y="9"/>
                    <a:pt x="0" y="12"/>
                    <a:pt x="0" y="14"/>
                  </a:cubicBezTo>
                  <a:cubicBezTo>
                    <a:pt x="0" y="15"/>
                    <a:pt x="3" y="15"/>
                    <a:pt x="4" y="17"/>
                  </a:cubicBezTo>
                  <a:cubicBezTo>
                    <a:pt x="5" y="18"/>
                    <a:pt x="10" y="19"/>
                    <a:pt x="11" y="20"/>
                  </a:cubicBezTo>
                  <a:cubicBezTo>
                    <a:pt x="11" y="21"/>
                    <a:pt x="14" y="23"/>
                    <a:pt x="17" y="23"/>
                  </a:cubicBezTo>
                  <a:cubicBezTo>
                    <a:pt x="19" y="23"/>
                    <a:pt x="22" y="26"/>
                    <a:pt x="23" y="27"/>
                  </a:cubicBezTo>
                  <a:cubicBezTo>
                    <a:pt x="24" y="28"/>
                    <a:pt x="29" y="26"/>
                    <a:pt x="31" y="26"/>
                  </a:cubicBezTo>
                  <a:cubicBezTo>
                    <a:pt x="32" y="26"/>
                    <a:pt x="35" y="29"/>
                    <a:pt x="35" y="30"/>
                  </a:cubicBezTo>
                  <a:cubicBezTo>
                    <a:pt x="36" y="32"/>
                    <a:pt x="44" y="33"/>
                    <a:pt x="46" y="34"/>
                  </a:cubicBezTo>
                  <a:cubicBezTo>
                    <a:pt x="48" y="36"/>
                    <a:pt x="58" y="35"/>
                    <a:pt x="60" y="33"/>
                  </a:cubicBezTo>
                  <a:cubicBezTo>
                    <a:pt x="62" y="31"/>
                    <a:pt x="60" y="28"/>
                    <a:pt x="60" y="25"/>
                  </a:cubicBezTo>
                  <a:cubicBezTo>
                    <a:pt x="60" y="24"/>
                    <a:pt x="60" y="23"/>
                    <a:pt x="61" y="2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0" name="Freeform 61">
              <a:extLst>
                <a:ext uri="{FF2B5EF4-FFF2-40B4-BE49-F238E27FC236}">
                  <a16:creationId xmlns:a16="http://schemas.microsoft.com/office/drawing/2014/main" id="{E9117E78-8131-4044-B5FA-FE62886C1E6A}"/>
                </a:ext>
              </a:extLst>
            </p:cNvPr>
            <p:cNvSpPr>
              <a:spLocks/>
            </p:cNvSpPr>
            <p:nvPr/>
          </p:nvSpPr>
          <p:spPr bwMode="auto">
            <a:xfrm>
              <a:off x="6199188" y="2498725"/>
              <a:ext cx="169863" cy="382588"/>
            </a:xfrm>
            <a:custGeom>
              <a:avLst/>
              <a:gdLst>
                <a:gd name="T0" fmla="*/ 55 w 68"/>
                <a:gd name="T1" fmla="*/ 139 h 152"/>
                <a:gd name="T2" fmla="*/ 53 w 68"/>
                <a:gd name="T3" fmla="*/ 133 h 152"/>
                <a:gd name="T4" fmla="*/ 49 w 68"/>
                <a:gd name="T5" fmla="*/ 123 h 152"/>
                <a:gd name="T6" fmla="*/ 47 w 68"/>
                <a:gd name="T7" fmla="*/ 114 h 152"/>
                <a:gd name="T8" fmla="*/ 48 w 68"/>
                <a:gd name="T9" fmla="*/ 108 h 152"/>
                <a:gd name="T10" fmla="*/ 48 w 68"/>
                <a:gd name="T11" fmla="*/ 105 h 152"/>
                <a:gd name="T12" fmla="*/ 47 w 68"/>
                <a:gd name="T13" fmla="*/ 99 h 152"/>
                <a:gd name="T14" fmla="*/ 41 w 68"/>
                <a:gd name="T15" fmla="*/ 92 h 152"/>
                <a:gd name="T16" fmla="*/ 42 w 68"/>
                <a:gd name="T17" fmla="*/ 79 h 152"/>
                <a:gd name="T18" fmla="*/ 47 w 68"/>
                <a:gd name="T19" fmla="*/ 77 h 152"/>
                <a:gd name="T20" fmla="*/ 53 w 68"/>
                <a:gd name="T21" fmla="*/ 75 h 152"/>
                <a:gd name="T22" fmla="*/ 60 w 68"/>
                <a:gd name="T23" fmla="*/ 71 h 152"/>
                <a:gd name="T24" fmla="*/ 64 w 68"/>
                <a:gd name="T25" fmla="*/ 67 h 152"/>
                <a:gd name="T26" fmla="*/ 68 w 68"/>
                <a:gd name="T27" fmla="*/ 60 h 152"/>
                <a:gd name="T28" fmla="*/ 68 w 68"/>
                <a:gd name="T29" fmla="*/ 60 h 152"/>
                <a:gd name="T30" fmla="*/ 65 w 68"/>
                <a:gd name="T31" fmla="*/ 61 h 152"/>
                <a:gd name="T32" fmla="*/ 60 w 68"/>
                <a:gd name="T33" fmla="*/ 59 h 152"/>
                <a:gd name="T34" fmla="*/ 55 w 68"/>
                <a:gd name="T35" fmla="*/ 56 h 152"/>
                <a:gd name="T36" fmla="*/ 55 w 68"/>
                <a:gd name="T37" fmla="*/ 51 h 152"/>
                <a:gd name="T38" fmla="*/ 52 w 68"/>
                <a:gd name="T39" fmla="*/ 47 h 152"/>
                <a:gd name="T40" fmla="*/ 50 w 68"/>
                <a:gd name="T41" fmla="*/ 41 h 152"/>
                <a:gd name="T42" fmla="*/ 42 w 68"/>
                <a:gd name="T43" fmla="*/ 39 h 152"/>
                <a:gd name="T44" fmla="*/ 41 w 68"/>
                <a:gd name="T45" fmla="*/ 36 h 152"/>
                <a:gd name="T46" fmla="*/ 48 w 68"/>
                <a:gd name="T47" fmla="*/ 24 h 152"/>
                <a:gd name="T48" fmla="*/ 50 w 68"/>
                <a:gd name="T49" fmla="*/ 13 h 152"/>
                <a:gd name="T50" fmla="*/ 46 w 68"/>
                <a:gd name="T51" fmla="*/ 9 h 152"/>
                <a:gd name="T52" fmla="*/ 45 w 68"/>
                <a:gd name="T53" fmla="*/ 4 h 152"/>
                <a:gd name="T54" fmla="*/ 39 w 68"/>
                <a:gd name="T55" fmla="*/ 2 h 152"/>
                <a:gd name="T56" fmla="*/ 38 w 68"/>
                <a:gd name="T57" fmla="*/ 3 h 152"/>
                <a:gd name="T58" fmla="*/ 38 w 68"/>
                <a:gd name="T59" fmla="*/ 3 h 152"/>
                <a:gd name="T60" fmla="*/ 36 w 68"/>
                <a:gd name="T61" fmla="*/ 6 h 152"/>
                <a:gd name="T62" fmla="*/ 37 w 68"/>
                <a:gd name="T63" fmla="*/ 12 h 152"/>
                <a:gd name="T64" fmla="*/ 33 w 68"/>
                <a:gd name="T65" fmla="*/ 12 h 152"/>
                <a:gd name="T66" fmla="*/ 27 w 68"/>
                <a:gd name="T67" fmla="*/ 15 h 152"/>
                <a:gd name="T68" fmla="*/ 21 w 68"/>
                <a:gd name="T69" fmla="*/ 21 h 152"/>
                <a:gd name="T70" fmla="*/ 19 w 68"/>
                <a:gd name="T71" fmla="*/ 31 h 152"/>
                <a:gd name="T72" fmla="*/ 16 w 68"/>
                <a:gd name="T73" fmla="*/ 41 h 152"/>
                <a:gd name="T74" fmla="*/ 10 w 68"/>
                <a:gd name="T75" fmla="*/ 40 h 152"/>
                <a:gd name="T76" fmla="*/ 8 w 68"/>
                <a:gd name="T77" fmla="*/ 48 h 152"/>
                <a:gd name="T78" fmla="*/ 6 w 68"/>
                <a:gd name="T79" fmla="*/ 57 h 152"/>
                <a:gd name="T80" fmla="*/ 2 w 68"/>
                <a:gd name="T81" fmla="*/ 63 h 152"/>
                <a:gd name="T82" fmla="*/ 0 w 68"/>
                <a:gd name="T83" fmla="*/ 65 h 152"/>
                <a:gd name="T84" fmla="*/ 7 w 68"/>
                <a:gd name="T85" fmla="*/ 73 h 152"/>
                <a:gd name="T86" fmla="*/ 16 w 68"/>
                <a:gd name="T87" fmla="*/ 90 h 152"/>
                <a:gd name="T88" fmla="*/ 15 w 68"/>
                <a:gd name="T89" fmla="*/ 103 h 152"/>
                <a:gd name="T90" fmla="*/ 18 w 68"/>
                <a:gd name="T91" fmla="*/ 107 h 152"/>
                <a:gd name="T92" fmla="*/ 26 w 68"/>
                <a:gd name="T93" fmla="*/ 106 h 152"/>
                <a:gd name="T94" fmla="*/ 33 w 68"/>
                <a:gd name="T95" fmla="*/ 98 h 152"/>
                <a:gd name="T96" fmla="*/ 37 w 68"/>
                <a:gd name="T97" fmla="*/ 101 h 152"/>
                <a:gd name="T98" fmla="*/ 40 w 68"/>
                <a:gd name="T99" fmla="*/ 110 h 152"/>
                <a:gd name="T100" fmla="*/ 45 w 68"/>
                <a:gd name="T101" fmla="*/ 127 h 152"/>
                <a:gd name="T102" fmla="*/ 48 w 68"/>
                <a:gd name="T103" fmla="*/ 140 h 152"/>
                <a:gd name="T104" fmla="*/ 49 w 68"/>
                <a:gd name="T105" fmla="*/ 150 h 152"/>
                <a:gd name="T106" fmla="*/ 48 w 68"/>
                <a:gd name="T107" fmla="*/ 152 h 152"/>
                <a:gd name="T108" fmla="*/ 55 w 68"/>
                <a:gd name="T109" fmla="*/ 13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8" h="152">
                  <a:moveTo>
                    <a:pt x="55" y="139"/>
                  </a:moveTo>
                  <a:cubicBezTo>
                    <a:pt x="55" y="135"/>
                    <a:pt x="53" y="135"/>
                    <a:pt x="53" y="133"/>
                  </a:cubicBezTo>
                  <a:cubicBezTo>
                    <a:pt x="53" y="130"/>
                    <a:pt x="53" y="126"/>
                    <a:pt x="49" y="123"/>
                  </a:cubicBezTo>
                  <a:cubicBezTo>
                    <a:pt x="46" y="120"/>
                    <a:pt x="45" y="116"/>
                    <a:pt x="47" y="114"/>
                  </a:cubicBezTo>
                  <a:cubicBezTo>
                    <a:pt x="48" y="113"/>
                    <a:pt x="47" y="108"/>
                    <a:pt x="48" y="108"/>
                  </a:cubicBezTo>
                  <a:cubicBezTo>
                    <a:pt x="49" y="109"/>
                    <a:pt x="50" y="106"/>
                    <a:pt x="48" y="105"/>
                  </a:cubicBezTo>
                  <a:cubicBezTo>
                    <a:pt x="46" y="104"/>
                    <a:pt x="48" y="100"/>
                    <a:pt x="47" y="99"/>
                  </a:cubicBezTo>
                  <a:cubicBezTo>
                    <a:pt x="45" y="99"/>
                    <a:pt x="41" y="93"/>
                    <a:pt x="41" y="92"/>
                  </a:cubicBezTo>
                  <a:cubicBezTo>
                    <a:pt x="41" y="90"/>
                    <a:pt x="42" y="81"/>
                    <a:pt x="42" y="79"/>
                  </a:cubicBezTo>
                  <a:cubicBezTo>
                    <a:pt x="42" y="77"/>
                    <a:pt x="46" y="77"/>
                    <a:pt x="47" y="77"/>
                  </a:cubicBezTo>
                  <a:cubicBezTo>
                    <a:pt x="48" y="77"/>
                    <a:pt x="51" y="77"/>
                    <a:pt x="53" y="75"/>
                  </a:cubicBezTo>
                  <a:cubicBezTo>
                    <a:pt x="54" y="73"/>
                    <a:pt x="59" y="72"/>
                    <a:pt x="60" y="71"/>
                  </a:cubicBezTo>
                  <a:cubicBezTo>
                    <a:pt x="61" y="69"/>
                    <a:pt x="64" y="69"/>
                    <a:pt x="64" y="67"/>
                  </a:cubicBezTo>
                  <a:cubicBezTo>
                    <a:pt x="64" y="65"/>
                    <a:pt x="68" y="60"/>
                    <a:pt x="68" y="60"/>
                  </a:cubicBezTo>
                  <a:cubicBezTo>
                    <a:pt x="68" y="60"/>
                    <a:pt x="68" y="60"/>
                    <a:pt x="68" y="60"/>
                  </a:cubicBezTo>
                  <a:cubicBezTo>
                    <a:pt x="68" y="60"/>
                    <a:pt x="67" y="60"/>
                    <a:pt x="65" y="61"/>
                  </a:cubicBezTo>
                  <a:cubicBezTo>
                    <a:pt x="61" y="63"/>
                    <a:pt x="59" y="61"/>
                    <a:pt x="60" y="59"/>
                  </a:cubicBezTo>
                  <a:cubicBezTo>
                    <a:pt x="60" y="56"/>
                    <a:pt x="57" y="56"/>
                    <a:pt x="55" y="56"/>
                  </a:cubicBezTo>
                  <a:cubicBezTo>
                    <a:pt x="53" y="56"/>
                    <a:pt x="55" y="53"/>
                    <a:pt x="55" y="51"/>
                  </a:cubicBezTo>
                  <a:cubicBezTo>
                    <a:pt x="56" y="49"/>
                    <a:pt x="55" y="48"/>
                    <a:pt x="52" y="47"/>
                  </a:cubicBezTo>
                  <a:cubicBezTo>
                    <a:pt x="50" y="47"/>
                    <a:pt x="49" y="42"/>
                    <a:pt x="50" y="41"/>
                  </a:cubicBezTo>
                  <a:cubicBezTo>
                    <a:pt x="51" y="39"/>
                    <a:pt x="45" y="38"/>
                    <a:pt x="42" y="39"/>
                  </a:cubicBezTo>
                  <a:cubicBezTo>
                    <a:pt x="40" y="41"/>
                    <a:pt x="42" y="37"/>
                    <a:pt x="41" y="36"/>
                  </a:cubicBezTo>
                  <a:cubicBezTo>
                    <a:pt x="40" y="34"/>
                    <a:pt x="44" y="28"/>
                    <a:pt x="48" y="24"/>
                  </a:cubicBezTo>
                  <a:cubicBezTo>
                    <a:pt x="51" y="21"/>
                    <a:pt x="50" y="16"/>
                    <a:pt x="50" y="13"/>
                  </a:cubicBezTo>
                  <a:cubicBezTo>
                    <a:pt x="50" y="9"/>
                    <a:pt x="48" y="9"/>
                    <a:pt x="46" y="9"/>
                  </a:cubicBezTo>
                  <a:cubicBezTo>
                    <a:pt x="45" y="9"/>
                    <a:pt x="45" y="6"/>
                    <a:pt x="45" y="4"/>
                  </a:cubicBezTo>
                  <a:cubicBezTo>
                    <a:pt x="45" y="2"/>
                    <a:pt x="41" y="0"/>
                    <a:pt x="39" y="2"/>
                  </a:cubicBezTo>
                  <a:cubicBezTo>
                    <a:pt x="39" y="2"/>
                    <a:pt x="38" y="2"/>
                    <a:pt x="38" y="3"/>
                  </a:cubicBezTo>
                  <a:cubicBezTo>
                    <a:pt x="38" y="3"/>
                    <a:pt x="38" y="3"/>
                    <a:pt x="38" y="3"/>
                  </a:cubicBezTo>
                  <a:cubicBezTo>
                    <a:pt x="38" y="3"/>
                    <a:pt x="37" y="6"/>
                    <a:pt x="36" y="6"/>
                  </a:cubicBezTo>
                  <a:cubicBezTo>
                    <a:pt x="35" y="7"/>
                    <a:pt x="35" y="9"/>
                    <a:pt x="37" y="12"/>
                  </a:cubicBezTo>
                  <a:cubicBezTo>
                    <a:pt x="39" y="15"/>
                    <a:pt x="34" y="13"/>
                    <a:pt x="33" y="12"/>
                  </a:cubicBezTo>
                  <a:cubicBezTo>
                    <a:pt x="33" y="10"/>
                    <a:pt x="29" y="13"/>
                    <a:pt x="27" y="15"/>
                  </a:cubicBezTo>
                  <a:cubicBezTo>
                    <a:pt x="24" y="17"/>
                    <a:pt x="21" y="18"/>
                    <a:pt x="21" y="21"/>
                  </a:cubicBezTo>
                  <a:cubicBezTo>
                    <a:pt x="21" y="25"/>
                    <a:pt x="18" y="28"/>
                    <a:pt x="19" y="31"/>
                  </a:cubicBezTo>
                  <a:cubicBezTo>
                    <a:pt x="20" y="34"/>
                    <a:pt x="16" y="39"/>
                    <a:pt x="16" y="41"/>
                  </a:cubicBezTo>
                  <a:cubicBezTo>
                    <a:pt x="16" y="42"/>
                    <a:pt x="11" y="40"/>
                    <a:pt x="10" y="40"/>
                  </a:cubicBezTo>
                  <a:cubicBezTo>
                    <a:pt x="9" y="40"/>
                    <a:pt x="9" y="46"/>
                    <a:pt x="8" y="48"/>
                  </a:cubicBezTo>
                  <a:cubicBezTo>
                    <a:pt x="7" y="50"/>
                    <a:pt x="8" y="57"/>
                    <a:pt x="6" y="57"/>
                  </a:cubicBezTo>
                  <a:cubicBezTo>
                    <a:pt x="4" y="57"/>
                    <a:pt x="2" y="63"/>
                    <a:pt x="2" y="63"/>
                  </a:cubicBezTo>
                  <a:cubicBezTo>
                    <a:pt x="2" y="63"/>
                    <a:pt x="1" y="64"/>
                    <a:pt x="0" y="65"/>
                  </a:cubicBezTo>
                  <a:cubicBezTo>
                    <a:pt x="1" y="69"/>
                    <a:pt x="4" y="72"/>
                    <a:pt x="7" y="73"/>
                  </a:cubicBezTo>
                  <a:cubicBezTo>
                    <a:pt x="12" y="75"/>
                    <a:pt x="15" y="85"/>
                    <a:pt x="16" y="90"/>
                  </a:cubicBezTo>
                  <a:cubicBezTo>
                    <a:pt x="18" y="95"/>
                    <a:pt x="17" y="100"/>
                    <a:pt x="15" y="103"/>
                  </a:cubicBezTo>
                  <a:cubicBezTo>
                    <a:pt x="13" y="105"/>
                    <a:pt x="16" y="106"/>
                    <a:pt x="18" y="107"/>
                  </a:cubicBezTo>
                  <a:cubicBezTo>
                    <a:pt x="21" y="108"/>
                    <a:pt x="24" y="109"/>
                    <a:pt x="26" y="106"/>
                  </a:cubicBezTo>
                  <a:cubicBezTo>
                    <a:pt x="28" y="103"/>
                    <a:pt x="32" y="101"/>
                    <a:pt x="33" y="98"/>
                  </a:cubicBezTo>
                  <a:cubicBezTo>
                    <a:pt x="34" y="95"/>
                    <a:pt x="36" y="99"/>
                    <a:pt x="37" y="101"/>
                  </a:cubicBezTo>
                  <a:cubicBezTo>
                    <a:pt x="39" y="103"/>
                    <a:pt x="40" y="106"/>
                    <a:pt x="40" y="110"/>
                  </a:cubicBezTo>
                  <a:cubicBezTo>
                    <a:pt x="41" y="114"/>
                    <a:pt x="41" y="124"/>
                    <a:pt x="45" y="127"/>
                  </a:cubicBezTo>
                  <a:cubicBezTo>
                    <a:pt x="48" y="131"/>
                    <a:pt x="49" y="138"/>
                    <a:pt x="48" y="140"/>
                  </a:cubicBezTo>
                  <a:cubicBezTo>
                    <a:pt x="47" y="143"/>
                    <a:pt x="49" y="147"/>
                    <a:pt x="49" y="150"/>
                  </a:cubicBezTo>
                  <a:cubicBezTo>
                    <a:pt x="49" y="150"/>
                    <a:pt x="48" y="151"/>
                    <a:pt x="48" y="152"/>
                  </a:cubicBezTo>
                  <a:cubicBezTo>
                    <a:pt x="51" y="152"/>
                    <a:pt x="55" y="139"/>
                    <a:pt x="55" y="13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1" name="Freeform 62">
              <a:extLst>
                <a:ext uri="{FF2B5EF4-FFF2-40B4-BE49-F238E27FC236}">
                  <a16:creationId xmlns:a16="http://schemas.microsoft.com/office/drawing/2014/main" id="{4DCEE260-DA40-46A8-A43C-4914F0B11E2B}"/>
                </a:ext>
              </a:extLst>
            </p:cNvPr>
            <p:cNvSpPr>
              <a:spLocks/>
            </p:cNvSpPr>
            <p:nvPr/>
          </p:nvSpPr>
          <p:spPr bwMode="auto">
            <a:xfrm>
              <a:off x="6138863" y="2506663"/>
              <a:ext cx="61913" cy="38100"/>
            </a:xfrm>
            <a:custGeom>
              <a:avLst/>
              <a:gdLst>
                <a:gd name="T0" fmla="*/ 24 w 25"/>
                <a:gd name="T1" fmla="*/ 5 h 15"/>
                <a:gd name="T2" fmla="*/ 14 w 25"/>
                <a:gd name="T3" fmla="*/ 2 h 15"/>
                <a:gd name="T4" fmla="*/ 8 w 25"/>
                <a:gd name="T5" fmla="*/ 1 h 15"/>
                <a:gd name="T6" fmla="*/ 2 w 25"/>
                <a:gd name="T7" fmla="*/ 6 h 15"/>
                <a:gd name="T8" fmla="*/ 0 w 25"/>
                <a:gd name="T9" fmla="*/ 10 h 15"/>
                <a:gd name="T10" fmla="*/ 2 w 25"/>
                <a:gd name="T11" fmla="*/ 11 h 15"/>
                <a:gd name="T12" fmla="*/ 8 w 25"/>
                <a:gd name="T13" fmla="*/ 13 h 15"/>
                <a:gd name="T14" fmla="*/ 15 w 25"/>
                <a:gd name="T15" fmla="*/ 13 h 15"/>
                <a:gd name="T16" fmla="*/ 23 w 25"/>
                <a:gd name="T17" fmla="*/ 12 h 15"/>
                <a:gd name="T18" fmla="*/ 22 w 25"/>
                <a:gd name="T19" fmla="*/ 5 h 15"/>
                <a:gd name="T20" fmla="*/ 24 w 25"/>
                <a:gd name="T21"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5">
                  <a:moveTo>
                    <a:pt x="24" y="5"/>
                  </a:moveTo>
                  <a:cubicBezTo>
                    <a:pt x="19" y="0"/>
                    <a:pt x="18" y="4"/>
                    <a:pt x="14" y="2"/>
                  </a:cubicBezTo>
                  <a:cubicBezTo>
                    <a:pt x="11" y="0"/>
                    <a:pt x="9" y="0"/>
                    <a:pt x="8" y="1"/>
                  </a:cubicBezTo>
                  <a:cubicBezTo>
                    <a:pt x="6" y="2"/>
                    <a:pt x="4" y="2"/>
                    <a:pt x="2" y="6"/>
                  </a:cubicBezTo>
                  <a:cubicBezTo>
                    <a:pt x="2" y="7"/>
                    <a:pt x="1" y="9"/>
                    <a:pt x="0" y="10"/>
                  </a:cubicBezTo>
                  <a:cubicBezTo>
                    <a:pt x="1" y="11"/>
                    <a:pt x="2" y="12"/>
                    <a:pt x="2" y="11"/>
                  </a:cubicBezTo>
                  <a:cubicBezTo>
                    <a:pt x="4" y="11"/>
                    <a:pt x="5" y="13"/>
                    <a:pt x="8" y="13"/>
                  </a:cubicBezTo>
                  <a:cubicBezTo>
                    <a:pt x="10" y="12"/>
                    <a:pt x="12" y="14"/>
                    <a:pt x="15" y="13"/>
                  </a:cubicBezTo>
                  <a:cubicBezTo>
                    <a:pt x="19" y="12"/>
                    <a:pt x="22" y="15"/>
                    <a:pt x="23" y="12"/>
                  </a:cubicBezTo>
                  <a:cubicBezTo>
                    <a:pt x="25" y="10"/>
                    <a:pt x="22" y="5"/>
                    <a:pt x="22" y="5"/>
                  </a:cubicBezTo>
                  <a:cubicBezTo>
                    <a:pt x="22" y="5"/>
                    <a:pt x="23" y="5"/>
                    <a:pt x="24" y="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2" name="Freeform 63">
              <a:extLst>
                <a:ext uri="{FF2B5EF4-FFF2-40B4-BE49-F238E27FC236}">
                  <a16:creationId xmlns:a16="http://schemas.microsoft.com/office/drawing/2014/main" id="{088CAC53-D133-4E3E-A4D8-47E708506023}"/>
                </a:ext>
              </a:extLst>
            </p:cNvPr>
            <p:cNvSpPr>
              <a:spLocks/>
            </p:cNvSpPr>
            <p:nvPr/>
          </p:nvSpPr>
          <p:spPr bwMode="auto">
            <a:xfrm>
              <a:off x="6392863" y="2611438"/>
              <a:ext cx="147638" cy="312738"/>
            </a:xfrm>
            <a:custGeom>
              <a:avLst/>
              <a:gdLst>
                <a:gd name="T0" fmla="*/ 44 w 59"/>
                <a:gd name="T1" fmla="*/ 15 h 124"/>
                <a:gd name="T2" fmla="*/ 36 w 59"/>
                <a:gd name="T3" fmla="*/ 9 h 124"/>
                <a:gd name="T4" fmla="*/ 34 w 59"/>
                <a:gd name="T5" fmla="*/ 5 h 124"/>
                <a:gd name="T6" fmla="*/ 27 w 59"/>
                <a:gd name="T7" fmla="*/ 1 h 124"/>
                <a:gd name="T8" fmla="*/ 21 w 59"/>
                <a:gd name="T9" fmla="*/ 5 h 124"/>
                <a:gd name="T10" fmla="*/ 15 w 59"/>
                <a:gd name="T11" fmla="*/ 6 h 124"/>
                <a:gd name="T12" fmla="*/ 8 w 59"/>
                <a:gd name="T13" fmla="*/ 6 h 124"/>
                <a:gd name="T14" fmla="*/ 2 w 59"/>
                <a:gd name="T15" fmla="*/ 7 h 124"/>
                <a:gd name="T16" fmla="*/ 0 w 59"/>
                <a:gd name="T17" fmla="*/ 9 h 124"/>
                <a:gd name="T18" fmla="*/ 3 w 59"/>
                <a:gd name="T19" fmla="*/ 13 h 124"/>
                <a:gd name="T20" fmla="*/ 7 w 59"/>
                <a:gd name="T21" fmla="*/ 19 h 124"/>
                <a:gd name="T22" fmla="*/ 14 w 59"/>
                <a:gd name="T23" fmla="*/ 23 h 124"/>
                <a:gd name="T24" fmla="*/ 19 w 59"/>
                <a:gd name="T25" fmla="*/ 24 h 124"/>
                <a:gd name="T26" fmla="*/ 22 w 59"/>
                <a:gd name="T27" fmla="*/ 30 h 124"/>
                <a:gd name="T28" fmla="*/ 16 w 59"/>
                <a:gd name="T29" fmla="*/ 34 h 124"/>
                <a:gd name="T30" fmla="*/ 24 w 59"/>
                <a:gd name="T31" fmla="*/ 41 h 124"/>
                <a:gd name="T32" fmla="*/ 28 w 59"/>
                <a:gd name="T33" fmla="*/ 48 h 124"/>
                <a:gd name="T34" fmla="*/ 35 w 59"/>
                <a:gd name="T35" fmla="*/ 57 h 124"/>
                <a:gd name="T36" fmla="*/ 42 w 59"/>
                <a:gd name="T37" fmla="*/ 63 h 124"/>
                <a:gd name="T38" fmla="*/ 43 w 59"/>
                <a:gd name="T39" fmla="*/ 71 h 124"/>
                <a:gd name="T40" fmla="*/ 46 w 59"/>
                <a:gd name="T41" fmla="*/ 85 h 124"/>
                <a:gd name="T42" fmla="*/ 40 w 59"/>
                <a:gd name="T43" fmla="*/ 94 h 124"/>
                <a:gd name="T44" fmla="*/ 33 w 59"/>
                <a:gd name="T45" fmla="*/ 98 h 124"/>
                <a:gd name="T46" fmla="*/ 33 w 59"/>
                <a:gd name="T47" fmla="*/ 106 h 124"/>
                <a:gd name="T48" fmla="*/ 24 w 59"/>
                <a:gd name="T49" fmla="*/ 106 h 124"/>
                <a:gd name="T50" fmla="*/ 19 w 59"/>
                <a:gd name="T51" fmla="*/ 109 h 124"/>
                <a:gd name="T52" fmla="*/ 22 w 59"/>
                <a:gd name="T53" fmla="*/ 112 h 124"/>
                <a:gd name="T54" fmla="*/ 20 w 59"/>
                <a:gd name="T55" fmla="*/ 119 h 124"/>
                <a:gd name="T56" fmla="*/ 24 w 59"/>
                <a:gd name="T57" fmla="*/ 122 h 124"/>
                <a:gd name="T58" fmla="*/ 32 w 59"/>
                <a:gd name="T59" fmla="*/ 117 h 124"/>
                <a:gd name="T60" fmla="*/ 33 w 59"/>
                <a:gd name="T61" fmla="*/ 114 h 124"/>
                <a:gd name="T62" fmla="*/ 36 w 59"/>
                <a:gd name="T63" fmla="*/ 109 h 124"/>
                <a:gd name="T64" fmla="*/ 41 w 59"/>
                <a:gd name="T65" fmla="*/ 109 h 124"/>
                <a:gd name="T66" fmla="*/ 52 w 59"/>
                <a:gd name="T67" fmla="*/ 103 h 124"/>
                <a:gd name="T68" fmla="*/ 58 w 59"/>
                <a:gd name="T69" fmla="*/ 93 h 124"/>
                <a:gd name="T70" fmla="*/ 56 w 59"/>
                <a:gd name="T71" fmla="*/ 74 h 124"/>
                <a:gd name="T72" fmla="*/ 48 w 59"/>
                <a:gd name="T73" fmla="*/ 61 h 124"/>
                <a:gd name="T74" fmla="*/ 35 w 59"/>
                <a:gd name="T75" fmla="*/ 50 h 124"/>
                <a:gd name="T76" fmla="*/ 32 w 59"/>
                <a:gd name="T77" fmla="*/ 44 h 124"/>
                <a:gd name="T78" fmla="*/ 30 w 59"/>
                <a:gd name="T79" fmla="*/ 33 h 124"/>
                <a:gd name="T80" fmla="*/ 35 w 59"/>
                <a:gd name="T81" fmla="*/ 26 h 124"/>
                <a:gd name="T82" fmla="*/ 39 w 59"/>
                <a:gd name="T83" fmla="*/ 22 h 124"/>
                <a:gd name="T84" fmla="*/ 45 w 59"/>
                <a:gd name="T85" fmla="*/ 17 h 124"/>
                <a:gd name="T86" fmla="*/ 46 w 59"/>
                <a:gd name="T87" fmla="*/ 17 h 124"/>
                <a:gd name="T88" fmla="*/ 44 w 59"/>
                <a:gd name="T89" fmla="*/ 1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 h="124">
                  <a:moveTo>
                    <a:pt x="44" y="15"/>
                  </a:moveTo>
                  <a:cubicBezTo>
                    <a:pt x="42" y="15"/>
                    <a:pt x="36" y="11"/>
                    <a:pt x="36" y="9"/>
                  </a:cubicBezTo>
                  <a:cubicBezTo>
                    <a:pt x="36" y="8"/>
                    <a:pt x="39" y="5"/>
                    <a:pt x="34" y="5"/>
                  </a:cubicBezTo>
                  <a:cubicBezTo>
                    <a:pt x="29" y="4"/>
                    <a:pt x="28" y="2"/>
                    <a:pt x="27" y="1"/>
                  </a:cubicBezTo>
                  <a:cubicBezTo>
                    <a:pt x="26" y="0"/>
                    <a:pt x="22" y="3"/>
                    <a:pt x="21" y="5"/>
                  </a:cubicBezTo>
                  <a:cubicBezTo>
                    <a:pt x="19" y="8"/>
                    <a:pt x="18" y="5"/>
                    <a:pt x="15" y="6"/>
                  </a:cubicBezTo>
                  <a:cubicBezTo>
                    <a:pt x="12" y="8"/>
                    <a:pt x="10" y="4"/>
                    <a:pt x="8" y="6"/>
                  </a:cubicBezTo>
                  <a:cubicBezTo>
                    <a:pt x="7" y="8"/>
                    <a:pt x="4" y="5"/>
                    <a:pt x="2" y="7"/>
                  </a:cubicBezTo>
                  <a:cubicBezTo>
                    <a:pt x="2" y="8"/>
                    <a:pt x="1" y="8"/>
                    <a:pt x="0" y="9"/>
                  </a:cubicBezTo>
                  <a:cubicBezTo>
                    <a:pt x="1" y="10"/>
                    <a:pt x="3" y="12"/>
                    <a:pt x="3" y="13"/>
                  </a:cubicBezTo>
                  <a:cubicBezTo>
                    <a:pt x="3" y="15"/>
                    <a:pt x="7" y="16"/>
                    <a:pt x="7" y="19"/>
                  </a:cubicBezTo>
                  <a:cubicBezTo>
                    <a:pt x="7" y="21"/>
                    <a:pt x="12" y="24"/>
                    <a:pt x="14" y="23"/>
                  </a:cubicBezTo>
                  <a:cubicBezTo>
                    <a:pt x="15" y="21"/>
                    <a:pt x="19" y="20"/>
                    <a:pt x="19" y="24"/>
                  </a:cubicBezTo>
                  <a:cubicBezTo>
                    <a:pt x="20" y="28"/>
                    <a:pt x="22" y="28"/>
                    <a:pt x="22" y="30"/>
                  </a:cubicBezTo>
                  <a:cubicBezTo>
                    <a:pt x="22" y="33"/>
                    <a:pt x="17" y="31"/>
                    <a:pt x="16" y="34"/>
                  </a:cubicBezTo>
                  <a:cubicBezTo>
                    <a:pt x="15" y="36"/>
                    <a:pt x="24" y="39"/>
                    <a:pt x="24" y="41"/>
                  </a:cubicBezTo>
                  <a:cubicBezTo>
                    <a:pt x="24" y="43"/>
                    <a:pt x="27" y="46"/>
                    <a:pt x="28" y="48"/>
                  </a:cubicBezTo>
                  <a:cubicBezTo>
                    <a:pt x="29" y="51"/>
                    <a:pt x="34" y="54"/>
                    <a:pt x="35" y="57"/>
                  </a:cubicBezTo>
                  <a:cubicBezTo>
                    <a:pt x="36" y="60"/>
                    <a:pt x="40" y="62"/>
                    <a:pt x="42" y="63"/>
                  </a:cubicBezTo>
                  <a:cubicBezTo>
                    <a:pt x="43" y="65"/>
                    <a:pt x="44" y="68"/>
                    <a:pt x="43" y="71"/>
                  </a:cubicBezTo>
                  <a:cubicBezTo>
                    <a:pt x="43" y="74"/>
                    <a:pt x="43" y="80"/>
                    <a:pt x="46" y="85"/>
                  </a:cubicBezTo>
                  <a:cubicBezTo>
                    <a:pt x="49" y="89"/>
                    <a:pt x="42" y="91"/>
                    <a:pt x="40" y="94"/>
                  </a:cubicBezTo>
                  <a:cubicBezTo>
                    <a:pt x="38" y="96"/>
                    <a:pt x="39" y="100"/>
                    <a:pt x="33" y="98"/>
                  </a:cubicBezTo>
                  <a:cubicBezTo>
                    <a:pt x="27" y="97"/>
                    <a:pt x="34" y="104"/>
                    <a:pt x="33" y="106"/>
                  </a:cubicBezTo>
                  <a:cubicBezTo>
                    <a:pt x="32" y="108"/>
                    <a:pt x="24" y="104"/>
                    <a:pt x="24" y="106"/>
                  </a:cubicBezTo>
                  <a:cubicBezTo>
                    <a:pt x="24" y="107"/>
                    <a:pt x="21" y="108"/>
                    <a:pt x="19" y="109"/>
                  </a:cubicBezTo>
                  <a:cubicBezTo>
                    <a:pt x="20" y="111"/>
                    <a:pt x="21" y="111"/>
                    <a:pt x="22" y="112"/>
                  </a:cubicBezTo>
                  <a:cubicBezTo>
                    <a:pt x="24" y="113"/>
                    <a:pt x="20" y="115"/>
                    <a:pt x="20" y="119"/>
                  </a:cubicBezTo>
                  <a:cubicBezTo>
                    <a:pt x="20" y="123"/>
                    <a:pt x="23" y="124"/>
                    <a:pt x="24" y="122"/>
                  </a:cubicBezTo>
                  <a:cubicBezTo>
                    <a:pt x="25" y="121"/>
                    <a:pt x="30" y="117"/>
                    <a:pt x="32" y="117"/>
                  </a:cubicBezTo>
                  <a:cubicBezTo>
                    <a:pt x="33" y="116"/>
                    <a:pt x="32" y="114"/>
                    <a:pt x="33" y="114"/>
                  </a:cubicBezTo>
                  <a:cubicBezTo>
                    <a:pt x="35" y="114"/>
                    <a:pt x="35" y="111"/>
                    <a:pt x="36" y="109"/>
                  </a:cubicBezTo>
                  <a:cubicBezTo>
                    <a:pt x="36" y="108"/>
                    <a:pt x="38" y="108"/>
                    <a:pt x="41" y="109"/>
                  </a:cubicBezTo>
                  <a:cubicBezTo>
                    <a:pt x="43" y="109"/>
                    <a:pt x="47" y="106"/>
                    <a:pt x="52" y="103"/>
                  </a:cubicBezTo>
                  <a:cubicBezTo>
                    <a:pt x="56" y="101"/>
                    <a:pt x="56" y="100"/>
                    <a:pt x="58" y="93"/>
                  </a:cubicBezTo>
                  <a:cubicBezTo>
                    <a:pt x="59" y="85"/>
                    <a:pt x="56" y="76"/>
                    <a:pt x="56" y="74"/>
                  </a:cubicBezTo>
                  <a:cubicBezTo>
                    <a:pt x="56" y="72"/>
                    <a:pt x="50" y="61"/>
                    <a:pt x="48" y="61"/>
                  </a:cubicBezTo>
                  <a:cubicBezTo>
                    <a:pt x="46" y="61"/>
                    <a:pt x="37" y="52"/>
                    <a:pt x="35" y="50"/>
                  </a:cubicBezTo>
                  <a:cubicBezTo>
                    <a:pt x="34" y="49"/>
                    <a:pt x="34" y="46"/>
                    <a:pt x="32" y="44"/>
                  </a:cubicBezTo>
                  <a:cubicBezTo>
                    <a:pt x="29" y="42"/>
                    <a:pt x="29" y="37"/>
                    <a:pt x="30" y="33"/>
                  </a:cubicBezTo>
                  <a:cubicBezTo>
                    <a:pt x="30" y="30"/>
                    <a:pt x="36" y="29"/>
                    <a:pt x="35" y="26"/>
                  </a:cubicBezTo>
                  <a:cubicBezTo>
                    <a:pt x="35" y="24"/>
                    <a:pt x="36" y="22"/>
                    <a:pt x="39" y="22"/>
                  </a:cubicBezTo>
                  <a:cubicBezTo>
                    <a:pt x="41" y="21"/>
                    <a:pt x="44" y="19"/>
                    <a:pt x="45" y="17"/>
                  </a:cubicBezTo>
                  <a:cubicBezTo>
                    <a:pt x="45" y="17"/>
                    <a:pt x="45" y="17"/>
                    <a:pt x="46" y="17"/>
                  </a:cubicBezTo>
                  <a:cubicBezTo>
                    <a:pt x="45" y="16"/>
                    <a:pt x="44" y="16"/>
                    <a:pt x="44" y="1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3" name="Freeform 64">
              <a:extLst>
                <a:ext uri="{FF2B5EF4-FFF2-40B4-BE49-F238E27FC236}">
                  <a16:creationId xmlns:a16="http://schemas.microsoft.com/office/drawing/2014/main" id="{2A2742B6-79F4-47CF-93B1-4CCC44FD6B62}"/>
                </a:ext>
              </a:extLst>
            </p:cNvPr>
            <p:cNvSpPr>
              <a:spLocks/>
            </p:cNvSpPr>
            <p:nvPr/>
          </p:nvSpPr>
          <p:spPr bwMode="auto">
            <a:xfrm>
              <a:off x="6392863" y="2798763"/>
              <a:ext cx="122238" cy="87313"/>
            </a:xfrm>
            <a:custGeom>
              <a:avLst/>
              <a:gdLst>
                <a:gd name="T0" fmla="*/ 24 w 49"/>
                <a:gd name="T1" fmla="*/ 32 h 35"/>
                <a:gd name="T2" fmla="*/ 33 w 49"/>
                <a:gd name="T3" fmla="*/ 32 h 35"/>
                <a:gd name="T4" fmla="*/ 33 w 49"/>
                <a:gd name="T5" fmla="*/ 24 h 35"/>
                <a:gd name="T6" fmla="*/ 40 w 49"/>
                <a:gd name="T7" fmla="*/ 20 h 35"/>
                <a:gd name="T8" fmla="*/ 46 w 49"/>
                <a:gd name="T9" fmla="*/ 11 h 35"/>
                <a:gd name="T10" fmla="*/ 43 w 49"/>
                <a:gd name="T11" fmla="*/ 1 h 35"/>
                <a:gd name="T12" fmla="*/ 37 w 49"/>
                <a:gd name="T13" fmla="*/ 2 h 35"/>
                <a:gd name="T14" fmla="*/ 32 w 49"/>
                <a:gd name="T15" fmla="*/ 4 h 35"/>
                <a:gd name="T16" fmla="*/ 29 w 49"/>
                <a:gd name="T17" fmla="*/ 6 h 35"/>
                <a:gd name="T18" fmla="*/ 25 w 49"/>
                <a:gd name="T19" fmla="*/ 2 h 35"/>
                <a:gd name="T20" fmla="*/ 14 w 49"/>
                <a:gd name="T21" fmla="*/ 2 h 35"/>
                <a:gd name="T22" fmla="*/ 3 w 49"/>
                <a:gd name="T23" fmla="*/ 8 h 35"/>
                <a:gd name="T24" fmla="*/ 3 w 49"/>
                <a:gd name="T25" fmla="*/ 15 h 35"/>
                <a:gd name="T26" fmla="*/ 4 w 49"/>
                <a:gd name="T27" fmla="*/ 21 h 35"/>
                <a:gd name="T28" fmla="*/ 4 w 49"/>
                <a:gd name="T29" fmla="*/ 21 h 35"/>
                <a:gd name="T30" fmla="*/ 6 w 49"/>
                <a:gd name="T31" fmla="*/ 28 h 35"/>
                <a:gd name="T32" fmla="*/ 11 w 49"/>
                <a:gd name="T33" fmla="*/ 29 h 35"/>
                <a:gd name="T34" fmla="*/ 12 w 49"/>
                <a:gd name="T35" fmla="*/ 34 h 35"/>
                <a:gd name="T36" fmla="*/ 18 w 49"/>
                <a:gd name="T37" fmla="*/ 34 h 35"/>
                <a:gd name="T38" fmla="*/ 19 w 49"/>
                <a:gd name="T39" fmla="*/ 35 h 35"/>
                <a:gd name="T40" fmla="*/ 24 w 49"/>
                <a:gd name="T41"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35">
                  <a:moveTo>
                    <a:pt x="24" y="32"/>
                  </a:moveTo>
                  <a:cubicBezTo>
                    <a:pt x="24" y="30"/>
                    <a:pt x="32" y="34"/>
                    <a:pt x="33" y="32"/>
                  </a:cubicBezTo>
                  <a:cubicBezTo>
                    <a:pt x="34" y="30"/>
                    <a:pt x="27" y="23"/>
                    <a:pt x="33" y="24"/>
                  </a:cubicBezTo>
                  <a:cubicBezTo>
                    <a:pt x="39" y="26"/>
                    <a:pt x="38" y="22"/>
                    <a:pt x="40" y="20"/>
                  </a:cubicBezTo>
                  <a:cubicBezTo>
                    <a:pt x="42" y="17"/>
                    <a:pt x="49" y="15"/>
                    <a:pt x="46" y="11"/>
                  </a:cubicBezTo>
                  <a:cubicBezTo>
                    <a:pt x="44" y="7"/>
                    <a:pt x="43" y="4"/>
                    <a:pt x="43" y="1"/>
                  </a:cubicBezTo>
                  <a:cubicBezTo>
                    <a:pt x="41" y="2"/>
                    <a:pt x="39" y="2"/>
                    <a:pt x="37" y="2"/>
                  </a:cubicBezTo>
                  <a:cubicBezTo>
                    <a:pt x="36" y="1"/>
                    <a:pt x="32" y="1"/>
                    <a:pt x="32" y="4"/>
                  </a:cubicBezTo>
                  <a:cubicBezTo>
                    <a:pt x="32" y="6"/>
                    <a:pt x="29" y="7"/>
                    <a:pt x="29" y="6"/>
                  </a:cubicBezTo>
                  <a:cubicBezTo>
                    <a:pt x="30" y="4"/>
                    <a:pt x="27" y="5"/>
                    <a:pt x="25" y="2"/>
                  </a:cubicBezTo>
                  <a:cubicBezTo>
                    <a:pt x="23" y="0"/>
                    <a:pt x="17" y="3"/>
                    <a:pt x="14" y="2"/>
                  </a:cubicBezTo>
                  <a:cubicBezTo>
                    <a:pt x="11" y="1"/>
                    <a:pt x="6" y="4"/>
                    <a:pt x="3" y="8"/>
                  </a:cubicBezTo>
                  <a:cubicBezTo>
                    <a:pt x="0" y="11"/>
                    <a:pt x="3" y="11"/>
                    <a:pt x="3" y="15"/>
                  </a:cubicBezTo>
                  <a:cubicBezTo>
                    <a:pt x="3" y="18"/>
                    <a:pt x="5" y="18"/>
                    <a:pt x="4" y="21"/>
                  </a:cubicBezTo>
                  <a:cubicBezTo>
                    <a:pt x="4" y="21"/>
                    <a:pt x="4" y="21"/>
                    <a:pt x="4" y="21"/>
                  </a:cubicBezTo>
                  <a:cubicBezTo>
                    <a:pt x="7" y="23"/>
                    <a:pt x="6" y="26"/>
                    <a:pt x="6" y="28"/>
                  </a:cubicBezTo>
                  <a:cubicBezTo>
                    <a:pt x="7" y="31"/>
                    <a:pt x="10" y="29"/>
                    <a:pt x="11" y="29"/>
                  </a:cubicBezTo>
                  <a:cubicBezTo>
                    <a:pt x="13" y="29"/>
                    <a:pt x="10" y="32"/>
                    <a:pt x="12" y="34"/>
                  </a:cubicBezTo>
                  <a:cubicBezTo>
                    <a:pt x="13" y="35"/>
                    <a:pt x="17" y="32"/>
                    <a:pt x="18" y="34"/>
                  </a:cubicBezTo>
                  <a:cubicBezTo>
                    <a:pt x="18" y="35"/>
                    <a:pt x="19" y="35"/>
                    <a:pt x="19" y="35"/>
                  </a:cubicBezTo>
                  <a:cubicBezTo>
                    <a:pt x="21" y="34"/>
                    <a:pt x="24" y="33"/>
                    <a:pt x="24" y="3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4" name="Freeform 65">
              <a:extLst>
                <a:ext uri="{FF2B5EF4-FFF2-40B4-BE49-F238E27FC236}">
                  <a16:creationId xmlns:a16="http://schemas.microsoft.com/office/drawing/2014/main" id="{6A53B396-6D19-48BD-BB65-55D2C9010F2A}"/>
                </a:ext>
              </a:extLst>
            </p:cNvPr>
            <p:cNvSpPr>
              <a:spLocks/>
            </p:cNvSpPr>
            <p:nvPr/>
          </p:nvSpPr>
          <p:spPr bwMode="auto">
            <a:xfrm>
              <a:off x="6351588" y="2632075"/>
              <a:ext cx="150813" cy="184150"/>
            </a:xfrm>
            <a:custGeom>
              <a:avLst/>
              <a:gdLst>
                <a:gd name="T0" fmla="*/ 40 w 60"/>
                <a:gd name="T1" fmla="*/ 33 h 73"/>
                <a:gd name="T2" fmla="*/ 32 w 60"/>
                <a:gd name="T3" fmla="*/ 26 h 73"/>
                <a:gd name="T4" fmla="*/ 38 w 60"/>
                <a:gd name="T5" fmla="*/ 22 h 73"/>
                <a:gd name="T6" fmla="*/ 35 w 60"/>
                <a:gd name="T7" fmla="*/ 16 h 73"/>
                <a:gd name="T8" fmla="*/ 30 w 60"/>
                <a:gd name="T9" fmla="*/ 15 h 73"/>
                <a:gd name="T10" fmla="*/ 23 w 60"/>
                <a:gd name="T11" fmla="*/ 11 h 73"/>
                <a:gd name="T12" fmla="*/ 19 w 60"/>
                <a:gd name="T13" fmla="*/ 5 h 73"/>
                <a:gd name="T14" fmla="*/ 16 w 60"/>
                <a:gd name="T15" fmla="*/ 1 h 73"/>
                <a:gd name="T16" fmla="*/ 13 w 60"/>
                <a:gd name="T17" fmla="*/ 1 h 73"/>
                <a:gd name="T18" fmla="*/ 12 w 60"/>
                <a:gd name="T19" fmla="*/ 5 h 73"/>
                <a:gd name="T20" fmla="*/ 11 w 60"/>
                <a:gd name="T21" fmla="*/ 11 h 73"/>
                <a:gd name="T22" fmla="*/ 7 w 60"/>
                <a:gd name="T23" fmla="*/ 7 h 73"/>
                <a:gd name="T24" fmla="*/ 3 w 60"/>
                <a:gd name="T25" fmla="*/ 14 h 73"/>
                <a:gd name="T26" fmla="*/ 0 w 60"/>
                <a:gd name="T27" fmla="*/ 16 h 73"/>
                <a:gd name="T28" fmla="*/ 2 w 60"/>
                <a:gd name="T29" fmla="*/ 18 h 73"/>
                <a:gd name="T30" fmla="*/ 2 w 60"/>
                <a:gd name="T31" fmla="*/ 24 h 73"/>
                <a:gd name="T32" fmla="*/ 8 w 60"/>
                <a:gd name="T33" fmla="*/ 26 h 73"/>
                <a:gd name="T34" fmla="*/ 7 w 60"/>
                <a:gd name="T35" fmla="*/ 35 h 73"/>
                <a:gd name="T36" fmla="*/ 5 w 60"/>
                <a:gd name="T37" fmla="*/ 41 h 73"/>
                <a:gd name="T38" fmla="*/ 12 w 60"/>
                <a:gd name="T39" fmla="*/ 38 h 73"/>
                <a:gd name="T40" fmla="*/ 18 w 60"/>
                <a:gd name="T41" fmla="*/ 38 h 73"/>
                <a:gd name="T42" fmla="*/ 23 w 60"/>
                <a:gd name="T43" fmla="*/ 37 h 73"/>
                <a:gd name="T44" fmla="*/ 31 w 60"/>
                <a:gd name="T45" fmla="*/ 36 h 73"/>
                <a:gd name="T46" fmla="*/ 37 w 60"/>
                <a:gd name="T47" fmla="*/ 42 h 73"/>
                <a:gd name="T48" fmla="*/ 38 w 60"/>
                <a:gd name="T49" fmla="*/ 52 h 73"/>
                <a:gd name="T50" fmla="*/ 43 w 60"/>
                <a:gd name="T51" fmla="*/ 60 h 73"/>
                <a:gd name="T52" fmla="*/ 42 w 60"/>
                <a:gd name="T53" fmla="*/ 69 h 73"/>
                <a:gd name="T54" fmla="*/ 45 w 60"/>
                <a:gd name="T55" fmla="*/ 72 h 73"/>
                <a:gd name="T56" fmla="*/ 48 w 60"/>
                <a:gd name="T57" fmla="*/ 70 h 73"/>
                <a:gd name="T58" fmla="*/ 53 w 60"/>
                <a:gd name="T59" fmla="*/ 68 h 73"/>
                <a:gd name="T60" fmla="*/ 59 w 60"/>
                <a:gd name="T61" fmla="*/ 67 h 73"/>
                <a:gd name="T62" fmla="*/ 59 w 60"/>
                <a:gd name="T63" fmla="*/ 63 h 73"/>
                <a:gd name="T64" fmla="*/ 58 w 60"/>
                <a:gd name="T65" fmla="*/ 55 h 73"/>
                <a:gd name="T66" fmla="*/ 51 w 60"/>
                <a:gd name="T67" fmla="*/ 49 h 73"/>
                <a:gd name="T68" fmla="*/ 44 w 60"/>
                <a:gd name="T69" fmla="*/ 40 h 73"/>
                <a:gd name="T70" fmla="*/ 40 w 60"/>
                <a:gd name="T71" fmla="*/ 3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 h="73">
                  <a:moveTo>
                    <a:pt x="40" y="33"/>
                  </a:moveTo>
                  <a:cubicBezTo>
                    <a:pt x="40" y="31"/>
                    <a:pt x="31" y="28"/>
                    <a:pt x="32" y="26"/>
                  </a:cubicBezTo>
                  <a:cubicBezTo>
                    <a:pt x="33" y="23"/>
                    <a:pt x="38" y="25"/>
                    <a:pt x="38" y="22"/>
                  </a:cubicBezTo>
                  <a:cubicBezTo>
                    <a:pt x="38" y="20"/>
                    <a:pt x="36" y="20"/>
                    <a:pt x="35" y="16"/>
                  </a:cubicBezTo>
                  <a:cubicBezTo>
                    <a:pt x="35" y="12"/>
                    <a:pt x="31" y="13"/>
                    <a:pt x="30" y="15"/>
                  </a:cubicBezTo>
                  <a:cubicBezTo>
                    <a:pt x="28" y="16"/>
                    <a:pt x="23" y="13"/>
                    <a:pt x="23" y="11"/>
                  </a:cubicBezTo>
                  <a:cubicBezTo>
                    <a:pt x="23" y="8"/>
                    <a:pt x="19" y="7"/>
                    <a:pt x="19" y="5"/>
                  </a:cubicBezTo>
                  <a:cubicBezTo>
                    <a:pt x="19" y="4"/>
                    <a:pt x="17" y="2"/>
                    <a:pt x="16" y="1"/>
                  </a:cubicBezTo>
                  <a:cubicBezTo>
                    <a:pt x="15" y="1"/>
                    <a:pt x="13" y="1"/>
                    <a:pt x="13" y="1"/>
                  </a:cubicBezTo>
                  <a:cubicBezTo>
                    <a:pt x="12" y="0"/>
                    <a:pt x="11" y="4"/>
                    <a:pt x="12" y="5"/>
                  </a:cubicBezTo>
                  <a:cubicBezTo>
                    <a:pt x="13" y="6"/>
                    <a:pt x="14" y="12"/>
                    <a:pt x="11" y="11"/>
                  </a:cubicBezTo>
                  <a:cubicBezTo>
                    <a:pt x="9" y="11"/>
                    <a:pt x="9" y="7"/>
                    <a:pt x="7" y="7"/>
                  </a:cubicBezTo>
                  <a:cubicBezTo>
                    <a:pt x="7" y="7"/>
                    <a:pt x="3" y="12"/>
                    <a:pt x="3" y="14"/>
                  </a:cubicBezTo>
                  <a:cubicBezTo>
                    <a:pt x="3" y="15"/>
                    <a:pt x="1" y="16"/>
                    <a:pt x="0" y="16"/>
                  </a:cubicBezTo>
                  <a:cubicBezTo>
                    <a:pt x="1" y="17"/>
                    <a:pt x="2" y="18"/>
                    <a:pt x="2" y="18"/>
                  </a:cubicBezTo>
                  <a:cubicBezTo>
                    <a:pt x="3" y="19"/>
                    <a:pt x="1" y="22"/>
                    <a:pt x="2" y="24"/>
                  </a:cubicBezTo>
                  <a:cubicBezTo>
                    <a:pt x="4" y="27"/>
                    <a:pt x="7" y="23"/>
                    <a:pt x="8" y="26"/>
                  </a:cubicBezTo>
                  <a:cubicBezTo>
                    <a:pt x="9" y="30"/>
                    <a:pt x="7" y="31"/>
                    <a:pt x="7" y="35"/>
                  </a:cubicBezTo>
                  <a:cubicBezTo>
                    <a:pt x="7" y="38"/>
                    <a:pt x="5" y="38"/>
                    <a:pt x="5" y="41"/>
                  </a:cubicBezTo>
                  <a:cubicBezTo>
                    <a:pt x="6" y="44"/>
                    <a:pt x="10" y="40"/>
                    <a:pt x="12" y="38"/>
                  </a:cubicBezTo>
                  <a:cubicBezTo>
                    <a:pt x="15" y="36"/>
                    <a:pt x="17" y="37"/>
                    <a:pt x="18" y="38"/>
                  </a:cubicBezTo>
                  <a:cubicBezTo>
                    <a:pt x="19" y="39"/>
                    <a:pt x="23" y="38"/>
                    <a:pt x="23" y="37"/>
                  </a:cubicBezTo>
                  <a:cubicBezTo>
                    <a:pt x="24" y="35"/>
                    <a:pt x="29" y="34"/>
                    <a:pt x="31" y="36"/>
                  </a:cubicBezTo>
                  <a:cubicBezTo>
                    <a:pt x="33" y="38"/>
                    <a:pt x="34" y="41"/>
                    <a:pt x="37" y="42"/>
                  </a:cubicBezTo>
                  <a:cubicBezTo>
                    <a:pt x="39" y="43"/>
                    <a:pt x="35" y="51"/>
                    <a:pt x="38" y="52"/>
                  </a:cubicBezTo>
                  <a:cubicBezTo>
                    <a:pt x="40" y="52"/>
                    <a:pt x="43" y="56"/>
                    <a:pt x="43" y="60"/>
                  </a:cubicBezTo>
                  <a:cubicBezTo>
                    <a:pt x="43" y="64"/>
                    <a:pt x="45" y="66"/>
                    <a:pt x="42" y="69"/>
                  </a:cubicBezTo>
                  <a:cubicBezTo>
                    <a:pt x="44" y="70"/>
                    <a:pt x="46" y="70"/>
                    <a:pt x="45" y="72"/>
                  </a:cubicBezTo>
                  <a:cubicBezTo>
                    <a:pt x="45" y="73"/>
                    <a:pt x="48" y="72"/>
                    <a:pt x="48" y="70"/>
                  </a:cubicBezTo>
                  <a:cubicBezTo>
                    <a:pt x="48" y="67"/>
                    <a:pt x="52" y="67"/>
                    <a:pt x="53" y="68"/>
                  </a:cubicBezTo>
                  <a:cubicBezTo>
                    <a:pt x="55" y="68"/>
                    <a:pt x="57" y="68"/>
                    <a:pt x="59" y="67"/>
                  </a:cubicBezTo>
                  <a:cubicBezTo>
                    <a:pt x="59" y="65"/>
                    <a:pt x="59" y="64"/>
                    <a:pt x="59" y="63"/>
                  </a:cubicBezTo>
                  <a:cubicBezTo>
                    <a:pt x="60" y="60"/>
                    <a:pt x="59" y="57"/>
                    <a:pt x="58" y="55"/>
                  </a:cubicBezTo>
                  <a:cubicBezTo>
                    <a:pt x="56" y="54"/>
                    <a:pt x="52" y="52"/>
                    <a:pt x="51" y="49"/>
                  </a:cubicBezTo>
                  <a:cubicBezTo>
                    <a:pt x="50" y="46"/>
                    <a:pt x="45" y="43"/>
                    <a:pt x="44" y="40"/>
                  </a:cubicBezTo>
                  <a:cubicBezTo>
                    <a:pt x="43" y="38"/>
                    <a:pt x="40" y="35"/>
                    <a:pt x="40" y="3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5" name="Freeform 66">
              <a:extLst>
                <a:ext uri="{FF2B5EF4-FFF2-40B4-BE49-F238E27FC236}">
                  <a16:creationId xmlns:a16="http://schemas.microsoft.com/office/drawing/2014/main" id="{79E15CBA-D9B5-42B7-94F8-BF66828426A7}"/>
                </a:ext>
              </a:extLst>
            </p:cNvPr>
            <p:cNvSpPr>
              <a:spLocks/>
            </p:cNvSpPr>
            <p:nvPr/>
          </p:nvSpPr>
          <p:spPr bwMode="auto">
            <a:xfrm>
              <a:off x="6302376" y="2671763"/>
              <a:ext cx="163513" cy="309563"/>
            </a:xfrm>
            <a:custGeom>
              <a:avLst/>
              <a:gdLst>
                <a:gd name="T0" fmla="*/ 39 w 65"/>
                <a:gd name="T1" fmla="*/ 65 h 123"/>
                <a:gd name="T2" fmla="*/ 39 w 65"/>
                <a:gd name="T3" fmla="*/ 58 h 123"/>
                <a:gd name="T4" fmla="*/ 50 w 65"/>
                <a:gd name="T5" fmla="*/ 52 h 123"/>
                <a:gd name="T6" fmla="*/ 61 w 65"/>
                <a:gd name="T7" fmla="*/ 52 h 123"/>
                <a:gd name="T8" fmla="*/ 62 w 65"/>
                <a:gd name="T9" fmla="*/ 53 h 123"/>
                <a:gd name="T10" fmla="*/ 63 w 65"/>
                <a:gd name="T11" fmla="*/ 44 h 123"/>
                <a:gd name="T12" fmla="*/ 58 w 65"/>
                <a:gd name="T13" fmla="*/ 36 h 123"/>
                <a:gd name="T14" fmla="*/ 57 w 65"/>
                <a:gd name="T15" fmla="*/ 26 h 123"/>
                <a:gd name="T16" fmla="*/ 51 w 65"/>
                <a:gd name="T17" fmla="*/ 20 h 123"/>
                <a:gd name="T18" fmla="*/ 43 w 65"/>
                <a:gd name="T19" fmla="*/ 21 h 123"/>
                <a:gd name="T20" fmla="*/ 38 w 65"/>
                <a:gd name="T21" fmla="*/ 22 h 123"/>
                <a:gd name="T22" fmla="*/ 32 w 65"/>
                <a:gd name="T23" fmla="*/ 22 h 123"/>
                <a:gd name="T24" fmla="*/ 25 w 65"/>
                <a:gd name="T25" fmla="*/ 25 h 123"/>
                <a:gd name="T26" fmla="*/ 27 w 65"/>
                <a:gd name="T27" fmla="*/ 19 h 123"/>
                <a:gd name="T28" fmla="*/ 28 w 65"/>
                <a:gd name="T29" fmla="*/ 10 h 123"/>
                <a:gd name="T30" fmla="*/ 22 w 65"/>
                <a:gd name="T31" fmla="*/ 8 h 123"/>
                <a:gd name="T32" fmla="*/ 22 w 65"/>
                <a:gd name="T33" fmla="*/ 2 h 123"/>
                <a:gd name="T34" fmla="*/ 20 w 65"/>
                <a:gd name="T35" fmla="*/ 0 h 123"/>
                <a:gd name="T36" fmla="*/ 19 w 65"/>
                <a:gd name="T37" fmla="*/ 2 h 123"/>
                <a:gd name="T38" fmla="*/ 12 w 65"/>
                <a:gd name="T39" fmla="*/ 6 h 123"/>
                <a:gd name="T40" fmla="*/ 6 w 65"/>
                <a:gd name="T41" fmla="*/ 8 h 123"/>
                <a:gd name="T42" fmla="*/ 1 w 65"/>
                <a:gd name="T43" fmla="*/ 10 h 123"/>
                <a:gd name="T44" fmla="*/ 0 w 65"/>
                <a:gd name="T45" fmla="*/ 23 h 123"/>
                <a:gd name="T46" fmla="*/ 6 w 65"/>
                <a:gd name="T47" fmla="*/ 30 h 123"/>
                <a:gd name="T48" fmla="*/ 7 w 65"/>
                <a:gd name="T49" fmla="*/ 36 h 123"/>
                <a:gd name="T50" fmla="*/ 7 w 65"/>
                <a:gd name="T51" fmla="*/ 39 h 123"/>
                <a:gd name="T52" fmla="*/ 6 w 65"/>
                <a:gd name="T53" fmla="*/ 45 h 123"/>
                <a:gd name="T54" fmla="*/ 8 w 65"/>
                <a:gd name="T55" fmla="*/ 54 h 123"/>
                <a:gd name="T56" fmla="*/ 12 w 65"/>
                <a:gd name="T57" fmla="*/ 64 h 123"/>
                <a:gd name="T58" fmla="*/ 14 w 65"/>
                <a:gd name="T59" fmla="*/ 70 h 123"/>
                <a:gd name="T60" fmla="*/ 7 w 65"/>
                <a:gd name="T61" fmla="*/ 83 h 123"/>
                <a:gd name="T62" fmla="*/ 5 w 65"/>
                <a:gd name="T63" fmla="*/ 95 h 123"/>
                <a:gd name="T64" fmla="*/ 5 w 65"/>
                <a:gd name="T65" fmla="*/ 102 h 123"/>
                <a:gd name="T66" fmla="*/ 16 w 65"/>
                <a:gd name="T67" fmla="*/ 112 h 123"/>
                <a:gd name="T68" fmla="*/ 18 w 65"/>
                <a:gd name="T69" fmla="*/ 116 h 123"/>
                <a:gd name="T70" fmla="*/ 23 w 65"/>
                <a:gd name="T71" fmla="*/ 116 h 123"/>
                <a:gd name="T72" fmla="*/ 27 w 65"/>
                <a:gd name="T73" fmla="*/ 121 h 123"/>
                <a:gd name="T74" fmla="*/ 33 w 65"/>
                <a:gd name="T75" fmla="*/ 122 h 123"/>
                <a:gd name="T76" fmla="*/ 36 w 65"/>
                <a:gd name="T77" fmla="*/ 119 h 123"/>
                <a:gd name="T78" fmla="*/ 27 w 65"/>
                <a:gd name="T79" fmla="*/ 113 h 123"/>
                <a:gd name="T80" fmla="*/ 21 w 65"/>
                <a:gd name="T81" fmla="*/ 104 h 123"/>
                <a:gd name="T82" fmla="*/ 18 w 65"/>
                <a:gd name="T83" fmla="*/ 97 h 123"/>
                <a:gd name="T84" fmla="*/ 13 w 65"/>
                <a:gd name="T85" fmla="*/ 93 h 123"/>
                <a:gd name="T86" fmla="*/ 14 w 65"/>
                <a:gd name="T87" fmla="*/ 80 h 123"/>
                <a:gd name="T88" fmla="*/ 18 w 65"/>
                <a:gd name="T89" fmla="*/ 64 h 123"/>
                <a:gd name="T90" fmla="*/ 25 w 65"/>
                <a:gd name="T91" fmla="*/ 62 h 123"/>
                <a:gd name="T92" fmla="*/ 31 w 65"/>
                <a:gd name="T93" fmla="*/ 66 h 123"/>
                <a:gd name="T94" fmla="*/ 40 w 65"/>
                <a:gd name="T95" fmla="*/ 71 h 123"/>
                <a:gd name="T96" fmla="*/ 40 w 65"/>
                <a:gd name="T97" fmla="*/ 71 h 123"/>
                <a:gd name="T98" fmla="*/ 40 w 65"/>
                <a:gd name="T99" fmla="*/ 71 h 123"/>
                <a:gd name="T100" fmla="*/ 39 w 65"/>
                <a:gd name="T101" fmla="*/ 6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 h="123">
                  <a:moveTo>
                    <a:pt x="39" y="65"/>
                  </a:moveTo>
                  <a:cubicBezTo>
                    <a:pt x="39" y="61"/>
                    <a:pt x="36" y="61"/>
                    <a:pt x="39" y="58"/>
                  </a:cubicBezTo>
                  <a:cubicBezTo>
                    <a:pt x="42" y="54"/>
                    <a:pt x="47" y="51"/>
                    <a:pt x="50" y="52"/>
                  </a:cubicBezTo>
                  <a:cubicBezTo>
                    <a:pt x="53" y="53"/>
                    <a:pt x="59" y="50"/>
                    <a:pt x="61" y="52"/>
                  </a:cubicBezTo>
                  <a:cubicBezTo>
                    <a:pt x="61" y="53"/>
                    <a:pt x="62" y="53"/>
                    <a:pt x="62" y="53"/>
                  </a:cubicBezTo>
                  <a:cubicBezTo>
                    <a:pt x="65" y="50"/>
                    <a:pt x="63" y="48"/>
                    <a:pt x="63" y="44"/>
                  </a:cubicBezTo>
                  <a:cubicBezTo>
                    <a:pt x="63" y="40"/>
                    <a:pt x="60" y="36"/>
                    <a:pt x="58" y="36"/>
                  </a:cubicBezTo>
                  <a:cubicBezTo>
                    <a:pt x="55" y="35"/>
                    <a:pt x="59" y="27"/>
                    <a:pt x="57" y="26"/>
                  </a:cubicBezTo>
                  <a:cubicBezTo>
                    <a:pt x="54" y="25"/>
                    <a:pt x="53" y="22"/>
                    <a:pt x="51" y="20"/>
                  </a:cubicBezTo>
                  <a:cubicBezTo>
                    <a:pt x="49" y="18"/>
                    <a:pt x="44" y="19"/>
                    <a:pt x="43" y="21"/>
                  </a:cubicBezTo>
                  <a:cubicBezTo>
                    <a:pt x="43" y="22"/>
                    <a:pt x="39" y="23"/>
                    <a:pt x="38" y="22"/>
                  </a:cubicBezTo>
                  <a:cubicBezTo>
                    <a:pt x="37" y="21"/>
                    <a:pt x="35" y="20"/>
                    <a:pt x="32" y="22"/>
                  </a:cubicBezTo>
                  <a:cubicBezTo>
                    <a:pt x="30" y="24"/>
                    <a:pt x="26" y="28"/>
                    <a:pt x="25" y="25"/>
                  </a:cubicBezTo>
                  <a:cubicBezTo>
                    <a:pt x="25" y="22"/>
                    <a:pt x="27" y="22"/>
                    <a:pt x="27" y="19"/>
                  </a:cubicBezTo>
                  <a:cubicBezTo>
                    <a:pt x="27" y="15"/>
                    <a:pt x="29" y="14"/>
                    <a:pt x="28" y="10"/>
                  </a:cubicBezTo>
                  <a:cubicBezTo>
                    <a:pt x="27" y="7"/>
                    <a:pt x="24" y="11"/>
                    <a:pt x="22" y="8"/>
                  </a:cubicBezTo>
                  <a:cubicBezTo>
                    <a:pt x="21" y="6"/>
                    <a:pt x="23" y="3"/>
                    <a:pt x="22" y="2"/>
                  </a:cubicBezTo>
                  <a:cubicBezTo>
                    <a:pt x="22" y="2"/>
                    <a:pt x="21" y="1"/>
                    <a:pt x="20" y="0"/>
                  </a:cubicBezTo>
                  <a:cubicBezTo>
                    <a:pt x="20" y="1"/>
                    <a:pt x="19" y="1"/>
                    <a:pt x="19" y="2"/>
                  </a:cubicBezTo>
                  <a:cubicBezTo>
                    <a:pt x="18" y="3"/>
                    <a:pt x="13" y="4"/>
                    <a:pt x="12" y="6"/>
                  </a:cubicBezTo>
                  <a:cubicBezTo>
                    <a:pt x="10" y="8"/>
                    <a:pt x="7" y="8"/>
                    <a:pt x="6" y="8"/>
                  </a:cubicBezTo>
                  <a:cubicBezTo>
                    <a:pt x="5" y="8"/>
                    <a:pt x="1" y="8"/>
                    <a:pt x="1" y="10"/>
                  </a:cubicBezTo>
                  <a:cubicBezTo>
                    <a:pt x="1" y="12"/>
                    <a:pt x="0" y="21"/>
                    <a:pt x="0" y="23"/>
                  </a:cubicBezTo>
                  <a:cubicBezTo>
                    <a:pt x="0" y="24"/>
                    <a:pt x="4" y="30"/>
                    <a:pt x="6" y="30"/>
                  </a:cubicBezTo>
                  <a:cubicBezTo>
                    <a:pt x="7" y="31"/>
                    <a:pt x="5" y="35"/>
                    <a:pt x="7" y="36"/>
                  </a:cubicBezTo>
                  <a:cubicBezTo>
                    <a:pt x="9" y="37"/>
                    <a:pt x="8" y="40"/>
                    <a:pt x="7" y="39"/>
                  </a:cubicBezTo>
                  <a:cubicBezTo>
                    <a:pt x="6" y="39"/>
                    <a:pt x="7" y="44"/>
                    <a:pt x="6" y="45"/>
                  </a:cubicBezTo>
                  <a:cubicBezTo>
                    <a:pt x="4" y="47"/>
                    <a:pt x="5" y="51"/>
                    <a:pt x="8" y="54"/>
                  </a:cubicBezTo>
                  <a:cubicBezTo>
                    <a:pt x="12" y="57"/>
                    <a:pt x="12" y="61"/>
                    <a:pt x="12" y="64"/>
                  </a:cubicBezTo>
                  <a:cubicBezTo>
                    <a:pt x="12" y="66"/>
                    <a:pt x="14" y="66"/>
                    <a:pt x="14" y="70"/>
                  </a:cubicBezTo>
                  <a:cubicBezTo>
                    <a:pt x="14" y="70"/>
                    <a:pt x="10" y="83"/>
                    <a:pt x="7" y="83"/>
                  </a:cubicBezTo>
                  <a:cubicBezTo>
                    <a:pt x="7" y="86"/>
                    <a:pt x="6" y="92"/>
                    <a:pt x="5" y="95"/>
                  </a:cubicBezTo>
                  <a:cubicBezTo>
                    <a:pt x="4" y="98"/>
                    <a:pt x="3" y="102"/>
                    <a:pt x="5" y="102"/>
                  </a:cubicBezTo>
                  <a:cubicBezTo>
                    <a:pt x="8" y="102"/>
                    <a:pt x="12" y="107"/>
                    <a:pt x="16" y="112"/>
                  </a:cubicBezTo>
                  <a:cubicBezTo>
                    <a:pt x="17" y="113"/>
                    <a:pt x="18" y="115"/>
                    <a:pt x="18" y="116"/>
                  </a:cubicBezTo>
                  <a:cubicBezTo>
                    <a:pt x="20" y="116"/>
                    <a:pt x="22" y="116"/>
                    <a:pt x="23" y="116"/>
                  </a:cubicBezTo>
                  <a:cubicBezTo>
                    <a:pt x="26" y="117"/>
                    <a:pt x="27" y="120"/>
                    <a:pt x="27" y="121"/>
                  </a:cubicBezTo>
                  <a:cubicBezTo>
                    <a:pt x="27" y="123"/>
                    <a:pt x="32" y="122"/>
                    <a:pt x="33" y="122"/>
                  </a:cubicBezTo>
                  <a:cubicBezTo>
                    <a:pt x="34" y="122"/>
                    <a:pt x="33" y="120"/>
                    <a:pt x="36" y="119"/>
                  </a:cubicBezTo>
                  <a:cubicBezTo>
                    <a:pt x="34" y="116"/>
                    <a:pt x="30" y="114"/>
                    <a:pt x="27" y="113"/>
                  </a:cubicBezTo>
                  <a:cubicBezTo>
                    <a:pt x="23" y="113"/>
                    <a:pt x="21" y="107"/>
                    <a:pt x="21" y="104"/>
                  </a:cubicBezTo>
                  <a:cubicBezTo>
                    <a:pt x="21" y="101"/>
                    <a:pt x="18" y="99"/>
                    <a:pt x="18" y="97"/>
                  </a:cubicBezTo>
                  <a:cubicBezTo>
                    <a:pt x="18" y="94"/>
                    <a:pt x="16" y="94"/>
                    <a:pt x="13" y="93"/>
                  </a:cubicBezTo>
                  <a:cubicBezTo>
                    <a:pt x="10" y="92"/>
                    <a:pt x="14" y="83"/>
                    <a:pt x="14" y="80"/>
                  </a:cubicBezTo>
                  <a:cubicBezTo>
                    <a:pt x="14" y="77"/>
                    <a:pt x="20" y="67"/>
                    <a:pt x="18" y="64"/>
                  </a:cubicBezTo>
                  <a:cubicBezTo>
                    <a:pt x="17" y="61"/>
                    <a:pt x="24" y="58"/>
                    <a:pt x="25" y="62"/>
                  </a:cubicBezTo>
                  <a:cubicBezTo>
                    <a:pt x="26" y="65"/>
                    <a:pt x="26" y="67"/>
                    <a:pt x="31" y="66"/>
                  </a:cubicBezTo>
                  <a:cubicBezTo>
                    <a:pt x="36" y="66"/>
                    <a:pt x="36" y="70"/>
                    <a:pt x="40" y="71"/>
                  </a:cubicBezTo>
                  <a:cubicBezTo>
                    <a:pt x="40" y="71"/>
                    <a:pt x="40" y="71"/>
                    <a:pt x="40" y="71"/>
                  </a:cubicBezTo>
                  <a:cubicBezTo>
                    <a:pt x="40" y="71"/>
                    <a:pt x="40" y="71"/>
                    <a:pt x="40" y="71"/>
                  </a:cubicBezTo>
                  <a:cubicBezTo>
                    <a:pt x="41" y="68"/>
                    <a:pt x="39" y="68"/>
                    <a:pt x="39" y="6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6" name="Freeform 67">
              <a:extLst>
                <a:ext uri="{FF2B5EF4-FFF2-40B4-BE49-F238E27FC236}">
                  <a16:creationId xmlns:a16="http://schemas.microsoft.com/office/drawing/2014/main" id="{60FFA281-96BB-4C1D-BABE-AF22D77DAA84}"/>
                </a:ext>
              </a:extLst>
            </p:cNvPr>
            <p:cNvSpPr>
              <a:spLocks/>
            </p:cNvSpPr>
            <p:nvPr/>
          </p:nvSpPr>
          <p:spPr bwMode="auto">
            <a:xfrm>
              <a:off x="4637088" y="1841500"/>
              <a:ext cx="196850" cy="161925"/>
            </a:xfrm>
            <a:custGeom>
              <a:avLst/>
              <a:gdLst>
                <a:gd name="T0" fmla="*/ 2 w 78"/>
                <a:gd name="T1" fmla="*/ 14 h 64"/>
                <a:gd name="T2" fmla="*/ 2 w 78"/>
                <a:gd name="T3" fmla="*/ 22 h 64"/>
                <a:gd name="T4" fmla="*/ 2 w 78"/>
                <a:gd name="T5" fmla="*/ 25 h 64"/>
                <a:gd name="T6" fmla="*/ 4 w 78"/>
                <a:gd name="T7" fmla="*/ 29 h 64"/>
                <a:gd name="T8" fmla="*/ 5 w 78"/>
                <a:gd name="T9" fmla="*/ 33 h 64"/>
                <a:gd name="T10" fmla="*/ 7 w 78"/>
                <a:gd name="T11" fmla="*/ 40 h 64"/>
                <a:gd name="T12" fmla="*/ 7 w 78"/>
                <a:gd name="T13" fmla="*/ 44 h 64"/>
                <a:gd name="T14" fmla="*/ 12 w 78"/>
                <a:gd name="T15" fmla="*/ 46 h 64"/>
                <a:gd name="T16" fmla="*/ 17 w 78"/>
                <a:gd name="T17" fmla="*/ 50 h 64"/>
                <a:gd name="T18" fmla="*/ 21 w 78"/>
                <a:gd name="T19" fmla="*/ 52 h 64"/>
                <a:gd name="T20" fmla="*/ 26 w 78"/>
                <a:gd name="T21" fmla="*/ 51 h 64"/>
                <a:gd name="T22" fmla="*/ 28 w 78"/>
                <a:gd name="T23" fmla="*/ 54 h 64"/>
                <a:gd name="T24" fmla="*/ 33 w 78"/>
                <a:gd name="T25" fmla="*/ 55 h 64"/>
                <a:gd name="T26" fmla="*/ 37 w 78"/>
                <a:gd name="T27" fmla="*/ 60 h 64"/>
                <a:gd name="T28" fmla="*/ 42 w 78"/>
                <a:gd name="T29" fmla="*/ 59 h 64"/>
                <a:gd name="T30" fmla="*/ 49 w 78"/>
                <a:gd name="T31" fmla="*/ 60 h 64"/>
                <a:gd name="T32" fmla="*/ 55 w 78"/>
                <a:gd name="T33" fmla="*/ 61 h 64"/>
                <a:gd name="T34" fmla="*/ 62 w 78"/>
                <a:gd name="T35" fmla="*/ 62 h 64"/>
                <a:gd name="T36" fmla="*/ 66 w 78"/>
                <a:gd name="T37" fmla="*/ 64 h 64"/>
                <a:gd name="T38" fmla="*/ 66 w 78"/>
                <a:gd name="T39" fmla="*/ 58 h 64"/>
                <a:gd name="T40" fmla="*/ 74 w 78"/>
                <a:gd name="T41" fmla="*/ 51 h 64"/>
                <a:gd name="T42" fmla="*/ 77 w 78"/>
                <a:gd name="T43" fmla="*/ 48 h 64"/>
                <a:gd name="T44" fmla="*/ 74 w 78"/>
                <a:gd name="T45" fmla="*/ 40 h 64"/>
                <a:gd name="T46" fmla="*/ 73 w 78"/>
                <a:gd name="T47" fmla="*/ 33 h 64"/>
                <a:gd name="T48" fmla="*/ 71 w 78"/>
                <a:gd name="T49" fmla="*/ 29 h 64"/>
                <a:gd name="T50" fmla="*/ 75 w 78"/>
                <a:gd name="T51" fmla="*/ 25 h 64"/>
                <a:gd name="T52" fmla="*/ 75 w 78"/>
                <a:gd name="T53" fmla="*/ 18 h 64"/>
                <a:gd name="T54" fmla="*/ 74 w 78"/>
                <a:gd name="T55" fmla="*/ 12 h 64"/>
                <a:gd name="T56" fmla="*/ 68 w 78"/>
                <a:gd name="T57" fmla="*/ 7 h 64"/>
                <a:gd name="T58" fmla="*/ 67 w 78"/>
                <a:gd name="T59" fmla="*/ 7 h 64"/>
                <a:gd name="T60" fmla="*/ 46 w 78"/>
                <a:gd name="T61" fmla="*/ 6 h 64"/>
                <a:gd name="T62" fmla="*/ 42 w 78"/>
                <a:gd name="T63" fmla="*/ 4 h 64"/>
                <a:gd name="T64" fmla="*/ 38 w 78"/>
                <a:gd name="T65" fmla="*/ 7 h 64"/>
                <a:gd name="T66" fmla="*/ 34 w 78"/>
                <a:gd name="T67" fmla="*/ 2 h 64"/>
                <a:gd name="T68" fmla="*/ 17 w 78"/>
                <a:gd name="T69" fmla="*/ 7 h 64"/>
                <a:gd name="T70" fmla="*/ 4 w 78"/>
                <a:gd name="T71" fmla="*/ 11 h 64"/>
                <a:gd name="T72" fmla="*/ 2 w 78"/>
                <a:gd name="T73" fmla="*/ 13 h 64"/>
                <a:gd name="T74" fmla="*/ 2 w 78"/>
                <a:gd name="T75" fmla="*/ 1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64">
                  <a:moveTo>
                    <a:pt x="2" y="14"/>
                  </a:moveTo>
                  <a:cubicBezTo>
                    <a:pt x="2" y="15"/>
                    <a:pt x="3" y="20"/>
                    <a:pt x="2" y="22"/>
                  </a:cubicBezTo>
                  <a:cubicBezTo>
                    <a:pt x="0" y="24"/>
                    <a:pt x="1" y="25"/>
                    <a:pt x="2" y="25"/>
                  </a:cubicBezTo>
                  <a:cubicBezTo>
                    <a:pt x="3" y="26"/>
                    <a:pt x="4" y="28"/>
                    <a:pt x="4" y="29"/>
                  </a:cubicBezTo>
                  <a:cubicBezTo>
                    <a:pt x="4" y="31"/>
                    <a:pt x="5" y="30"/>
                    <a:pt x="5" y="33"/>
                  </a:cubicBezTo>
                  <a:cubicBezTo>
                    <a:pt x="5" y="37"/>
                    <a:pt x="6" y="39"/>
                    <a:pt x="7" y="40"/>
                  </a:cubicBezTo>
                  <a:cubicBezTo>
                    <a:pt x="8" y="41"/>
                    <a:pt x="8" y="42"/>
                    <a:pt x="7" y="44"/>
                  </a:cubicBezTo>
                  <a:cubicBezTo>
                    <a:pt x="9" y="45"/>
                    <a:pt x="10" y="46"/>
                    <a:pt x="12" y="46"/>
                  </a:cubicBezTo>
                  <a:cubicBezTo>
                    <a:pt x="16" y="48"/>
                    <a:pt x="17" y="49"/>
                    <a:pt x="17" y="50"/>
                  </a:cubicBezTo>
                  <a:cubicBezTo>
                    <a:pt x="17" y="51"/>
                    <a:pt x="21" y="54"/>
                    <a:pt x="21" y="52"/>
                  </a:cubicBezTo>
                  <a:cubicBezTo>
                    <a:pt x="22" y="50"/>
                    <a:pt x="24" y="51"/>
                    <a:pt x="26" y="51"/>
                  </a:cubicBezTo>
                  <a:cubicBezTo>
                    <a:pt x="28" y="51"/>
                    <a:pt x="28" y="53"/>
                    <a:pt x="28" y="54"/>
                  </a:cubicBezTo>
                  <a:cubicBezTo>
                    <a:pt x="28" y="55"/>
                    <a:pt x="32" y="54"/>
                    <a:pt x="33" y="55"/>
                  </a:cubicBezTo>
                  <a:cubicBezTo>
                    <a:pt x="35" y="56"/>
                    <a:pt x="35" y="59"/>
                    <a:pt x="37" y="60"/>
                  </a:cubicBezTo>
                  <a:cubicBezTo>
                    <a:pt x="39" y="61"/>
                    <a:pt x="41" y="59"/>
                    <a:pt x="42" y="59"/>
                  </a:cubicBezTo>
                  <a:cubicBezTo>
                    <a:pt x="43" y="60"/>
                    <a:pt x="47" y="61"/>
                    <a:pt x="49" y="60"/>
                  </a:cubicBezTo>
                  <a:cubicBezTo>
                    <a:pt x="51" y="59"/>
                    <a:pt x="52" y="61"/>
                    <a:pt x="55" y="61"/>
                  </a:cubicBezTo>
                  <a:cubicBezTo>
                    <a:pt x="58" y="61"/>
                    <a:pt x="61" y="62"/>
                    <a:pt x="62" y="62"/>
                  </a:cubicBezTo>
                  <a:cubicBezTo>
                    <a:pt x="62" y="63"/>
                    <a:pt x="64" y="63"/>
                    <a:pt x="66" y="64"/>
                  </a:cubicBezTo>
                  <a:cubicBezTo>
                    <a:pt x="67" y="62"/>
                    <a:pt x="66" y="59"/>
                    <a:pt x="66" y="58"/>
                  </a:cubicBezTo>
                  <a:cubicBezTo>
                    <a:pt x="66" y="57"/>
                    <a:pt x="73" y="52"/>
                    <a:pt x="74" y="51"/>
                  </a:cubicBezTo>
                  <a:cubicBezTo>
                    <a:pt x="75" y="49"/>
                    <a:pt x="76" y="49"/>
                    <a:pt x="77" y="48"/>
                  </a:cubicBezTo>
                  <a:cubicBezTo>
                    <a:pt x="78" y="46"/>
                    <a:pt x="75" y="41"/>
                    <a:pt x="74" y="40"/>
                  </a:cubicBezTo>
                  <a:cubicBezTo>
                    <a:pt x="73" y="39"/>
                    <a:pt x="73" y="35"/>
                    <a:pt x="73" y="33"/>
                  </a:cubicBezTo>
                  <a:cubicBezTo>
                    <a:pt x="74" y="31"/>
                    <a:pt x="71" y="30"/>
                    <a:pt x="71" y="29"/>
                  </a:cubicBezTo>
                  <a:cubicBezTo>
                    <a:pt x="71" y="27"/>
                    <a:pt x="74" y="25"/>
                    <a:pt x="75" y="25"/>
                  </a:cubicBezTo>
                  <a:cubicBezTo>
                    <a:pt x="77" y="24"/>
                    <a:pt x="76" y="19"/>
                    <a:pt x="75" y="18"/>
                  </a:cubicBezTo>
                  <a:cubicBezTo>
                    <a:pt x="74" y="16"/>
                    <a:pt x="73" y="14"/>
                    <a:pt x="74" y="12"/>
                  </a:cubicBezTo>
                  <a:cubicBezTo>
                    <a:pt x="75" y="9"/>
                    <a:pt x="68" y="7"/>
                    <a:pt x="68" y="7"/>
                  </a:cubicBezTo>
                  <a:cubicBezTo>
                    <a:pt x="67" y="7"/>
                    <a:pt x="67" y="7"/>
                    <a:pt x="67" y="7"/>
                  </a:cubicBezTo>
                  <a:cubicBezTo>
                    <a:pt x="62" y="8"/>
                    <a:pt x="47" y="6"/>
                    <a:pt x="46" y="6"/>
                  </a:cubicBezTo>
                  <a:cubicBezTo>
                    <a:pt x="46" y="6"/>
                    <a:pt x="44" y="5"/>
                    <a:pt x="42" y="4"/>
                  </a:cubicBezTo>
                  <a:cubicBezTo>
                    <a:pt x="42" y="6"/>
                    <a:pt x="40" y="7"/>
                    <a:pt x="38" y="7"/>
                  </a:cubicBezTo>
                  <a:cubicBezTo>
                    <a:pt x="34" y="7"/>
                    <a:pt x="34" y="3"/>
                    <a:pt x="34" y="2"/>
                  </a:cubicBezTo>
                  <a:cubicBezTo>
                    <a:pt x="34" y="0"/>
                    <a:pt x="20" y="3"/>
                    <a:pt x="17" y="7"/>
                  </a:cubicBezTo>
                  <a:cubicBezTo>
                    <a:pt x="13" y="10"/>
                    <a:pt x="4" y="9"/>
                    <a:pt x="4" y="11"/>
                  </a:cubicBezTo>
                  <a:cubicBezTo>
                    <a:pt x="4" y="12"/>
                    <a:pt x="3" y="13"/>
                    <a:pt x="2" y="13"/>
                  </a:cubicBezTo>
                  <a:cubicBezTo>
                    <a:pt x="2" y="13"/>
                    <a:pt x="2" y="13"/>
                    <a:pt x="2" y="1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7" name="Freeform 68">
              <a:extLst>
                <a:ext uri="{FF2B5EF4-FFF2-40B4-BE49-F238E27FC236}">
                  <a16:creationId xmlns:a16="http://schemas.microsoft.com/office/drawing/2014/main" id="{E1F736D1-B3A1-4DF3-82AF-78443FBDCCC1}"/>
                </a:ext>
              </a:extLst>
            </p:cNvPr>
            <p:cNvSpPr>
              <a:spLocks/>
            </p:cNvSpPr>
            <p:nvPr/>
          </p:nvSpPr>
          <p:spPr bwMode="auto">
            <a:xfrm>
              <a:off x="4667251" y="2100263"/>
              <a:ext cx="73025" cy="71438"/>
            </a:xfrm>
            <a:custGeom>
              <a:avLst/>
              <a:gdLst>
                <a:gd name="T0" fmla="*/ 21 w 29"/>
                <a:gd name="T1" fmla="*/ 25 h 28"/>
                <a:gd name="T2" fmla="*/ 27 w 29"/>
                <a:gd name="T3" fmla="*/ 16 h 28"/>
                <a:gd name="T4" fmla="*/ 28 w 29"/>
                <a:gd name="T5" fmla="*/ 6 h 28"/>
                <a:gd name="T6" fmla="*/ 21 w 29"/>
                <a:gd name="T7" fmla="*/ 2 h 28"/>
                <a:gd name="T8" fmla="*/ 9 w 29"/>
                <a:gd name="T9" fmla="*/ 1 h 28"/>
                <a:gd name="T10" fmla="*/ 4 w 29"/>
                <a:gd name="T11" fmla="*/ 2 h 28"/>
                <a:gd name="T12" fmla="*/ 0 w 29"/>
                <a:gd name="T13" fmla="*/ 4 h 28"/>
                <a:gd name="T14" fmla="*/ 4 w 29"/>
                <a:gd name="T15" fmla="*/ 10 h 28"/>
                <a:gd name="T16" fmla="*/ 10 w 29"/>
                <a:gd name="T17" fmla="*/ 18 h 28"/>
                <a:gd name="T18" fmla="*/ 17 w 29"/>
                <a:gd name="T19" fmla="*/ 25 h 28"/>
                <a:gd name="T20" fmla="*/ 21 w 29"/>
                <a:gd name="T21" fmla="*/ 28 h 28"/>
                <a:gd name="T22" fmla="*/ 21 w 29"/>
                <a:gd name="T23" fmla="*/ 2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8">
                  <a:moveTo>
                    <a:pt x="21" y="25"/>
                  </a:moveTo>
                  <a:cubicBezTo>
                    <a:pt x="21" y="24"/>
                    <a:pt x="26" y="16"/>
                    <a:pt x="27" y="16"/>
                  </a:cubicBezTo>
                  <a:cubicBezTo>
                    <a:pt x="28" y="16"/>
                    <a:pt x="29" y="9"/>
                    <a:pt x="28" y="6"/>
                  </a:cubicBezTo>
                  <a:cubicBezTo>
                    <a:pt x="24" y="3"/>
                    <a:pt x="21" y="2"/>
                    <a:pt x="21" y="2"/>
                  </a:cubicBezTo>
                  <a:cubicBezTo>
                    <a:pt x="21" y="2"/>
                    <a:pt x="10" y="2"/>
                    <a:pt x="9" y="1"/>
                  </a:cubicBezTo>
                  <a:cubicBezTo>
                    <a:pt x="7" y="0"/>
                    <a:pt x="5" y="3"/>
                    <a:pt x="4" y="2"/>
                  </a:cubicBezTo>
                  <a:cubicBezTo>
                    <a:pt x="2" y="1"/>
                    <a:pt x="0" y="2"/>
                    <a:pt x="0" y="4"/>
                  </a:cubicBezTo>
                  <a:cubicBezTo>
                    <a:pt x="0" y="6"/>
                    <a:pt x="4" y="7"/>
                    <a:pt x="4" y="10"/>
                  </a:cubicBezTo>
                  <a:cubicBezTo>
                    <a:pt x="4" y="12"/>
                    <a:pt x="10" y="16"/>
                    <a:pt x="10" y="18"/>
                  </a:cubicBezTo>
                  <a:cubicBezTo>
                    <a:pt x="10" y="19"/>
                    <a:pt x="14" y="21"/>
                    <a:pt x="17" y="25"/>
                  </a:cubicBezTo>
                  <a:cubicBezTo>
                    <a:pt x="18" y="26"/>
                    <a:pt x="20" y="27"/>
                    <a:pt x="21" y="28"/>
                  </a:cubicBezTo>
                  <a:cubicBezTo>
                    <a:pt x="21" y="27"/>
                    <a:pt x="21" y="26"/>
                    <a:pt x="21" y="2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8" name="Freeform 69">
              <a:extLst>
                <a:ext uri="{FF2B5EF4-FFF2-40B4-BE49-F238E27FC236}">
                  <a16:creationId xmlns:a16="http://schemas.microsoft.com/office/drawing/2014/main" id="{D69CA310-1D29-43DF-AC74-6EE5B4E3337E}"/>
                </a:ext>
              </a:extLst>
            </p:cNvPr>
            <p:cNvSpPr>
              <a:spLocks/>
            </p:cNvSpPr>
            <p:nvPr/>
          </p:nvSpPr>
          <p:spPr bwMode="auto">
            <a:xfrm>
              <a:off x="4629151" y="2068513"/>
              <a:ext cx="109538" cy="95250"/>
            </a:xfrm>
            <a:custGeom>
              <a:avLst/>
              <a:gdLst>
                <a:gd name="T0" fmla="*/ 25 w 43"/>
                <a:gd name="T1" fmla="*/ 31 h 38"/>
                <a:gd name="T2" fmla="*/ 19 w 43"/>
                <a:gd name="T3" fmla="*/ 23 h 38"/>
                <a:gd name="T4" fmla="*/ 15 w 43"/>
                <a:gd name="T5" fmla="*/ 17 h 38"/>
                <a:gd name="T6" fmla="*/ 19 w 43"/>
                <a:gd name="T7" fmla="*/ 15 h 38"/>
                <a:gd name="T8" fmla="*/ 24 w 43"/>
                <a:gd name="T9" fmla="*/ 14 h 38"/>
                <a:gd name="T10" fmla="*/ 36 w 43"/>
                <a:gd name="T11" fmla="*/ 15 h 38"/>
                <a:gd name="T12" fmla="*/ 43 w 43"/>
                <a:gd name="T13" fmla="*/ 19 h 38"/>
                <a:gd name="T14" fmla="*/ 43 w 43"/>
                <a:gd name="T15" fmla="*/ 17 h 38"/>
                <a:gd name="T16" fmla="*/ 40 w 43"/>
                <a:gd name="T17" fmla="*/ 11 h 38"/>
                <a:gd name="T18" fmla="*/ 38 w 43"/>
                <a:gd name="T19" fmla="*/ 6 h 38"/>
                <a:gd name="T20" fmla="*/ 36 w 43"/>
                <a:gd name="T21" fmla="*/ 7 h 38"/>
                <a:gd name="T22" fmla="*/ 27 w 43"/>
                <a:gd name="T23" fmla="*/ 5 h 38"/>
                <a:gd name="T24" fmla="*/ 21 w 43"/>
                <a:gd name="T25" fmla="*/ 0 h 38"/>
                <a:gd name="T26" fmla="*/ 16 w 43"/>
                <a:gd name="T27" fmla="*/ 4 h 38"/>
                <a:gd name="T28" fmla="*/ 14 w 43"/>
                <a:gd name="T29" fmla="*/ 8 h 38"/>
                <a:gd name="T30" fmla="*/ 11 w 43"/>
                <a:gd name="T31" fmla="*/ 11 h 38"/>
                <a:gd name="T32" fmla="*/ 6 w 43"/>
                <a:gd name="T33" fmla="*/ 11 h 38"/>
                <a:gd name="T34" fmla="*/ 0 w 43"/>
                <a:gd name="T35" fmla="*/ 12 h 38"/>
                <a:gd name="T36" fmla="*/ 2 w 43"/>
                <a:gd name="T37" fmla="*/ 15 h 38"/>
                <a:gd name="T38" fmla="*/ 8 w 43"/>
                <a:gd name="T39" fmla="*/ 18 h 38"/>
                <a:gd name="T40" fmla="*/ 15 w 43"/>
                <a:gd name="T41" fmla="*/ 29 h 38"/>
                <a:gd name="T42" fmla="*/ 22 w 43"/>
                <a:gd name="T43" fmla="*/ 33 h 38"/>
                <a:gd name="T44" fmla="*/ 28 w 43"/>
                <a:gd name="T45" fmla="*/ 36 h 38"/>
                <a:gd name="T46" fmla="*/ 32 w 43"/>
                <a:gd name="T47" fmla="*/ 38 h 38"/>
                <a:gd name="T48" fmla="*/ 25 w 43"/>
                <a:gd name="T49" fmla="*/ 3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 h="38">
                  <a:moveTo>
                    <a:pt x="25" y="31"/>
                  </a:moveTo>
                  <a:cubicBezTo>
                    <a:pt x="25" y="29"/>
                    <a:pt x="19" y="25"/>
                    <a:pt x="19" y="23"/>
                  </a:cubicBezTo>
                  <a:cubicBezTo>
                    <a:pt x="19" y="20"/>
                    <a:pt x="15" y="19"/>
                    <a:pt x="15" y="17"/>
                  </a:cubicBezTo>
                  <a:cubicBezTo>
                    <a:pt x="15" y="15"/>
                    <a:pt x="17" y="14"/>
                    <a:pt x="19" y="15"/>
                  </a:cubicBezTo>
                  <a:cubicBezTo>
                    <a:pt x="20" y="16"/>
                    <a:pt x="22" y="13"/>
                    <a:pt x="24" y="14"/>
                  </a:cubicBezTo>
                  <a:cubicBezTo>
                    <a:pt x="25" y="15"/>
                    <a:pt x="36" y="15"/>
                    <a:pt x="36" y="15"/>
                  </a:cubicBezTo>
                  <a:cubicBezTo>
                    <a:pt x="36" y="15"/>
                    <a:pt x="39" y="16"/>
                    <a:pt x="43" y="19"/>
                  </a:cubicBezTo>
                  <a:cubicBezTo>
                    <a:pt x="43" y="18"/>
                    <a:pt x="43" y="17"/>
                    <a:pt x="43" y="17"/>
                  </a:cubicBezTo>
                  <a:cubicBezTo>
                    <a:pt x="42" y="15"/>
                    <a:pt x="43" y="12"/>
                    <a:pt x="40" y="11"/>
                  </a:cubicBezTo>
                  <a:cubicBezTo>
                    <a:pt x="39" y="11"/>
                    <a:pt x="39" y="8"/>
                    <a:pt x="38" y="6"/>
                  </a:cubicBezTo>
                  <a:cubicBezTo>
                    <a:pt x="37" y="7"/>
                    <a:pt x="36" y="7"/>
                    <a:pt x="36" y="7"/>
                  </a:cubicBezTo>
                  <a:cubicBezTo>
                    <a:pt x="33" y="8"/>
                    <a:pt x="29" y="7"/>
                    <a:pt x="27" y="5"/>
                  </a:cubicBezTo>
                  <a:cubicBezTo>
                    <a:pt x="26" y="4"/>
                    <a:pt x="22" y="1"/>
                    <a:pt x="21" y="0"/>
                  </a:cubicBezTo>
                  <a:cubicBezTo>
                    <a:pt x="20" y="1"/>
                    <a:pt x="17" y="3"/>
                    <a:pt x="16" y="4"/>
                  </a:cubicBezTo>
                  <a:cubicBezTo>
                    <a:pt x="14" y="4"/>
                    <a:pt x="15" y="8"/>
                    <a:pt x="14" y="8"/>
                  </a:cubicBezTo>
                  <a:cubicBezTo>
                    <a:pt x="12" y="8"/>
                    <a:pt x="11" y="10"/>
                    <a:pt x="11" y="11"/>
                  </a:cubicBezTo>
                  <a:cubicBezTo>
                    <a:pt x="11" y="12"/>
                    <a:pt x="7" y="10"/>
                    <a:pt x="6" y="11"/>
                  </a:cubicBezTo>
                  <a:cubicBezTo>
                    <a:pt x="5" y="11"/>
                    <a:pt x="2" y="12"/>
                    <a:pt x="0" y="12"/>
                  </a:cubicBezTo>
                  <a:cubicBezTo>
                    <a:pt x="1" y="14"/>
                    <a:pt x="0" y="15"/>
                    <a:pt x="2" y="15"/>
                  </a:cubicBezTo>
                  <a:cubicBezTo>
                    <a:pt x="4" y="15"/>
                    <a:pt x="8" y="15"/>
                    <a:pt x="8" y="18"/>
                  </a:cubicBezTo>
                  <a:cubicBezTo>
                    <a:pt x="8" y="21"/>
                    <a:pt x="13" y="27"/>
                    <a:pt x="15" y="29"/>
                  </a:cubicBezTo>
                  <a:cubicBezTo>
                    <a:pt x="17" y="31"/>
                    <a:pt x="21" y="31"/>
                    <a:pt x="22" y="33"/>
                  </a:cubicBezTo>
                  <a:cubicBezTo>
                    <a:pt x="22" y="35"/>
                    <a:pt x="25" y="36"/>
                    <a:pt x="28" y="36"/>
                  </a:cubicBezTo>
                  <a:cubicBezTo>
                    <a:pt x="29" y="37"/>
                    <a:pt x="31" y="37"/>
                    <a:pt x="32" y="38"/>
                  </a:cubicBezTo>
                  <a:cubicBezTo>
                    <a:pt x="29" y="34"/>
                    <a:pt x="25" y="32"/>
                    <a:pt x="25" y="3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9" name="Freeform 70">
              <a:extLst>
                <a:ext uri="{FF2B5EF4-FFF2-40B4-BE49-F238E27FC236}">
                  <a16:creationId xmlns:a16="http://schemas.microsoft.com/office/drawing/2014/main" id="{936D42AF-04E8-45F9-8D03-0DD6482AA4C8}"/>
                </a:ext>
              </a:extLst>
            </p:cNvPr>
            <p:cNvSpPr>
              <a:spLocks/>
            </p:cNvSpPr>
            <p:nvPr/>
          </p:nvSpPr>
          <p:spPr bwMode="auto">
            <a:xfrm>
              <a:off x="4735513" y="2168525"/>
              <a:ext cx="38100" cy="73025"/>
            </a:xfrm>
            <a:custGeom>
              <a:avLst/>
              <a:gdLst>
                <a:gd name="T0" fmla="*/ 10 w 15"/>
                <a:gd name="T1" fmla="*/ 25 h 29"/>
                <a:gd name="T2" fmla="*/ 12 w 15"/>
                <a:gd name="T3" fmla="*/ 22 h 29"/>
                <a:gd name="T4" fmla="*/ 14 w 15"/>
                <a:gd name="T5" fmla="*/ 17 h 29"/>
                <a:gd name="T6" fmla="*/ 15 w 15"/>
                <a:gd name="T7" fmla="*/ 17 h 29"/>
                <a:gd name="T8" fmla="*/ 10 w 15"/>
                <a:gd name="T9" fmla="*/ 12 h 29"/>
                <a:gd name="T10" fmla="*/ 11 w 15"/>
                <a:gd name="T11" fmla="*/ 4 h 29"/>
                <a:gd name="T12" fmla="*/ 4 w 15"/>
                <a:gd name="T13" fmla="*/ 0 h 29"/>
                <a:gd name="T14" fmla="*/ 0 w 15"/>
                <a:gd name="T15" fmla="*/ 5 h 29"/>
                <a:gd name="T16" fmla="*/ 2 w 15"/>
                <a:gd name="T17" fmla="*/ 10 h 29"/>
                <a:gd name="T18" fmla="*/ 2 w 15"/>
                <a:gd name="T19" fmla="*/ 22 h 29"/>
                <a:gd name="T20" fmla="*/ 7 w 15"/>
                <a:gd name="T21" fmla="*/ 29 h 29"/>
                <a:gd name="T22" fmla="*/ 10 w 15"/>
                <a:gd name="T23" fmla="*/ 2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9">
                  <a:moveTo>
                    <a:pt x="10" y="25"/>
                  </a:moveTo>
                  <a:cubicBezTo>
                    <a:pt x="11" y="24"/>
                    <a:pt x="10" y="23"/>
                    <a:pt x="12" y="22"/>
                  </a:cubicBezTo>
                  <a:cubicBezTo>
                    <a:pt x="13" y="20"/>
                    <a:pt x="14" y="18"/>
                    <a:pt x="14" y="17"/>
                  </a:cubicBezTo>
                  <a:cubicBezTo>
                    <a:pt x="15" y="17"/>
                    <a:pt x="15" y="17"/>
                    <a:pt x="15" y="17"/>
                  </a:cubicBezTo>
                  <a:cubicBezTo>
                    <a:pt x="12" y="15"/>
                    <a:pt x="11" y="14"/>
                    <a:pt x="10" y="12"/>
                  </a:cubicBezTo>
                  <a:cubicBezTo>
                    <a:pt x="9" y="10"/>
                    <a:pt x="10" y="6"/>
                    <a:pt x="11" y="4"/>
                  </a:cubicBezTo>
                  <a:cubicBezTo>
                    <a:pt x="9" y="3"/>
                    <a:pt x="5" y="0"/>
                    <a:pt x="4" y="0"/>
                  </a:cubicBezTo>
                  <a:cubicBezTo>
                    <a:pt x="3" y="0"/>
                    <a:pt x="1" y="3"/>
                    <a:pt x="0" y="5"/>
                  </a:cubicBezTo>
                  <a:cubicBezTo>
                    <a:pt x="3" y="7"/>
                    <a:pt x="4" y="8"/>
                    <a:pt x="2" y="10"/>
                  </a:cubicBezTo>
                  <a:cubicBezTo>
                    <a:pt x="0" y="13"/>
                    <a:pt x="0" y="20"/>
                    <a:pt x="2" y="22"/>
                  </a:cubicBezTo>
                  <a:cubicBezTo>
                    <a:pt x="4" y="24"/>
                    <a:pt x="5" y="28"/>
                    <a:pt x="7" y="29"/>
                  </a:cubicBezTo>
                  <a:cubicBezTo>
                    <a:pt x="8" y="27"/>
                    <a:pt x="8" y="25"/>
                    <a:pt x="10" y="2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0" name="Freeform 71">
              <a:extLst>
                <a:ext uri="{FF2B5EF4-FFF2-40B4-BE49-F238E27FC236}">
                  <a16:creationId xmlns:a16="http://schemas.microsoft.com/office/drawing/2014/main" id="{4AF46AD8-07FC-41A2-9E2B-77FFA4C3D689}"/>
                </a:ext>
              </a:extLst>
            </p:cNvPr>
            <p:cNvSpPr>
              <a:spLocks/>
            </p:cNvSpPr>
            <p:nvPr/>
          </p:nvSpPr>
          <p:spPr bwMode="auto">
            <a:xfrm>
              <a:off x="4546601" y="2005013"/>
              <a:ext cx="150813" cy="65088"/>
            </a:xfrm>
            <a:custGeom>
              <a:avLst/>
              <a:gdLst>
                <a:gd name="T0" fmla="*/ 51 w 60"/>
                <a:gd name="T1" fmla="*/ 2 h 26"/>
                <a:gd name="T2" fmla="*/ 43 w 60"/>
                <a:gd name="T3" fmla="*/ 0 h 26"/>
                <a:gd name="T4" fmla="*/ 42 w 60"/>
                <a:gd name="T5" fmla="*/ 3 h 26"/>
                <a:gd name="T6" fmla="*/ 35 w 60"/>
                <a:gd name="T7" fmla="*/ 4 h 26"/>
                <a:gd name="T8" fmla="*/ 31 w 60"/>
                <a:gd name="T9" fmla="*/ 7 h 26"/>
                <a:gd name="T10" fmla="*/ 27 w 60"/>
                <a:gd name="T11" fmla="*/ 12 h 26"/>
                <a:gd name="T12" fmla="*/ 24 w 60"/>
                <a:gd name="T13" fmla="*/ 14 h 26"/>
                <a:gd name="T14" fmla="*/ 16 w 60"/>
                <a:gd name="T15" fmla="*/ 16 h 26"/>
                <a:gd name="T16" fmla="*/ 11 w 60"/>
                <a:gd name="T17" fmla="*/ 16 h 26"/>
                <a:gd name="T18" fmla="*/ 7 w 60"/>
                <a:gd name="T19" fmla="*/ 17 h 26"/>
                <a:gd name="T20" fmla="*/ 2 w 60"/>
                <a:gd name="T21" fmla="*/ 15 h 26"/>
                <a:gd name="T22" fmla="*/ 1 w 60"/>
                <a:gd name="T23" fmla="*/ 20 h 26"/>
                <a:gd name="T24" fmla="*/ 5 w 60"/>
                <a:gd name="T25" fmla="*/ 22 h 26"/>
                <a:gd name="T26" fmla="*/ 10 w 60"/>
                <a:gd name="T27" fmla="*/ 23 h 26"/>
                <a:gd name="T28" fmla="*/ 15 w 60"/>
                <a:gd name="T29" fmla="*/ 21 h 26"/>
                <a:gd name="T30" fmla="*/ 22 w 60"/>
                <a:gd name="T31" fmla="*/ 20 h 26"/>
                <a:gd name="T32" fmla="*/ 23 w 60"/>
                <a:gd name="T33" fmla="*/ 24 h 26"/>
                <a:gd name="T34" fmla="*/ 30 w 60"/>
                <a:gd name="T35" fmla="*/ 25 h 26"/>
                <a:gd name="T36" fmla="*/ 39 w 60"/>
                <a:gd name="T37" fmla="*/ 26 h 26"/>
                <a:gd name="T38" fmla="*/ 46 w 60"/>
                <a:gd name="T39" fmla="*/ 24 h 26"/>
                <a:gd name="T40" fmla="*/ 52 w 60"/>
                <a:gd name="T41" fmla="*/ 22 h 26"/>
                <a:gd name="T42" fmla="*/ 52 w 60"/>
                <a:gd name="T43" fmla="*/ 22 h 26"/>
                <a:gd name="T44" fmla="*/ 53 w 60"/>
                <a:gd name="T45" fmla="*/ 20 h 26"/>
                <a:gd name="T46" fmla="*/ 54 w 60"/>
                <a:gd name="T47" fmla="*/ 17 h 26"/>
                <a:gd name="T48" fmla="*/ 55 w 60"/>
                <a:gd name="T49" fmla="*/ 14 h 26"/>
                <a:gd name="T50" fmla="*/ 59 w 60"/>
                <a:gd name="T51" fmla="*/ 12 h 26"/>
                <a:gd name="T52" fmla="*/ 60 w 60"/>
                <a:gd name="T53" fmla="*/ 9 h 26"/>
                <a:gd name="T54" fmla="*/ 57 w 60"/>
                <a:gd name="T55" fmla="*/ 3 h 26"/>
                <a:gd name="T56" fmla="*/ 51 w 60"/>
                <a:gd name="T57"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 h="26">
                  <a:moveTo>
                    <a:pt x="51" y="2"/>
                  </a:moveTo>
                  <a:cubicBezTo>
                    <a:pt x="49" y="0"/>
                    <a:pt x="43" y="0"/>
                    <a:pt x="43" y="0"/>
                  </a:cubicBezTo>
                  <a:cubicBezTo>
                    <a:pt x="43" y="0"/>
                    <a:pt x="43" y="2"/>
                    <a:pt x="42" y="3"/>
                  </a:cubicBezTo>
                  <a:cubicBezTo>
                    <a:pt x="41" y="4"/>
                    <a:pt x="37" y="4"/>
                    <a:pt x="35" y="4"/>
                  </a:cubicBezTo>
                  <a:cubicBezTo>
                    <a:pt x="34" y="5"/>
                    <a:pt x="31" y="5"/>
                    <a:pt x="31" y="7"/>
                  </a:cubicBezTo>
                  <a:cubicBezTo>
                    <a:pt x="30" y="8"/>
                    <a:pt x="26" y="7"/>
                    <a:pt x="27" y="12"/>
                  </a:cubicBezTo>
                  <a:cubicBezTo>
                    <a:pt x="29" y="16"/>
                    <a:pt x="25" y="14"/>
                    <a:pt x="24" y="14"/>
                  </a:cubicBezTo>
                  <a:cubicBezTo>
                    <a:pt x="23" y="13"/>
                    <a:pt x="17" y="14"/>
                    <a:pt x="16" y="16"/>
                  </a:cubicBezTo>
                  <a:cubicBezTo>
                    <a:pt x="15" y="17"/>
                    <a:pt x="13" y="17"/>
                    <a:pt x="11" y="16"/>
                  </a:cubicBezTo>
                  <a:cubicBezTo>
                    <a:pt x="10" y="15"/>
                    <a:pt x="8" y="15"/>
                    <a:pt x="7" y="17"/>
                  </a:cubicBezTo>
                  <a:cubicBezTo>
                    <a:pt x="5" y="18"/>
                    <a:pt x="4" y="15"/>
                    <a:pt x="2" y="15"/>
                  </a:cubicBezTo>
                  <a:cubicBezTo>
                    <a:pt x="0" y="16"/>
                    <a:pt x="1" y="19"/>
                    <a:pt x="1" y="20"/>
                  </a:cubicBezTo>
                  <a:cubicBezTo>
                    <a:pt x="1" y="20"/>
                    <a:pt x="4" y="23"/>
                    <a:pt x="5" y="22"/>
                  </a:cubicBezTo>
                  <a:cubicBezTo>
                    <a:pt x="7" y="21"/>
                    <a:pt x="9" y="22"/>
                    <a:pt x="10" y="23"/>
                  </a:cubicBezTo>
                  <a:cubicBezTo>
                    <a:pt x="12" y="24"/>
                    <a:pt x="14" y="22"/>
                    <a:pt x="15" y="21"/>
                  </a:cubicBezTo>
                  <a:cubicBezTo>
                    <a:pt x="16" y="20"/>
                    <a:pt x="21" y="20"/>
                    <a:pt x="22" y="20"/>
                  </a:cubicBezTo>
                  <a:cubicBezTo>
                    <a:pt x="22" y="20"/>
                    <a:pt x="22" y="23"/>
                    <a:pt x="23" y="24"/>
                  </a:cubicBezTo>
                  <a:cubicBezTo>
                    <a:pt x="24" y="24"/>
                    <a:pt x="27" y="25"/>
                    <a:pt x="30" y="25"/>
                  </a:cubicBezTo>
                  <a:cubicBezTo>
                    <a:pt x="33" y="25"/>
                    <a:pt x="38" y="26"/>
                    <a:pt x="39" y="26"/>
                  </a:cubicBezTo>
                  <a:cubicBezTo>
                    <a:pt x="41" y="26"/>
                    <a:pt x="43" y="24"/>
                    <a:pt x="46" y="24"/>
                  </a:cubicBezTo>
                  <a:cubicBezTo>
                    <a:pt x="50" y="24"/>
                    <a:pt x="51" y="22"/>
                    <a:pt x="52" y="22"/>
                  </a:cubicBezTo>
                  <a:cubicBezTo>
                    <a:pt x="52" y="22"/>
                    <a:pt x="52" y="22"/>
                    <a:pt x="52" y="22"/>
                  </a:cubicBezTo>
                  <a:cubicBezTo>
                    <a:pt x="52" y="21"/>
                    <a:pt x="52" y="20"/>
                    <a:pt x="53" y="20"/>
                  </a:cubicBezTo>
                  <a:cubicBezTo>
                    <a:pt x="54" y="20"/>
                    <a:pt x="54" y="18"/>
                    <a:pt x="54" y="17"/>
                  </a:cubicBezTo>
                  <a:cubicBezTo>
                    <a:pt x="55" y="16"/>
                    <a:pt x="54" y="13"/>
                    <a:pt x="55" y="14"/>
                  </a:cubicBezTo>
                  <a:cubicBezTo>
                    <a:pt x="57" y="14"/>
                    <a:pt x="59" y="14"/>
                    <a:pt x="59" y="12"/>
                  </a:cubicBezTo>
                  <a:cubicBezTo>
                    <a:pt x="59" y="11"/>
                    <a:pt x="59" y="10"/>
                    <a:pt x="60" y="9"/>
                  </a:cubicBezTo>
                  <a:cubicBezTo>
                    <a:pt x="58" y="7"/>
                    <a:pt x="57" y="3"/>
                    <a:pt x="57" y="3"/>
                  </a:cubicBezTo>
                  <a:cubicBezTo>
                    <a:pt x="57" y="3"/>
                    <a:pt x="53" y="4"/>
                    <a:pt x="51" y="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1" name="Freeform 72">
              <a:extLst>
                <a:ext uri="{FF2B5EF4-FFF2-40B4-BE49-F238E27FC236}">
                  <a16:creationId xmlns:a16="http://schemas.microsoft.com/office/drawing/2014/main" id="{22040691-662E-4FD5-B542-F5D947499B80}"/>
                </a:ext>
              </a:extLst>
            </p:cNvPr>
            <p:cNvSpPr>
              <a:spLocks/>
            </p:cNvSpPr>
            <p:nvPr/>
          </p:nvSpPr>
          <p:spPr bwMode="auto">
            <a:xfrm>
              <a:off x="4678363" y="2012950"/>
              <a:ext cx="130175" cy="76200"/>
            </a:xfrm>
            <a:custGeom>
              <a:avLst/>
              <a:gdLst>
                <a:gd name="T0" fmla="*/ 50 w 52"/>
                <a:gd name="T1" fmla="*/ 6 h 30"/>
                <a:gd name="T2" fmla="*/ 48 w 52"/>
                <a:gd name="T3" fmla="*/ 4 h 30"/>
                <a:gd name="T4" fmla="*/ 43 w 52"/>
                <a:gd name="T5" fmla="*/ 3 h 30"/>
                <a:gd name="T6" fmla="*/ 36 w 52"/>
                <a:gd name="T7" fmla="*/ 0 h 30"/>
                <a:gd name="T8" fmla="*/ 29 w 52"/>
                <a:gd name="T9" fmla="*/ 5 h 30"/>
                <a:gd name="T10" fmla="*/ 20 w 52"/>
                <a:gd name="T11" fmla="*/ 8 h 30"/>
                <a:gd name="T12" fmla="*/ 9 w 52"/>
                <a:gd name="T13" fmla="*/ 8 h 30"/>
                <a:gd name="T14" fmla="*/ 8 w 52"/>
                <a:gd name="T15" fmla="*/ 6 h 30"/>
                <a:gd name="T16" fmla="*/ 7 w 52"/>
                <a:gd name="T17" fmla="*/ 9 h 30"/>
                <a:gd name="T18" fmla="*/ 3 w 52"/>
                <a:gd name="T19" fmla="*/ 11 h 30"/>
                <a:gd name="T20" fmla="*/ 2 w 52"/>
                <a:gd name="T21" fmla="*/ 14 h 30"/>
                <a:gd name="T22" fmla="*/ 1 w 52"/>
                <a:gd name="T23" fmla="*/ 17 h 30"/>
                <a:gd name="T24" fmla="*/ 0 w 52"/>
                <a:gd name="T25" fmla="*/ 19 h 30"/>
                <a:gd name="T26" fmla="*/ 2 w 52"/>
                <a:gd name="T27" fmla="*/ 22 h 30"/>
                <a:gd name="T28" fmla="*/ 2 w 52"/>
                <a:gd name="T29" fmla="*/ 22 h 30"/>
                <a:gd name="T30" fmla="*/ 8 w 52"/>
                <a:gd name="T31" fmla="*/ 27 h 30"/>
                <a:gd name="T32" fmla="*/ 17 w 52"/>
                <a:gd name="T33" fmla="*/ 29 h 30"/>
                <a:gd name="T34" fmla="*/ 28 w 52"/>
                <a:gd name="T35" fmla="*/ 26 h 30"/>
                <a:gd name="T36" fmla="*/ 31 w 52"/>
                <a:gd name="T37" fmla="*/ 27 h 30"/>
                <a:gd name="T38" fmla="*/ 33 w 52"/>
                <a:gd name="T39" fmla="*/ 27 h 30"/>
                <a:gd name="T40" fmla="*/ 38 w 52"/>
                <a:gd name="T41" fmla="*/ 24 h 30"/>
                <a:gd name="T42" fmla="*/ 46 w 52"/>
                <a:gd name="T43" fmla="*/ 12 h 30"/>
                <a:gd name="T44" fmla="*/ 51 w 52"/>
                <a:gd name="T45" fmla="*/ 8 h 30"/>
                <a:gd name="T46" fmla="*/ 50 w 52"/>
                <a:gd name="T47"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 h="30">
                  <a:moveTo>
                    <a:pt x="50" y="6"/>
                  </a:moveTo>
                  <a:cubicBezTo>
                    <a:pt x="50" y="5"/>
                    <a:pt x="49" y="5"/>
                    <a:pt x="48" y="4"/>
                  </a:cubicBezTo>
                  <a:cubicBezTo>
                    <a:pt x="46" y="4"/>
                    <a:pt x="44" y="3"/>
                    <a:pt x="43" y="3"/>
                  </a:cubicBezTo>
                  <a:cubicBezTo>
                    <a:pt x="42" y="1"/>
                    <a:pt x="37" y="1"/>
                    <a:pt x="36" y="0"/>
                  </a:cubicBezTo>
                  <a:cubicBezTo>
                    <a:pt x="35" y="0"/>
                    <a:pt x="30" y="5"/>
                    <a:pt x="29" y="5"/>
                  </a:cubicBezTo>
                  <a:cubicBezTo>
                    <a:pt x="27" y="5"/>
                    <a:pt x="20" y="6"/>
                    <a:pt x="20" y="8"/>
                  </a:cubicBezTo>
                  <a:cubicBezTo>
                    <a:pt x="20" y="10"/>
                    <a:pt x="12" y="10"/>
                    <a:pt x="9" y="8"/>
                  </a:cubicBezTo>
                  <a:cubicBezTo>
                    <a:pt x="9" y="7"/>
                    <a:pt x="8" y="7"/>
                    <a:pt x="8" y="6"/>
                  </a:cubicBezTo>
                  <a:cubicBezTo>
                    <a:pt x="7" y="7"/>
                    <a:pt x="7" y="8"/>
                    <a:pt x="7" y="9"/>
                  </a:cubicBezTo>
                  <a:cubicBezTo>
                    <a:pt x="7" y="11"/>
                    <a:pt x="5" y="11"/>
                    <a:pt x="3" y="11"/>
                  </a:cubicBezTo>
                  <a:cubicBezTo>
                    <a:pt x="2" y="10"/>
                    <a:pt x="3" y="13"/>
                    <a:pt x="2" y="14"/>
                  </a:cubicBezTo>
                  <a:cubicBezTo>
                    <a:pt x="2" y="15"/>
                    <a:pt x="2" y="17"/>
                    <a:pt x="1" y="17"/>
                  </a:cubicBezTo>
                  <a:cubicBezTo>
                    <a:pt x="0" y="17"/>
                    <a:pt x="0" y="18"/>
                    <a:pt x="0" y="19"/>
                  </a:cubicBezTo>
                  <a:cubicBezTo>
                    <a:pt x="0" y="19"/>
                    <a:pt x="2" y="22"/>
                    <a:pt x="2" y="22"/>
                  </a:cubicBezTo>
                  <a:cubicBezTo>
                    <a:pt x="2" y="22"/>
                    <a:pt x="2" y="22"/>
                    <a:pt x="2" y="22"/>
                  </a:cubicBezTo>
                  <a:cubicBezTo>
                    <a:pt x="3" y="23"/>
                    <a:pt x="7" y="26"/>
                    <a:pt x="8" y="27"/>
                  </a:cubicBezTo>
                  <a:cubicBezTo>
                    <a:pt x="10" y="29"/>
                    <a:pt x="14" y="30"/>
                    <a:pt x="17" y="29"/>
                  </a:cubicBezTo>
                  <a:cubicBezTo>
                    <a:pt x="19" y="29"/>
                    <a:pt x="28" y="26"/>
                    <a:pt x="28" y="26"/>
                  </a:cubicBezTo>
                  <a:cubicBezTo>
                    <a:pt x="28" y="26"/>
                    <a:pt x="30" y="27"/>
                    <a:pt x="31" y="27"/>
                  </a:cubicBezTo>
                  <a:cubicBezTo>
                    <a:pt x="31" y="27"/>
                    <a:pt x="32" y="27"/>
                    <a:pt x="33" y="27"/>
                  </a:cubicBezTo>
                  <a:cubicBezTo>
                    <a:pt x="34" y="27"/>
                    <a:pt x="36" y="26"/>
                    <a:pt x="38" y="24"/>
                  </a:cubicBezTo>
                  <a:cubicBezTo>
                    <a:pt x="41" y="21"/>
                    <a:pt x="44" y="12"/>
                    <a:pt x="46" y="12"/>
                  </a:cubicBezTo>
                  <a:cubicBezTo>
                    <a:pt x="47" y="11"/>
                    <a:pt x="49" y="9"/>
                    <a:pt x="51" y="8"/>
                  </a:cubicBezTo>
                  <a:cubicBezTo>
                    <a:pt x="52" y="7"/>
                    <a:pt x="52" y="6"/>
                    <a:pt x="50" y="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2" name="Freeform 73">
              <a:extLst>
                <a:ext uri="{FF2B5EF4-FFF2-40B4-BE49-F238E27FC236}">
                  <a16:creationId xmlns:a16="http://schemas.microsoft.com/office/drawing/2014/main" id="{52471CA3-D880-464B-9ABF-C77B183CA374}"/>
                </a:ext>
              </a:extLst>
            </p:cNvPr>
            <p:cNvSpPr>
              <a:spLocks/>
            </p:cNvSpPr>
            <p:nvPr/>
          </p:nvSpPr>
          <p:spPr bwMode="auto">
            <a:xfrm>
              <a:off x="4598988" y="1949450"/>
              <a:ext cx="128588" cy="66675"/>
            </a:xfrm>
            <a:custGeom>
              <a:avLst/>
              <a:gdLst>
                <a:gd name="T0" fmla="*/ 48 w 51"/>
                <a:gd name="T1" fmla="*/ 12 h 26"/>
                <a:gd name="T2" fmla="*/ 43 w 51"/>
                <a:gd name="T3" fmla="*/ 11 h 26"/>
                <a:gd name="T4" fmla="*/ 41 w 51"/>
                <a:gd name="T5" fmla="*/ 8 h 26"/>
                <a:gd name="T6" fmla="*/ 36 w 51"/>
                <a:gd name="T7" fmla="*/ 9 h 26"/>
                <a:gd name="T8" fmla="*/ 32 w 51"/>
                <a:gd name="T9" fmla="*/ 7 h 26"/>
                <a:gd name="T10" fmla="*/ 27 w 51"/>
                <a:gd name="T11" fmla="*/ 3 h 26"/>
                <a:gd name="T12" fmla="*/ 22 w 51"/>
                <a:gd name="T13" fmla="*/ 1 h 26"/>
                <a:gd name="T14" fmla="*/ 22 w 51"/>
                <a:gd name="T15" fmla="*/ 1 h 26"/>
                <a:gd name="T16" fmla="*/ 17 w 51"/>
                <a:gd name="T17" fmla="*/ 2 h 26"/>
                <a:gd name="T18" fmla="*/ 11 w 51"/>
                <a:gd name="T19" fmla="*/ 5 h 26"/>
                <a:gd name="T20" fmla="*/ 2 w 51"/>
                <a:gd name="T21" fmla="*/ 8 h 26"/>
                <a:gd name="T22" fmla="*/ 3 w 51"/>
                <a:gd name="T23" fmla="*/ 12 h 26"/>
                <a:gd name="T24" fmla="*/ 6 w 51"/>
                <a:gd name="T25" fmla="*/ 19 h 26"/>
                <a:gd name="T26" fmla="*/ 14 w 51"/>
                <a:gd name="T27" fmla="*/ 25 h 26"/>
                <a:gd name="T28" fmla="*/ 14 w 51"/>
                <a:gd name="T29" fmla="*/ 26 h 26"/>
                <a:gd name="T30" fmla="*/ 21 w 51"/>
                <a:gd name="T31" fmla="*/ 25 h 26"/>
                <a:gd name="T32" fmla="*/ 22 w 51"/>
                <a:gd name="T33" fmla="*/ 22 h 26"/>
                <a:gd name="T34" fmla="*/ 30 w 51"/>
                <a:gd name="T35" fmla="*/ 24 h 26"/>
                <a:gd name="T36" fmla="*/ 36 w 51"/>
                <a:gd name="T37" fmla="*/ 25 h 26"/>
                <a:gd name="T38" fmla="*/ 36 w 51"/>
                <a:gd name="T39" fmla="*/ 26 h 26"/>
                <a:gd name="T40" fmla="*/ 39 w 51"/>
                <a:gd name="T41" fmla="*/ 24 h 26"/>
                <a:gd name="T42" fmla="*/ 46 w 51"/>
                <a:gd name="T43" fmla="*/ 20 h 26"/>
                <a:gd name="T44" fmla="*/ 51 w 51"/>
                <a:gd name="T45" fmla="*/ 16 h 26"/>
                <a:gd name="T46" fmla="*/ 48 w 51"/>
                <a:gd name="T47"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26">
                  <a:moveTo>
                    <a:pt x="48" y="12"/>
                  </a:moveTo>
                  <a:cubicBezTo>
                    <a:pt x="47" y="11"/>
                    <a:pt x="43" y="12"/>
                    <a:pt x="43" y="11"/>
                  </a:cubicBezTo>
                  <a:cubicBezTo>
                    <a:pt x="43" y="10"/>
                    <a:pt x="43" y="8"/>
                    <a:pt x="41" y="8"/>
                  </a:cubicBezTo>
                  <a:cubicBezTo>
                    <a:pt x="39" y="8"/>
                    <a:pt x="37" y="7"/>
                    <a:pt x="36" y="9"/>
                  </a:cubicBezTo>
                  <a:cubicBezTo>
                    <a:pt x="36" y="11"/>
                    <a:pt x="32" y="8"/>
                    <a:pt x="32" y="7"/>
                  </a:cubicBezTo>
                  <a:cubicBezTo>
                    <a:pt x="32" y="6"/>
                    <a:pt x="31" y="5"/>
                    <a:pt x="27" y="3"/>
                  </a:cubicBezTo>
                  <a:cubicBezTo>
                    <a:pt x="25" y="3"/>
                    <a:pt x="24" y="2"/>
                    <a:pt x="22" y="1"/>
                  </a:cubicBezTo>
                  <a:cubicBezTo>
                    <a:pt x="22" y="1"/>
                    <a:pt x="22" y="1"/>
                    <a:pt x="22" y="1"/>
                  </a:cubicBezTo>
                  <a:cubicBezTo>
                    <a:pt x="21" y="2"/>
                    <a:pt x="19" y="0"/>
                    <a:pt x="17" y="2"/>
                  </a:cubicBezTo>
                  <a:cubicBezTo>
                    <a:pt x="16" y="3"/>
                    <a:pt x="13" y="3"/>
                    <a:pt x="11" y="5"/>
                  </a:cubicBezTo>
                  <a:cubicBezTo>
                    <a:pt x="9" y="6"/>
                    <a:pt x="5" y="7"/>
                    <a:pt x="2" y="8"/>
                  </a:cubicBezTo>
                  <a:cubicBezTo>
                    <a:pt x="0" y="8"/>
                    <a:pt x="2" y="10"/>
                    <a:pt x="3" y="12"/>
                  </a:cubicBezTo>
                  <a:cubicBezTo>
                    <a:pt x="4" y="14"/>
                    <a:pt x="4" y="18"/>
                    <a:pt x="6" y="19"/>
                  </a:cubicBezTo>
                  <a:cubicBezTo>
                    <a:pt x="7" y="20"/>
                    <a:pt x="13" y="24"/>
                    <a:pt x="14" y="25"/>
                  </a:cubicBezTo>
                  <a:cubicBezTo>
                    <a:pt x="14" y="25"/>
                    <a:pt x="14" y="25"/>
                    <a:pt x="14" y="26"/>
                  </a:cubicBezTo>
                  <a:cubicBezTo>
                    <a:pt x="16" y="26"/>
                    <a:pt x="20" y="26"/>
                    <a:pt x="21" y="25"/>
                  </a:cubicBezTo>
                  <a:cubicBezTo>
                    <a:pt x="22" y="24"/>
                    <a:pt x="22" y="22"/>
                    <a:pt x="22" y="22"/>
                  </a:cubicBezTo>
                  <a:cubicBezTo>
                    <a:pt x="22" y="22"/>
                    <a:pt x="28" y="22"/>
                    <a:pt x="30" y="24"/>
                  </a:cubicBezTo>
                  <a:cubicBezTo>
                    <a:pt x="32" y="26"/>
                    <a:pt x="36" y="25"/>
                    <a:pt x="36" y="25"/>
                  </a:cubicBezTo>
                  <a:cubicBezTo>
                    <a:pt x="36" y="25"/>
                    <a:pt x="36" y="25"/>
                    <a:pt x="36" y="26"/>
                  </a:cubicBezTo>
                  <a:cubicBezTo>
                    <a:pt x="37" y="25"/>
                    <a:pt x="38" y="24"/>
                    <a:pt x="39" y="24"/>
                  </a:cubicBezTo>
                  <a:cubicBezTo>
                    <a:pt x="41" y="23"/>
                    <a:pt x="44" y="23"/>
                    <a:pt x="46" y="20"/>
                  </a:cubicBezTo>
                  <a:cubicBezTo>
                    <a:pt x="48" y="18"/>
                    <a:pt x="49" y="17"/>
                    <a:pt x="51" y="16"/>
                  </a:cubicBezTo>
                  <a:cubicBezTo>
                    <a:pt x="50" y="15"/>
                    <a:pt x="49" y="13"/>
                    <a:pt x="48" y="1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3" name="Freeform 74">
              <a:extLst>
                <a:ext uri="{FF2B5EF4-FFF2-40B4-BE49-F238E27FC236}">
                  <a16:creationId xmlns:a16="http://schemas.microsoft.com/office/drawing/2014/main" id="{CF9CB1E3-FB83-4B17-B6DB-D497E96BCCAA}"/>
                </a:ext>
              </a:extLst>
            </p:cNvPr>
            <p:cNvSpPr>
              <a:spLocks/>
            </p:cNvSpPr>
            <p:nvPr/>
          </p:nvSpPr>
          <p:spPr bwMode="auto">
            <a:xfrm>
              <a:off x="4689476" y="1990725"/>
              <a:ext cx="114300" cy="47625"/>
            </a:xfrm>
            <a:custGeom>
              <a:avLst/>
              <a:gdLst>
                <a:gd name="T0" fmla="*/ 34 w 45"/>
                <a:gd name="T1" fmla="*/ 2 h 19"/>
                <a:gd name="T2" fmla="*/ 28 w 45"/>
                <a:gd name="T3" fmla="*/ 1 h 19"/>
                <a:gd name="T4" fmla="*/ 21 w 45"/>
                <a:gd name="T5" fmla="*/ 0 h 19"/>
                <a:gd name="T6" fmla="*/ 16 w 45"/>
                <a:gd name="T7" fmla="*/ 1 h 19"/>
                <a:gd name="T8" fmla="*/ 15 w 45"/>
                <a:gd name="T9" fmla="*/ 0 h 19"/>
                <a:gd name="T10" fmla="*/ 10 w 45"/>
                <a:gd name="T11" fmla="*/ 4 h 19"/>
                <a:gd name="T12" fmla="*/ 3 w 45"/>
                <a:gd name="T13" fmla="*/ 8 h 19"/>
                <a:gd name="T14" fmla="*/ 0 w 45"/>
                <a:gd name="T15" fmla="*/ 10 h 19"/>
                <a:gd name="T16" fmla="*/ 4 w 45"/>
                <a:gd name="T17" fmla="*/ 17 h 19"/>
                <a:gd name="T18" fmla="*/ 15 w 45"/>
                <a:gd name="T19" fmla="*/ 17 h 19"/>
                <a:gd name="T20" fmla="*/ 24 w 45"/>
                <a:gd name="T21" fmla="*/ 14 h 19"/>
                <a:gd name="T22" fmla="*/ 31 w 45"/>
                <a:gd name="T23" fmla="*/ 9 h 19"/>
                <a:gd name="T24" fmla="*/ 38 w 45"/>
                <a:gd name="T25" fmla="*/ 12 h 19"/>
                <a:gd name="T26" fmla="*/ 43 w 45"/>
                <a:gd name="T27" fmla="*/ 13 h 19"/>
                <a:gd name="T28" fmla="*/ 42 w 45"/>
                <a:gd name="T29" fmla="*/ 11 h 19"/>
                <a:gd name="T30" fmla="*/ 45 w 45"/>
                <a:gd name="T31" fmla="*/ 5 h 19"/>
                <a:gd name="T32" fmla="*/ 45 w 45"/>
                <a:gd name="T33" fmla="*/ 5 h 19"/>
                <a:gd name="T34" fmla="*/ 41 w 45"/>
                <a:gd name="T35" fmla="*/ 3 h 19"/>
                <a:gd name="T36" fmla="*/ 34 w 45"/>
                <a:gd name="T3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19">
                  <a:moveTo>
                    <a:pt x="34" y="2"/>
                  </a:moveTo>
                  <a:cubicBezTo>
                    <a:pt x="31" y="2"/>
                    <a:pt x="30" y="0"/>
                    <a:pt x="28" y="1"/>
                  </a:cubicBezTo>
                  <a:cubicBezTo>
                    <a:pt x="26" y="2"/>
                    <a:pt x="22" y="1"/>
                    <a:pt x="21" y="0"/>
                  </a:cubicBezTo>
                  <a:cubicBezTo>
                    <a:pt x="20" y="0"/>
                    <a:pt x="18" y="2"/>
                    <a:pt x="16" y="1"/>
                  </a:cubicBezTo>
                  <a:cubicBezTo>
                    <a:pt x="16" y="1"/>
                    <a:pt x="15" y="0"/>
                    <a:pt x="15" y="0"/>
                  </a:cubicBezTo>
                  <a:cubicBezTo>
                    <a:pt x="13" y="1"/>
                    <a:pt x="12" y="2"/>
                    <a:pt x="10" y="4"/>
                  </a:cubicBezTo>
                  <a:cubicBezTo>
                    <a:pt x="8" y="7"/>
                    <a:pt x="5" y="7"/>
                    <a:pt x="3" y="8"/>
                  </a:cubicBezTo>
                  <a:cubicBezTo>
                    <a:pt x="2" y="8"/>
                    <a:pt x="1" y="9"/>
                    <a:pt x="0" y="10"/>
                  </a:cubicBezTo>
                  <a:cubicBezTo>
                    <a:pt x="1" y="12"/>
                    <a:pt x="3" y="15"/>
                    <a:pt x="4" y="17"/>
                  </a:cubicBezTo>
                  <a:cubicBezTo>
                    <a:pt x="7" y="19"/>
                    <a:pt x="15" y="19"/>
                    <a:pt x="15" y="17"/>
                  </a:cubicBezTo>
                  <a:cubicBezTo>
                    <a:pt x="15" y="15"/>
                    <a:pt x="22" y="14"/>
                    <a:pt x="24" y="14"/>
                  </a:cubicBezTo>
                  <a:cubicBezTo>
                    <a:pt x="25" y="14"/>
                    <a:pt x="30" y="9"/>
                    <a:pt x="31" y="9"/>
                  </a:cubicBezTo>
                  <a:cubicBezTo>
                    <a:pt x="32" y="10"/>
                    <a:pt x="37" y="10"/>
                    <a:pt x="38" y="12"/>
                  </a:cubicBezTo>
                  <a:cubicBezTo>
                    <a:pt x="39" y="12"/>
                    <a:pt x="41" y="13"/>
                    <a:pt x="43" y="13"/>
                  </a:cubicBezTo>
                  <a:cubicBezTo>
                    <a:pt x="42" y="13"/>
                    <a:pt x="42" y="12"/>
                    <a:pt x="42" y="11"/>
                  </a:cubicBezTo>
                  <a:cubicBezTo>
                    <a:pt x="42" y="9"/>
                    <a:pt x="44" y="6"/>
                    <a:pt x="45" y="5"/>
                  </a:cubicBezTo>
                  <a:cubicBezTo>
                    <a:pt x="45" y="5"/>
                    <a:pt x="45" y="5"/>
                    <a:pt x="45" y="5"/>
                  </a:cubicBezTo>
                  <a:cubicBezTo>
                    <a:pt x="43" y="4"/>
                    <a:pt x="41" y="4"/>
                    <a:pt x="41" y="3"/>
                  </a:cubicBezTo>
                  <a:cubicBezTo>
                    <a:pt x="40" y="3"/>
                    <a:pt x="37" y="2"/>
                    <a:pt x="34" y="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4" name="Freeform 75">
              <a:extLst>
                <a:ext uri="{FF2B5EF4-FFF2-40B4-BE49-F238E27FC236}">
                  <a16:creationId xmlns:a16="http://schemas.microsoft.com/office/drawing/2014/main" id="{A7E6CB07-BE77-4322-9CC8-5E2C5AFF30BD}"/>
                </a:ext>
              </a:extLst>
            </p:cNvPr>
            <p:cNvSpPr>
              <a:spLocks/>
            </p:cNvSpPr>
            <p:nvPr/>
          </p:nvSpPr>
          <p:spPr bwMode="auto">
            <a:xfrm>
              <a:off x="4154488" y="2179638"/>
              <a:ext cx="76200" cy="125413"/>
            </a:xfrm>
            <a:custGeom>
              <a:avLst/>
              <a:gdLst>
                <a:gd name="T0" fmla="*/ 22 w 30"/>
                <a:gd name="T1" fmla="*/ 41 h 50"/>
                <a:gd name="T2" fmla="*/ 20 w 30"/>
                <a:gd name="T3" fmla="*/ 37 h 50"/>
                <a:gd name="T4" fmla="*/ 22 w 30"/>
                <a:gd name="T5" fmla="*/ 32 h 50"/>
                <a:gd name="T6" fmla="*/ 20 w 30"/>
                <a:gd name="T7" fmla="*/ 28 h 50"/>
                <a:gd name="T8" fmla="*/ 22 w 30"/>
                <a:gd name="T9" fmla="*/ 25 h 50"/>
                <a:gd name="T10" fmla="*/ 23 w 30"/>
                <a:gd name="T11" fmla="*/ 19 h 50"/>
                <a:gd name="T12" fmla="*/ 23 w 30"/>
                <a:gd name="T13" fmla="*/ 12 h 50"/>
                <a:gd name="T14" fmla="*/ 28 w 30"/>
                <a:gd name="T15" fmla="*/ 7 h 50"/>
                <a:gd name="T16" fmla="*/ 26 w 30"/>
                <a:gd name="T17" fmla="*/ 4 h 50"/>
                <a:gd name="T18" fmla="*/ 21 w 30"/>
                <a:gd name="T19" fmla="*/ 3 h 50"/>
                <a:gd name="T20" fmla="*/ 18 w 30"/>
                <a:gd name="T21" fmla="*/ 3 h 50"/>
                <a:gd name="T22" fmla="*/ 13 w 30"/>
                <a:gd name="T23" fmla="*/ 2 h 50"/>
                <a:gd name="T24" fmla="*/ 10 w 30"/>
                <a:gd name="T25" fmla="*/ 2 h 50"/>
                <a:gd name="T26" fmla="*/ 8 w 30"/>
                <a:gd name="T27" fmla="*/ 3 h 50"/>
                <a:gd name="T28" fmla="*/ 8 w 30"/>
                <a:gd name="T29" fmla="*/ 8 h 50"/>
                <a:gd name="T30" fmla="*/ 3 w 30"/>
                <a:gd name="T31" fmla="*/ 27 h 50"/>
                <a:gd name="T32" fmla="*/ 6 w 30"/>
                <a:gd name="T33" fmla="*/ 34 h 50"/>
                <a:gd name="T34" fmla="*/ 7 w 30"/>
                <a:gd name="T35" fmla="*/ 48 h 50"/>
                <a:gd name="T36" fmla="*/ 13 w 30"/>
                <a:gd name="T37" fmla="*/ 50 h 50"/>
                <a:gd name="T38" fmla="*/ 20 w 30"/>
                <a:gd name="T39" fmla="*/ 48 h 50"/>
                <a:gd name="T40" fmla="*/ 19 w 30"/>
                <a:gd name="T41" fmla="*/ 46 h 50"/>
                <a:gd name="T42" fmla="*/ 22 w 30"/>
                <a:gd name="T43" fmla="*/ 4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50">
                  <a:moveTo>
                    <a:pt x="22" y="41"/>
                  </a:moveTo>
                  <a:cubicBezTo>
                    <a:pt x="25" y="40"/>
                    <a:pt x="21" y="38"/>
                    <a:pt x="20" y="37"/>
                  </a:cubicBezTo>
                  <a:cubicBezTo>
                    <a:pt x="19" y="36"/>
                    <a:pt x="20" y="32"/>
                    <a:pt x="22" y="32"/>
                  </a:cubicBezTo>
                  <a:cubicBezTo>
                    <a:pt x="24" y="32"/>
                    <a:pt x="22" y="30"/>
                    <a:pt x="20" y="28"/>
                  </a:cubicBezTo>
                  <a:cubicBezTo>
                    <a:pt x="17" y="26"/>
                    <a:pt x="20" y="25"/>
                    <a:pt x="22" y="25"/>
                  </a:cubicBezTo>
                  <a:cubicBezTo>
                    <a:pt x="24" y="25"/>
                    <a:pt x="21" y="21"/>
                    <a:pt x="23" y="19"/>
                  </a:cubicBezTo>
                  <a:cubicBezTo>
                    <a:pt x="25" y="17"/>
                    <a:pt x="23" y="14"/>
                    <a:pt x="23" y="12"/>
                  </a:cubicBezTo>
                  <a:cubicBezTo>
                    <a:pt x="23" y="10"/>
                    <a:pt x="25" y="10"/>
                    <a:pt x="28" y="7"/>
                  </a:cubicBezTo>
                  <a:cubicBezTo>
                    <a:pt x="30" y="5"/>
                    <a:pt x="26" y="6"/>
                    <a:pt x="26" y="4"/>
                  </a:cubicBezTo>
                  <a:cubicBezTo>
                    <a:pt x="26" y="2"/>
                    <a:pt x="23" y="2"/>
                    <a:pt x="21" y="3"/>
                  </a:cubicBezTo>
                  <a:cubicBezTo>
                    <a:pt x="19" y="5"/>
                    <a:pt x="19" y="3"/>
                    <a:pt x="18" y="3"/>
                  </a:cubicBezTo>
                  <a:cubicBezTo>
                    <a:pt x="16" y="3"/>
                    <a:pt x="13" y="4"/>
                    <a:pt x="13" y="2"/>
                  </a:cubicBezTo>
                  <a:cubicBezTo>
                    <a:pt x="13" y="0"/>
                    <a:pt x="11" y="0"/>
                    <a:pt x="10" y="2"/>
                  </a:cubicBezTo>
                  <a:cubicBezTo>
                    <a:pt x="9" y="2"/>
                    <a:pt x="9" y="3"/>
                    <a:pt x="8" y="3"/>
                  </a:cubicBezTo>
                  <a:cubicBezTo>
                    <a:pt x="7" y="5"/>
                    <a:pt x="7" y="7"/>
                    <a:pt x="8" y="8"/>
                  </a:cubicBezTo>
                  <a:cubicBezTo>
                    <a:pt x="9" y="11"/>
                    <a:pt x="6" y="24"/>
                    <a:pt x="3" y="27"/>
                  </a:cubicBezTo>
                  <a:cubicBezTo>
                    <a:pt x="0" y="31"/>
                    <a:pt x="3" y="32"/>
                    <a:pt x="6" y="34"/>
                  </a:cubicBezTo>
                  <a:cubicBezTo>
                    <a:pt x="9" y="37"/>
                    <a:pt x="7" y="46"/>
                    <a:pt x="7" y="48"/>
                  </a:cubicBezTo>
                  <a:cubicBezTo>
                    <a:pt x="7" y="50"/>
                    <a:pt x="10" y="50"/>
                    <a:pt x="13" y="50"/>
                  </a:cubicBezTo>
                  <a:cubicBezTo>
                    <a:pt x="15" y="50"/>
                    <a:pt x="18" y="49"/>
                    <a:pt x="20" y="48"/>
                  </a:cubicBezTo>
                  <a:cubicBezTo>
                    <a:pt x="19" y="47"/>
                    <a:pt x="19" y="46"/>
                    <a:pt x="19" y="46"/>
                  </a:cubicBezTo>
                  <a:cubicBezTo>
                    <a:pt x="19" y="44"/>
                    <a:pt x="19" y="41"/>
                    <a:pt x="22" y="4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5" name="Freeform 76">
              <a:extLst>
                <a:ext uri="{FF2B5EF4-FFF2-40B4-BE49-F238E27FC236}">
                  <a16:creationId xmlns:a16="http://schemas.microsoft.com/office/drawing/2014/main" id="{9CFD5383-D6B8-4E13-925D-45E01BC05D09}"/>
                </a:ext>
              </a:extLst>
            </p:cNvPr>
            <p:cNvSpPr>
              <a:spLocks/>
            </p:cNvSpPr>
            <p:nvPr/>
          </p:nvSpPr>
          <p:spPr bwMode="auto">
            <a:xfrm>
              <a:off x="4418013" y="1884363"/>
              <a:ext cx="84138" cy="73025"/>
            </a:xfrm>
            <a:custGeom>
              <a:avLst/>
              <a:gdLst>
                <a:gd name="T0" fmla="*/ 10 w 33"/>
                <a:gd name="T1" fmla="*/ 22 h 29"/>
                <a:gd name="T2" fmla="*/ 16 w 33"/>
                <a:gd name="T3" fmla="*/ 23 h 29"/>
                <a:gd name="T4" fmla="*/ 21 w 33"/>
                <a:gd name="T5" fmla="*/ 27 h 29"/>
                <a:gd name="T6" fmla="*/ 23 w 33"/>
                <a:gd name="T7" fmla="*/ 29 h 29"/>
                <a:gd name="T8" fmla="*/ 24 w 33"/>
                <a:gd name="T9" fmla="*/ 23 h 29"/>
                <a:gd name="T10" fmla="*/ 25 w 33"/>
                <a:gd name="T11" fmla="*/ 19 h 29"/>
                <a:gd name="T12" fmla="*/ 29 w 33"/>
                <a:gd name="T13" fmla="*/ 17 h 29"/>
                <a:gd name="T14" fmla="*/ 31 w 33"/>
                <a:gd name="T15" fmla="*/ 14 h 29"/>
                <a:gd name="T16" fmla="*/ 28 w 33"/>
                <a:gd name="T17" fmla="*/ 10 h 29"/>
                <a:gd name="T18" fmla="*/ 32 w 33"/>
                <a:gd name="T19" fmla="*/ 6 h 29"/>
                <a:gd name="T20" fmla="*/ 32 w 33"/>
                <a:gd name="T21" fmla="*/ 0 h 29"/>
                <a:gd name="T22" fmla="*/ 30 w 33"/>
                <a:gd name="T23" fmla="*/ 1 h 29"/>
                <a:gd name="T24" fmla="*/ 22 w 33"/>
                <a:gd name="T25" fmla="*/ 2 h 29"/>
                <a:gd name="T26" fmla="*/ 18 w 33"/>
                <a:gd name="T27" fmla="*/ 7 h 29"/>
                <a:gd name="T28" fmla="*/ 15 w 33"/>
                <a:gd name="T29" fmla="*/ 7 h 29"/>
                <a:gd name="T30" fmla="*/ 11 w 33"/>
                <a:gd name="T31" fmla="*/ 9 h 29"/>
                <a:gd name="T32" fmla="*/ 7 w 33"/>
                <a:gd name="T33" fmla="*/ 16 h 29"/>
                <a:gd name="T34" fmla="*/ 1 w 33"/>
                <a:gd name="T35" fmla="*/ 23 h 29"/>
                <a:gd name="T36" fmla="*/ 0 w 33"/>
                <a:gd name="T37" fmla="*/ 24 h 29"/>
                <a:gd name="T38" fmla="*/ 3 w 33"/>
                <a:gd name="T39" fmla="*/ 25 h 29"/>
                <a:gd name="T40" fmla="*/ 10 w 33"/>
                <a:gd name="T41" fmla="*/ 2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29">
                  <a:moveTo>
                    <a:pt x="10" y="22"/>
                  </a:moveTo>
                  <a:cubicBezTo>
                    <a:pt x="12" y="21"/>
                    <a:pt x="14" y="22"/>
                    <a:pt x="16" y="23"/>
                  </a:cubicBezTo>
                  <a:cubicBezTo>
                    <a:pt x="17" y="25"/>
                    <a:pt x="19" y="25"/>
                    <a:pt x="21" y="27"/>
                  </a:cubicBezTo>
                  <a:cubicBezTo>
                    <a:pt x="22" y="28"/>
                    <a:pt x="23" y="28"/>
                    <a:pt x="23" y="29"/>
                  </a:cubicBezTo>
                  <a:cubicBezTo>
                    <a:pt x="23" y="27"/>
                    <a:pt x="23" y="24"/>
                    <a:pt x="24" y="23"/>
                  </a:cubicBezTo>
                  <a:cubicBezTo>
                    <a:pt x="25" y="21"/>
                    <a:pt x="23" y="19"/>
                    <a:pt x="25" y="19"/>
                  </a:cubicBezTo>
                  <a:cubicBezTo>
                    <a:pt x="26" y="19"/>
                    <a:pt x="29" y="19"/>
                    <a:pt x="29" y="17"/>
                  </a:cubicBezTo>
                  <a:cubicBezTo>
                    <a:pt x="29" y="14"/>
                    <a:pt x="30" y="15"/>
                    <a:pt x="31" y="14"/>
                  </a:cubicBezTo>
                  <a:cubicBezTo>
                    <a:pt x="31" y="13"/>
                    <a:pt x="29" y="10"/>
                    <a:pt x="28" y="10"/>
                  </a:cubicBezTo>
                  <a:cubicBezTo>
                    <a:pt x="28" y="9"/>
                    <a:pt x="30" y="9"/>
                    <a:pt x="32" y="6"/>
                  </a:cubicBezTo>
                  <a:cubicBezTo>
                    <a:pt x="33" y="5"/>
                    <a:pt x="33" y="3"/>
                    <a:pt x="32" y="0"/>
                  </a:cubicBezTo>
                  <a:cubicBezTo>
                    <a:pt x="32" y="1"/>
                    <a:pt x="31" y="2"/>
                    <a:pt x="30" y="1"/>
                  </a:cubicBezTo>
                  <a:cubicBezTo>
                    <a:pt x="28" y="0"/>
                    <a:pt x="25" y="1"/>
                    <a:pt x="22" y="2"/>
                  </a:cubicBezTo>
                  <a:cubicBezTo>
                    <a:pt x="18" y="2"/>
                    <a:pt x="17" y="6"/>
                    <a:pt x="18" y="7"/>
                  </a:cubicBezTo>
                  <a:cubicBezTo>
                    <a:pt x="20" y="9"/>
                    <a:pt x="15" y="9"/>
                    <a:pt x="15" y="7"/>
                  </a:cubicBezTo>
                  <a:cubicBezTo>
                    <a:pt x="14" y="5"/>
                    <a:pt x="11" y="7"/>
                    <a:pt x="11" y="9"/>
                  </a:cubicBezTo>
                  <a:cubicBezTo>
                    <a:pt x="11" y="12"/>
                    <a:pt x="7" y="13"/>
                    <a:pt x="7" y="16"/>
                  </a:cubicBezTo>
                  <a:cubicBezTo>
                    <a:pt x="8" y="19"/>
                    <a:pt x="4" y="22"/>
                    <a:pt x="1" y="23"/>
                  </a:cubicBezTo>
                  <a:cubicBezTo>
                    <a:pt x="0" y="24"/>
                    <a:pt x="0" y="24"/>
                    <a:pt x="0" y="24"/>
                  </a:cubicBezTo>
                  <a:cubicBezTo>
                    <a:pt x="1" y="25"/>
                    <a:pt x="2" y="25"/>
                    <a:pt x="3" y="25"/>
                  </a:cubicBezTo>
                  <a:cubicBezTo>
                    <a:pt x="5" y="25"/>
                    <a:pt x="9" y="24"/>
                    <a:pt x="10" y="2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6" name="Freeform 77">
              <a:extLst>
                <a:ext uri="{FF2B5EF4-FFF2-40B4-BE49-F238E27FC236}">
                  <a16:creationId xmlns:a16="http://schemas.microsoft.com/office/drawing/2014/main" id="{BD7EF873-B7AB-418C-9648-97E37F12AEBA}"/>
                </a:ext>
              </a:extLst>
            </p:cNvPr>
            <p:cNvSpPr>
              <a:spLocks/>
            </p:cNvSpPr>
            <p:nvPr/>
          </p:nvSpPr>
          <p:spPr bwMode="auto">
            <a:xfrm>
              <a:off x="4471988" y="1974850"/>
              <a:ext cx="12700" cy="20638"/>
            </a:xfrm>
            <a:custGeom>
              <a:avLst/>
              <a:gdLst>
                <a:gd name="T0" fmla="*/ 3 w 5"/>
                <a:gd name="T1" fmla="*/ 0 h 8"/>
                <a:gd name="T2" fmla="*/ 0 w 5"/>
                <a:gd name="T3" fmla="*/ 7 h 8"/>
                <a:gd name="T4" fmla="*/ 5 w 5"/>
                <a:gd name="T5" fmla="*/ 8 h 8"/>
                <a:gd name="T6" fmla="*/ 3 w 5"/>
                <a:gd name="T7" fmla="*/ 1 h 8"/>
                <a:gd name="T8" fmla="*/ 3 w 5"/>
                <a:gd name="T9" fmla="*/ 0 h 8"/>
              </a:gdLst>
              <a:ahLst/>
              <a:cxnLst>
                <a:cxn ang="0">
                  <a:pos x="T0" y="T1"/>
                </a:cxn>
                <a:cxn ang="0">
                  <a:pos x="T2" y="T3"/>
                </a:cxn>
                <a:cxn ang="0">
                  <a:pos x="T4" y="T5"/>
                </a:cxn>
                <a:cxn ang="0">
                  <a:pos x="T6" y="T7"/>
                </a:cxn>
                <a:cxn ang="0">
                  <a:pos x="T8" y="T9"/>
                </a:cxn>
              </a:cxnLst>
              <a:rect l="0" t="0" r="r" b="b"/>
              <a:pathLst>
                <a:path w="5" h="8">
                  <a:moveTo>
                    <a:pt x="3" y="0"/>
                  </a:moveTo>
                  <a:cubicBezTo>
                    <a:pt x="1" y="1"/>
                    <a:pt x="0" y="3"/>
                    <a:pt x="0" y="7"/>
                  </a:cubicBezTo>
                  <a:cubicBezTo>
                    <a:pt x="1" y="7"/>
                    <a:pt x="4" y="7"/>
                    <a:pt x="5" y="8"/>
                  </a:cubicBezTo>
                  <a:cubicBezTo>
                    <a:pt x="5" y="3"/>
                    <a:pt x="3" y="2"/>
                    <a:pt x="3" y="1"/>
                  </a:cubicBezTo>
                  <a:cubicBezTo>
                    <a:pt x="2" y="1"/>
                    <a:pt x="3" y="1"/>
                    <a:pt x="3" y="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7" name="Freeform 78">
              <a:extLst>
                <a:ext uri="{FF2B5EF4-FFF2-40B4-BE49-F238E27FC236}">
                  <a16:creationId xmlns:a16="http://schemas.microsoft.com/office/drawing/2014/main" id="{18C47B2B-97C6-4CD3-BE7E-1B744316A66C}"/>
                </a:ext>
              </a:extLst>
            </p:cNvPr>
            <p:cNvSpPr>
              <a:spLocks/>
            </p:cNvSpPr>
            <p:nvPr/>
          </p:nvSpPr>
          <p:spPr bwMode="auto">
            <a:xfrm>
              <a:off x="4403726" y="1936750"/>
              <a:ext cx="80963" cy="58738"/>
            </a:xfrm>
            <a:custGeom>
              <a:avLst/>
              <a:gdLst>
                <a:gd name="T0" fmla="*/ 1 w 32"/>
                <a:gd name="T1" fmla="*/ 6 h 23"/>
                <a:gd name="T2" fmla="*/ 4 w 32"/>
                <a:gd name="T3" fmla="*/ 9 h 23"/>
                <a:gd name="T4" fmla="*/ 8 w 32"/>
                <a:gd name="T5" fmla="*/ 12 h 23"/>
                <a:gd name="T6" fmla="*/ 13 w 32"/>
                <a:gd name="T7" fmla="*/ 15 h 23"/>
                <a:gd name="T8" fmla="*/ 16 w 32"/>
                <a:gd name="T9" fmla="*/ 18 h 23"/>
                <a:gd name="T10" fmla="*/ 19 w 32"/>
                <a:gd name="T11" fmla="*/ 16 h 23"/>
                <a:gd name="T12" fmla="*/ 21 w 32"/>
                <a:gd name="T13" fmla="*/ 20 h 23"/>
                <a:gd name="T14" fmla="*/ 26 w 32"/>
                <a:gd name="T15" fmla="*/ 22 h 23"/>
                <a:gd name="T16" fmla="*/ 27 w 32"/>
                <a:gd name="T17" fmla="*/ 22 h 23"/>
                <a:gd name="T18" fmla="*/ 30 w 32"/>
                <a:gd name="T19" fmla="*/ 15 h 23"/>
                <a:gd name="T20" fmla="*/ 31 w 32"/>
                <a:gd name="T21" fmla="*/ 13 h 23"/>
                <a:gd name="T22" fmla="*/ 29 w 32"/>
                <a:gd name="T23" fmla="*/ 8 h 23"/>
                <a:gd name="T24" fmla="*/ 29 w 32"/>
                <a:gd name="T25" fmla="*/ 8 h 23"/>
                <a:gd name="T26" fmla="*/ 27 w 32"/>
                <a:gd name="T27" fmla="*/ 6 h 23"/>
                <a:gd name="T28" fmla="*/ 22 w 32"/>
                <a:gd name="T29" fmla="*/ 2 h 23"/>
                <a:gd name="T30" fmla="*/ 16 w 32"/>
                <a:gd name="T31" fmla="*/ 1 h 23"/>
                <a:gd name="T32" fmla="*/ 9 w 32"/>
                <a:gd name="T33" fmla="*/ 4 h 23"/>
                <a:gd name="T34" fmla="*/ 6 w 32"/>
                <a:gd name="T35" fmla="*/ 3 h 23"/>
                <a:gd name="T36" fmla="*/ 0 w 32"/>
                <a:gd name="T37" fmla="*/ 5 h 23"/>
                <a:gd name="T38" fmla="*/ 1 w 32"/>
                <a:gd name="T39"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23">
                  <a:moveTo>
                    <a:pt x="1" y="6"/>
                  </a:moveTo>
                  <a:cubicBezTo>
                    <a:pt x="1" y="8"/>
                    <a:pt x="3" y="11"/>
                    <a:pt x="4" y="9"/>
                  </a:cubicBezTo>
                  <a:cubicBezTo>
                    <a:pt x="5" y="8"/>
                    <a:pt x="7" y="11"/>
                    <a:pt x="8" y="12"/>
                  </a:cubicBezTo>
                  <a:cubicBezTo>
                    <a:pt x="10" y="13"/>
                    <a:pt x="13" y="14"/>
                    <a:pt x="13" y="15"/>
                  </a:cubicBezTo>
                  <a:cubicBezTo>
                    <a:pt x="13" y="16"/>
                    <a:pt x="14" y="18"/>
                    <a:pt x="16" y="18"/>
                  </a:cubicBezTo>
                  <a:cubicBezTo>
                    <a:pt x="17" y="17"/>
                    <a:pt x="19" y="14"/>
                    <a:pt x="19" y="16"/>
                  </a:cubicBezTo>
                  <a:cubicBezTo>
                    <a:pt x="19" y="17"/>
                    <a:pt x="20" y="20"/>
                    <a:pt x="21" y="20"/>
                  </a:cubicBezTo>
                  <a:cubicBezTo>
                    <a:pt x="23" y="19"/>
                    <a:pt x="24" y="23"/>
                    <a:pt x="26" y="22"/>
                  </a:cubicBezTo>
                  <a:cubicBezTo>
                    <a:pt x="26" y="22"/>
                    <a:pt x="26" y="22"/>
                    <a:pt x="27" y="22"/>
                  </a:cubicBezTo>
                  <a:cubicBezTo>
                    <a:pt x="27" y="18"/>
                    <a:pt x="28" y="16"/>
                    <a:pt x="30" y="15"/>
                  </a:cubicBezTo>
                  <a:cubicBezTo>
                    <a:pt x="30" y="15"/>
                    <a:pt x="31" y="14"/>
                    <a:pt x="31" y="13"/>
                  </a:cubicBezTo>
                  <a:cubicBezTo>
                    <a:pt x="32" y="12"/>
                    <a:pt x="29" y="9"/>
                    <a:pt x="29" y="8"/>
                  </a:cubicBezTo>
                  <a:cubicBezTo>
                    <a:pt x="29" y="8"/>
                    <a:pt x="29" y="8"/>
                    <a:pt x="29" y="8"/>
                  </a:cubicBezTo>
                  <a:cubicBezTo>
                    <a:pt x="29" y="7"/>
                    <a:pt x="28" y="7"/>
                    <a:pt x="27" y="6"/>
                  </a:cubicBezTo>
                  <a:cubicBezTo>
                    <a:pt x="25" y="4"/>
                    <a:pt x="23" y="4"/>
                    <a:pt x="22" y="2"/>
                  </a:cubicBezTo>
                  <a:cubicBezTo>
                    <a:pt x="20" y="1"/>
                    <a:pt x="18" y="0"/>
                    <a:pt x="16" y="1"/>
                  </a:cubicBezTo>
                  <a:cubicBezTo>
                    <a:pt x="15" y="3"/>
                    <a:pt x="11" y="4"/>
                    <a:pt x="9" y="4"/>
                  </a:cubicBezTo>
                  <a:cubicBezTo>
                    <a:pt x="8" y="4"/>
                    <a:pt x="7" y="4"/>
                    <a:pt x="6" y="3"/>
                  </a:cubicBezTo>
                  <a:cubicBezTo>
                    <a:pt x="4" y="4"/>
                    <a:pt x="2" y="5"/>
                    <a:pt x="0" y="5"/>
                  </a:cubicBezTo>
                  <a:cubicBezTo>
                    <a:pt x="1" y="6"/>
                    <a:pt x="1" y="6"/>
                    <a:pt x="1" y="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8" name="Freeform 79">
              <a:extLst>
                <a:ext uri="{FF2B5EF4-FFF2-40B4-BE49-F238E27FC236}">
                  <a16:creationId xmlns:a16="http://schemas.microsoft.com/office/drawing/2014/main" id="{7AF5D06F-D12A-452E-A0F2-8CB0A6D06F7A}"/>
                </a:ext>
              </a:extLst>
            </p:cNvPr>
            <p:cNvSpPr>
              <a:spLocks/>
            </p:cNvSpPr>
            <p:nvPr/>
          </p:nvSpPr>
          <p:spPr bwMode="auto">
            <a:xfrm>
              <a:off x="4760913" y="2020888"/>
              <a:ext cx="182563" cy="120650"/>
            </a:xfrm>
            <a:custGeom>
              <a:avLst/>
              <a:gdLst>
                <a:gd name="T0" fmla="*/ 65 w 73"/>
                <a:gd name="T1" fmla="*/ 32 h 48"/>
                <a:gd name="T2" fmla="*/ 62 w 73"/>
                <a:gd name="T3" fmla="*/ 30 h 48"/>
                <a:gd name="T4" fmla="*/ 62 w 73"/>
                <a:gd name="T5" fmla="*/ 30 h 48"/>
                <a:gd name="T6" fmla="*/ 61 w 73"/>
                <a:gd name="T7" fmla="*/ 21 h 48"/>
                <a:gd name="T8" fmla="*/ 56 w 73"/>
                <a:gd name="T9" fmla="*/ 10 h 48"/>
                <a:gd name="T10" fmla="*/ 51 w 73"/>
                <a:gd name="T11" fmla="*/ 0 h 48"/>
                <a:gd name="T12" fmla="*/ 47 w 73"/>
                <a:gd name="T13" fmla="*/ 2 h 48"/>
                <a:gd name="T14" fmla="*/ 42 w 73"/>
                <a:gd name="T15" fmla="*/ 5 h 48"/>
                <a:gd name="T16" fmla="*/ 38 w 73"/>
                <a:gd name="T17" fmla="*/ 5 h 48"/>
                <a:gd name="T18" fmla="*/ 35 w 73"/>
                <a:gd name="T19" fmla="*/ 6 h 48"/>
                <a:gd name="T20" fmla="*/ 30 w 73"/>
                <a:gd name="T21" fmla="*/ 5 h 48"/>
                <a:gd name="T22" fmla="*/ 22 w 73"/>
                <a:gd name="T23" fmla="*/ 3 h 48"/>
                <a:gd name="T24" fmla="*/ 19 w 73"/>
                <a:gd name="T25" fmla="*/ 4 h 48"/>
                <a:gd name="T26" fmla="*/ 18 w 73"/>
                <a:gd name="T27" fmla="*/ 5 h 48"/>
                <a:gd name="T28" fmla="*/ 13 w 73"/>
                <a:gd name="T29" fmla="*/ 9 h 48"/>
                <a:gd name="T30" fmla="*/ 5 w 73"/>
                <a:gd name="T31" fmla="*/ 21 h 48"/>
                <a:gd name="T32" fmla="*/ 0 w 73"/>
                <a:gd name="T33" fmla="*/ 25 h 48"/>
                <a:gd name="T34" fmla="*/ 3 w 73"/>
                <a:gd name="T35" fmla="*/ 29 h 48"/>
                <a:gd name="T36" fmla="*/ 6 w 73"/>
                <a:gd name="T37" fmla="*/ 32 h 48"/>
                <a:gd name="T38" fmla="*/ 7 w 73"/>
                <a:gd name="T39" fmla="*/ 37 h 48"/>
                <a:gd name="T40" fmla="*/ 16 w 73"/>
                <a:gd name="T41" fmla="*/ 40 h 48"/>
                <a:gd name="T42" fmla="*/ 16 w 73"/>
                <a:gd name="T43" fmla="*/ 43 h 48"/>
                <a:gd name="T44" fmla="*/ 21 w 73"/>
                <a:gd name="T45" fmla="*/ 46 h 48"/>
                <a:gd name="T46" fmla="*/ 29 w 73"/>
                <a:gd name="T47" fmla="*/ 47 h 48"/>
                <a:gd name="T48" fmla="*/ 38 w 73"/>
                <a:gd name="T49" fmla="*/ 47 h 48"/>
                <a:gd name="T50" fmla="*/ 44 w 73"/>
                <a:gd name="T51" fmla="*/ 45 h 48"/>
                <a:gd name="T52" fmla="*/ 53 w 73"/>
                <a:gd name="T53" fmla="*/ 43 h 48"/>
                <a:gd name="T54" fmla="*/ 60 w 73"/>
                <a:gd name="T55" fmla="*/ 45 h 48"/>
                <a:gd name="T56" fmla="*/ 64 w 73"/>
                <a:gd name="T57" fmla="*/ 48 h 48"/>
                <a:gd name="T58" fmla="*/ 64 w 73"/>
                <a:gd name="T59" fmla="*/ 43 h 48"/>
                <a:gd name="T60" fmla="*/ 68 w 73"/>
                <a:gd name="T61" fmla="*/ 37 h 48"/>
                <a:gd name="T62" fmla="*/ 73 w 73"/>
                <a:gd name="T63" fmla="*/ 33 h 48"/>
                <a:gd name="T64" fmla="*/ 73 w 73"/>
                <a:gd name="T65" fmla="*/ 32 h 48"/>
                <a:gd name="T66" fmla="*/ 70 w 73"/>
                <a:gd name="T67" fmla="*/ 30 h 48"/>
                <a:gd name="T68" fmla="*/ 65 w 73"/>
                <a:gd name="T69"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3" h="48">
                  <a:moveTo>
                    <a:pt x="65" y="32"/>
                  </a:moveTo>
                  <a:cubicBezTo>
                    <a:pt x="64" y="32"/>
                    <a:pt x="61" y="31"/>
                    <a:pt x="62" y="30"/>
                  </a:cubicBezTo>
                  <a:cubicBezTo>
                    <a:pt x="62" y="30"/>
                    <a:pt x="62" y="30"/>
                    <a:pt x="62" y="30"/>
                  </a:cubicBezTo>
                  <a:cubicBezTo>
                    <a:pt x="60" y="28"/>
                    <a:pt x="60" y="22"/>
                    <a:pt x="61" y="21"/>
                  </a:cubicBezTo>
                  <a:cubicBezTo>
                    <a:pt x="63" y="19"/>
                    <a:pt x="58" y="12"/>
                    <a:pt x="56" y="10"/>
                  </a:cubicBezTo>
                  <a:cubicBezTo>
                    <a:pt x="55" y="8"/>
                    <a:pt x="53" y="4"/>
                    <a:pt x="51" y="0"/>
                  </a:cubicBezTo>
                  <a:cubicBezTo>
                    <a:pt x="49" y="1"/>
                    <a:pt x="47" y="2"/>
                    <a:pt x="47" y="2"/>
                  </a:cubicBezTo>
                  <a:cubicBezTo>
                    <a:pt x="46" y="4"/>
                    <a:pt x="44" y="5"/>
                    <a:pt x="42" y="5"/>
                  </a:cubicBezTo>
                  <a:cubicBezTo>
                    <a:pt x="41" y="5"/>
                    <a:pt x="39" y="4"/>
                    <a:pt x="38" y="5"/>
                  </a:cubicBezTo>
                  <a:cubicBezTo>
                    <a:pt x="37" y="6"/>
                    <a:pt x="35" y="7"/>
                    <a:pt x="35" y="6"/>
                  </a:cubicBezTo>
                  <a:cubicBezTo>
                    <a:pt x="34" y="5"/>
                    <a:pt x="31" y="5"/>
                    <a:pt x="30" y="5"/>
                  </a:cubicBezTo>
                  <a:cubicBezTo>
                    <a:pt x="28" y="5"/>
                    <a:pt x="23" y="3"/>
                    <a:pt x="22" y="3"/>
                  </a:cubicBezTo>
                  <a:cubicBezTo>
                    <a:pt x="21" y="3"/>
                    <a:pt x="20" y="3"/>
                    <a:pt x="19" y="4"/>
                  </a:cubicBezTo>
                  <a:cubicBezTo>
                    <a:pt x="19" y="4"/>
                    <a:pt x="19" y="5"/>
                    <a:pt x="18" y="5"/>
                  </a:cubicBezTo>
                  <a:cubicBezTo>
                    <a:pt x="16" y="6"/>
                    <a:pt x="14" y="8"/>
                    <a:pt x="13" y="9"/>
                  </a:cubicBezTo>
                  <a:cubicBezTo>
                    <a:pt x="11" y="9"/>
                    <a:pt x="8" y="18"/>
                    <a:pt x="5" y="21"/>
                  </a:cubicBezTo>
                  <a:cubicBezTo>
                    <a:pt x="3" y="23"/>
                    <a:pt x="0" y="24"/>
                    <a:pt x="0" y="25"/>
                  </a:cubicBezTo>
                  <a:cubicBezTo>
                    <a:pt x="0" y="25"/>
                    <a:pt x="3" y="28"/>
                    <a:pt x="3" y="29"/>
                  </a:cubicBezTo>
                  <a:cubicBezTo>
                    <a:pt x="3" y="31"/>
                    <a:pt x="4" y="32"/>
                    <a:pt x="6" y="32"/>
                  </a:cubicBezTo>
                  <a:cubicBezTo>
                    <a:pt x="8" y="32"/>
                    <a:pt x="6" y="37"/>
                    <a:pt x="7" y="37"/>
                  </a:cubicBezTo>
                  <a:cubicBezTo>
                    <a:pt x="8" y="37"/>
                    <a:pt x="16" y="38"/>
                    <a:pt x="16" y="40"/>
                  </a:cubicBezTo>
                  <a:cubicBezTo>
                    <a:pt x="16" y="41"/>
                    <a:pt x="17" y="42"/>
                    <a:pt x="16" y="43"/>
                  </a:cubicBezTo>
                  <a:cubicBezTo>
                    <a:pt x="18" y="44"/>
                    <a:pt x="20" y="47"/>
                    <a:pt x="21" y="46"/>
                  </a:cubicBezTo>
                  <a:cubicBezTo>
                    <a:pt x="22" y="46"/>
                    <a:pt x="28" y="47"/>
                    <a:pt x="29" y="47"/>
                  </a:cubicBezTo>
                  <a:cubicBezTo>
                    <a:pt x="31" y="47"/>
                    <a:pt x="36" y="47"/>
                    <a:pt x="38" y="47"/>
                  </a:cubicBezTo>
                  <a:cubicBezTo>
                    <a:pt x="40" y="48"/>
                    <a:pt x="42" y="47"/>
                    <a:pt x="44" y="45"/>
                  </a:cubicBezTo>
                  <a:cubicBezTo>
                    <a:pt x="45" y="43"/>
                    <a:pt x="51" y="43"/>
                    <a:pt x="53" y="43"/>
                  </a:cubicBezTo>
                  <a:cubicBezTo>
                    <a:pt x="55" y="44"/>
                    <a:pt x="59" y="44"/>
                    <a:pt x="60" y="45"/>
                  </a:cubicBezTo>
                  <a:cubicBezTo>
                    <a:pt x="60" y="46"/>
                    <a:pt x="62" y="47"/>
                    <a:pt x="64" y="48"/>
                  </a:cubicBezTo>
                  <a:cubicBezTo>
                    <a:pt x="65" y="46"/>
                    <a:pt x="64" y="45"/>
                    <a:pt x="64" y="43"/>
                  </a:cubicBezTo>
                  <a:cubicBezTo>
                    <a:pt x="65" y="41"/>
                    <a:pt x="66" y="37"/>
                    <a:pt x="68" y="37"/>
                  </a:cubicBezTo>
                  <a:cubicBezTo>
                    <a:pt x="71" y="37"/>
                    <a:pt x="73" y="37"/>
                    <a:pt x="73" y="33"/>
                  </a:cubicBezTo>
                  <a:cubicBezTo>
                    <a:pt x="73" y="32"/>
                    <a:pt x="73" y="32"/>
                    <a:pt x="73" y="32"/>
                  </a:cubicBezTo>
                  <a:cubicBezTo>
                    <a:pt x="71" y="31"/>
                    <a:pt x="70" y="30"/>
                    <a:pt x="70" y="30"/>
                  </a:cubicBezTo>
                  <a:cubicBezTo>
                    <a:pt x="69" y="30"/>
                    <a:pt x="66" y="32"/>
                    <a:pt x="65" y="3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9" name="Freeform 80">
              <a:extLst>
                <a:ext uri="{FF2B5EF4-FFF2-40B4-BE49-F238E27FC236}">
                  <a16:creationId xmlns:a16="http://schemas.microsoft.com/office/drawing/2014/main" id="{8DDD7CB3-22E3-4442-A4C5-1E02CD3C5CF7}"/>
                </a:ext>
              </a:extLst>
            </p:cNvPr>
            <p:cNvSpPr>
              <a:spLocks/>
            </p:cNvSpPr>
            <p:nvPr/>
          </p:nvSpPr>
          <p:spPr bwMode="auto">
            <a:xfrm>
              <a:off x="4889501" y="2017713"/>
              <a:ext cx="60325" cy="77788"/>
            </a:xfrm>
            <a:custGeom>
              <a:avLst/>
              <a:gdLst>
                <a:gd name="T0" fmla="*/ 18 w 24"/>
                <a:gd name="T1" fmla="*/ 8 h 31"/>
                <a:gd name="T2" fmla="*/ 12 w 24"/>
                <a:gd name="T3" fmla="*/ 4 h 31"/>
                <a:gd name="T4" fmla="*/ 5 w 24"/>
                <a:gd name="T5" fmla="*/ 0 h 31"/>
                <a:gd name="T6" fmla="*/ 0 w 24"/>
                <a:gd name="T7" fmla="*/ 1 h 31"/>
                <a:gd name="T8" fmla="*/ 5 w 24"/>
                <a:gd name="T9" fmla="*/ 11 h 31"/>
                <a:gd name="T10" fmla="*/ 10 w 24"/>
                <a:gd name="T11" fmla="*/ 22 h 31"/>
                <a:gd name="T12" fmla="*/ 11 w 24"/>
                <a:gd name="T13" fmla="*/ 31 h 31"/>
                <a:gd name="T14" fmla="*/ 16 w 24"/>
                <a:gd name="T15" fmla="*/ 24 h 31"/>
                <a:gd name="T16" fmla="*/ 19 w 24"/>
                <a:gd name="T17" fmla="*/ 20 h 31"/>
                <a:gd name="T18" fmla="*/ 24 w 24"/>
                <a:gd name="T19" fmla="*/ 21 h 31"/>
                <a:gd name="T20" fmla="*/ 23 w 24"/>
                <a:gd name="T21" fmla="*/ 16 h 31"/>
                <a:gd name="T22" fmla="*/ 18 w 24"/>
                <a:gd name="T23" fmla="*/ 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1">
                  <a:moveTo>
                    <a:pt x="18" y="8"/>
                  </a:moveTo>
                  <a:cubicBezTo>
                    <a:pt x="17" y="5"/>
                    <a:pt x="14" y="4"/>
                    <a:pt x="12" y="4"/>
                  </a:cubicBezTo>
                  <a:cubicBezTo>
                    <a:pt x="10" y="4"/>
                    <a:pt x="7" y="0"/>
                    <a:pt x="5" y="0"/>
                  </a:cubicBezTo>
                  <a:cubicBezTo>
                    <a:pt x="4" y="0"/>
                    <a:pt x="2" y="1"/>
                    <a:pt x="0" y="1"/>
                  </a:cubicBezTo>
                  <a:cubicBezTo>
                    <a:pt x="2" y="5"/>
                    <a:pt x="4" y="9"/>
                    <a:pt x="5" y="11"/>
                  </a:cubicBezTo>
                  <a:cubicBezTo>
                    <a:pt x="7" y="13"/>
                    <a:pt x="12" y="20"/>
                    <a:pt x="10" y="22"/>
                  </a:cubicBezTo>
                  <a:cubicBezTo>
                    <a:pt x="9" y="23"/>
                    <a:pt x="9" y="29"/>
                    <a:pt x="11" y="31"/>
                  </a:cubicBezTo>
                  <a:cubicBezTo>
                    <a:pt x="12" y="30"/>
                    <a:pt x="16" y="25"/>
                    <a:pt x="16" y="24"/>
                  </a:cubicBezTo>
                  <a:cubicBezTo>
                    <a:pt x="16" y="22"/>
                    <a:pt x="16" y="19"/>
                    <a:pt x="19" y="20"/>
                  </a:cubicBezTo>
                  <a:cubicBezTo>
                    <a:pt x="22" y="21"/>
                    <a:pt x="24" y="22"/>
                    <a:pt x="24" y="21"/>
                  </a:cubicBezTo>
                  <a:cubicBezTo>
                    <a:pt x="24" y="20"/>
                    <a:pt x="24" y="17"/>
                    <a:pt x="23" y="16"/>
                  </a:cubicBezTo>
                  <a:cubicBezTo>
                    <a:pt x="21" y="15"/>
                    <a:pt x="19" y="11"/>
                    <a:pt x="18" y="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0" name="Freeform 81">
              <a:extLst>
                <a:ext uri="{FF2B5EF4-FFF2-40B4-BE49-F238E27FC236}">
                  <a16:creationId xmlns:a16="http://schemas.microsoft.com/office/drawing/2014/main" id="{42F96383-4977-4DE6-A46B-D5665699F8C6}"/>
                </a:ext>
              </a:extLst>
            </p:cNvPr>
            <p:cNvSpPr>
              <a:spLocks/>
            </p:cNvSpPr>
            <p:nvPr/>
          </p:nvSpPr>
          <p:spPr bwMode="auto">
            <a:xfrm>
              <a:off x="4795838" y="2128838"/>
              <a:ext cx="125413" cy="69850"/>
            </a:xfrm>
            <a:custGeom>
              <a:avLst/>
              <a:gdLst>
                <a:gd name="T0" fmla="*/ 39 w 50"/>
                <a:gd name="T1" fmla="*/ 0 h 28"/>
                <a:gd name="T2" fmla="*/ 30 w 50"/>
                <a:gd name="T3" fmla="*/ 2 h 28"/>
                <a:gd name="T4" fmla="*/ 24 w 50"/>
                <a:gd name="T5" fmla="*/ 4 h 28"/>
                <a:gd name="T6" fmla="*/ 15 w 50"/>
                <a:gd name="T7" fmla="*/ 4 h 28"/>
                <a:gd name="T8" fmla="*/ 7 w 50"/>
                <a:gd name="T9" fmla="*/ 3 h 28"/>
                <a:gd name="T10" fmla="*/ 2 w 50"/>
                <a:gd name="T11" fmla="*/ 0 h 28"/>
                <a:gd name="T12" fmla="*/ 2 w 50"/>
                <a:gd name="T13" fmla="*/ 1 h 28"/>
                <a:gd name="T14" fmla="*/ 2 w 50"/>
                <a:gd name="T15" fmla="*/ 7 h 28"/>
                <a:gd name="T16" fmla="*/ 4 w 50"/>
                <a:gd name="T17" fmla="*/ 12 h 28"/>
                <a:gd name="T18" fmla="*/ 1 w 50"/>
                <a:gd name="T19" fmla="*/ 15 h 28"/>
                <a:gd name="T20" fmla="*/ 1 w 50"/>
                <a:gd name="T21" fmla="*/ 19 h 28"/>
                <a:gd name="T22" fmla="*/ 6 w 50"/>
                <a:gd name="T23" fmla="*/ 24 h 28"/>
                <a:gd name="T24" fmla="*/ 7 w 50"/>
                <a:gd name="T25" fmla="*/ 26 h 28"/>
                <a:gd name="T26" fmla="*/ 18 w 50"/>
                <a:gd name="T27" fmla="*/ 26 h 28"/>
                <a:gd name="T28" fmla="*/ 27 w 50"/>
                <a:gd name="T29" fmla="*/ 28 h 28"/>
                <a:gd name="T30" fmla="*/ 30 w 50"/>
                <a:gd name="T31" fmla="*/ 26 h 28"/>
                <a:gd name="T32" fmla="*/ 34 w 50"/>
                <a:gd name="T33" fmla="*/ 24 h 28"/>
                <a:gd name="T34" fmla="*/ 34 w 50"/>
                <a:gd name="T35" fmla="*/ 22 h 28"/>
                <a:gd name="T36" fmla="*/ 42 w 50"/>
                <a:gd name="T37" fmla="*/ 22 h 28"/>
                <a:gd name="T38" fmla="*/ 45 w 50"/>
                <a:gd name="T39" fmla="*/ 21 h 28"/>
                <a:gd name="T40" fmla="*/ 44 w 50"/>
                <a:gd name="T41" fmla="*/ 19 h 28"/>
                <a:gd name="T42" fmla="*/ 42 w 50"/>
                <a:gd name="T43" fmla="*/ 13 h 28"/>
                <a:gd name="T44" fmla="*/ 49 w 50"/>
                <a:gd name="T45" fmla="*/ 6 h 28"/>
                <a:gd name="T46" fmla="*/ 50 w 50"/>
                <a:gd name="T47" fmla="*/ 5 h 28"/>
                <a:gd name="T48" fmla="*/ 46 w 50"/>
                <a:gd name="T49" fmla="*/ 2 h 28"/>
                <a:gd name="T50" fmla="*/ 39 w 50"/>
                <a:gd name="T5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28">
                  <a:moveTo>
                    <a:pt x="39" y="0"/>
                  </a:moveTo>
                  <a:cubicBezTo>
                    <a:pt x="37" y="0"/>
                    <a:pt x="31" y="0"/>
                    <a:pt x="30" y="2"/>
                  </a:cubicBezTo>
                  <a:cubicBezTo>
                    <a:pt x="28" y="4"/>
                    <a:pt x="26" y="5"/>
                    <a:pt x="24" y="4"/>
                  </a:cubicBezTo>
                  <a:cubicBezTo>
                    <a:pt x="22" y="4"/>
                    <a:pt x="17" y="4"/>
                    <a:pt x="15" y="4"/>
                  </a:cubicBezTo>
                  <a:cubicBezTo>
                    <a:pt x="14" y="4"/>
                    <a:pt x="8" y="3"/>
                    <a:pt x="7" y="3"/>
                  </a:cubicBezTo>
                  <a:cubicBezTo>
                    <a:pt x="6" y="4"/>
                    <a:pt x="4" y="1"/>
                    <a:pt x="2" y="0"/>
                  </a:cubicBezTo>
                  <a:cubicBezTo>
                    <a:pt x="2" y="0"/>
                    <a:pt x="2" y="1"/>
                    <a:pt x="2" y="1"/>
                  </a:cubicBezTo>
                  <a:cubicBezTo>
                    <a:pt x="0" y="2"/>
                    <a:pt x="0" y="5"/>
                    <a:pt x="2" y="7"/>
                  </a:cubicBezTo>
                  <a:cubicBezTo>
                    <a:pt x="3" y="8"/>
                    <a:pt x="6" y="12"/>
                    <a:pt x="4" y="12"/>
                  </a:cubicBezTo>
                  <a:cubicBezTo>
                    <a:pt x="2" y="12"/>
                    <a:pt x="1" y="14"/>
                    <a:pt x="1" y="15"/>
                  </a:cubicBezTo>
                  <a:cubicBezTo>
                    <a:pt x="2" y="16"/>
                    <a:pt x="1" y="18"/>
                    <a:pt x="1" y="19"/>
                  </a:cubicBezTo>
                  <a:cubicBezTo>
                    <a:pt x="2" y="19"/>
                    <a:pt x="6" y="23"/>
                    <a:pt x="6" y="24"/>
                  </a:cubicBezTo>
                  <a:cubicBezTo>
                    <a:pt x="6" y="25"/>
                    <a:pt x="8" y="25"/>
                    <a:pt x="7" y="26"/>
                  </a:cubicBezTo>
                  <a:cubicBezTo>
                    <a:pt x="10" y="26"/>
                    <a:pt x="17" y="26"/>
                    <a:pt x="18" y="26"/>
                  </a:cubicBezTo>
                  <a:cubicBezTo>
                    <a:pt x="20" y="27"/>
                    <a:pt x="27" y="28"/>
                    <a:pt x="27" y="28"/>
                  </a:cubicBezTo>
                  <a:cubicBezTo>
                    <a:pt x="29" y="28"/>
                    <a:pt x="30" y="27"/>
                    <a:pt x="30" y="26"/>
                  </a:cubicBezTo>
                  <a:cubicBezTo>
                    <a:pt x="29" y="25"/>
                    <a:pt x="32" y="24"/>
                    <a:pt x="34" y="24"/>
                  </a:cubicBezTo>
                  <a:cubicBezTo>
                    <a:pt x="33" y="23"/>
                    <a:pt x="33" y="22"/>
                    <a:pt x="34" y="22"/>
                  </a:cubicBezTo>
                  <a:cubicBezTo>
                    <a:pt x="35" y="21"/>
                    <a:pt x="40" y="21"/>
                    <a:pt x="42" y="22"/>
                  </a:cubicBezTo>
                  <a:cubicBezTo>
                    <a:pt x="43" y="22"/>
                    <a:pt x="44" y="22"/>
                    <a:pt x="45" y="21"/>
                  </a:cubicBezTo>
                  <a:cubicBezTo>
                    <a:pt x="45" y="20"/>
                    <a:pt x="45" y="19"/>
                    <a:pt x="44" y="19"/>
                  </a:cubicBezTo>
                  <a:cubicBezTo>
                    <a:pt x="43" y="19"/>
                    <a:pt x="41" y="14"/>
                    <a:pt x="42" y="13"/>
                  </a:cubicBezTo>
                  <a:cubicBezTo>
                    <a:pt x="44" y="13"/>
                    <a:pt x="46" y="7"/>
                    <a:pt x="49" y="6"/>
                  </a:cubicBezTo>
                  <a:cubicBezTo>
                    <a:pt x="50" y="6"/>
                    <a:pt x="50" y="5"/>
                    <a:pt x="50" y="5"/>
                  </a:cubicBezTo>
                  <a:cubicBezTo>
                    <a:pt x="48" y="4"/>
                    <a:pt x="46" y="3"/>
                    <a:pt x="46" y="2"/>
                  </a:cubicBezTo>
                  <a:cubicBezTo>
                    <a:pt x="45" y="1"/>
                    <a:pt x="41" y="1"/>
                    <a:pt x="39" y="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1" name="Freeform 82">
              <a:extLst>
                <a:ext uri="{FF2B5EF4-FFF2-40B4-BE49-F238E27FC236}">
                  <a16:creationId xmlns:a16="http://schemas.microsoft.com/office/drawing/2014/main" id="{1CA0296E-C62B-4409-BF4B-E803796D9249}"/>
                </a:ext>
              </a:extLst>
            </p:cNvPr>
            <p:cNvSpPr>
              <a:spLocks/>
            </p:cNvSpPr>
            <p:nvPr/>
          </p:nvSpPr>
          <p:spPr bwMode="auto">
            <a:xfrm>
              <a:off x="4757738" y="2171700"/>
              <a:ext cx="58738" cy="39688"/>
            </a:xfrm>
            <a:custGeom>
              <a:avLst/>
              <a:gdLst>
                <a:gd name="T0" fmla="*/ 6 w 23"/>
                <a:gd name="T1" fmla="*/ 16 h 16"/>
                <a:gd name="T2" fmla="*/ 6 w 23"/>
                <a:gd name="T3" fmla="*/ 16 h 16"/>
                <a:gd name="T4" fmla="*/ 6 w 23"/>
                <a:gd name="T5" fmla="*/ 16 h 16"/>
                <a:gd name="T6" fmla="*/ 6 w 23"/>
                <a:gd name="T7" fmla="*/ 16 h 16"/>
                <a:gd name="T8" fmla="*/ 6 w 23"/>
                <a:gd name="T9" fmla="*/ 16 h 16"/>
                <a:gd name="T10" fmla="*/ 7 w 23"/>
                <a:gd name="T11" fmla="*/ 16 h 16"/>
                <a:gd name="T12" fmla="*/ 9 w 23"/>
                <a:gd name="T13" fmla="*/ 16 h 16"/>
                <a:gd name="T14" fmla="*/ 9 w 23"/>
                <a:gd name="T15" fmla="*/ 16 h 16"/>
                <a:gd name="T16" fmla="*/ 10 w 23"/>
                <a:gd name="T17" fmla="*/ 16 h 16"/>
                <a:gd name="T18" fmla="*/ 10 w 23"/>
                <a:gd name="T19" fmla="*/ 16 h 16"/>
                <a:gd name="T20" fmla="*/ 11 w 23"/>
                <a:gd name="T21" fmla="*/ 15 h 16"/>
                <a:gd name="T22" fmla="*/ 15 w 23"/>
                <a:gd name="T23" fmla="*/ 13 h 16"/>
                <a:gd name="T24" fmla="*/ 22 w 23"/>
                <a:gd name="T25" fmla="*/ 10 h 16"/>
                <a:gd name="T26" fmla="*/ 22 w 23"/>
                <a:gd name="T27" fmla="*/ 9 h 16"/>
                <a:gd name="T28" fmla="*/ 21 w 23"/>
                <a:gd name="T29" fmla="*/ 7 h 16"/>
                <a:gd name="T30" fmla="*/ 16 w 23"/>
                <a:gd name="T31" fmla="*/ 2 h 16"/>
                <a:gd name="T32" fmla="*/ 16 w 23"/>
                <a:gd name="T33" fmla="*/ 1 h 16"/>
                <a:gd name="T34" fmla="*/ 16 w 23"/>
                <a:gd name="T35" fmla="*/ 1 h 16"/>
                <a:gd name="T36" fmla="*/ 16 w 23"/>
                <a:gd name="T37" fmla="*/ 0 h 16"/>
                <a:gd name="T38" fmla="*/ 2 w 23"/>
                <a:gd name="T39" fmla="*/ 3 h 16"/>
                <a:gd name="T40" fmla="*/ 2 w 23"/>
                <a:gd name="T41" fmla="*/ 3 h 16"/>
                <a:gd name="T42" fmla="*/ 1 w 23"/>
                <a:gd name="T43" fmla="*/ 11 h 16"/>
                <a:gd name="T44" fmla="*/ 6 w 23"/>
                <a:gd name="T4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16">
                  <a:moveTo>
                    <a:pt x="6" y="16"/>
                  </a:moveTo>
                  <a:cubicBezTo>
                    <a:pt x="6" y="16"/>
                    <a:pt x="6" y="16"/>
                    <a:pt x="6" y="16"/>
                  </a:cubicBezTo>
                  <a:cubicBezTo>
                    <a:pt x="6" y="16"/>
                    <a:pt x="6" y="16"/>
                    <a:pt x="6" y="16"/>
                  </a:cubicBezTo>
                  <a:cubicBezTo>
                    <a:pt x="6" y="16"/>
                    <a:pt x="6" y="16"/>
                    <a:pt x="6" y="16"/>
                  </a:cubicBezTo>
                  <a:cubicBezTo>
                    <a:pt x="6" y="16"/>
                    <a:pt x="6" y="16"/>
                    <a:pt x="6" y="16"/>
                  </a:cubicBezTo>
                  <a:cubicBezTo>
                    <a:pt x="7" y="16"/>
                    <a:pt x="7" y="16"/>
                    <a:pt x="7" y="16"/>
                  </a:cubicBezTo>
                  <a:cubicBezTo>
                    <a:pt x="7" y="16"/>
                    <a:pt x="8" y="16"/>
                    <a:pt x="9" y="16"/>
                  </a:cubicBezTo>
                  <a:cubicBezTo>
                    <a:pt x="9" y="16"/>
                    <a:pt x="9" y="16"/>
                    <a:pt x="9" y="16"/>
                  </a:cubicBezTo>
                  <a:cubicBezTo>
                    <a:pt x="10" y="16"/>
                    <a:pt x="10" y="16"/>
                    <a:pt x="10" y="16"/>
                  </a:cubicBezTo>
                  <a:cubicBezTo>
                    <a:pt x="10" y="16"/>
                    <a:pt x="10" y="16"/>
                    <a:pt x="10" y="16"/>
                  </a:cubicBezTo>
                  <a:cubicBezTo>
                    <a:pt x="10" y="15"/>
                    <a:pt x="11" y="15"/>
                    <a:pt x="11" y="15"/>
                  </a:cubicBezTo>
                  <a:cubicBezTo>
                    <a:pt x="13" y="15"/>
                    <a:pt x="14" y="13"/>
                    <a:pt x="15" y="13"/>
                  </a:cubicBezTo>
                  <a:cubicBezTo>
                    <a:pt x="16" y="14"/>
                    <a:pt x="22" y="11"/>
                    <a:pt x="22" y="10"/>
                  </a:cubicBezTo>
                  <a:cubicBezTo>
                    <a:pt x="22" y="9"/>
                    <a:pt x="22" y="9"/>
                    <a:pt x="22" y="9"/>
                  </a:cubicBezTo>
                  <a:cubicBezTo>
                    <a:pt x="23" y="8"/>
                    <a:pt x="21" y="8"/>
                    <a:pt x="21" y="7"/>
                  </a:cubicBezTo>
                  <a:cubicBezTo>
                    <a:pt x="21" y="6"/>
                    <a:pt x="17" y="2"/>
                    <a:pt x="16" y="2"/>
                  </a:cubicBezTo>
                  <a:cubicBezTo>
                    <a:pt x="16" y="2"/>
                    <a:pt x="16" y="2"/>
                    <a:pt x="16" y="1"/>
                  </a:cubicBezTo>
                  <a:cubicBezTo>
                    <a:pt x="16" y="1"/>
                    <a:pt x="16" y="1"/>
                    <a:pt x="16" y="1"/>
                  </a:cubicBezTo>
                  <a:cubicBezTo>
                    <a:pt x="16" y="1"/>
                    <a:pt x="16" y="1"/>
                    <a:pt x="16" y="0"/>
                  </a:cubicBezTo>
                  <a:cubicBezTo>
                    <a:pt x="11" y="1"/>
                    <a:pt x="2" y="3"/>
                    <a:pt x="2" y="3"/>
                  </a:cubicBezTo>
                  <a:cubicBezTo>
                    <a:pt x="2" y="3"/>
                    <a:pt x="2" y="3"/>
                    <a:pt x="2" y="3"/>
                  </a:cubicBezTo>
                  <a:cubicBezTo>
                    <a:pt x="1" y="5"/>
                    <a:pt x="0" y="9"/>
                    <a:pt x="1" y="11"/>
                  </a:cubicBezTo>
                  <a:cubicBezTo>
                    <a:pt x="2" y="13"/>
                    <a:pt x="3" y="14"/>
                    <a:pt x="6" y="1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2" name="Freeform 83">
              <a:extLst>
                <a:ext uri="{FF2B5EF4-FFF2-40B4-BE49-F238E27FC236}">
                  <a16:creationId xmlns:a16="http://schemas.microsoft.com/office/drawing/2014/main" id="{30DA2D86-F1A4-4867-8986-18B293E3AE52}"/>
                </a:ext>
              </a:extLst>
            </p:cNvPr>
            <p:cNvSpPr>
              <a:spLocks/>
            </p:cNvSpPr>
            <p:nvPr/>
          </p:nvSpPr>
          <p:spPr bwMode="auto">
            <a:xfrm>
              <a:off x="4795838" y="1912938"/>
              <a:ext cx="358775" cy="211138"/>
            </a:xfrm>
            <a:custGeom>
              <a:avLst/>
              <a:gdLst>
                <a:gd name="T0" fmla="*/ 134 w 143"/>
                <a:gd name="T1" fmla="*/ 48 h 84"/>
                <a:gd name="T2" fmla="*/ 142 w 143"/>
                <a:gd name="T3" fmla="*/ 43 h 84"/>
                <a:gd name="T4" fmla="*/ 143 w 143"/>
                <a:gd name="T5" fmla="*/ 38 h 84"/>
                <a:gd name="T6" fmla="*/ 143 w 143"/>
                <a:gd name="T7" fmla="*/ 33 h 84"/>
                <a:gd name="T8" fmla="*/ 132 w 143"/>
                <a:gd name="T9" fmla="*/ 28 h 84"/>
                <a:gd name="T10" fmla="*/ 121 w 143"/>
                <a:gd name="T11" fmla="*/ 23 h 84"/>
                <a:gd name="T12" fmla="*/ 113 w 143"/>
                <a:gd name="T13" fmla="*/ 23 h 84"/>
                <a:gd name="T14" fmla="*/ 106 w 143"/>
                <a:gd name="T15" fmla="*/ 20 h 84"/>
                <a:gd name="T16" fmla="*/ 96 w 143"/>
                <a:gd name="T17" fmla="*/ 12 h 84"/>
                <a:gd name="T18" fmla="*/ 94 w 143"/>
                <a:gd name="T19" fmla="*/ 2 h 84"/>
                <a:gd name="T20" fmla="*/ 82 w 143"/>
                <a:gd name="T21" fmla="*/ 1 h 84"/>
                <a:gd name="T22" fmla="*/ 76 w 143"/>
                <a:gd name="T23" fmla="*/ 2 h 84"/>
                <a:gd name="T24" fmla="*/ 66 w 143"/>
                <a:gd name="T25" fmla="*/ 9 h 84"/>
                <a:gd name="T26" fmla="*/ 57 w 143"/>
                <a:gd name="T27" fmla="*/ 11 h 84"/>
                <a:gd name="T28" fmla="*/ 46 w 143"/>
                <a:gd name="T29" fmla="*/ 9 h 84"/>
                <a:gd name="T30" fmla="*/ 34 w 143"/>
                <a:gd name="T31" fmla="*/ 7 h 84"/>
                <a:gd name="T32" fmla="*/ 15 w 143"/>
                <a:gd name="T33" fmla="*/ 8 h 84"/>
                <a:gd name="T34" fmla="*/ 11 w 143"/>
                <a:gd name="T35" fmla="*/ 12 h 84"/>
                <a:gd name="T36" fmla="*/ 11 w 143"/>
                <a:gd name="T37" fmla="*/ 23 h 84"/>
                <a:gd name="T38" fmla="*/ 3 w 143"/>
                <a:gd name="T39" fmla="*/ 36 h 84"/>
                <a:gd name="T40" fmla="*/ 3 w 143"/>
                <a:gd name="T41" fmla="*/ 46 h 84"/>
                <a:gd name="T42" fmla="*/ 8 w 143"/>
                <a:gd name="T43" fmla="*/ 46 h 84"/>
                <a:gd name="T44" fmla="*/ 21 w 143"/>
                <a:gd name="T45" fmla="*/ 49 h 84"/>
                <a:gd name="T46" fmla="*/ 28 w 143"/>
                <a:gd name="T47" fmla="*/ 48 h 84"/>
                <a:gd name="T48" fmla="*/ 42 w 143"/>
                <a:gd name="T49" fmla="*/ 42 h 84"/>
                <a:gd name="T50" fmla="*/ 55 w 143"/>
                <a:gd name="T51" fmla="*/ 50 h 84"/>
                <a:gd name="T52" fmla="*/ 61 w 143"/>
                <a:gd name="T53" fmla="*/ 63 h 84"/>
                <a:gd name="T54" fmla="*/ 53 w 143"/>
                <a:gd name="T55" fmla="*/ 66 h 84"/>
                <a:gd name="T56" fmla="*/ 51 w 143"/>
                <a:gd name="T57" fmla="*/ 75 h 84"/>
                <a:gd name="T58" fmla="*/ 59 w 143"/>
                <a:gd name="T59" fmla="*/ 75 h 84"/>
                <a:gd name="T60" fmla="*/ 69 w 143"/>
                <a:gd name="T61" fmla="*/ 61 h 84"/>
                <a:gd name="T62" fmla="*/ 79 w 143"/>
                <a:gd name="T63" fmla="*/ 65 h 84"/>
                <a:gd name="T64" fmla="*/ 81 w 143"/>
                <a:gd name="T65" fmla="*/ 73 h 84"/>
                <a:gd name="T66" fmla="*/ 90 w 143"/>
                <a:gd name="T67" fmla="*/ 83 h 84"/>
                <a:gd name="T68" fmla="*/ 104 w 143"/>
                <a:gd name="T69" fmla="*/ 78 h 84"/>
                <a:gd name="T70" fmla="*/ 107 w 143"/>
                <a:gd name="T71" fmla="*/ 74 h 84"/>
                <a:gd name="T72" fmla="*/ 110 w 143"/>
                <a:gd name="T73" fmla="*/ 61 h 84"/>
                <a:gd name="T74" fmla="*/ 127 w 143"/>
                <a:gd name="T75" fmla="*/ 5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 h="84">
                  <a:moveTo>
                    <a:pt x="127" y="52"/>
                  </a:moveTo>
                  <a:cubicBezTo>
                    <a:pt x="129" y="52"/>
                    <a:pt x="132" y="48"/>
                    <a:pt x="134" y="48"/>
                  </a:cubicBezTo>
                  <a:cubicBezTo>
                    <a:pt x="135" y="48"/>
                    <a:pt x="140" y="49"/>
                    <a:pt x="140" y="48"/>
                  </a:cubicBezTo>
                  <a:cubicBezTo>
                    <a:pt x="140" y="47"/>
                    <a:pt x="142" y="44"/>
                    <a:pt x="142" y="43"/>
                  </a:cubicBezTo>
                  <a:cubicBezTo>
                    <a:pt x="141" y="43"/>
                    <a:pt x="139" y="41"/>
                    <a:pt x="140" y="40"/>
                  </a:cubicBezTo>
                  <a:cubicBezTo>
                    <a:pt x="140" y="40"/>
                    <a:pt x="143" y="40"/>
                    <a:pt x="143" y="38"/>
                  </a:cubicBezTo>
                  <a:cubicBezTo>
                    <a:pt x="143" y="37"/>
                    <a:pt x="141" y="37"/>
                    <a:pt x="141" y="36"/>
                  </a:cubicBezTo>
                  <a:cubicBezTo>
                    <a:pt x="141" y="35"/>
                    <a:pt x="143" y="34"/>
                    <a:pt x="143" y="33"/>
                  </a:cubicBezTo>
                  <a:cubicBezTo>
                    <a:pt x="143" y="31"/>
                    <a:pt x="141" y="31"/>
                    <a:pt x="138" y="30"/>
                  </a:cubicBezTo>
                  <a:cubicBezTo>
                    <a:pt x="136" y="29"/>
                    <a:pt x="134" y="29"/>
                    <a:pt x="132" y="28"/>
                  </a:cubicBezTo>
                  <a:cubicBezTo>
                    <a:pt x="129" y="27"/>
                    <a:pt x="125" y="28"/>
                    <a:pt x="125" y="27"/>
                  </a:cubicBezTo>
                  <a:cubicBezTo>
                    <a:pt x="125" y="26"/>
                    <a:pt x="122" y="24"/>
                    <a:pt x="121" y="23"/>
                  </a:cubicBezTo>
                  <a:cubicBezTo>
                    <a:pt x="121" y="22"/>
                    <a:pt x="118" y="22"/>
                    <a:pt x="117" y="23"/>
                  </a:cubicBezTo>
                  <a:cubicBezTo>
                    <a:pt x="116" y="24"/>
                    <a:pt x="114" y="24"/>
                    <a:pt x="113" y="23"/>
                  </a:cubicBezTo>
                  <a:cubicBezTo>
                    <a:pt x="111" y="23"/>
                    <a:pt x="110" y="21"/>
                    <a:pt x="109" y="22"/>
                  </a:cubicBezTo>
                  <a:cubicBezTo>
                    <a:pt x="108" y="22"/>
                    <a:pt x="105" y="22"/>
                    <a:pt x="106" y="20"/>
                  </a:cubicBezTo>
                  <a:cubicBezTo>
                    <a:pt x="106" y="18"/>
                    <a:pt x="104" y="14"/>
                    <a:pt x="102" y="14"/>
                  </a:cubicBezTo>
                  <a:cubicBezTo>
                    <a:pt x="101" y="13"/>
                    <a:pt x="97" y="14"/>
                    <a:pt x="96" y="12"/>
                  </a:cubicBezTo>
                  <a:cubicBezTo>
                    <a:pt x="96" y="11"/>
                    <a:pt x="94" y="9"/>
                    <a:pt x="95" y="8"/>
                  </a:cubicBezTo>
                  <a:cubicBezTo>
                    <a:pt x="95" y="7"/>
                    <a:pt x="94" y="3"/>
                    <a:pt x="94" y="2"/>
                  </a:cubicBezTo>
                  <a:cubicBezTo>
                    <a:pt x="93" y="0"/>
                    <a:pt x="88" y="1"/>
                    <a:pt x="87" y="1"/>
                  </a:cubicBezTo>
                  <a:cubicBezTo>
                    <a:pt x="86" y="2"/>
                    <a:pt x="83" y="1"/>
                    <a:pt x="82" y="1"/>
                  </a:cubicBezTo>
                  <a:cubicBezTo>
                    <a:pt x="80" y="2"/>
                    <a:pt x="80" y="3"/>
                    <a:pt x="78" y="3"/>
                  </a:cubicBezTo>
                  <a:cubicBezTo>
                    <a:pt x="77" y="3"/>
                    <a:pt x="76" y="3"/>
                    <a:pt x="76" y="2"/>
                  </a:cubicBezTo>
                  <a:cubicBezTo>
                    <a:pt x="74" y="3"/>
                    <a:pt x="71" y="3"/>
                    <a:pt x="71" y="3"/>
                  </a:cubicBezTo>
                  <a:cubicBezTo>
                    <a:pt x="71" y="3"/>
                    <a:pt x="66" y="7"/>
                    <a:pt x="66" y="9"/>
                  </a:cubicBezTo>
                  <a:cubicBezTo>
                    <a:pt x="66" y="10"/>
                    <a:pt x="66" y="13"/>
                    <a:pt x="64" y="11"/>
                  </a:cubicBezTo>
                  <a:cubicBezTo>
                    <a:pt x="63" y="10"/>
                    <a:pt x="58" y="10"/>
                    <a:pt x="57" y="11"/>
                  </a:cubicBezTo>
                  <a:cubicBezTo>
                    <a:pt x="56" y="12"/>
                    <a:pt x="54" y="8"/>
                    <a:pt x="52" y="9"/>
                  </a:cubicBezTo>
                  <a:cubicBezTo>
                    <a:pt x="50" y="10"/>
                    <a:pt x="47" y="8"/>
                    <a:pt x="46" y="9"/>
                  </a:cubicBezTo>
                  <a:cubicBezTo>
                    <a:pt x="46" y="10"/>
                    <a:pt x="43" y="9"/>
                    <a:pt x="41" y="8"/>
                  </a:cubicBezTo>
                  <a:cubicBezTo>
                    <a:pt x="39" y="7"/>
                    <a:pt x="35" y="8"/>
                    <a:pt x="34" y="7"/>
                  </a:cubicBezTo>
                  <a:cubicBezTo>
                    <a:pt x="32" y="5"/>
                    <a:pt x="23" y="5"/>
                    <a:pt x="20" y="5"/>
                  </a:cubicBezTo>
                  <a:cubicBezTo>
                    <a:pt x="17" y="5"/>
                    <a:pt x="16" y="7"/>
                    <a:pt x="15" y="8"/>
                  </a:cubicBezTo>
                  <a:cubicBezTo>
                    <a:pt x="13" y="10"/>
                    <a:pt x="12" y="9"/>
                    <a:pt x="10" y="9"/>
                  </a:cubicBezTo>
                  <a:cubicBezTo>
                    <a:pt x="10" y="10"/>
                    <a:pt x="11" y="11"/>
                    <a:pt x="11" y="12"/>
                  </a:cubicBezTo>
                  <a:cubicBezTo>
                    <a:pt x="12" y="13"/>
                    <a:pt x="15" y="18"/>
                    <a:pt x="14" y="20"/>
                  </a:cubicBezTo>
                  <a:cubicBezTo>
                    <a:pt x="13" y="21"/>
                    <a:pt x="12" y="21"/>
                    <a:pt x="11" y="23"/>
                  </a:cubicBezTo>
                  <a:cubicBezTo>
                    <a:pt x="10" y="24"/>
                    <a:pt x="3" y="29"/>
                    <a:pt x="3" y="30"/>
                  </a:cubicBezTo>
                  <a:cubicBezTo>
                    <a:pt x="3" y="31"/>
                    <a:pt x="4" y="35"/>
                    <a:pt x="3" y="36"/>
                  </a:cubicBezTo>
                  <a:cubicBezTo>
                    <a:pt x="2" y="37"/>
                    <a:pt x="0" y="40"/>
                    <a:pt x="0" y="42"/>
                  </a:cubicBezTo>
                  <a:cubicBezTo>
                    <a:pt x="0" y="43"/>
                    <a:pt x="2" y="45"/>
                    <a:pt x="3" y="46"/>
                  </a:cubicBezTo>
                  <a:cubicBezTo>
                    <a:pt x="4" y="46"/>
                    <a:pt x="4" y="46"/>
                    <a:pt x="5" y="47"/>
                  </a:cubicBezTo>
                  <a:cubicBezTo>
                    <a:pt x="6" y="46"/>
                    <a:pt x="7" y="46"/>
                    <a:pt x="8" y="46"/>
                  </a:cubicBezTo>
                  <a:cubicBezTo>
                    <a:pt x="9" y="46"/>
                    <a:pt x="14" y="48"/>
                    <a:pt x="16" y="48"/>
                  </a:cubicBezTo>
                  <a:cubicBezTo>
                    <a:pt x="17" y="48"/>
                    <a:pt x="20" y="48"/>
                    <a:pt x="21" y="49"/>
                  </a:cubicBezTo>
                  <a:cubicBezTo>
                    <a:pt x="21" y="50"/>
                    <a:pt x="23" y="49"/>
                    <a:pt x="24" y="48"/>
                  </a:cubicBezTo>
                  <a:cubicBezTo>
                    <a:pt x="25" y="47"/>
                    <a:pt x="27" y="48"/>
                    <a:pt x="28" y="48"/>
                  </a:cubicBezTo>
                  <a:cubicBezTo>
                    <a:pt x="30" y="48"/>
                    <a:pt x="32" y="47"/>
                    <a:pt x="33" y="45"/>
                  </a:cubicBezTo>
                  <a:cubicBezTo>
                    <a:pt x="33" y="44"/>
                    <a:pt x="41" y="42"/>
                    <a:pt x="42" y="42"/>
                  </a:cubicBezTo>
                  <a:cubicBezTo>
                    <a:pt x="44" y="42"/>
                    <a:pt x="47" y="46"/>
                    <a:pt x="49" y="46"/>
                  </a:cubicBezTo>
                  <a:cubicBezTo>
                    <a:pt x="51" y="46"/>
                    <a:pt x="54" y="47"/>
                    <a:pt x="55" y="50"/>
                  </a:cubicBezTo>
                  <a:cubicBezTo>
                    <a:pt x="56" y="53"/>
                    <a:pt x="58" y="57"/>
                    <a:pt x="60" y="58"/>
                  </a:cubicBezTo>
                  <a:cubicBezTo>
                    <a:pt x="61" y="59"/>
                    <a:pt x="61" y="62"/>
                    <a:pt x="61" y="63"/>
                  </a:cubicBezTo>
                  <a:cubicBezTo>
                    <a:pt x="61" y="64"/>
                    <a:pt x="59" y="63"/>
                    <a:pt x="56" y="62"/>
                  </a:cubicBezTo>
                  <a:cubicBezTo>
                    <a:pt x="53" y="61"/>
                    <a:pt x="53" y="64"/>
                    <a:pt x="53" y="66"/>
                  </a:cubicBezTo>
                  <a:cubicBezTo>
                    <a:pt x="53" y="67"/>
                    <a:pt x="49" y="72"/>
                    <a:pt x="48" y="73"/>
                  </a:cubicBezTo>
                  <a:cubicBezTo>
                    <a:pt x="47" y="74"/>
                    <a:pt x="50" y="75"/>
                    <a:pt x="51" y="75"/>
                  </a:cubicBezTo>
                  <a:cubicBezTo>
                    <a:pt x="52" y="75"/>
                    <a:pt x="55" y="73"/>
                    <a:pt x="56" y="73"/>
                  </a:cubicBezTo>
                  <a:cubicBezTo>
                    <a:pt x="56" y="73"/>
                    <a:pt x="57" y="74"/>
                    <a:pt x="59" y="75"/>
                  </a:cubicBezTo>
                  <a:cubicBezTo>
                    <a:pt x="58" y="71"/>
                    <a:pt x="59" y="72"/>
                    <a:pt x="62" y="69"/>
                  </a:cubicBezTo>
                  <a:cubicBezTo>
                    <a:pt x="66" y="66"/>
                    <a:pt x="66" y="62"/>
                    <a:pt x="69" y="61"/>
                  </a:cubicBezTo>
                  <a:cubicBezTo>
                    <a:pt x="72" y="60"/>
                    <a:pt x="74" y="59"/>
                    <a:pt x="78" y="60"/>
                  </a:cubicBezTo>
                  <a:cubicBezTo>
                    <a:pt x="83" y="60"/>
                    <a:pt x="76" y="63"/>
                    <a:pt x="79" y="65"/>
                  </a:cubicBezTo>
                  <a:cubicBezTo>
                    <a:pt x="82" y="67"/>
                    <a:pt x="92" y="64"/>
                    <a:pt x="92" y="67"/>
                  </a:cubicBezTo>
                  <a:cubicBezTo>
                    <a:pt x="93" y="69"/>
                    <a:pt x="81" y="72"/>
                    <a:pt x="81" y="73"/>
                  </a:cubicBezTo>
                  <a:cubicBezTo>
                    <a:pt x="82" y="74"/>
                    <a:pt x="88" y="75"/>
                    <a:pt x="90" y="76"/>
                  </a:cubicBezTo>
                  <a:cubicBezTo>
                    <a:pt x="92" y="78"/>
                    <a:pt x="89" y="81"/>
                    <a:pt x="90" y="83"/>
                  </a:cubicBezTo>
                  <a:cubicBezTo>
                    <a:pt x="91" y="84"/>
                    <a:pt x="94" y="83"/>
                    <a:pt x="96" y="81"/>
                  </a:cubicBezTo>
                  <a:cubicBezTo>
                    <a:pt x="99" y="79"/>
                    <a:pt x="101" y="80"/>
                    <a:pt x="104" y="78"/>
                  </a:cubicBezTo>
                  <a:cubicBezTo>
                    <a:pt x="107" y="76"/>
                    <a:pt x="114" y="78"/>
                    <a:pt x="115" y="76"/>
                  </a:cubicBezTo>
                  <a:cubicBezTo>
                    <a:pt x="116" y="75"/>
                    <a:pt x="113" y="74"/>
                    <a:pt x="107" y="74"/>
                  </a:cubicBezTo>
                  <a:cubicBezTo>
                    <a:pt x="101" y="75"/>
                    <a:pt x="100" y="69"/>
                    <a:pt x="100" y="68"/>
                  </a:cubicBezTo>
                  <a:cubicBezTo>
                    <a:pt x="100" y="66"/>
                    <a:pt x="107" y="61"/>
                    <a:pt x="110" y="61"/>
                  </a:cubicBezTo>
                  <a:cubicBezTo>
                    <a:pt x="114" y="61"/>
                    <a:pt x="117" y="60"/>
                    <a:pt x="121" y="58"/>
                  </a:cubicBezTo>
                  <a:cubicBezTo>
                    <a:pt x="122" y="57"/>
                    <a:pt x="125" y="57"/>
                    <a:pt x="127" y="56"/>
                  </a:cubicBezTo>
                  <a:cubicBezTo>
                    <a:pt x="127" y="55"/>
                    <a:pt x="126" y="53"/>
                    <a:pt x="127" y="5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3" name="Freeform 84">
              <a:extLst>
                <a:ext uri="{FF2B5EF4-FFF2-40B4-BE49-F238E27FC236}">
                  <a16:creationId xmlns:a16="http://schemas.microsoft.com/office/drawing/2014/main" id="{7B995414-C285-405E-A0A2-3932A552E08B}"/>
                </a:ext>
              </a:extLst>
            </p:cNvPr>
            <p:cNvSpPr>
              <a:spLocks/>
            </p:cNvSpPr>
            <p:nvPr/>
          </p:nvSpPr>
          <p:spPr bwMode="auto">
            <a:xfrm>
              <a:off x="4816476" y="1806575"/>
              <a:ext cx="187325" cy="138113"/>
            </a:xfrm>
            <a:custGeom>
              <a:avLst/>
              <a:gdLst>
                <a:gd name="T0" fmla="*/ 71 w 75"/>
                <a:gd name="T1" fmla="*/ 27 h 55"/>
                <a:gd name="T2" fmla="*/ 66 w 75"/>
                <a:gd name="T3" fmla="*/ 22 h 55"/>
                <a:gd name="T4" fmla="*/ 62 w 75"/>
                <a:gd name="T5" fmla="*/ 17 h 55"/>
                <a:gd name="T6" fmla="*/ 61 w 75"/>
                <a:gd name="T7" fmla="*/ 11 h 55"/>
                <a:gd name="T8" fmla="*/ 61 w 75"/>
                <a:gd name="T9" fmla="*/ 6 h 55"/>
                <a:gd name="T10" fmla="*/ 53 w 75"/>
                <a:gd name="T11" fmla="*/ 4 h 55"/>
                <a:gd name="T12" fmla="*/ 49 w 75"/>
                <a:gd name="T13" fmla="*/ 4 h 55"/>
                <a:gd name="T14" fmla="*/ 45 w 75"/>
                <a:gd name="T15" fmla="*/ 2 h 55"/>
                <a:gd name="T16" fmla="*/ 40 w 75"/>
                <a:gd name="T17" fmla="*/ 1 h 55"/>
                <a:gd name="T18" fmla="*/ 40 w 75"/>
                <a:gd name="T19" fmla="*/ 0 h 55"/>
                <a:gd name="T20" fmla="*/ 38 w 75"/>
                <a:gd name="T21" fmla="*/ 1 h 55"/>
                <a:gd name="T22" fmla="*/ 34 w 75"/>
                <a:gd name="T23" fmla="*/ 4 h 55"/>
                <a:gd name="T24" fmla="*/ 29 w 75"/>
                <a:gd name="T25" fmla="*/ 5 h 55"/>
                <a:gd name="T26" fmla="*/ 27 w 75"/>
                <a:gd name="T27" fmla="*/ 9 h 55"/>
                <a:gd name="T28" fmla="*/ 26 w 75"/>
                <a:gd name="T29" fmla="*/ 12 h 55"/>
                <a:gd name="T30" fmla="*/ 23 w 75"/>
                <a:gd name="T31" fmla="*/ 14 h 55"/>
                <a:gd name="T32" fmla="*/ 19 w 75"/>
                <a:gd name="T33" fmla="*/ 18 h 55"/>
                <a:gd name="T34" fmla="*/ 18 w 75"/>
                <a:gd name="T35" fmla="*/ 22 h 55"/>
                <a:gd name="T36" fmla="*/ 13 w 75"/>
                <a:gd name="T37" fmla="*/ 23 h 55"/>
                <a:gd name="T38" fmla="*/ 9 w 75"/>
                <a:gd name="T39" fmla="*/ 25 h 55"/>
                <a:gd name="T40" fmla="*/ 3 w 75"/>
                <a:gd name="T41" fmla="*/ 25 h 55"/>
                <a:gd name="T42" fmla="*/ 3 w 75"/>
                <a:gd name="T43" fmla="*/ 26 h 55"/>
                <a:gd name="T44" fmla="*/ 4 w 75"/>
                <a:gd name="T45" fmla="*/ 32 h 55"/>
                <a:gd name="T46" fmla="*/ 4 w 75"/>
                <a:gd name="T47" fmla="*/ 39 h 55"/>
                <a:gd name="T48" fmla="*/ 0 w 75"/>
                <a:gd name="T49" fmla="*/ 43 h 55"/>
                <a:gd name="T50" fmla="*/ 2 w 75"/>
                <a:gd name="T51" fmla="*/ 47 h 55"/>
                <a:gd name="T52" fmla="*/ 2 w 75"/>
                <a:gd name="T53" fmla="*/ 51 h 55"/>
                <a:gd name="T54" fmla="*/ 7 w 75"/>
                <a:gd name="T55" fmla="*/ 50 h 55"/>
                <a:gd name="T56" fmla="*/ 12 w 75"/>
                <a:gd name="T57" fmla="*/ 47 h 55"/>
                <a:gd name="T58" fmla="*/ 26 w 75"/>
                <a:gd name="T59" fmla="*/ 49 h 55"/>
                <a:gd name="T60" fmla="*/ 33 w 75"/>
                <a:gd name="T61" fmla="*/ 50 h 55"/>
                <a:gd name="T62" fmla="*/ 38 w 75"/>
                <a:gd name="T63" fmla="*/ 51 h 55"/>
                <a:gd name="T64" fmla="*/ 44 w 75"/>
                <a:gd name="T65" fmla="*/ 51 h 55"/>
                <a:gd name="T66" fmla="*/ 49 w 75"/>
                <a:gd name="T67" fmla="*/ 53 h 55"/>
                <a:gd name="T68" fmla="*/ 56 w 75"/>
                <a:gd name="T69" fmla="*/ 53 h 55"/>
                <a:gd name="T70" fmla="*/ 58 w 75"/>
                <a:gd name="T71" fmla="*/ 51 h 55"/>
                <a:gd name="T72" fmla="*/ 63 w 75"/>
                <a:gd name="T73" fmla="*/ 45 h 55"/>
                <a:gd name="T74" fmla="*/ 68 w 75"/>
                <a:gd name="T75" fmla="*/ 44 h 55"/>
                <a:gd name="T76" fmla="*/ 66 w 75"/>
                <a:gd name="T77" fmla="*/ 41 h 55"/>
                <a:gd name="T78" fmla="*/ 65 w 75"/>
                <a:gd name="T79" fmla="*/ 34 h 55"/>
                <a:gd name="T80" fmla="*/ 71 w 75"/>
                <a:gd name="T81" fmla="*/ 34 h 55"/>
                <a:gd name="T82" fmla="*/ 75 w 75"/>
                <a:gd name="T83" fmla="*/ 31 h 55"/>
                <a:gd name="T84" fmla="*/ 71 w 75"/>
                <a:gd name="T85" fmla="*/ 2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5" h="55">
                  <a:moveTo>
                    <a:pt x="71" y="27"/>
                  </a:moveTo>
                  <a:cubicBezTo>
                    <a:pt x="69" y="26"/>
                    <a:pt x="68" y="23"/>
                    <a:pt x="66" y="22"/>
                  </a:cubicBezTo>
                  <a:cubicBezTo>
                    <a:pt x="64" y="21"/>
                    <a:pt x="64" y="18"/>
                    <a:pt x="62" y="17"/>
                  </a:cubicBezTo>
                  <a:cubicBezTo>
                    <a:pt x="60" y="16"/>
                    <a:pt x="61" y="13"/>
                    <a:pt x="61" y="11"/>
                  </a:cubicBezTo>
                  <a:cubicBezTo>
                    <a:pt x="61" y="9"/>
                    <a:pt x="62" y="6"/>
                    <a:pt x="61" y="6"/>
                  </a:cubicBezTo>
                  <a:cubicBezTo>
                    <a:pt x="60" y="5"/>
                    <a:pt x="55" y="3"/>
                    <a:pt x="53" y="4"/>
                  </a:cubicBezTo>
                  <a:cubicBezTo>
                    <a:pt x="51" y="5"/>
                    <a:pt x="50" y="5"/>
                    <a:pt x="49" y="4"/>
                  </a:cubicBezTo>
                  <a:cubicBezTo>
                    <a:pt x="48" y="2"/>
                    <a:pt x="47" y="1"/>
                    <a:pt x="45" y="2"/>
                  </a:cubicBezTo>
                  <a:cubicBezTo>
                    <a:pt x="43" y="2"/>
                    <a:pt x="42" y="1"/>
                    <a:pt x="40" y="1"/>
                  </a:cubicBezTo>
                  <a:cubicBezTo>
                    <a:pt x="40" y="0"/>
                    <a:pt x="40" y="0"/>
                    <a:pt x="40" y="0"/>
                  </a:cubicBezTo>
                  <a:cubicBezTo>
                    <a:pt x="39" y="0"/>
                    <a:pt x="38" y="0"/>
                    <a:pt x="38" y="1"/>
                  </a:cubicBezTo>
                  <a:cubicBezTo>
                    <a:pt x="36" y="2"/>
                    <a:pt x="36" y="4"/>
                    <a:pt x="34" y="4"/>
                  </a:cubicBezTo>
                  <a:cubicBezTo>
                    <a:pt x="33" y="4"/>
                    <a:pt x="31" y="3"/>
                    <a:pt x="29" y="5"/>
                  </a:cubicBezTo>
                  <a:cubicBezTo>
                    <a:pt x="27" y="6"/>
                    <a:pt x="27" y="8"/>
                    <a:pt x="27" y="9"/>
                  </a:cubicBezTo>
                  <a:cubicBezTo>
                    <a:pt x="27" y="10"/>
                    <a:pt x="27" y="12"/>
                    <a:pt x="26" y="12"/>
                  </a:cubicBezTo>
                  <a:cubicBezTo>
                    <a:pt x="24" y="12"/>
                    <a:pt x="25" y="14"/>
                    <a:pt x="23" y="14"/>
                  </a:cubicBezTo>
                  <a:cubicBezTo>
                    <a:pt x="22" y="15"/>
                    <a:pt x="19" y="17"/>
                    <a:pt x="19" y="18"/>
                  </a:cubicBezTo>
                  <a:cubicBezTo>
                    <a:pt x="19" y="19"/>
                    <a:pt x="19" y="22"/>
                    <a:pt x="18" y="22"/>
                  </a:cubicBezTo>
                  <a:cubicBezTo>
                    <a:pt x="17" y="22"/>
                    <a:pt x="14" y="22"/>
                    <a:pt x="13" y="23"/>
                  </a:cubicBezTo>
                  <a:cubicBezTo>
                    <a:pt x="12" y="25"/>
                    <a:pt x="11" y="26"/>
                    <a:pt x="9" y="25"/>
                  </a:cubicBezTo>
                  <a:cubicBezTo>
                    <a:pt x="8" y="25"/>
                    <a:pt x="5" y="25"/>
                    <a:pt x="3" y="25"/>
                  </a:cubicBezTo>
                  <a:cubicBezTo>
                    <a:pt x="3" y="25"/>
                    <a:pt x="3" y="25"/>
                    <a:pt x="3" y="26"/>
                  </a:cubicBezTo>
                  <a:cubicBezTo>
                    <a:pt x="2" y="28"/>
                    <a:pt x="3" y="30"/>
                    <a:pt x="4" y="32"/>
                  </a:cubicBezTo>
                  <a:cubicBezTo>
                    <a:pt x="5" y="33"/>
                    <a:pt x="6" y="38"/>
                    <a:pt x="4" y="39"/>
                  </a:cubicBezTo>
                  <a:cubicBezTo>
                    <a:pt x="3" y="39"/>
                    <a:pt x="0" y="41"/>
                    <a:pt x="0" y="43"/>
                  </a:cubicBezTo>
                  <a:cubicBezTo>
                    <a:pt x="0" y="44"/>
                    <a:pt x="3" y="45"/>
                    <a:pt x="2" y="47"/>
                  </a:cubicBezTo>
                  <a:cubicBezTo>
                    <a:pt x="2" y="48"/>
                    <a:pt x="2" y="50"/>
                    <a:pt x="2" y="51"/>
                  </a:cubicBezTo>
                  <a:cubicBezTo>
                    <a:pt x="4" y="51"/>
                    <a:pt x="5" y="52"/>
                    <a:pt x="7" y="50"/>
                  </a:cubicBezTo>
                  <a:cubicBezTo>
                    <a:pt x="8" y="49"/>
                    <a:pt x="9" y="47"/>
                    <a:pt x="12" y="47"/>
                  </a:cubicBezTo>
                  <a:cubicBezTo>
                    <a:pt x="15" y="47"/>
                    <a:pt x="24" y="47"/>
                    <a:pt x="26" y="49"/>
                  </a:cubicBezTo>
                  <a:cubicBezTo>
                    <a:pt x="27" y="50"/>
                    <a:pt x="31" y="49"/>
                    <a:pt x="33" y="50"/>
                  </a:cubicBezTo>
                  <a:cubicBezTo>
                    <a:pt x="35" y="51"/>
                    <a:pt x="38" y="52"/>
                    <a:pt x="38" y="51"/>
                  </a:cubicBezTo>
                  <a:cubicBezTo>
                    <a:pt x="39" y="50"/>
                    <a:pt x="42" y="52"/>
                    <a:pt x="44" y="51"/>
                  </a:cubicBezTo>
                  <a:cubicBezTo>
                    <a:pt x="46" y="50"/>
                    <a:pt x="48" y="54"/>
                    <a:pt x="49" y="53"/>
                  </a:cubicBezTo>
                  <a:cubicBezTo>
                    <a:pt x="50" y="52"/>
                    <a:pt x="55" y="52"/>
                    <a:pt x="56" y="53"/>
                  </a:cubicBezTo>
                  <a:cubicBezTo>
                    <a:pt x="58" y="55"/>
                    <a:pt x="58" y="52"/>
                    <a:pt x="58" y="51"/>
                  </a:cubicBezTo>
                  <a:cubicBezTo>
                    <a:pt x="58" y="49"/>
                    <a:pt x="63" y="45"/>
                    <a:pt x="63" y="45"/>
                  </a:cubicBezTo>
                  <a:cubicBezTo>
                    <a:pt x="63" y="45"/>
                    <a:pt x="66" y="45"/>
                    <a:pt x="68" y="44"/>
                  </a:cubicBezTo>
                  <a:cubicBezTo>
                    <a:pt x="67" y="44"/>
                    <a:pt x="67" y="43"/>
                    <a:pt x="66" y="41"/>
                  </a:cubicBezTo>
                  <a:cubicBezTo>
                    <a:pt x="66" y="37"/>
                    <a:pt x="64" y="35"/>
                    <a:pt x="65" y="34"/>
                  </a:cubicBezTo>
                  <a:cubicBezTo>
                    <a:pt x="66" y="32"/>
                    <a:pt x="69" y="35"/>
                    <a:pt x="71" y="34"/>
                  </a:cubicBezTo>
                  <a:cubicBezTo>
                    <a:pt x="73" y="34"/>
                    <a:pt x="75" y="32"/>
                    <a:pt x="75" y="31"/>
                  </a:cubicBezTo>
                  <a:cubicBezTo>
                    <a:pt x="75" y="29"/>
                    <a:pt x="72" y="27"/>
                    <a:pt x="71" y="2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4" name="Freeform 85">
              <a:extLst>
                <a:ext uri="{FF2B5EF4-FFF2-40B4-BE49-F238E27FC236}">
                  <a16:creationId xmlns:a16="http://schemas.microsoft.com/office/drawing/2014/main" id="{BF40F56B-9BD0-40A4-B8C1-7CAE34FE5505}"/>
                </a:ext>
              </a:extLst>
            </p:cNvPr>
            <p:cNvSpPr>
              <a:spLocks/>
            </p:cNvSpPr>
            <p:nvPr/>
          </p:nvSpPr>
          <p:spPr bwMode="auto">
            <a:xfrm>
              <a:off x="4768851" y="1751013"/>
              <a:ext cx="147638" cy="69850"/>
            </a:xfrm>
            <a:custGeom>
              <a:avLst/>
              <a:gdLst>
                <a:gd name="T0" fmla="*/ 20 w 59"/>
                <a:gd name="T1" fmla="*/ 20 h 28"/>
                <a:gd name="T2" fmla="*/ 30 w 59"/>
                <a:gd name="T3" fmla="*/ 20 h 28"/>
                <a:gd name="T4" fmla="*/ 35 w 59"/>
                <a:gd name="T5" fmla="*/ 22 h 28"/>
                <a:gd name="T6" fmla="*/ 42 w 59"/>
                <a:gd name="T7" fmla="*/ 26 h 28"/>
                <a:gd name="T8" fmla="*/ 46 w 59"/>
                <a:gd name="T9" fmla="*/ 28 h 28"/>
                <a:gd name="T10" fmla="*/ 48 w 59"/>
                <a:gd name="T11" fmla="*/ 27 h 28"/>
                <a:gd name="T12" fmla="*/ 53 w 59"/>
                <a:gd name="T13" fmla="*/ 26 h 28"/>
                <a:gd name="T14" fmla="*/ 57 w 59"/>
                <a:gd name="T15" fmla="*/ 23 h 28"/>
                <a:gd name="T16" fmla="*/ 59 w 59"/>
                <a:gd name="T17" fmla="*/ 22 h 28"/>
                <a:gd name="T18" fmla="*/ 57 w 59"/>
                <a:gd name="T19" fmla="*/ 17 h 28"/>
                <a:gd name="T20" fmla="*/ 55 w 59"/>
                <a:gd name="T21" fmla="*/ 12 h 28"/>
                <a:gd name="T22" fmla="*/ 54 w 59"/>
                <a:gd name="T23" fmla="*/ 8 h 28"/>
                <a:gd name="T24" fmla="*/ 53 w 59"/>
                <a:gd name="T25" fmla="*/ 6 h 28"/>
                <a:gd name="T26" fmla="*/ 45 w 59"/>
                <a:gd name="T27" fmla="*/ 5 h 28"/>
                <a:gd name="T28" fmla="*/ 37 w 59"/>
                <a:gd name="T29" fmla="*/ 1 h 28"/>
                <a:gd name="T30" fmla="*/ 28 w 59"/>
                <a:gd name="T31" fmla="*/ 1 h 28"/>
                <a:gd name="T32" fmla="*/ 27 w 59"/>
                <a:gd name="T33" fmla="*/ 9 h 28"/>
                <a:gd name="T34" fmla="*/ 21 w 59"/>
                <a:gd name="T35" fmla="*/ 12 h 28"/>
                <a:gd name="T36" fmla="*/ 14 w 59"/>
                <a:gd name="T37" fmla="*/ 3 h 28"/>
                <a:gd name="T38" fmla="*/ 6 w 59"/>
                <a:gd name="T39" fmla="*/ 7 h 28"/>
                <a:gd name="T40" fmla="*/ 3 w 59"/>
                <a:gd name="T41" fmla="*/ 13 h 28"/>
                <a:gd name="T42" fmla="*/ 2 w 59"/>
                <a:gd name="T43" fmla="*/ 21 h 28"/>
                <a:gd name="T44" fmla="*/ 2 w 59"/>
                <a:gd name="T45" fmla="*/ 22 h 28"/>
                <a:gd name="T46" fmla="*/ 8 w 59"/>
                <a:gd name="T47" fmla="*/ 20 h 28"/>
                <a:gd name="T48" fmla="*/ 20 w 59"/>
                <a:gd name="T49" fmla="*/ 2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28">
                  <a:moveTo>
                    <a:pt x="20" y="20"/>
                  </a:moveTo>
                  <a:cubicBezTo>
                    <a:pt x="22" y="20"/>
                    <a:pt x="27" y="21"/>
                    <a:pt x="30" y="20"/>
                  </a:cubicBezTo>
                  <a:cubicBezTo>
                    <a:pt x="33" y="19"/>
                    <a:pt x="33" y="22"/>
                    <a:pt x="35" y="22"/>
                  </a:cubicBezTo>
                  <a:cubicBezTo>
                    <a:pt x="37" y="21"/>
                    <a:pt x="40" y="24"/>
                    <a:pt x="42" y="26"/>
                  </a:cubicBezTo>
                  <a:cubicBezTo>
                    <a:pt x="44" y="27"/>
                    <a:pt x="45" y="27"/>
                    <a:pt x="46" y="28"/>
                  </a:cubicBezTo>
                  <a:cubicBezTo>
                    <a:pt x="47" y="28"/>
                    <a:pt x="47" y="27"/>
                    <a:pt x="48" y="27"/>
                  </a:cubicBezTo>
                  <a:cubicBezTo>
                    <a:pt x="50" y="25"/>
                    <a:pt x="52" y="26"/>
                    <a:pt x="53" y="26"/>
                  </a:cubicBezTo>
                  <a:cubicBezTo>
                    <a:pt x="55" y="26"/>
                    <a:pt x="55" y="24"/>
                    <a:pt x="57" y="23"/>
                  </a:cubicBezTo>
                  <a:cubicBezTo>
                    <a:pt x="57" y="22"/>
                    <a:pt x="58" y="22"/>
                    <a:pt x="59" y="22"/>
                  </a:cubicBezTo>
                  <a:cubicBezTo>
                    <a:pt x="58" y="21"/>
                    <a:pt x="58" y="18"/>
                    <a:pt x="57" y="17"/>
                  </a:cubicBezTo>
                  <a:cubicBezTo>
                    <a:pt x="56" y="16"/>
                    <a:pt x="54" y="14"/>
                    <a:pt x="55" y="12"/>
                  </a:cubicBezTo>
                  <a:cubicBezTo>
                    <a:pt x="55" y="11"/>
                    <a:pt x="55" y="9"/>
                    <a:pt x="54" y="8"/>
                  </a:cubicBezTo>
                  <a:cubicBezTo>
                    <a:pt x="53" y="7"/>
                    <a:pt x="53" y="7"/>
                    <a:pt x="53" y="6"/>
                  </a:cubicBezTo>
                  <a:cubicBezTo>
                    <a:pt x="50" y="6"/>
                    <a:pt x="46" y="5"/>
                    <a:pt x="45" y="5"/>
                  </a:cubicBezTo>
                  <a:cubicBezTo>
                    <a:pt x="43" y="6"/>
                    <a:pt x="38" y="1"/>
                    <a:pt x="37" y="1"/>
                  </a:cubicBezTo>
                  <a:cubicBezTo>
                    <a:pt x="36" y="0"/>
                    <a:pt x="32" y="0"/>
                    <a:pt x="28" y="1"/>
                  </a:cubicBezTo>
                  <a:cubicBezTo>
                    <a:pt x="26" y="3"/>
                    <a:pt x="28" y="5"/>
                    <a:pt x="27" y="9"/>
                  </a:cubicBezTo>
                  <a:cubicBezTo>
                    <a:pt x="27" y="13"/>
                    <a:pt x="23" y="12"/>
                    <a:pt x="21" y="12"/>
                  </a:cubicBezTo>
                  <a:cubicBezTo>
                    <a:pt x="19" y="12"/>
                    <a:pt x="15" y="5"/>
                    <a:pt x="14" y="3"/>
                  </a:cubicBezTo>
                  <a:cubicBezTo>
                    <a:pt x="13" y="2"/>
                    <a:pt x="9" y="5"/>
                    <a:pt x="6" y="7"/>
                  </a:cubicBezTo>
                  <a:cubicBezTo>
                    <a:pt x="3" y="9"/>
                    <a:pt x="5" y="12"/>
                    <a:pt x="3" y="13"/>
                  </a:cubicBezTo>
                  <a:cubicBezTo>
                    <a:pt x="1" y="15"/>
                    <a:pt x="0" y="18"/>
                    <a:pt x="2" y="21"/>
                  </a:cubicBezTo>
                  <a:cubicBezTo>
                    <a:pt x="2" y="21"/>
                    <a:pt x="2" y="21"/>
                    <a:pt x="2" y="22"/>
                  </a:cubicBezTo>
                  <a:cubicBezTo>
                    <a:pt x="4" y="21"/>
                    <a:pt x="7" y="21"/>
                    <a:pt x="8" y="20"/>
                  </a:cubicBezTo>
                  <a:cubicBezTo>
                    <a:pt x="11" y="18"/>
                    <a:pt x="18" y="20"/>
                    <a:pt x="20" y="2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5" name="Freeform 86">
              <a:extLst>
                <a:ext uri="{FF2B5EF4-FFF2-40B4-BE49-F238E27FC236}">
                  <a16:creationId xmlns:a16="http://schemas.microsoft.com/office/drawing/2014/main" id="{36312666-5FD6-4DD6-8A68-9C25D63C0E4B}"/>
                </a:ext>
              </a:extLst>
            </p:cNvPr>
            <p:cNvSpPr>
              <a:spLocks/>
            </p:cNvSpPr>
            <p:nvPr/>
          </p:nvSpPr>
          <p:spPr bwMode="auto">
            <a:xfrm>
              <a:off x="4768851" y="1797050"/>
              <a:ext cx="114300" cy="74613"/>
            </a:xfrm>
            <a:custGeom>
              <a:avLst/>
              <a:gdLst>
                <a:gd name="T0" fmla="*/ 6 w 46"/>
                <a:gd name="T1" fmla="*/ 15 h 30"/>
                <a:gd name="T2" fmla="*/ 11 w 46"/>
                <a:gd name="T3" fmla="*/ 17 h 30"/>
                <a:gd name="T4" fmla="*/ 16 w 46"/>
                <a:gd name="T5" fmla="*/ 19 h 30"/>
                <a:gd name="T6" fmla="*/ 16 w 46"/>
                <a:gd name="T7" fmla="*/ 25 h 30"/>
                <a:gd name="T8" fmla="*/ 22 w 46"/>
                <a:gd name="T9" fmla="*/ 29 h 30"/>
                <a:gd name="T10" fmla="*/ 28 w 46"/>
                <a:gd name="T11" fmla="*/ 29 h 30"/>
                <a:gd name="T12" fmla="*/ 32 w 46"/>
                <a:gd name="T13" fmla="*/ 27 h 30"/>
                <a:gd name="T14" fmla="*/ 37 w 46"/>
                <a:gd name="T15" fmla="*/ 26 h 30"/>
                <a:gd name="T16" fmla="*/ 38 w 46"/>
                <a:gd name="T17" fmla="*/ 22 h 30"/>
                <a:gd name="T18" fmla="*/ 42 w 46"/>
                <a:gd name="T19" fmla="*/ 18 h 30"/>
                <a:gd name="T20" fmla="*/ 45 w 46"/>
                <a:gd name="T21" fmla="*/ 16 h 30"/>
                <a:gd name="T22" fmla="*/ 46 w 46"/>
                <a:gd name="T23" fmla="*/ 13 h 30"/>
                <a:gd name="T24" fmla="*/ 46 w 46"/>
                <a:gd name="T25" fmla="*/ 10 h 30"/>
                <a:gd name="T26" fmla="*/ 42 w 46"/>
                <a:gd name="T27" fmla="*/ 8 h 30"/>
                <a:gd name="T28" fmla="*/ 35 w 46"/>
                <a:gd name="T29" fmla="*/ 4 h 30"/>
                <a:gd name="T30" fmla="*/ 30 w 46"/>
                <a:gd name="T31" fmla="*/ 2 h 30"/>
                <a:gd name="T32" fmla="*/ 20 w 46"/>
                <a:gd name="T33" fmla="*/ 2 h 30"/>
                <a:gd name="T34" fmla="*/ 8 w 46"/>
                <a:gd name="T35" fmla="*/ 2 h 30"/>
                <a:gd name="T36" fmla="*/ 2 w 46"/>
                <a:gd name="T37" fmla="*/ 4 h 30"/>
                <a:gd name="T38" fmla="*/ 1 w 46"/>
                <a:gd name="T39" fmla="*/ 12 h 30"/>
                <a:gd name="T40" fmla="*/ 1 w 46"/>
                <a:gd name="T41" fmla="*/ 14 h 30"/>
                <a:gd name="T42" fmla="*/ 6 w 46"/>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6" h="30">
                  <a:moveTo>
                    <a:pt x="6" y="15"/>
                  </a:moveTo>
                  <a:cubicBezTo>
                    <a:pt x="7" y="16"/>
                    <a:pt x="10" y="17"/>
                    <a:pt x="11" y="17"/>
                  </a:cubicBezTo>
                  <a:cubicBezTo>
                    <a:pt x="12" y="16"/>
                    <a:pt x="16" y="18"/>
                    <a:pt x="16" y="19"/>
                  </a:cubicBezTo>
                  <a:cubicBezTo>
                    <a:pt x="16" y="21"/>
                    <a:pt x="15" y="25"/>
                    <a:pt x="16" y="25"/>
                  </a:cubicBezTo>
                  <a:cubicBezTo>
                    <a:pt x="16" y="25"/>
                    <a:pt x="22" y="27"/>
                    <a:pt x="22" y="29"/>
                  </a:cubicBezTo>
                  <a:cubicBezTo>
                    <a:pt x="24" y="29"/>
                    <a:pt x="27" y="29"/>
                    <a:pt x="28" y="29"/>
                  </a:cubicBezTo>
                  <a:cubicBezTo>
                    <a:pt x="30" y="30"/>
                    <a:pt x="31" y="29"/>
                    <a:pt x="32" y="27"/>
                  </a:cubicBezTo>
                  <a:cubicBezTo>
                    <a:pt x="33" y="26"/>
                    <a:pt x="36" y="26"/>
                    <a:pt x="37" y="26"/>
                  </a:cubicBezTo>
                  <a:cubicBezTo>
                    <a:pt x="38" y="26"/>
                    <a:pt x="38" y="23"/>
                    <a:pt x="38" y="22"/>
                  </a:cubicBezTo>
                  <a:cubicBezTo>
                    <a:pt x="38" y="21"/>
                    <a:pt x="41" y="19"/>
                    <a:pt x="42" y="18"/>
                  </a:cubicBezTo>
                  <a:cubicBezTo>
                    <a:pt x="44" y="18"/>
                    <a:pt x="43" y="16"/>
                    <a:pt x="45" y="16"/>
                  </a:cubicBezTo>
                  <a:cubicBezTo>
                    <a:pt x="46" y="16"/>
                    <a:pt x="46" y="14"/>
                    <a:pt x="46" y="13"/>
                  </a:cubicBezTo>
                  <a:cubicBezTo>
                    <a:pt x="46" y="12"/>
                    <a:pt x="46" y="11"/>
                    <a:pt x="46" y="10"/>
                  </a:cubicBezTo>
                  <a:cubicBezTo>
                    <a:pt x="45" y="9"/>
                    <a:pt x="44" y="9"/>
                    <a:pt x="42" y="8"/>
                  </a:cubicBezTo>
                  <a:cubicBezTo>
                    <a:pt x="40" y="6"/>
                    <a:pt x="37" y="3"/>
                    <a:pt x="35" y="4"/>
                  </a:cubicBezTo>
                  <a:cubicBezTo>
                    <a:pt x="33" y="4"/>
                    <a:pt x="33" y="1"/>
                    <a:pt x="30" y="2"/>
                  </a:cubicBezTo>
                  <a:cubicBezTo>
                    <a:pt x="27" y="3"/>
                    <a:pt x="22" y="2"/>
                    <a:pt x="20" y="2"/>
                  </a:cubicBezTo>
                  <a:cubicBezTo>
                    <a:pt x="18" y="2"/>
                    <a:pt x="11" y="0"/>
                    <a:pt x="8" y="2"/>
                  </a:cubicBezTo>
                  <a:cubicBezTo>
                    <a:pt x="7" y="3"/>
                    <a:pt x="4" y="3"/>
                    <a:pt x="2" y="4"/>
                  </a:cubicBezTo>
                  <a:cubicBezTo>
                    <a:pt x="3" y="7"/>
                    <a:pt x="3" y="10"/>
                    <a:pt x="1" y="12"/>
                  </a:cubicBezTo>
                  <a:cubicBezTo>
                    <a:pt x="0" y="14"/>
                    <a:pt x="0" y="14"/>
                    <a:pt x="1" y="14"/>
                  </a:cubicBezTo>
                  <a:cubicBezTo>
                    <a:pt x="3" y="14"/>
                    <a:pt x="6" y="14"/>
                    <a:pt x="6" y="1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6" name="Freeform 87">
              <a:extLst>
                <a:ext uri="{FF2B5EF4-FFF2-40B4-BE49-F238E27FC236}">
                  <a16:creationId xmlns:a16="http://schemas.microsoft.com/office/drawing/2014/main" id="{B26E950B-325B-44E8-AE4B-97A2041961BB}"/>
                </a:ext>
              </a:extLst>
            </p:cNvPr>
            <p:cNvSpPr>
              <a:spLocks/>
            </p:cNvSpPr>
            <p:nvPr/>
          </p:nvSpPr>
          <p:spPr bwMode="auto">
            <a:xfrm>
              <a:off x="4478338" y="2039938"/>
              <a:ext cx="90488" cy="50800"/>
            </a:xfrm>
            <a:custGeom>
              <a:avLst/>
              <a:gdLst>
                <a:gd name="T0" fmla="*/ 32 w 36"/>
                <a:gd name="T1" fmla="*/ 8 h 20"/>
                <a:gd name="T2" fmla="*/ 28 w 36"/>
                <a:gd name="T3" fmla="*/ 6 h 20"/>
                <a:gd name="T4" fmla="*/ 28 w 36"/>
                <a:gd name="T5" fmla="*/ 2 h 20"/>
                <a:gd name="T6" fmla="*/ 23 w 36"/>
                <a:gd name="T7" fmla="*/ 0 h 20"/>
                <a:gd name="T8" fmla="*/ 18 w 36"/>
                <a:gd name="T9" fmla="*/ 0 h 20"/>
                <a:gd name="T10" fmla="*/ 11 w 36"/>
                <a:gd name="T11" fmla="*/ 1 h 20"/>
                <a:gd name="T12" fmla="*/ 10 w 36"/>
                <a:gd name="T13" fmla="*/ 2 h 20"/>
                <a:gd name="T14" fmla="*/ 6 w 36"/>
                <a:gd name="T15" fmla="*/ 5 h 20"/>
                <a:gd name="T16" fmla="*/ 1 w 36"/>
                <a:gd name="T17" fmla="*/ 12 h 20"/>
                <a:gd name="T18" fmla="*/ 2 w 36"/>
                <a:gd name="T19" fmla="*/ 14 h 20"/>
                <a:gd name="T20" fmla="*/ 5 w 36"/>
                <a:gd name="T21" fmla="*/ 15 h 20"/>
                <a:gd name="T22" fmla="*/ 7 w 36"/>
                <a:gd name="T23" fmla="*/ 19 h 20"/>
                <a:gd name="T24" fmla="*/ 7 w 36"/>
                <a:gd name="T25" fmla="*/ 19 h 20"/>
                <a:gd name="T26" fmla="*/ 14 w 36"/>
                <a:gd name="T27" fmla="*/ 18 h 20"/>
                <a:gd name="T28" fmla="*/ 18 w 36"/>
                <a:gd name="T29" fmla="*/ 13 h 20"/>
                <a:gd name="T30" fmla="*/ 22 w 36"/>
                <a:gd name="T31" fmla="*/ 18 h 20"/>
                <a:gd name="T32" fmla="*/ 24 w 36"/>
                <a:gd name="T33" fmla="*/ 15 h 20"/>
                <a:gd name="T34" fmla="*/ 27 w 36"/>
                <a:gd name="T35" fmla="*/ 14 h 20"/>
                <a:gd name="T36" fmla="*/ 31 w 36"/>
                <a:gd name="T37" fmla="*/ 13 h 20"/>
                <a:gd name="T38" fmla="*/ 33 w 36"/>
                <a:gd name="T39" fmla="*/ 12 h 20"/>
                <a:gd name="T40" fmla="*/ 35 w 36"/>
                <a:gd name="T41" fmla="*/ 10 h 20"/>
                <a:gd name="T42" fmla="*/ 36 w 36"/>
                <a:gd name="T43" fmla="*/ 8 h 20"/>
                <a:gd name="T44" fmla="*/ 32 w 36"/>
                <a:gd name="T45"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20">
                  <a:moveTo>
                    <a:pt x="32" y="8"/>
                  </a:moveTo>
                  <a:cubicBezTo>
                    <a:pt x="31" y="9"/>
                    <a:pt x="28" y="6"/>
                    <a:pt x="28" y="6"/>
                  </a:cubicBezTo>
                  <a:cubicBezTo>
                    <a:pt x="28" y="5"/>
                    <a:pt x="28" y="3"/>
                    <a:pt x="28" y="2"/>
                  </a:cubicBezTo>
                  <a:cubicBezTo>
                    <a:pt x="27" y="2"/>
                    <a:pt x="25" y="1"/>
                    <a:pt x="23" y="0"/>
                  </a:cubicBezTo>
                  <a:cubicBezTo>
                    <a:pt x="21" y="0"/>
                    <a:pt x="20" y="0"/>
                    <a:pt x="18" y="0"/>
                  </a:cubicBezTo>
                  <a:cubicBezTo>
                    <a:pt x="17" y="1"/>
                    <a:pt x="13" y="1"/>
                    <a:pt x="11" y="1"/>
                  </a:cubicBezTo>
                  <a:cubicBezTo>
                    <a:pt x="11" y="1"/>
                    <a:pt x="11" y="2"/>
                    <a:pt x="10" y="2"/>
                  </a:cubicBezTo>
                  <a:cubicBezTo>
                    <a:pt x="8" y="2"/>
                    <a:pt x="6" y="4"/>
                    <a:pt x="6" y="5"/>
                  </a:cubicBezTo>
                  <a:cubicBezTo>
                    <a:pt x="6" y="7"/>
                    <a:pt x="2" y="9"/>
                    <a:pt x="1" y="12"/>
                  </a:cubicBezTo>
                  <a:cubicBezTo>
                    <a:pt x="0" y="15"/>
                    <a:pt x="0" y="16"/>
                    <a:pt x="2" y="14"/>
                  </a:cubicBezTo>
                  <a:cubicBezTo>
                    <a:pt x="3" y="12"/>
                    <a:pt x="5" y="13"/>
                    <a:pt x="5" y="15"/>
                  </a:cubicBezTo>
                  <a:cubicBezTo>
                    <a:pt x="5" y="16"/>
                    <a:pt x="8" y="17"/>
                    <a:pt x="7" y="19"/>
                  </a:cubicBezTo>
                  <a:cubicBezTo>
                    <a:pt x="7" y="19"/>
                    <a:pt x="7" y="19"/>
                    <a:pt x="7" y="19"/>
                  </a:cubicBezTo>
                  <a:cubicBezTo>
                    <a:pt x="9" y="19"/>
                    <a:pt x="13" y="18"/>
                    <a:pt x="14" y="18"/>
                  </a:cubicBezTo>
                  <a:cubicBezTo>
                    <a:pt x="15" y="18"/>
                    <a:pt x="17" y="13"/>
                    <a:pt x="18" y="13"/>
                  </a:cubicBezTo>
                  <a:cubicBezTo>
                    <a:pt x="18" y="12"/>
                    <a:pt x="20" y="16"/>
                    <a:pt x="22" y="18"/>
                  </a:cubicBezTo>
                  <a:cubicBezTo>
                    <a:pt x="24" y="20"/>
                    <a:pt x="24" y="17"/>
                    <a:pt x="24" y="15"/>
                  </a:cubicBezTo>
                  <a:cubicBezTo>
                    <a:pt x="24" y="14"/>
                    <a:pt x="26" y="13"/>
                    <a:pt x="27" y="14"/>
                  </a:cubicBezTo>
                  <a:cubicBezTo>
                    <a:pt x="28" y="14"/>
                    <a:pt x="31" y="14"/>
                    <a:pt x="31" y="13"/>
                  </a:cubicBezTo>
                  <a:cubicBezTo>
                    <a:pt x="31" y="11"/>
                    <a:pt x="32" y="12"/>
                    <a:pt x="33" y="12"/>
                  </a:cubicBezTo>
                  <a:cubicBezTo>
                    <a:pt x="34" y="12"/>
                    <a:pt x="35" y="10"/>
                    <a:pt x="35" y="10"/>
                  </a:cubicBezTo>
                  <a:cubicBezTo>
                    <a:pt x="36" y="8"/>
                    <a:pt x="36" y="8"/>
                    <a:pt x="36" y="8"/>
                  </a:cubicBezTo>
                  <a:cubicBezTo>
                    <a:pt x="35" y="8"/>
                    <a:pt x="33" y="7"/>
                    <a:pt x="32" y="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88">
              <a:extLst>
                <a:ext uri="{FF2B5EF4-FFF2-40B4-BE49-F238E27FC236}">
                  <a16:creationId xmlns:a16="http://schemas.microsoft.com/office/drawing/2014/main" id="{A748EFDB-D1E1-4868-A505-5AAC6BD3F5A8}"/>
                </a:ext>
              </a:extLst>
            </p:cNvPr>
            <p:cNvSpPr>
              <a:spLocks/>
            </p:cNvSpPr>
            <p:nvPr/>
          </p:nvSpPr>
          <p:spPr bwMode="auto">
            <a:xfrm>
              <a:off x="4476751" y="1846263"/>
              <a:ext cx="180975" cy="204788"/>
            </a:xfrm>
            <a:custGeom>
              <a:avLst/>
              <a:gdLst>
                <a:gd name="T0" fmla="*/ 9 w 72"/>
                <a:gd name="T1" fmla="*/ 21 h 81"/>
                <a:gd name="T2" fmla="*/ 5 w 72"/>
                <a:gd name="T3" fmla="*/ 25 h 81"/>
                <a:gd name="T4" fmla="*/ 8 w 72"/>
                <a:gd name="T5" fmla="*/ 29 h 81"/>
                <a:gd name="T6" fmla="*/ 6 w 72"/>
                <a:gd name="T7" fmla="*/ 32 h 81"/>
                <a:gd name="T8" fmla="*/ 2 w 72"/>
                <a:gd name="T9" fmla="*/ 34 h 81"/>
                <a:gd name="T10" fmla="*/ 1 w 72"/>
                <a:gd name="T11" fmla="*/ 38 h 81"/>
                <a:gd name="T12" fmla="*/ 0 w 72"/>
                <a:gd name="T13" fmla="*/ 44 h 81"/>
                <a:gd name="T14" fmla="*/ 2 w 72"/>
                <a:gd name="T15" fmla="*/ 49 h 81"/>
                <a:gd name="T16" fmla="*/ 1 w 72"/>
                <a:gd name="T17" fmla="*/ 52 h 81"/>
                <a:gd name="T18" fmla="*/ 3 w 72"/>
                <a:gd name="T19" fmla="*/ 59 h 81"/>
                <a:gd name="T20" fmla="*/ 5 w 72"/>
                <a:gd name="T21" fmla="*/ 60 h 81"/>
                <a:gd name="T22" fmla="*/ 10 w 72"/>
                <a:gd name="T23" fmla="*/ 62 h 81"/>
                <a:gd name="T24" fmla="*/ 14 w 72"/>
                <a:gd name="T25" fmla="*/ 64 h 81"/>
                <a:gd name="T26" fmla="*/ 16 w 72"/>
                <a:gd name="T27" fmla="*/ 66 h 81"/>
                <a:gd name="T28" fmla="*/ 13 w 72"/>
                <a:gd name="T29" fmla="*/ 73 h 81"/>
                <a:gd name="T30" fmla="*/ 12 w 72"/>
                <a:gd name="T31" fmla="*/ 78 h 81"/>
                <a:gd name="T32" fmla="*/ 19 w 72"/>
                <a:gd name="T33" fmla="*/ 77 h 81"/>
                <a:gd name="T34" fmla="*/ 24 w 72"/>
                <a:gd name="T35" fmla="*/ 77 h 81"/>
                <a:gd name="T36" fmla="*/ 29 w 72"/>
                <a:gd name="T37" fmla="*/ 79 h 81"/>
                <a:gd name="T38" fmla="*/ 30 w 72"/>
                <a:gd name="T39" fmla="*/ 78 h 81"/>
                <a:gd name="T40" fmla="*/ 35 w 72"/>
                <a:gd name="T41" fmla="*/ 80 h 81"/>
                <a:gd name="T42" fmla="*/ 39 w 72"/>
                <a:gd name="T43" fmla="*/ 79 h 81"/>
                <a:gd name="T44" fmla="*/ 44 w 72"/>
                <a:gd name="T45" fmla="*/ 79 h 81"/>
                <a:gd name="T46" fmla="*/ 52 w 72"/>
                <a:gd name="T47" fmla="*/ 77 h 81"/>
                <a:gd name="T48" fmla="*/ 55 w 72"/>
                <a:gd name="T49" fmla="*/ 75 h 81"/>
                <a:gd name="T50" fmla="*/ 59 w 72"/>
                <a:gd name="T51" fmla="*/ 70 h 81"/>
                <a:gd name="T52" fmla="*/ 63 w 72"/>
                <a:gd name="T53" fmla="*/ 66 h 81"/>
                <a:gd name="T54" fmla="*/ 55 w 72"/>
                <a:gd name="T55" fmla="*/ 60 h 81"/>
                <a:gd name="T56" fmla="*/ 52 w 72"/>
                <a:gd name="T57" fmla="*/ 53 h 81"/>
                <a:gd name="T58" fmla="*/ 51 w 72"/>
                <a:gd name="T59" fmla="*/ 49 h 81"/>
                <a:gd name="T60" fmla="*/ 60 w 72"/>
                <a:gd name="T61" fmla="*/ 46 h 81"/>
                <a:gd name="T62" fmla="*/ 66 w 72"/>
                <a:gd name="T63" fmla="*/ 43 h 81"/>
                <a:gd name="T64" fmla="*/ 71 w 72"/>
                <a:gd name="T65" fmla="*/ 42 h 81"/>
                <a:gd name="T66" fmla="*/ 71 w 72"/>
                <a:gd name="T67" fmla="*/ 38 h 81"/>
                <a:gd name="T68" fmla="*/ 69 w 72"/>
                <a:gd name="T69" fmla="*/ 31 h 81"/>
                <a:gd name="T70" fmla="*/ 68 w 72"/>
                <a:gd name="T71" fmla="*/ 27 h 81"/>
                <a:gd name="T72" fmla="*/ 66 w 72"/>
                <a:gd name="T73" fmla="*/ 23 h 81"/>
                <a:gd name="T74" fmla="*/ 66 w 72"/>
                <a:gd name="T75" fmla="*/ 20 h 81"/>
                <a:gd name="T76" fmla="*/ 66 w 72"/>
                <a:gd name="T77" fmla="*/ 12 h 81"/>
                <a:gd name="T78" fmla="*/ 66 w 72"/>
                <a:gd name="T79" fmla="*/ 11 h 81"/>
                <a:gd name="T80" fmla="*/ 65 w 72"/>
                <a:gd name="T81" fmla="*/ 10 h 81"/>
                <a:gd name="T82" fmla="*/ 60 w 72"/>
                <a:gd name="T83" fmla="*/ 7 h 81"/>
                <a:gd name="T84" fmla="*/ 61 w 72"/>
                <a:gd name="T85" fmla="*/ 2 h 81"/>
                <a:gd name="T86" fmla="*/ 54 w 72"/>
                <a:gd name="T87" fmla="*/ 4 h 81"/>
                <a:gd name="T88" fmla="*/ 45 w 72"/>
                <a:gd name="T89" fmla="*/ 10 h 81"/>
                <a:gd name="T90" fmla="*/ 41 w 72"/>
                <a:gd name="T91" fmla="*/ 7 h 81"/>
                <a:gd name="T92" fmla="*/ 38 w 72"/>
                <a:gd name="T93" fmla="*/ 5 h 81"/>
                <a:gd name="T94" fmla="*/ 32 w 72"/>
                <a:gd name="T95" fmla="*/ 2 h 81"/>
                <a:gd name="T96" fmla="*/ 31 w 72"/>
                <a:gd name="T97" fmla="*/ 0 h 81"/>
                <a:gd name="T98" fmla="*/ 28 w 72"/>
                <a:gd name="T99" fmla="*/ 0 h 81"/>
                <a:gd name="T100" fmla="*/ 21 w 72"/>
                <a:gd name="T101" fmla="*/ 0 h 81"/>
                <a:gd name="T102" fmla="*/ 22 w 72"/>
                <a:gd name="T103" fmla="*/ 4 h 81"/>
                <a:gd name="T104" fmla="*/ 25 w 72"/>
                <a:gd name="T105" fmla="*/ 10 h 81"/>
                <a:gd name="T106" fmla="*/ 21 w 72"/>
                <a:gd name="T107" fmla="*/ 14 h 81"/>
                <a:gd name="T108" fmla="*/ 15 w 72"/>
                <a:gd name="T109" fmla="*/ 13 h 81"/>
                <a:gd name="T110" fmla="*/ 9 w 72"/>
                <a:gd name="T111" fmla="*/ 14 h 81"/>
                <a:gd name="T112" fmla="*/ 9 w 72"/>
                <a:gd name="T113" fmla="*/ 15 h 81"/>
                <a:gd name="T114" fmla="*/ 9 w 72"/>
                <a:gd name="T115" fmla="*/ 2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 h="81">
                  <a:moveTo>
                    <a:pt x="9" y="21"/>
                  </a:moveTo>
                  <a:cubicBezTo>
                    <a:pt x="7" y="24"/>
                    <a:pt x="5" y="24"/>
                    <a:pt x="5" y="25"/>
                  </a:cubicBezTo>
                  <a:cubicBezTo>
                    <a:pt x="6" y="25"/>
                    <a:pt x="8" y="28"/>
                    <a:pt x="8" y="29"/>
                  </a:cubicBezTo>
                  <a:cubicBezTo>
                    <a:pt x="7" y="30"/>
                    <a:pt x="6" y="29"/>
                    <a:pt x="6" y="32"/>
                  </a:cubicBezTo>
                  <a:cubicBezTo>
                    <a:pt x="6" y="34"/>
                    <a:pt x="3" y="34"/>
                    <a:pt x="2" y="34"/>
                  </a:cubicBezTo>
                  <a:cubicBezTo>
                    <a:pt x="0" y="34"/>
                    <a:pt x="2" y="36"/>
                    <a:pt x="1" y="38"/>
                  </a:cubicBezTo>
                  <a:cubicBezTo>
                    <a:pt x="0" y="39"/>
                    <a:pt x="0" y="43"/>
                    <a:pt x="0" y="44"/>
                  </a:cubicBezTo>
                  <a:cubicBezTo>
                    <a:pt x="0" y="45"/>
                    <a:pt x="3" y="48"/>
                    <a:pt x="2" y="49"/>
                  </a:cubicBezTo>
                  <a:cubicBezTo>
                    <a:pt x="2" y="50"/>
                    <a:pt x="0" y="51"/>
                    <a:pt x="1" y="52"/>
                  </a:cubicBezTo>
                  <a:cubicBezTo>
                    <a:pt x="1" y="53"/>
                    <a:pt x="3" y="54"/>
                    <a:pt x="3" y="59"/>
                  </a:cubicBezTo>
                  <a:cubicBezTo>
                    <a:pt x="4" y="59"/>
                    <a:pt x="5" y="59"/>
                    <a:pt x="5" y="60"/>
                  </a:cubicBezTo>
                  <a:cubicBezTo>
                    <a:pt x="6" y="61"/>
                    <a:pt x="8" y="62"/>
                    <a:pt x="10" y="62"/>
                  </a:cubicBezTo>
                  <a:cubicBezTo>
                    <a:pt x="12" y="62"/>
                    <a:pt x="13" y="64"/>
                    <a:pt x="14" y="64"/>
                  </a:cubicBezTo>
                  <a:cubicBezTo>
                    <a:pt x="15" y="63"/>
                    <a:pt x="18" y="64"/>
                    <a:pt x="16" y="66"/>
                  </a:cubicBezTo>
                  <a:cubicBezTo>
                    <a:pt x="14" y="68"/>
                    <a:pt x="13" y="71"/>
                    <a:pt x="13" y="73"/>
                  </a:cubicBezTo>
                  <a:cubicBezTo>
                    <a:pt x="12" y="74"/>
                    <a:pt x="12" y="76"/>
                    <a:pt x="12" y="78"/>
                  </a:cubicBezTo>
                  <a:cubicBezTo>
                    <a:pt x="14" y="78"/>
                    <a:pt x="18" y="78"/>
                    <a:pt x="19" y="77"/>
                  </a:cubicBezTo>
                  <a:cubicBezTo>
                    <a:pt x="21" y="77"/>
                    <a:pt x="22" y="77"/>
                    <a:pt x="24" y="77"/>
                  </a:cubicBezTo>
                  <a:cubicBezTo>
                    <a:pt x="26" y="78"/>
                    <a:pt x="28" y="79"/>
                    <a:pt x="29" y="79"/>
                  </a:cubicBezTo>
                  <a:cubicBezTo>
                    <a:pt x="29" y="79"/>
                    <a:pt x="29" y="78"/>
                    <a:pt x="30" y="78"/>
                  </a:cubicBezTo>
                  <a:cubicBezTo>
                    <a:pt x="32" y="78"/>
                    <a:pt x="33" y="81"/>
                    <a:pt x="35" y="80"/>
                  </a:cubicBezTo>
                  <a:cubicBezTo>
                    <a:pt x="36" y="78"/>
                    <a:pt x="38" y="78"/>
                    <a:pt x="39" y="79"/>
                  </a:cubicBezTo>
                  <a:cubicBezTo>
                    <a:pt x="41" y="80"/>
                    <a:pt x="43" y="80"/>
                    <a:pt x="44" y="79"/>
                  </a:cubicBezTo>
                  <a:cubicBezTo>
                    <a:pt x="45" y="77"/>
                    <a:pt x="51" y="76"/>
                    <a:pt x="52" y="77"/>
                  </a:cubicBezTo>
                  <a:cubicBezTo>
                    <a:pt x="53" y="77"/>
                    <a:pt x="57" y="79"/>
                    <a:pt x="55" y="75"/>
                  </a:cubicBezTo>
                  <a:cubicBezTo>
                    <a:pt x="54" y="70"/>
                    <a:pt x="58" y="71"/>
                    <a:pt x="59" y="70"/>
                  </a:cubicBezTo>
                  <a:cubicBezTo>
                    <a:pt x="59" y="68"/>
                    <a:pt x="64" y="67"/>
                    <a:pt x="63" y="66"/>
                  </a:cubicBezTo>
                  <a:cubicBezTo>
                    <a:pt x="62" y="65"/>
                    <a:pt x="56" y="61"/>
                    <a:pt x="55" y="60"/>
                  </a:cubicBezTo>
                  <a:cubicBezTo>
                    <a:pt x="53" y="59"/>
                    <a:pt x="53" y="55"/>
                    <a:pt x="52" y="53"/>
                  </a:cubicBezTo>
                  <a:cubicBezTo>
                    <a:pt x="51" y="51"/>
                    <a:pt x="49" y="49"/>
                    <a:pt x="51" y="49"/>
                  </a:cubicBezTo>
                  <a:cubicBezTo>
                    <a:pt x="54" y="48"/>
                    <a:pt x="58" y="47"/>
                    <a:pt x="60" y="46"/>
                  </a:cubicBezTo>
                  <a:cubicBezTo>
                    <a:pt x="62" y="44"/>
                    <a:pt x="65" y="44"/>
                    <a:pt x="66" y="43"/>
                  </a:cubicBezTo>
                  <a:cubicBezTo>
                    <a:pt x="68" y="41"/>
                    <a:pt x="70" y="43"/>
                    <a:pt x="71" y="42"/>
                  </a:cubicBezTo>
                  <a:cubicBezTo>
                    <a:pt x="71" y="41"/>
                    <a:pt x="72" y="39"/>
                    <a:pt x="71" y="38"/>
                  </a:cubicBezTo>
                  <a:cubicBezTo>
                    <a:pt x="70" y="37"/>
                    <a:pt x="69" y="35"/>
                    <a:pt x="69" y="31"/>
                  </a:cubicBezTo>
                  <a:cubicBezTo>
                    <a:pt x="69" y="28"/>
                    <a:pt x="68" y="29"/>
                    <a:pt x="68" y="27"/>
                  </a:cubicBezTo>
                  <a:cubicBezTo>
                    <a:pt x="68" y="26"/>
                    <a:pt x="67" y="24"/>
                    <a:pt x="66" y="23"/>
                  </a:cubicBezTo>
                  <a:cubicBezTo>
                    <a:pt x="65" y="23"/>
                    <a:pt x="64" y="22"/>
                    <a:pt x="66" y="20"/>
                  </a:cubicBezTo>
                  <a:cubicBezTo>
                    <a:pt x="67" y="18"/>
                    <a:pt x="66" y="13"/>
                    <a:pt x="66" y="12"/>
                  </a:cubicBezTo>
                  <a:cubicBezTo>
                    <a:pt x="66" y="11"/>
                    <a:pt x="66" y="11"/>
                    <a:pt x="66" y="11"/>
                  </a:cubicBezTo>
                  <a:cubicBezTo>
                    <a:pt x="65" y="11"/>
                    <a:pt x="65" y="10"/>
                    <a:pt x="65" y="10"/>
                  </a:cubicBezTo>
                  <a:cubicBezTo>
                    <a:pt x="65" y="8"/>
                    <a:pt x="63" y="7"/>
                    <a:pt x="60" y="7"/>
                  </a:cubicBezTo>
                  <a:cubicBezTo>
                    <a:pt x="57" y="7"/>
                    <a:pt x="62" y="4"/>
                    <a:pt x="61" y="2"/>
                  </a:cubicBezTo>
                  <a:cubicBezTo>
                    <a:pt x="60" y="1"/>
                    <a:pt x="57" y="5"/>
                    <a:pt x="54" y="4"/>
                  </a:cubicBezTo>
                  <a:cubicBezTo>
                    <a:pt x="51" y="3"/>
                    <a:pt x="47" y="8"/>
                    <a:pt x="45" y="10"/>
                  </a:cubicBezTo>
                  <a:cubicBezTo>
                    <a:pt x="42" y="12"/>
                    <a:pt x="39" y="9"/>
                    <a:pt x="41" y="7"/>
                  </a:cubicBezTo>
                  <a:cubicBezTo>
                    <a:pt x="43" y="4"/>
                    <a:pt x="41" y="4"/>
                    <a:pt x="38" y="5"/>
                  </a:cubicBezTo>
                  <a:cubicBezTo>
                    <a:pt x="35" y="6"/>
                    <a:pt x="32" y="5"/>
                    <a:pt x="32" y="2"/>
                  </a:cubicBezTo>
                  <a:cubicBezTo>
                    <a:pt x="32" y="2"/>
                    <a:pt x="32" y="1"/>
                    <a:pt x="31" y="0"/>
                  </a:cubicBezTo>
                  <a:cubicBezTo>
                    <a:pt x="30" y="1"/>
                    <a:pt x="29" y="1"/>
                    <a:pt x="28" y="0"/>
                  </a:cubicBezTo>
                  <a:cubicBezTo>
                    <a:pt x="27" y="0"/>
                    <a:pt x="24" y="0"/>
                    <a:pt x="21" y="0"/>
                  </a:cubicBezTo>
                  <a:cubicBezTo>
                    <a:pt x="22" y="1"/>
                    <a:pt x="23" y="2"/>
                    <a:pt x="22" y="4"/>
                  </a:cubicBezTo>
                  <a:cubicBezTo>
                    <a:pt x="21" y="6"/>
                    <a:pt x="23" y="7"/>
                    <a:pt x="25" y="10"/>
                  </a:cubicBezTo>
                  <a:cubicBezTo>
                    <a:pt x="26" y="13"/>
                    <a:pt x="21" y="12"/>
                    <a:pt x="21" y="14"/>
                  </a:cubicBezTo>
                  <a:cubicBezTo>
                    <a:pt x="21" y="16"/>
                    <a:pt x="17" y="14"/>
                    <a:pt x="15" y="13"/>
                  </a:cubicBezTo>
                  <a:cubicBezTo>
                    <a:pt x="14" y="12"/>
                    <a:pt x="9" y="13"/>
                    <a:pt x="9" y="14"/>
                  </a:cubicBezTo>
                  <a:cubicBezTo>
                    <a:pt x="9" y="14"/>
                    <a:pt x="9" y="15"/>
                    <a:pt x="9" y="15"/>
                  </a:cubicBezTo>
                  <a:cubicBezTo>
                    <a:pt x="10" y="18"/>
                    <a:pt x="10" y="20"/>
                    <a:pt x="9" y="2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8" name="Freeform 89">
              <a:extLst>
                <a:ext uri="{FF2B5EF4-FFF2-40B4-BE49-F238E27FC236}">
                  <a16:creationId xmlns:a16="http://schemas.microsoft.com/office/drawing/2014/main" id="{741F4D99-0BA2-4733-9333-05D679AE665C}"/>
                </a:ext>
              </a:extLst>
            </p:cNvPr>
            <p:cNvSpPr>
              <a:spLocks/>
            </p:cNvSpPr>
            <p:nvPr/>
          </p:nvSpPr>
          <p:spPr bwMode="auto">
            <a:xfrm>
              <a:off x="4770438" y="1354138"/>
              <a:ext cx="214313" cy="339725"/>
            </a:xfrm>
            <a:custGeom>
              <a:avLst/>
              <a:gdLst>
                <a:gd name="T0" fmla="*/ 72 w 85"/>
                <a:gd name="T1" fmla="*/ 113 h 135"/>
                <a:gd name="T2" fmla="*/ 84 w 85"/>
                <a:gd name="T3" fmla="*/ 102 h 135"/>
                <a:gd name="T4" fmla="*/ 82 w 85"/>
                <a:gd name="T5" fmla="*/ 96 h 135"/>
                <a:gd name="T6" fmla="*/ 72 w 85"/>
                <a:gd name="T7" fmla="*/ 88 h 135"/>
                <a:gd name="T8" fmla="*/ 77 w 85"/>
                <a:gd name="T9" fmla="*/ 83 h 135"/>
                <a:gd name="T10" fmla="*/ 72 w 85"/>
                <a:gd name="T11" fmla="*/ 79 h 135"/>
                <a:gd name="T12" fmla="*/ 74 w 85"/>
                <a:gd name="T13" fmla="*/ 75 h 135"/>
                <a:gd name="T14" fmla="*/ 70 w 85"/>
                <a:gd name="T15" fmla="*/ 72 h 135"/>
                <a:gd name="T16" fmla="*/ 71 w 85"/>
                <a:gd name="T17" fmla="*/ 70 h 135"/>
                <a:gd name="T18" fmla="*/ 70 w 85"/>
                <a:gd name="T19" fmla="*/ 64 h 135"/>
                <a:gd name="T20" fmla="*/ 73 w 85"/>
                <a:gd name="T21" fmla="*/ 59 h 135"/>
                <a:gd name="T22" fmla="*/ 65 w 85"/>
                <a:gd name="T23" fmla="*/ 47 h 135"/>
                <a:gd name="T24" fmla="*/ 68 w 85"/>
                <a:gd name="T25" fmla="*/ 42 h 135"/>
                <a:gd name="T26" fmla="*/ 73 w 85"/>
                <a:gd name="T27" fmla="*/ 36 h 135"/>
                <a:gd name="T28" fmla="*/ 67 w 85"/>
                <a:gd name="T29" fmla="*/ 30 h 135"/>
                <a:gd name="T30" fmla="*/ 62 w 85"/>
                <a:gd name="T31" fmla="*/ 27 h 135"/>
                <a:gd name="T32" fmla="*/ 61 w 85"/>
                <a:gd name="T33" fmla="*/ 23 h 135"/>
                <a:gd name="T34" fmla="*/ 62 w 85"/>
                <a:gd name="T35" fmla="*/ 19 h 135"/>
                <a:gd name="T36" fmla="*/ 65 w 85"/>
                <a:gd name="T37" fmla="*/ 16 h 135"/>
                <a:gd name="T38" fmla="*/ 67 w 85"/>
                <a:gd name="T39" fmla="*/ 13 h 135"/>
                <a:gd name="T40" fmla="*/ 67 w 85"/>
                <a:gd name="T41" fmla="*/ 9 h 135"/>
                <a:gd name="T42" fmla="*/ 58 w 85"/>
                <a:gd name="T43" fmla="*/ 3 h 135"/>
                <a:gd name="T44" fmla="*/ 52 w 85"/>
                <a:gd name="T45" fmla="*/ 3 h 135"/>
                <a:gd name="T46" fmla="*/ 44 w 85"/>
                <a:gd name="T47" fmla="*/ 5 h 135"/>
                <a:gd name="T48" fmla="*/ 39 w 85"/>
                <a:gd name="T49" fmla="*/ 10 h 135"/>
                <a:gd name="T50" fmla="*/ 37 w 85"/>
                <a:gd name="T51" fmla="*/ 17 h 135"/>
                <a:gd name="T52" fmla="*/ 34 w 85"/>
                <a:gd name="T53" fmla="*/ 22 h 135"/>
                <a:gd name="T54" fmla="*/ 29 w 85"/>
                <a:gd name="T55" fmla="*/ 21 h 135"/>
                <a:gd name="T56" fmla="*/ 23 w 85"/>
                <a:gd name="T57" fmla="*/ 20 h 135"/>
                <a:gd name="T58" fmla="*/ 14 w 85"/>
                <a:gd name="T59" fmla="*/ 20 h 135"/>
                <a:gd name="T60" fmla="*/ 6 w 85"/>
                <a:gd name="T61" fmla="*/ 13 h 135"/>
                <a:gd name="T62" fmla="*/ 0 w 85"/>
                <a:gd name="T63" fmla="*/ 17 h 135"/>
                <a:gd name="T64" fmla="*/ 9 w 85"/>
                <a:gd name="T65" fmla="*/ 24 h 135"/>
                <a:gd name="T66" fmla="*/ 21 w 85"/>
                <a:gd name="T67" fmla="*/ 31 h 135"/>
                <a:gd name="T68" fmla="*/ 21 w 85"/>
                <a:gd name="T69" fmla="*/ 38 h 135"/>
                <a:gd name="T70" fmla="*/ 23 w 85"/>
                <a:gd name="T71" fmla="*/ 45 h 135"/>
                <a:gd name="T72" fmla="*/ 23 w 85"/>
                <a:gd name="T73" fmla="*/ 52 h 135"/>
                <a:gd name="T74" fmla="*/ 24 w 85"/>
                <a:gd name="T75" fmla="*/ 57 h 135"/>
                <a:gd name="T76" fmla="*/ 25 w 85"/>
                <a:gd name="T77" fmla="*/ 61 h 135"/>
                <a:gd name="T78" fmla="*/ 32 w 85"/>
                <a:gd name="T79" fmla="*/ 63 h 135"/>
                <a:gd name="T80" fmla="*/ 34 w 85"/>
                <a:gd name="T81" fmla="*/ 69 h 135"/>
                <a:gd name="T82" fmla="*/ 33 w 85"/>
                <a:gd name="T83" fmla="*/ 72 h 135"/>
                <a:gd name="T84" fmla="*/ 29 w 85"/>
                <a:gd name="T85" fmla="*/ 76 h 135"/>
                <a:gd name="T86" fmla="*/ 20 w 85"/>
                <a:gd name="T87" fmla="*/ 84 h 135"/>
                <a:gd name="T88" fmla="*/ 16 w 85"/>
                <a:gd name="T89" fmla="*/ 88 h 135"/>
                <a:gd name="T90" fmla="*/ 11 w 85"/>
                <a:gd name="T91" fmla="*/ 92 h 135"/>
                <a:gd name="T92" fmla="*/ 6 w 85"/>
                <a:gd name="T93" fmla="*/ 95 h 135"/>
                <a:gd name="T94" fmla="*/ 2 w 85"/>
                <a:gd name="T95" fmla="*/ 100 h 135"/>
                <a:gd name="T96" fmla="*/ 3 w 85"/>
                <a:gd name="T97" fmla="*/ 104 h 135"/>
                <a:gd name="T98" fmla="*/ 3 w 85"/>
                <a:gd name="T99" fmla="*/ 110 h 135"/>
                <a:gd name="T100" fmla="*/ 5 w 85"/>
                <a:gd name="T101" fmla="*/ 119 h 135"/>
                <a:gd name="T102" fmla="*/ 3 w 85"/>
                <a:gd name="T103" fmla="*/ 127 h 135"/>
                <a:gd name="T104" fmla="*/ 10 w 85"/>
                <a:gd name="T105" fmla="*/ 130 h 135"/>
                <a:gd name="T106" fmla="*/ 15 w 85"/>
                <a:gd name="T107" fmla="*/ 133 h 135"/>
                <a:gd name="T108" fmla="*/ 24 w 85"/>
                <a:gd name="T109" fmla="*/ 135 h 135"/>
                <a:gd name="T110" fmla="*/ 49 w 85"/>
                <a:gd name="T111" fmla="*/ 129 h 135"/>
                <a:gd name="T112" fmla="*/ 56 w 85"/>
                <a:gd name="T113" fmla="*/ 128 h 135"/>
                <a:gd name="T114" fmla="*/ 60 w 85"/>
                <a:gd name="T115" fmla="*/ 123 h 135"/>
                <a:gd name="T116" fmla="*/ 72 w 85"/>
                <a:gd name="T117" fmla="*/ 11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5" h="135">
                  <a:moveTo>
                    <a:pt x="72" y="113"/>
                  </a:moveTo>
                  <a:cubicBezTo>
                    <a:pt x="74" y="109"/>
                    <a:pt x="83" y="106"/>
                    <a:pt x="84" y="102"/>
                  </a:cubicBezTo>
                  <a:cubicBezTo>
                    <a:pt x="85" y="100"/>
                    <a:pt x="85" y="99"/>
                    <a:pt x="82" y="96"/>
                  </a:cubicBezTo>
                  <a:cubicBezTo>
                    <a:pt x="79" y="92"/>
                    <a:pt x="72" y="90"/>
                    <a:pt x="72" y="88"/>
                  </a:cubicBezTo>
                  <a:cubicBezTo>
                    <a:pt x="71" y="86"/>
                    <a:pt x="77" y="86"/>
                    <a:pt x="77" y="83"/>
                  </a:cubicBezTo>
                  <a:cubicBezTo>
                    <a:pt x="76" y="81"/>
                    <a:pt x="74" y="81"/>
                    <a:pt x="72" y="79"/>
                  </a:cubicBezTo>
                  <a:cubicBezTo>
                    <a:pt x="71" y="77"/>
                    <a:pt x="74" y="76"/>
                    <a:pt x="74" y="75"/>
                  </a:cubicBezTo>
                  <a:cubicBezTo>
                    <a:pt x="73" y="74"/>
                    <a:pt x="70" y="74"/>
                    <a:pt x="70" y="72"/>
                  </a:cubicBezTo>
                  <a:cubicBezTo>
                    <a:pt x="69" y="71"/>
                    <a:pt x="72" y="71"/>
                    <a:pt x="71" y="70"/>
                  </a:cubicBezTo>
                  <a:cubicBezTo>
                    <a:pt x="71" y="69"/>
                    <a:pt x="69" y="66"/>
                    <a:pt x="70" y="64"/>
                  </a:cubicBezTo>
                  <a:cubicBezTo>
                    <a:pt x="72" y="62"/>
                    <a:pt x="76" y="64"/>
                    <a:pt x="73" y="59"/>
                  </a:cubicBezTo>
                  <a:cubicBezTo>
                    <a:pt x="70" y="54"/>
                    <a:pt x="66" y="48"/>
                    <a:pt x="65" y="47"/>
                  </a:cubicBezTo>
                  <a:cubicBezTo>
                    <a:pt x="64" y="45"/>
                    <a:pt x="66" y="43"/>
                    <a:pt x="68" y="42"/>
                  </a:cubicBezTo>
                  <a:cubicBezTo>
                    <a:pt x="69" y="41"/>
                    <a:pt x="73" y="38"/>
                    <a:pt x="73" y="36"/>
                  </a:cubicBezTo>
                  <a:cubicBezTo>
                    <a:pt x="73" y="35"/>
                    <a:pt x="68" y="31"/>
                    <a:pt x="67" y="30"/>
                  </a:cubicBezTo>
                  <a:cubicBezTo>
                    <a:pt x="66" y="30"/>
                    <a:pt x="63" y="30"/>
                    <a:pt x="62" y="27"/>
                  </a:cubicBezTo>
                  <a:cubicBezTo>
                    <a:pt x="61" y="25"/>
                    <a:pt x="60" y="24"/>
                    <a:pt x="61" y="23"/>
                  </a:cubicBezTo>
                  <a:cubicBezTo>
                    <a:pt x="62" y="21"/>
                    <a:pt x="62" y="20"/>
                    <a:pt x="62" y="19"/>
                  </a:cubicBezTo>
                  <a:cubicBezTo>
                    <a:pt x="62" y="17"/>
                    <a:pt x="65" y="18"/>
                    <a:pt x="65" y="16"/>
                  </a:cubicBezTo>
                  <a:cubicBezTo>
                    <a:pt x="65" y="15"/>
                    <a:pt x="66" y="14"/>
                    <a:pt x="67" y="13"/>
                  </a:cubicBezTo>
                  <a:cubicBezTo>
                    <a:pt x="67" y="12"/>
                    <a:pt x="67" y="10"/>
                    <a:pt x="67" y="9"/>
                  </a:cubicBezTo>
                  <a:cubicBezTo>
                    <a:pt x="66" y="7"/>
                    <a:pt x="60" y="6"/>
                    <a:pt x="58" y="3"/>
                  </a:cubicBezTo>
                  <a:cubicBezTo>
                    <a:pt x="57" y="0"/>
                    <a:pt x="53" y="2"/>
                    <a:pt x="52" y="3"/>
                  </a:cubicBezTo>
                  <a:cubicBezTo>
                    <a:pt x="51" y="5"/>
                    <a:pt x="44" y="3"/>
                    <a:pt x="44" y="5"/>
                  </a:cubicBezTo>
                  <a:cubicBezTo>
                    <a:pt x="44" y="7"/>
                    <a:pt x="39" y="8"/>
                    <a:pt x="39" y="10"/>
                  </a:cubicBezTo>
                  <a:cubicBezTo>
                    <a:pt x="39" y="13"/>
                    <a:pt x="41" y="18"/>
                    <a:pt x="37" y="17"/>
                  </a:cubicBezTo>
                  <a:cubicBezTo>
                    <a:pt x="34" y="17"/>
                    <a:pt x="36" y="19"/>
                    <a:pt x="34" y="22"/>
                  </a:cubicBezTo>
                  <a:cubicBezTo>
                    <a:pt x="32" y="25"/>
                    <a:pt x="32" y="20"/>
                    <a:pt x="29" y="21"/>
                  </a:cubicBezTo>
                  <a:cubicBezTo>
                    <a:pt x="27" y="21"/>
                    <a:pt x="24" y="18"/>
                    <a:pt x="23" y="20"/>
                  </a:cubicBezTo>
                  <a:cubicBezTo>
                    <a:pt x="22" y="22"/>
                    <a:pt x="18" y="21"/>
                    <a:pt x="14" y="20"/>
                  </a:cubicBezTo>
                  <a:cubicBezTo>
                    <a:pt x="11" y="19"/>
                    <a:pt x="9" y="14"/>
                    <a:pt x="6" y="13"/>
                  </a:cubicBezTo>
                  <a:cubicBezTo>
                    <a:pt x="4" y="13"/>
                    <a:pt x="1" y="15"/>
                    <a:pt x="0" y="17"/>
                  </a:cubicBezTo>
                  <a:cubicBezTo>
                    <a:pt x="3" y="19"/>
                    <a:pt x="5" y="22"/>
                    <a:pt x="9" y="24"/>
                  </a:cubicBezTo>
                  <a:cubicBezTo>
                    <a:pt x="13" y="26"/>
                    <a:pt x="21" y="28"/>
                    <a:pt x="21" y="31"/>
                  </a:cubicBezTo>
                  <a:cubicBezTo>
                    <a:pt x="20" y="33"/>
                    <a:pt x="19" y="37"/>
                    <a:pt x="21" y="38"/>
                  </a:cubicBezTo>
                  <a:cubicBezTo>
                    <a:pt x="23" y="39"/>
                    <a:pt x="21" y="44"/>
                    <a:pt x="23" y="45"/>
                  </a:cubicBezTo>
                  <a:cubicBezTo>
                    <a:pt x="25" y="47"/>
                    <a:pt x="24" y="52"/>
                    <a:pt x="23" y="52"/>
                  </a:cubicBezTo>
                  <a:cubicBezTo>
                    <a:pt x="21" y="52"/>
                    <a:pt x="23" y="55"/>
                    <a:pt x="24" y="57"/>
                  </a:cubicBezTo>
                  <a:cubicBezTo>
                    <a:pt x="25" y="57"/>
                    <a:pt x="25" y="59"/>
                    <a:pt x="25" y="61"/>
                  </a:cubicBezTo>
                  <a:cubicBezTo>
                    <a:pt x="28" y="61"/>
                    <a:pt x="30" y="62"/>
                    <a:pt x="32" y="63"/>
                  </a:cubicBezTo>
                  <a:cubicBezTo>
                    <a:pt x="35" y="65"/>
                    <a:pt x="34" y="67"/>
                    <a:pt x="34" y="69"/>
                  </a:cubicBezTo>
                  <a:cubicBezTo>
                    <a:pt x="35" y="72"/>
                    <a:pt x="35" y="73"/>
                    <a:pt x="33" y="72"/>
                  </a:cubicBezTo>
                  <a:cubicBezTo>
                    <a:pt x="31" y="71"/>
                    <a:pt x="30" y="72"/>
                    <a:pt x="29" y="76"/>
                  </a:cubicBezTo>
                  <a:cubicBezTo>
                    <a:pt x="28" y="79"/>
                    <a:pt x="23" y="84"/>
                    <a:pt x="20" y="84"/>
                  </a:cubicBezTo>
                  <a:cubicBezTo>
                    <a:pt x="18" y="84"/>
                    <a:pt x="18" y="87"/>
                    <a:pt x="16" y="88"/>
                  </a:cubicBezTo>
                  <a:cubicBezTo>
                    <a:pt x="13" y="88"/>
                    <a:pt x="11" y="89"/>
                    <a:pt x="11" y="92"/>
                  </a:cubicBezTo>
                  <a:cubicBezTo>
                    <a:pt x="12" y="94"/>
                    <a:pt x="8" y="95"/>
                    <a:pt x="6" y="95"/>
                  </a:cubicBezTo>
                  <a:cubicBezTo>
                    <a:pt x="4" y="95"/>
                    <a:pt x="4" y="99"/>
                    <a:pt x="2" y="100"/>
                  </a:cubicBezTo>
                  <a:cubicBezTo>
                    <a:pt x="0" y="101"/>
                    <a:pt x="1" y="102"/>
                    <a:pt x="3" y="104"/>
                  </a:cubicBezTo>
                  <a:cubicBezTo>
                    <a:pt x="4" y="107"/>
                    <a:pt x="3" y="108"/>
                    <a:pt x="3" y="110"/>
                  </a:cubicBezTo>
                  <a:cubicBezTo>
                    <a:pt x="4" y="112"/>
                    <a:pt x="7" y="115"/>
                    <a:pt x="5" y="119"/>
                  </a:cubicBezTo>
                  <a:cubicBezTo>
                    <a:pt x="3" y="123"/>
                    <a:pt x="1" y="128"/>
                    <a:pt x="3" y="127"/>
                  </a:cubicBezTo>
                  <a:cubicBezTo>
                    <a:pt x="4" y="127"/>
                    <a:pt x="8" y="131"/>
                    <a:pt x="10" y="130"/>
                  </a:cubicBezTo>
                  <a:cubicBezTo>
                    <a:pt x="12" y="130"/>
                    <a:pt x="13" y="134"/>
                    <a:pt x="15" y="133"/>
                  </a:cubicBezTo>
                  <a:cubicBezTo>
                    <a:pt x="17" y="132"/>
                    <a:pt x="17" y="135"/>
                    <a:pt x="24" y="135"/>
                  </a:cubicBezTo>
                  <a:cubicBezTo>
                    <a:pt x="30" y="135"/>
                    <a:pt x="44" y="129"/>
                    <a:pt x="49" y="129"/>
                  </a:cubicBezTo>
                  <a:cubicBezTo>
                    <a:pt x="52" y="129"/>
                    <a:pt x="54" y="129"/>
                    <a:pt x="56" y="128"/>
                  </a:cubicBezTo>
                  <a:cubicBezTo>
                    <a:pt x="57" y="127"/>
                    <a:pt x="58" y="125"/>
                    <a:pt x="60" y="123"/>
                  </a:cubicBezTo>
                  <a:cubicBezTo>
                    <a:pt x="63" y="120"/>
                    <a:pt x="70" y="118"/>
                    <a:pt x="72" y="11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90">
              <a:extLst>
                <a:ext uri="{FF2B5EF4-FFF2-40B4-BE49-F238E27FC236}">
                  <a16:creationId xmlns:a16="http://schemas.microsoft.com/office/drawing/2014/main" id="{6A08B58A-3418-4438-8AC2-A6C459E482D8}"/>
                </a:ext>
              </a:extLst>
            </p:cNvPr>
            <p:cNvSpPr>
              <a:spLocks/>
            </p:cNvSpPr>
            <p:nvPr/>
          </p:nvSpPr>
          <p:spPr bwMode="auto">
            <a:xfrm>
              <a:off x="5041901" y="2416175"/>
              <a:ext cx="427038" cy="341313"/>
            </a:xfrm>
            <a:custGeom>
              <a:avLst/>
              <a:gdLst>
                <a:gd name="T0" fmla="*/ 102 w 170"/>
                <a:gd name="T1" fmla="*/ 29 h 136"/>
                <a:gd name="T2" fmla="*/ 87 w 170"/>
                <a:gd name="T3" fmla="*/ 27 h 136"/>
                <a:gd name="T4" fmla="*/ 78 w 170"/>
                <a:gd name="T5" fmla="*/ 24 h 136"/>
                <a:gd name="T6" fmla="*/ 59 w 170"/>
                <a:gd name="T7" fmla="*/ 10 h 136"/>
                <a:gd name="T8" fmla="*/ 43 w 170"/>
                <a:gd name="T9" fmla="*/ 0 h 136"/>
                <a:gd name="T10" fmla="*/ 36 w 170"/>
                <a:gd name="T11" fmla="*/ 0 h 136"/>
                <a:gd name="T12" fmla="*/ 28 w 170"/>
                <a:gd name="T13" fmla="*/ 3 h 136"/>
                <a:gd name="T14" fmla="*/ 20 w 170"/>
                <a:gd name="T15" fmla="*/ 8 h 136"/>
                <a:gd name="T16" fmla="*/ 26 w 170"/>
                <a:gd name="T17" fmla="*/ 15 h 136"/>
                <a:gd name="T18" fmla="*/ 21 w 170"/>
                <a:gd name="T19" fmla="*/ 19 h 136"/>
                <a:gd name="T20" fmla="*/ 16 w 170"/>
                <a:gd name="T21" fmla="*/ 21 h 136"/>
                <a:gd name="T22" fmla="*/ 10 w 170"/>
                <a:gd name="T23" fmla="*/ 26 h 136"/>
                <a:gd name="T24" fmla="*/ 2 w 170"/>
                <a:gd name="T25" fmla="*/ 22 h 136"/>
                <a:gd name="T26" fmla="*/ 1 w 170"/>
                <a:gd name="T27" fmla="*/ 25 h 136"/>
                <a:gd name="T28" fmla="*/ 1 w 170"/>
                <a:gd name="T29" fmla="*/ 27 h 136"/>
                <a:gd name="T30" fmla="*/ 2 w 170"/>
                <a:gd name="T31" fmla="*/ 36 h 136"/>
                <a:gd name="T32" fmla="*/ 8 w 170"/>
                <a:gd name="T33" fmla="*/ 44 h 136"/>
                <a:gd name="T34" fmla="*/ 20 w 170"/>
                <a:gd name="T35" fmla="*/ 62 h 136"/>
                <a:gd name="T36" fmla="*/ 26 w 170"/>
                <a:gd name="T37" fmla="*/ 71 h 136"/>
                <a:gd name="T38" fmla="*/ 33 w 170"/>
                <a:gd name="T39" fmla="*/ 80 h 136"/>
                <a:gd name="T40" fmla="*/ 36 w 170"/>
                <a:gd name="T41" fmla="*/ 89 h 136"/>
                <a:gd name="T42" fmla="*/ 42 w 170"/>
                <a:gd name="T43" fmla="*/ 102 h 136"/>
                <a:gd name="T44" fmla="*/ 51 w 170"/>
                <a:gd name="T45" fmla="*/ 113 h 136"/>
                <a:gd name="T46" fmla="*/ 59 w 170"/>
                <a:gd name="T47" fmla="*/ 125 h 136"/>
                <a:gd name="T48" fmla="*/ 61 w 170"/>
                <a:gd name="T49" fmla="*/ 131 h 136"/>
                <a:gd name="T50" fmla="*/ 64 w 170"/>
                <a:gd name="T51" fmla="*/ 136 h 136"/>
                <a:gd name="T52" fmla="*/ 68 w 170"/>
                <a:gd name="T53" fmla="*/ 134 h 136"/>
                <a:gd name="T54" fmla="*/ 68 w 170"/>
                <a:gd name="T55" fmla="*/ 130 h 136"/>
                <a:gd name="T56" fmla="*/ 71 w 170"/>
                <a:gd name="T57" fmla="*/ 127 h 136"/>
                <a:gd name="T58" fmla="*/ 77 w 170"/>
                <a:gd name="T59" fmla="*/ 128 h 136"/>
                <a:gd name="T60" fmla="*/ 87 w 170"/>
                <a:gd name="T61" fmla="*/ 129 h 136"/>
                <a:gd name="T62" fmla="*/ 98 w 170"/>
                <a:gd name="T63" fmla="*/ 130 h 136"/>
                <a:gd name="T64" fmla="*/ 104 w 170"/>
                <a:gd name="T65" fmla="*/ 128 h 136"/>
                <a:gd name="T66" fmla="*/ 116 w 170"/>
                <a:gd name="T67" fmla="*/ 117 h 136"/>
                <a:gd name="T68" fmla="*/ 132 w 170"/>
                <a:gd name="T69" fmla="*/ 117 h 136"/>
                <a:gd name="T70" fmla="*/ 164 w 170"/>
                <a:gd name="T71" fmla="*/ 106 h 136"/>
                <a:gd name="T72" fmla="*/ 170 w 170"/>
                <a:gd name="T73" fmla="*/ 89 h 136"/>
                <a:gd name="T74" fmla="*/ 166 w 170"/>
                <a:gd name="T75" fmla="*/ 83 h 136"/>
                <a:gd name="T76" fmla="*/ 145 w 170"/>
                <a:gd name="T77" fmla="*/ 81 h 136"/>
                <a:gd name="T78" fmla="*/ 139 w 170"/>
                <a:gd name="T79" fmla="*/ 73 h 136"/>
                <a:gd name="T80" fmla="*/ 136 w 170"/>
                <a:gd name="T81" fmla="*/ 67 h 136"/>
                <a:gd name="T82" fmla="*/ 129 w 170"/>
                <a:gd name="T83" fmla="*/ 63 h 136"/>
                <a:gd name="T84" fmla="*/ 125 w 170"/>
                <a:gd name="T85" fmla="*/ 54 h 136"/>
                <a:gd name="T86" fmla="*/ 121 w 170"/>
                <a:gd name="T87" fmla="*/ 45 h 136"/>
                <a:gd name="T88" fmla="*/ 113 w 170"/>
                <a:gd name="T89" fmla="*/ 36 h 136"/>
                <a:gd name="T90" fmla="*/ 112 w 170"/>
                <a:gd name="T91" fmla="*/ 32 h 136"/>
                <a:gd name="T92" fmla="*/ 106 w 170"/>
                <a:gd name="T93" fmla="*/ 32 h 136"/>
                <a:gd name="T94" fmla="*/ 102 w 170"/>
                <a:gd name="T95" fmla="*/ 2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0" h="136">
                  <a:moveTo>
                    <a:pt x="102" y="29"/>
                  </a:moveTo>
                  <a:cubicBezTo>
                    <a:pt x="102" y="29"/>
                    <a:pt x="89" y="27"/>
                    <a:pt x="87" y="27"/>
                  </a:cubicBezTo>
                  <a:cubicBezTo>
                    <a:pt x="86" y="27"/>
                    <a:pt x="81" y="26"/>
                    <a:pt x="78" y="24"/>
                  </a:cubicBezTo>
                  <a:cubicBezTo>
                    <a:pt x="75" y="21"/>
                    <a:pt x="61" y="11"/>
                    <a:pt x="59" y="10"/>
                  </a:cubicBezTo>
                  <a:cubicBezTo>
                    <a:pt x="56" y="8"/>
                    <a:pt x="46" y="1"/>
                    <a:pt x="43" y="0"/>
                  </a:cubicBezTo>
                  <a:cubicBezTo>
                    <a:pt x="40" y="0"/>
                    <a:pt x="40" y="0"/>
                    <a:pt x="36" y="0"/>
                  </a:cubicBezTo>
                  <a:cubicBezTo>
                    <a:pt x="33" y="0"/>
                    <a:pt x="34" y="3"/>
                    <a:pt x="28" y="3"/>
                  </a:cubicBezTo>
                  <a:cubicBezTo>
                    <a:pt x="21" y="3"/>
                    <a:pt x="18" y="7"/>
                    <a:pt x="20" y="8"/>
                  </a:cubicBezTo>
                  <a:cubicBezTo>
                    <a:pt x="22" y="9"/>
                    <a:pt x="28" y="14"/>
                    <a:pt x="26" y="15"/>
                  </a:cubicBezTo>
                  <a:cubicBezTo>
                    <a:pt x="24" y="16"/>
                    <a:pt x="24" y="19"/>
                    <a:pt x="21" y="19"/>
                  </a:cubicBezTo>
                  <a:cubicBezTo>
                    <a:pt x="19" y="19"/>
                    <a:pt x="16" y="19"/>
                    <a:pt x="16" y="21"/>
                  </a:cubicBezTo>
                  <a:cubicBezTo>
                    <a:pt x="16" y="23"/>
                    <a:pt x="13" y="26"/>
                    <a:pt x="10" y="26"/>
                  </a:cubicBezTo>
                  <a:cubicBezTo>
                    <a:pt x="8" y="26"/>
                    <a:pt x="4" y="24"/>
                    <a:pt x="2" y="22"/>
                  </a:cubicBezTo>
                  <a:cubicBezTo>
                    <a:pt x="1" y="25"/>
                    <a:pt x="1" y="25"/>
                    <a:pt x="1" y="25"/>
                  </a:cubicBezTo>
                  <a:cubicBezTo>
                    <a:pt x="1" y="27"/>
                    <a:pt x="1" y="27"/>
                    <a:pt x="1" y="27"/>
                  </a:cubicBezTo>
                  <a:cubicBezTo>
                    <a:pt x="1" y="28"/>
                    <a:pt x="0" y="35"/>
                    <a:pt x="2" y="36"/>
                  </a:cubicBezTo>
                  <a:cubicBezTo>
                    <a:pt x="4" y="37"/>
                    <a:pt x="5" y="40"/>
                    <a:pt x="8" y="44"/>
                  </a:cubicBezTo>
                  <a:cubicBezTo>
                    <a:pt x="12" y="48"/>
                    <a:pt x="20" y="59"/>
                    <a:pt x="20" y="62"/>
                  </a:cubicBezTo>
                  <a:cubicBezTo>
                    <a:pt x="20" y="65"/>
                    <a:pt x="21" y="68"/>
                    <a:pt x="26" y="71"/>
                  </a:cubicBezTo>
                  <a:cubicBezTo>
                    <a:pt x="31" y="74"/>
                    <a:pt x="31" y="78"/>
                    <a:pt x="33" y="80"/>
                  </a:cubicBezTo>
                  <a:cubicBezTo>
                    <a:pt x="36" y="82"/>
                    <a:pt x="35" y="84"/>
                    <a:pt x="36" y="89"/>
                  </a:cubicBezTo>
                  <a:cubicBezTo>
                    <a:pt x="36" y="94"/>
                    <a:pt x="38" y="100"/>
                    <a:pt x="42" y="102"/>
                  </a:cubicBezTo>
                  <a:cubicBezTo>
                    <a:pt x="46" y="105"/>
                    <a:pt x="49" y="108"/>
                    <a:pt x="51" y="113"/>
                  </a:cubicBezTo>
                  <a:cubicBezTo>
                    <a:pt x="53" y="118"/>
                    <a:pt x="56" y="122"/>
                    <a:pt x="59" y="125"/>
                  </a:cubicBezTo>
                  <a:cubicBezTo>
                    <a:pt x="61" y="128"/>
                    <a:pt x="60" y="129"/>
                    <a:pt x="61" y="131"/>
                  </a:cubicBezTo>
                  <a:cubicBezTo>
                    <a:pt x="62" y="132"/>
                    <a:pt x="63" y="134"/>
                    <a:pt x="64" y="136"/>
                  </a:cubicBezTo>
                  <a:cubicBezTo>
                    <a:pt x="66" y="135"/>
                    <a:pt x="68" y="134"/>
                    <a:pt x="68" y="134"/>
                  </a:cubicBezTo>
                  <a:cubicBezTo>
                    <a:pt x="68" y="133"/>
                    <a:pt x="67" y="131"/>
                    <a:pt x="68" y="130"/>
                  </a:cubicBezTo>
                  <a:cubicBezTo>
                    <a:pt x="68" y="129"/>
                    <a:pt x="70" y="127"/>
                    <a:pt x="71" y="127"/>
                  </a:cubicBezTo>
                  <a:cubicBezTo>
                    <a:pt x="72" y="126"/>
                    <a:pt x="74" y="128"/>
                    <a:pt x="77" y="128"/>
                  </a:cubicBezTo>
                  <a:cubicBezTo>
                    <a:pt x="80" y="127"/>
                    <a:pt x="86" y="128"/>
                    <a:pt x="87" y="129"/>
                  </a:cubicBezTo>
                  <a:cubicBezTo>
                    <a:pt x="88" y="129"/>
                    <a:pt x="96" y="129"/>
                    <a:pt x="98" y="130"/>
                  </a:cubicBezTo>
                  <a:cubicBezTo>
                    <a:pt x="100" y="132"/>
                    <a:pt x="102" y="131"/>
                    <a:pt x="104" y="128"/>
                  </a:cubicBezTo>
                  <a:cubicBezTo>
                    <a:pt x="105" y="125"/>
                    <a:pt x="115" y="118"/>
                    <a:pt x="116" y="117"/>
                  </a:cubicBezTo>
                  <a:cubicBezTo>
                    <a:pt x="117" y="117"/>
                    <a:pt x="128" y="117"/>
                    <a:pt x="132" y="117"/>
                  </a:cubicBezTo>
                  <a:cubicBezTo>
                    <a:pt x="136" y="116"/>
                    <a:pt x="163" y="107"/>
                    <a:pt x="164" y="106"/>
                  </a:cubicBezTo>
                  <a:cubicBezTo>
                    <a:pt x="165" y="105"/>
                    <a:pt x="170" y="91"/>
                    <a:pt x="170" y="89"/>
                  </a:cubicBezTo>
                  <a:cubicBezTo>
                    <a:pt x="170" y="88"/>
                    <a:pt x="168" y="83"/>
                    <a:pt x="166" y="83"/>
                  </a:cubicBezTo>
                  <a:cubicBezTo>
                    <a:pt x="164" y="84"/>
                    <a:pt x="147" y="82"/>
                    <a:pt x="145" y="81"/>
                  </a:cubicBezTo>
                  <a:cubicBezTo>
                    <a:pt x="145" y="81"/>
                    <a:pt x="140" y="77"/>
                    <a:pt x="139" y="73"/>
                  </a:cubicBezTo>
                  <a:cubicBezTo>
                    <a:pt x="138" y="72"/>
                    <a:pt x="137" y="69"/>
                    <a:pt x="136" y="67"/>
                  </a:cubicBezTo>
                  <a:cubicBezTo>
                    <a:pt x="134" y="68"/>
                    <a:pt x="131" y="67"/>
                    <a:pt x="129" y="63"/>
                  </a:cubicBezTo>
                  <a:cubicBezTo>
                    <a:pt x="128" y="62"/>
                    <a:pt x="124" y="56"/>
                    <a:pt x="125" y="54"/>
                  </a:cubicBezTo>
                  <a:cubicBezTo>
                    <a:pt x="127" y="52"/>
                    <a:pt x="124" y="48"/>
                    <a:pt x="121" y="45"/>
                  </a:cubicBezTo>
                  <a:cubicBezTo>
                    <a:pt x="119" y="43"/>
                    <a:pt x="114" y="39"/>
                    <a:pt x="113" y="36"/>
                  </a:cubicBezTo>
                  <a:cubicBezTo>
                    <a:pt x="113" y="35"/>
                    <a:pt x="113" y="34"/>
                    <a:pt x="112" y="32"/>
                  </a:cubicBezTo>
                  <a:cubicBezTo>
                    <a:pt x="106" y="32"/>
                    <a:pt x="106" y="32"/>
                    <a:pt x="106" y="32"/>
                  </a:cubicBezTo>
                  <a:lnTo>
                    <a:pt x="102" y="29"/>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91">
              <a:extLst>
                <a:ext uri="{FF2B5EF4-FFF2-40B4-BE49-F238E27FC236}">
                  <a16:creationId xmlns:a16="http://schemas.microsoft.com/office/drawing/2014/main" id="{05D06F10-3A98-48C9-B535-0592CA1ED3F6}"/>
                </a:ext>
              </a:extLst>
            </p:cNvPr>
            <p:cNvSpPr>
              <a:spLocks/>
            </p:cNvSpPr>
            <p:nvPr/>
          </p:nvSpPr>
          <p:spPr bwMode="auto">
            <a:xfrm>
              <a:off x="5394326" y="2574925"/>
              <a:ext cx="160338" cy="180975"/>
            </a:xfrm>
            <a:custGeom>
              <a:avLst/>
              <a:gdLst>
                <a:gd name="T0" fmla="*/ 32 w 64"/>
                <a:gd name="T1" fmla="*/ 1 h 72"/>
                <a:gd name="T2" fmla="*/ 32 w 64"/>
                <a:gd name="T3" fmla="*/ 7 h 72"/>
                <a:gd name="T4" fmla="*/ 27 w 64"/>
                <a:gd name="T5" fmla="*/ 14 h 72"/>
                <a:gd name="T6" fmla="*/ 24 w 64"/>
                <a:gd name="T7" fmla="*/ 20 h 72"/>
                <a:gd name="T8" fmla="*/ 26 w 64"/>
                <a:gd name="T9" fmla="*/ 20 h 72"/>
                <a:gd name="T10" fmla="*/ 30 w 64"/>
                <a:gd name="T11" fmla="*/ 26 h 72"/>
                <a:gd name="T12" fmla="*/ 24 w 64"/>
                <a:gd name="T13" fmla="*/ 43 h 72"/>
                <a:gd name="T14" fmla="*/ 0 w 64"/>
                <a:gd name="T15" fmla="*/ 51 h 72"/>
                <a:gd name="T16" fmla="*/ 10 w 64"/>
                <a:gd name="T17" fmla="*/ 72 h 72"/>
                <a:gd name="T18" fmla="*/ 12 w 64"/>
                <a:gd name="T19" fmla="*/ 71 h 72"/>
                <a:gd name="T20" fmla="*/ 25 w 64"/>
                <a:gd name="T21" fmla="*/ 68 h 72"/>
                <a:gd name="T22" fmla="*/ 28 w 64"/>
                <a:gd name="T23" fmla="*/ 62 h 72"/>
                <a:gd name="T24" fmla="*/ 37 w 64"/>
                <a:gd name="T25" fmla="*/ 61 h 72"/>
                <a:gd name="T26" fmla="*/ 42 w 64"/>
                <a:gd name="T27" fmla="*/ 53 h 72"/>
                <a:gd name="T28" fmla="*/ 47 w 64"/>
                <a:gd name="T29" fmla="*/ 51 h 72"/>
                <a:gd name="T30" fmla="*/ 50 w 64"/>
                <a:gd name="T31" fmla="*/ 40 h 72"/>
                <a:gd name="T32" fmla="*/ 56 w 64"/>
                <a:gd name="T33" fmla="*/ 35 h 72"/>
                <a:gd name="T34" fmla="*/ 63 w 64"/>
                <a:gd name="T35" fmla="*/ 26 h 72"/>
                <a:gd name="T36" fmla="*/ 62 w 64"/>
                <a:gd name="T37" fmla="*/ 22 h 72"/>
                <a:gd name="T38" fmla="*/ 55 w 64"/>
                <a:gd name="T39" fmla="*/ 13 h 72"/>
                <a:gd name="T40" fmla="*/ 42 w 64"/>
                <a:gd name="T41" fmla="*/ 8 h 72"/>
                <a:gd name="T42" fmla="*/ 38 w 64"/>
                <a:gd name="T43" fmla="*/ 0 h 72"/>
                <a:gd name="T44" fmla="*/ 35 w 64"/>
                <a:gd name="T45" fmla="*/ 1 h 72"/>
                <a:gd name="T46" fmla="*/ 32 w 64"/>
                <a:gd name="T47" fmla="*/ 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2">
                  <a:moveTo>
                    <a:pt x="32" y="1"/>
                  </a:moveTo>
                  <a:cubicBezTo>
                    <a:pt x="32" y="7"/>
                    <a:pt x="32" y="7"/>
                    <a:pt x="32" y="7"/>
                  </a:cubicBezTo>
                  <a:cubicBezTo>
                    <a:pt x="27" y="14"/>
                    <a:pt x="27" y="14"/>
                    <a:pt x="27" y="14"/>
                  </a:cubicBezTo>
                  <a:cubicBezTo>
                    <a:pt x="24" y="20"/>
                    <a:pt x="24" y="20"/>
                    <a:pt x="24" y="20"/>
                  </a:cubicBezTo>
                  <a:cubicBezTo>
                    <a:pt x="25" y="20"/>
                    <a:pt x="25" y="21"/>
                    <a:pt x="26" y="20"/>
                  </a:cubicBezTo>
                  <a:cubicBezTo>
                    <a:pt x="28" y="20"/>
                    <a:pt x="30" y="25"/>
                    <a:pt x="30" y="26"/>
                  </a:cubicBezTo>
                  <a:cubicBezTo>
                    <a:pt x="30" y="28"/>
                    <a:pt x="25" y="42"/>
                    <a:pt x="24" y="43"/>
                  </a:cubicBezTo>
                  <a:cubicBezTo>
                    <a:pt x="23" y="44"/>
                    <a:pt x="9" y="48"/>
                    <a:pt x="0" y="51"/>
                  </a:cubicBezTo>
                  <a:cubicBezTo>
                    <a:pt x="2" y="56"/>
                    <a:pt x="6" y="64"/>
                    <a:pt x="10" y="72"/>
                  </a:cubicBezTo>
                  <a:cubicBezTo>
                    <a:pt x="10" y="71"/>
                    <a:pt x="11" y="71"/>
                    <a:pt x="12" y="71"/>
                  </a:cubicBezTo>
                  <a:cubicBezTo>
                    <a:pt x="16" y="68"/>
                    <a:pt x="21" y="69"/>
                    <a:pt x="25" y="68"/>
                  </a:cubicBezTo>
                  <a:cubicBezTo>
                    <a:pt x="28" y="67"/>
                    <a:pt x="25" y="65"/>
                    <a:pt x="28" y="62"/>
                  </a:cubicBezTo>
                  <a:cubicBezTo>
                    <a:pt x="31" y="60"/>
                    <a:pt x="35" y="61"/>
                    <a:pt x="37" y="61"/>
                  </a:cubicBezTo>
                  <a:cubicBezTo>
                    <a:pt x="38" y="60"/>
                    <a:pt x="39" y="54"/>
                    <a:pt x="42" y="53"/>
                  </a:cubicBezTo>
                  <a:cubicBezTo>
                    <a:pt x="44" y="52"/>
                    <a:pt x="47" y="53"/>
                    <a:pt x="47" y="51"/>
                  </a:cubicBezTo>
                  <a:cubicBezTo>
                    <a:pt x="47" y="48"/>
                    <a:pt x="47" y="40"/>
                    <a:pt x="50" y="40"/>
                  </a:cubicBezTo>
                  <a:cubicBezTo>
                    <a:pt x="52" y="39"/>
                    <a:pt x="56" y="37"/>
                    <a:pt x="56" y="35"/>
                  </a:cubicBezTo>
                  <a:cubicBezTo>
                    <a:pt x="56" y="34"/>
                    <a:pt x="61" y="29"/>
                    <a:pt x="63" y="26"/>
                  </a:cubicBezTo>
                  <a:cubicBezTo>
                    <a:pt x="64" y="23"/>
                    <a:pt x="64" y="22"/>
                    <a:pt x="62" y="22"/>
                  </a:cubicBezTo>
                  <a:cubicBezTo>
                    <a:pt x="60" y="21"/>
                    <a:pt x="56" y="15"/>
                    <a:pt x="55" y="13"/>
                  </a:cubicBezTo>
                  <a:cubicBezTo>
                    <a:pt x="54" y="11"/>
                    <a:pt x="48" y="12"/>
                    <a:pt x="42" y="8"/>
                  </a:cubicBezTo>
                  <a:cubicBezTo>
                    <a:pt x="40" y="6"/>
                    <a:pt x="38" y="3"/>
                    <a:pt x="38" y="0"/>
                  </a:cubicBezTo>
                  <a:cubicBezTo>
                    <a:pt x="35" y="1"/>
                    <a:pt x="35" y="1"/>
                    <a:pt x="35" y="1"/>
                  </a:cubicBezTo>
                  <a:lnTo>
                    <a:pt x="32" y="1"/>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92">
              <a:extLst>
                <a:ext uri="{FF2B5EF4-FFF2-40B4-BE49-F238E27FC236}">
                  <a16:creationId xmlns:a16="http://schemas.microsoft.com/office/drawing/2014/main" id="{8A2AF767-3D41-42C1-8377-9377CAFA6D18}"/>
                </a:ext>
              </a:extLst>
            </p:cNvPr>
            <p:cNvSpPr>
              <a:spLocks/>
            </p:cNvSpPr>
            <p:nvPr/>
          </p:nvSpPr>
          <p:spPr bwMode="auto">
            <a:xfrm>
              <a:off x="5367338" y="2551113"/>
              <a:ext cx="23813" cy="34925"/>
            </a:xfrm>
            <a:custGeom>
              <a:avLst/>
              <a:gdLst>
                <a:gd name="T0" fmla="*/ 7 w 10"/>
                <a:gd name="T1" fmla="*/ 13 h 14"/>
                <a:gd name="T2" fmla="*/ 7 w 10"/>
                <a:gd name="T3" fmla="*/ 11 h 14"/>
                <a:gd name="T4" fmla="*/ 6 w 10"/>
                <a:gd name="T5" fmla="*/ 1 h 14"/>
                <a:gd name="T6" fmla="*/ 1 w 10"/>
                <a:gd name="T7" fmla="*/ 9 h 14"/>
                <a:gd name="T8" fmla="*/ 0 w 10"/>
                <a:gd name="T9" fmla="*/ 9 h 14"/>
                <a:gd name="T10" fmla="*/ 7 w 10"/>
                <a:gd name="T11" fmla="*/ 13 h 14"/>
              </a:gdLst>
              <a:ahLst/>
              <a:cxnLst>
                <a:cxn ang="0">
                  <a:pos x="T0" y="T1"/>
                </a:cxn>
                <a:cxn ang="0">
                  <a:pos x="T2" y="T3"/>
                </a:cxn>
                <a:cxn ang="0">
                  <a:pos x="T4" y="T5"/>
                </a:cxn>
                <a:cxn ang="0">
                  <a:pos x="T6" y="T7"/>
                </a:cxn>
                <a:cxn ang="0">
                  <a:pos x="T8" y="T9"/>
                </a:cxn>
                <a:cxn ang="0">
                  <a:pos x="T10" y="T11"/>
                </a:cxn>
              </a:cxnLst>
              <a:rect l="0" t="0" r="r" b="b"/>
              <a:pathLst>
                <a:path w="10" h="14">
                  <a:moveTo>
                    <a:pt x="7" y="13"/>
                  </a:moveTo>
                  <a:cubicBezTo>
                    <a:pt x="7" y="13"/>
                    <a:pt x="7" y="12"/>
                    <a:pt x="7" y="11"/>
                  </a:cubicBezTo>
                  <a:cubicBezTo>
                    <a:pt x="9" y="9"/>
                    <a:pt x="10" y="2"/>
                    <a:pt x="6" y="1"/>
                  </a:cubicBezTo>
                  <a:cubicBezTo>
                    <a:pt x="3" y="0"/>
                    <a:pt x="1" y="7"/>
                    <a:pt x="1" y="9"/>
                  </a:cubicBezTo>
                  <a:cubicBezTo>
                    <a:pt x="1" y="9"/>
                    <a:pt x="1" y="9"/>
                    <a:pt x="0" y="9"/>
                  </a:cubicBezTo>
                  <a:cubicBezTo>
                    <a:pt x="2" y="13"/>
                    <a:pt x="5" y="14"/>
                    <a:pt x="7" y="1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93">
              <a:extLst>
                <a:ext uri="{FF2B5EF4-FFF2-40B4-BE49-F238E27FC236}">
                  <a16:creationId xmlns:a16="http://schemas.microsoft.com/office/drawing/2014/main" id="{95A4CDA9-DE0F-4458-A6F6-E52E0752F820}"/>
                </a:ext>
              </a:extLst>
            </p:cNvPr>
            <p:cNvSpPr>
              <a:spLocks/>
            </p:cNvSpPr>
            <p:nvPr/>
          </p:nvSpPr>
          <p:spPr bwMode="auto">
            <a:xfrm>
              <a:off x="5391151" y="2546350"/>
              <a:ext cx="98425" cy="77788"/>
            </a:xfrm>
            <a:custGeom>
              <a:avLst/>
              <a:gdLst>
                <a:gd name="T0" fmla="*/ 6 w 39"/>
                <a:gd name="T1" fmla="*/ 29 h 31"/>
                <a:gd name="T2" fmla="*/ 25 w 39"/>
                <a:gd name="T3" fmla="*/ 31 h 31"/>
                <a:gd name="T4" fmla="*/ 28 w 39"/>
                <a:gd name="T5" fmla="*/ 25 h 31"/>
                <a:gd name="T6" fmla="*/ 33 w 39"/>
                <a:gd name="T7" fmla="*/ 18 h 31"/>
                <a:gd name="T8" fmla="*/ 33 w 39"/>
                <a:gd name="T9" fmla="*/ 12 h 31"/>
                <a:gd name="T10" fmla="*/ 36 w 39"/>
                <a:gd name="T11" fmla="*/ 12 h 31"/>
                <a:gd name="T12" fmla="*/ 39 w 39"/>
                <a:gd name="T13" fmla="*/ 11 h 31"/>
                <a:gd name="T14" fmla="*/ 36 w 39"/>
                <a:gd name="T15" fmla="*/ 1 h 31"/>
                <a:gd name="T16" fmla="*/ 27 w 39"/>
                <a:gd name="T17" fmla="*/ 11 h 31"/>
                <a:gd name="T18" fmla="*/ 12 w 39"/>
                <a:gd name="T19" fmla="*/ 19 h 31"/>
                <a:gd name="T20" fmla="*/ 2 w 39"/>
                <a:gd name="T21" fmla="*/ 21 h 31"/>
                <a:gd name="T22" fmla="*/ 0 w 39"/>
                <a:gd name="T23" fmla="*/ 21 h 31"/>
                <a:gd name="T24" fmla="*/ 6 w 39"/>
                <a:gd name="T25"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31">
                  <a:moveTo>
                    <a:pt x="6" y="29"/>
                  </a:moveTo>
                  <a:cubicBezTo>
                    <a:pt x="7" y="30"/>
                    <a:pt x="20" y="31"/>
                    <a:pt x="25" y="31"/>
                  </a:cubicBezTo>
                  <a:cubicBezTo>
                    <a:pt x="28" y="25"/>
                    <a:pt x="28" y="25"/>
                    <a:pt x="28" y="25"/>
                  </a:cubicBezTo>
                  <a:cubicBezTo>
                    <a:pt x="33" y="18"/>
                    <a:pt x="33" y="18"/>
                    <a:pt x="33" y="18"/>
                  </a:cubicBezTo>
                  <a:cubicBezTo>
                    <a:pt x="33" y="12"/>
                    <a:pt x="33" y="12"/>
                    <a:pt x="33" y="12"/>
                  </a:cubicBezTo>
                  <a:cubicBezTo>
                    <a:pt x="36" y="12"/>
                    <a:pt x="36" y="12"/>
                    <a:pt x="36" y="12"/>
                  </a:cubicBezTo>
                  <a:cubicBezTo>
                    <a:pt x="39" y="11"/>
                    <a:pt x="39" y="11"/>
                    <a:pt x="39" y="11"/>
                  </a:cubicBezTo>
                  <a:cubicBezTo>
                    <a:pt x="37" y="6"/>
                    <a:pt x="37" y="1"/>
                    <a:pt x="36" y="1"/>
                  </a:cubicBezTo>
                  <a:cubicBezTo>
                    <a:pt x="35" y="0"/>
                    <a:pt x="29" y="7"/>
                    <a:pt x="27" y="11"/>
                  </a:cubicBezTo>
                  <a:cubicBezTo>
                    <a:pt x="24" y="16"/>
                    <a:pt x="18" y="20"/>
                    <a:pt x="12" y="19"/>
                  </a:cubicBezTo>
                  <a:cubicBezTo>
                    <a:pt x="6" y="17"/>
                    <a:pt x="4" y="20"/>
                    <a:pt x="2" y="21"/>
                  </a:cubicBezTo>
                  <a:cubicBezTo>
                    <a:pt x="2" y="21"/>
                    <a:pt x="1" y="21"/>
                    <a:pt x="0" y="21"/>
                  </a:cubicBezTo>
                  <a:cubicBezTo>
                    <a:pt x="1" y="25"/>
                    <a:pt x="6" y="29"/>
                    <a:pt x="6" y="2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3" name="Freeform 94">
              <a:extLst>
                <a:ext uri="{FF2B5EF4-FFF2-40B4-BE49-F238E27FC236}">
                  <a16:creationId xmlns:a16="http://schemas.microsoft.com/office/drawing/2014/main" id="{2DF6FA2A-01DC-4FBB-9DCB-56D9A32B19DB}"/>
                </a:ext>
              </a:extLst>
            </p:cNvPr>
            <p:cNvSpPr>
              <a:spLocks noEditPoints="1"/>
            </p:cNvSpPr>
            <p:nvPr/>
          </p:nvSpPr>
          <p:spPr bwMode="auto">
            <a:xfrm>
              <a:off x="6346826" y="2962275"/>
              <a:ext cx="395288" cy="120650"/>
            </a:xfrm>
            <a:custGeom>
              <a:avLst/>
              <a:gdLst>
                <a:gd name="T0" fmla="*/ 29 w 157"/>
                <a:gd name="T1" fmla="*/ 17 h 48"/>
                <a:gd name="T2" fmla="*/ 22 w 157"/>
                <a:gd name="T3" fmla="*/ 9 h 48"/>
                <a:gd name="T4" fmla="*/ 19 w 157"/>
                <a:gd name="T5" fmla="*/ 5 h 48"/>
                <a:gd name="T6" fmla="*/ 18 w 157"/>
                <a:gd name="T7" fmla="*/ 4 h 48"/>
                <a:gd name="T8" fmla="*/ 15 w 157"/>
                <a:gd name="T9" fmla="*/ 7 h 48"/>
                <a:gd name="T10" fmla="*/ 9 w 157"/>
                <a:gd name="T11" fmla="*/ 6 h 48"/>
                <a:gd name="T12" fmla="*/ 5 w 157"/>
                <a:gd name="T13" fmla="*/ 1 h 48"/>
                <a:gd name="T14" fmla="*/ 0 w 157"/>
                <a:gd name="T15" fmla="*/ 1 h 48"/>
                <a:gd name="T16" fmla="*/ 3 w 157"/>
                <a:gd name="T17" fmla="*/ 13 h 48"/>
                <a:gd name="T18" fmla="*/ 11 w 157"/>
                <a:gd name="T19" fmla="*/ 29 h 48"/>
                <a:gd name="T20" fmla="*/ 19 w 157"/>
                <a:gd name="T21" fmla="*/ 36 h 48"/>
                <a:gd name="T22" fmla="*/ 34 w 157"/>
                <a:gd name="T23" fmla="*/ 44 h 48"/>
                <a:gd name="T24" fmla="*/ 29 w 157"/>
                <a:gd name="T25" fmla="*/ 33 h 48"/>
                <a:gd name="T26" fmla="*/ 29 w 157"/>
                <a:gd name="T27" fmla="*/ 17 h 48"/>
                <a:gd name="T28" fmla="*/ 150 w 157"/>
                <a:gd name="T29" fmla="*/ 8 h 48"/>
                <a:gd name="T30" fmla="*/ 143 w 157"/>
                <a:gd name="T31" fmla="*/ 6 h 48"/>
                <a:gd name="T32" fmla="*/ 136 w 157"/>
                <a:gd name="T33" fmla="*/ 0 h 48"/>
                <a:gd name="T34" fmla="*/ 129 w 157"/>
                <a:gd name="T35" fmla="*/ 8 h 48"/>
                <a:gd name="T36" fmla="*/ 125 w 157"/>
                <a:gd name="T37" fmla="*/ 14 h 48"/>
                <a:gd name="T38" fmla="*/ 123 w 157"/>
                <a:gd name="T39" fmla="*/ 16 h 48"/>
                <a:gd name="T40" fmla="*/ 123 w 157"/>
                <a:gd name="T41" fmla="*/ 20 h 48"/>
                <a:gd name="T42" fmla="*/ 118 w 157"/>
                <a:gd name="T43" fmla="*/ 22 h 48"/>
                <a:gd name="T44" fmla="*/ 114 w 157"/>
                <a:gd name="T45" fmla="*/ 17 h 48"/>
                <a:gd name="T46" fmla="*/ 114 w 157"/>
                <a:gd name="T47" fmla="*/ 17 h 48"/>
                <a:gd name="T48" fmla="*/ 106 w 157"/>
                <a:gd name="T49" fmla="*/ 28 h 48"/>
                <a:gd name="T50" fmla="*/ 95 w 157"/>
                <a:gd name="T51" fmla="*/ 31 h 48"/>
                <a:gd name="T52" fmla="*/ 90 w 157"/>
                <a:gd name="T53" fmla="*/ 42 h 48"/>
                <a:gd name="T54" fmla="*/ 78 w 157"/>
                <a:gd name="T55" fmla="*/ 39 h 48"/>
                <a:gd name="T56" fmla="*/ 80 w 157"/>
                <a:gd name="T57" fmla="*/ 44 h 48"/>
                <a:gd name="T58" fmla="*/ 87 w 157"/>
                <a:gd name="T59" fmla="*/ 47 h 48"/>
                <a:gd name="T60" fmla="*/ 97 w 157"/>
                <a:gd name="T61" fmla="*/ 46 h 48"/>
                <a:gd name="T62" fmla="*/ 105 w 157"/>
                <a:gd name="T63" fmla="*/ 43 h 48"/>
                <a:gd name="T64" fmla="*/ 113 w 157"/>
                <a:gd name="T65" fmla="*/ 44 h 48"/>
                <a:gd name="T66" fmla="*/ 120 w 157"/>
                <a:gd name="T67" fmla="*/ 39 h 48"/>
                <a:gd name="T68" fmla="*/ 122 w 157"/>
                <a:gd name="T69" fmla="*/ 32 h 48"/>
                <a:gd name="T70" fmla="*/ 127 w 157"/>
                <a:gd name="T71" fmla="*/ 25 h 48"/>
                <a:gd name="T72" fmla="*/ 140 w 157"/>
                <a:gd name="T73" fmla="*/ 19 h 48"/>
                <a:gd name="T74" fmla="*/ 143 w 157"/>
                <a:gd name="T75" fmla="*/ 21 h 48"/>
                <a:gd name="T76" fmla="*/ 148 w 157"/>
                <a:gd name="T77" fmla="*/ 16 h 48"/>
                <a:gd name="T78" fmla="*/ 156 w 157"/>
                <a:gd name="T79" fmla="*/ 13 h 48"/>
                <a:gd name="T80" fmla="*/ 150 w 157"/>
                <a:gd name="T81"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7" h="48">
                  <a:moveTo>
                    <a:pt x="29" y="17"/>
                  </a:moveTo>
                  <a:cubicBezTo>
                    <a:pt x="29" y="12"/>
                    <a:pt x="24" y="12"/>
                    <a:pt x="22" y="9"/>
                  </a:cubicBezTo>
                  <a:cubicBezTo>
                    <a:pt x="21" y="5"/>
                    <a:pt x="19" y="7"/>
                    <a:pt x="19" y="5"/>
                  </a:cubicBezTo>
                  <a:cubicBezTo>
                    <a:pt x="18" y="5"/>
                    <a:pt x="18" y="4"/>
                    <a:pt x="18" y="4"/>
                  </a:cubicBezTo>
                  <a:cubicBezTo>
                    <a:pt x="15" y="5"/>
                    <a:pt x="16" y="7"/>
                    <a:pt x="15" y="7"/>
                  </a:cubicBezTo>
                  <a:cubicBezTo>
                    <a:pt x="14" y="7"/>
                    <a:pt x="9" y="8"/>
                    <a:pt x="9" y="6"/>
                  </a:cubicBezTo>
                  <a:cubicBezTo>
                    <a:pt x="9" y="5"/>
                    <a:pt x="8" y="2"/>
                    <a:pt x="5" y="1"/>
                  </a:cubicBezTo>
                  <a:cubicBezTo>
                    <a:pt x="4" y="1"/>
                    <a:pt x="2" y="1"/>
                    <a:pt x="0" y="1"/>
                  </a:cubicBezTo>
                  <a:cubicBezTo>
                    <a:pt x="2" y="5"/>
                    <a:pt x="3" y="10"/>
                    <a:pt x="3" y="13"/>
                  </a:cubicBezTo>
                  <a:cubicBezTo>
                    <a:pt x="3" y="18"/>
                    <a:pt x="10" y="26"/>
                    <a:pt x="11" y="29"/>
                  </a:cubicBezTo>
                  <a:cubicBezTo>
                    <a:pt x="12" y="32"/>
                    <a:pt x="14" y="33"/>
                    <a:pt x="19" y="36"/>
                  </a:cubicBezTo>
                  <a:cubicBezTo>
                    <a:pt x="23" y="40"/>
                    <a:pt x="32" y="45"/>
                    <a:pt x="34" y="44"/>
                  </a:cubicBezTo>
                  <a:cubicBezTo>
                    <a:pt x="36" y="43"/>
                    <a:pt x="31" y="35"/>
                    <a:pt x="29" y="33"/>
                  </a:cubicBezTo>
                  <a:cubicBezTo>
                    <a:pt x="26" y="30"/>
                    <a:pt x="28" y="23"/>
                    <a:pt x="29" y="17"/>
                  </a:cubicBezTo>
                  <a:close/>
                  <a:moveTo>
                    <a:pt x="150" y="8"/>
                  </a:moveTo>
                  <a:cubicBezTo>
                    <a:pt x="148" y="9"/>
                    <a:pt x="143" y="8"/>
                    <a:pt x="143" y="6"/>
                  </a:cubicBezTo>
                  <a:cubicBezTo>
                    <a:pt x="143" y="4"/>
                    <a:pt x="139" y="0"/>
                    <a:pt x="136" y="0"/>
                  </a:cubicBezTo>
                  <a:cubicBezTo>
                    <a:pt x="133" y="0"/>
                    <a:pt x="130" y="6"/>
                    <a:pt x="129" y="8"/>
                  </a:cubicBezTo>
                  <a:cubicBezTo>
                    <a:pt x="129" y="10"/>
                    <a:pt x="125" y="10"/>
                    <a:pt x="125" y="14"/>
                  </a:cubicBezTo>
                  <a:cubicBezTo>
                    <a:pt x="125" y="15"/>
                    <a:pt x="124" y="15"/>
                    <a:pt x="123" y="16"/>
                  </a:cubicBezTo>
                  <a:cubicBezTo>
                    <a:pt x="124" y="19"/>
                    <a:pt x="124" y="21"/>
                    <a:pt x="123" y="20"/>
                  </a:cubicBezTo>
                  <a:cubicBezTo>
                    <a:pt x="121" y="20"/>
                    <a:pt x="121" y="22"/>
                    <a:pt x="118" y="22"/>
                  </a:cubicBezTo>
                  <a:cubicBezTo>
                    <a:pt x="117" y="22"/>
                    <a:pt x="116" y="20"/>
                    <a:pt x="114" y="17"/>
                  </a:cubicBezTo>
                  <a:cubicBezTo>
                    <a:pt x="114" y="17"/>
                    <a:pt x="114" y="17"/>
                    <a:pt x="114" y="17"/>
                  </a:cubicBezTo>
                  <a:cubicBezTo>
                    <a:pt x="112" y="17"/>
                    <a:pt x="107" y="23"/>
                    <a:pt x="106" y="28"/>
                  </a:cubicBezTo>
                  <a:cubicBezTo>
                    <a:pt x="106" y="32"/>
                    <a:pt x="101" y="31"/>
                    <a:pt x="95" y="31"/>
                  </a:cubicBezTo>
                  <a:cubicBezTo>
                    <a:pt x="88" y="32"/>
                    <a:pt x="91" y="39"/>
                    <a:pt x="90" y="42"/>
                  </a:cubicBezTo>
                  <a:cubicBezTo>
                    <a:pt x="88" y="44"/>
                    <a:pt x="81" y="39"/>
                    <a:pt x="78" y="39"/>
                  </a:cubicBezTo>
                  <a:cubicBezTo>
                    <a:pt x="78" y="41"/>
                    <a:pt x="79" y="44"/>
                    <a:pt x="80" y="44"/>
                  </a:cubicBezTo>
                  <a:cubicBezTo>
                    <a:pt x="82" y="44"/>
                    <a:pt x="85" y="48"/>
                    <a:pt x="87" y="47"/>
                  </a:cubicBezTo>
                  <a:cubicBezTo>
                    <a:pt x="89" y="46"/>
                    <a:pt x="94" y="47"/>
                    <a:pt x="97" y="46"/>
                  </a:cubicBezTo>
                  <a:cubicBezTo>
                    <a:pt x="100" y="45"/>
                    <a:pt x="101" y="43"/>
                    <a:pt x="105" y="43"/>
                  </a:cubicBezTo>
                  <a:cubicBezTo>
                    <a:pt x="110" y="43"/>
                    <a:pt x="108" y="47"/>
                    <a:pt x="113" y="44"/>
                  </a:cubicBezTo>
                  <a:cubicBezTo>
                    <a:pt x="118" y="42"/>
                    <a:pt x="121" y="44"/>
                    <a:pt x="120" y="39"/>
                  </a:cubicBezTo>
                  <a:cubicBezTo>
                    <a:pt x="120" y="35"/>
                    <a:pt x="123" y="35"/>
                    <a:pt x="122" y="32"/>
                  </a:cubicBezTo>
                  <a:cubicBezTo>
                    <a:pt x="122" y="29"/>
                    <a:pt x="128" y="31"/>
                    <a:pt x="127" y="25"/>
                  </a:cubicBezTo>
                  <a:cubicBezTo>
                    <a:pt x="127" y="19"/>
                    <a:pt x="136" y="19"/>
                    <a:pt x="140" y="19"/>
                  </a:cubicBezTo>
                  <a:cubicBezTo>
                    <a:pt x="140" y="19"/>
                    <a:pt x="142" y="20"/>
                    <a:pt x="143" y="21"/>
                  </a:cubicBezTo>
                  <a:cubicBezTo>
                    <a:pt x="146" y="19"/>
                    <a:pt x="150" y="18"/>
                    <a:pt x="148" y="16"/>
                  </a:cubicBezTo>
                  <a:cubicBezTo>
                    <a:pt x="146" y="14"/>
                    <a:pt x="155" y="16"/>
                    <a:pt x="156" y="13"/>
                  </a:cubicBezTo>
                  <a:cubicBezTo>
                    <a:pt x="157" y="10"/>
                    <a:pt x="152" y="8"/>
                    <a:pt x="150" y="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95">
              <a:extLst>
                <a:ext uri="{FF2B5EF4-FFF2-40B4-BE49-F238E27FC236}">
                  <a16:creationId xmlns:a16="http://schemas.microsoft.com/office/drawing/2014/main" id="{FB8228C2-8D92-4743-B2B7-65337B764378}"/>
                </a:ext>
              </a:extLst>
            </p:cNvPr>
            <p:cNvSpPr>
              <a:spLocks/>
            </p:cNvSpPr>
            <p:nvPr/>
          </p:nvSpPr>
          <p:spPr bwMode="auto">
            <a:xfrm>
              <a:off x="6634163" y="3001963"/>
              <a:ext cx="25400" cy="15875"/>
            </a:xfrm>
            <a:custGeom>
              <a:avLst/>
              <a:gdLst>
                <a:gd name="T0" fmla="*/ 4 w 10"/>
                <a:gd name="T1" fmla="*/ 6 h 6"/>
                <a:gd name="T2" fmla="*/ 9 w 10"/>
                <a:gd name="T3" fmla="*/ 4 h 6"/>
                <a:gd name="T4" fmla="*/ 9 w 10"/>
                <a:gd name="T5" fmla="*/ 0 h 6"/>
                <a:gd name="T6" fmla="*/ 5 w 10"/>
                <a:gd name="T7" fmla="*/ 2 h 6"/>
                <a:gd name="T8" fmla="*/ 0 w 10"/>
                <a:gd name="T9" fmla="*/ 1 h 6"/>
                <a:gd name="T10" fmla="*/ 4 w 10"/>
                <a:gd name="T11" fmla="*/ 6 h 6"/>
              </a:gdLst>
              <a:ahLst/>
              <a:cxnLst>
                <a:cxn ang="0">
                  <a:pos x="T0" y="T1"/>
                </a:cxn>
                <a:cxn ang="0">
                  <a:pos x="T2" y="T3"/>
                </a:cxn>
                <a:cxn ang="0">
                  <a:pos x="T4" y="T5"/>
                </a:cxn>
                <a:cxn ang="0">
                  <a:pos x="T6" y="T7"/>
                </a:cxn>
                <a:cxn ang="0">
                  <a:pos x="T8" y="T9"/>
                </a:cxn>
                <a:cxn ang="0">
                  <a:pos x="T10" y="T11"/>
                </a:cxn>
              </a:cxnLst>
              <a:rect l="0" t="0" r="r" b="b"/>
              <a:pathLst>
                <a:path w="10" h="6">
                  <a:moveTo>
                    <a:pt x="4" y="6"/>
                  </a:moveTo>
                  <a:cubicBezTo>
                    <a:pt x="7" y="6"/>
                    <a:pt x="7" y="4"/>
                    <a:pt x="9" y="4"/>
                  </a:cubicBezTo>
                  <a:cubicBezTo>
                    <a:pt x="10" y="5"/>
                    <a:pt x="10" y="3"/>
                    <a:pt x="9" y="0"/>
                  </a:cubicBezTo>
                  <a:cubicBezTo>
                    <a:pt x="8" y="0"/>
                    <a:pt x="5" y="0"/>
                    <a:pt x="5" y="2"/>
                  </a:cubicBezTo>
                  <a:cubicBezTo>
                    <a:pt x="5" y="4"/>
                    <a:pt x="2" y="1"/>
                    <a:pt x="0" y="1"/>
                  </a:cubicBezTo>
                  <a:cubicBezTo>
                    <a:pt x="2" y="4"/>
                    <a:pt x="3" y="6"/>
                    <a:pt x="4" y="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5" name="Freeform 96">
              <a:extLst>
                <a:ext uri="{FF2B5EF4-FFF2-40B4-BE49-F238E27FC236}">
                  <a16:creationId xmlns:a16="http://schemas.microsoft.com/office/drawing/2014/main" id="{52246AE7-1F13-4A81-B71F-FF8D76427627}"/>
                </a:ext>
              </a:extLst>
            </p:cNvPr>
            <p:cNvSpPr>
              <a:spLocks/>
            </p:cNvSpPr>
            <p:nvPr/>
          </p:nvSpPr>
          <p:spPr bwMode="auto">
            <a:xfrm>
              <a:off x="5127626" y="2292350"/>
              <a:ext cx="198438" cy="193675"/>
            </a:xfrm>
            <a:custGeom>
              <a:avLst/>
              <a:gdLst>
                <a:gd name="T0" fmla="*/ 66 w 79"/>
                <a:gd name="T1" fmla="*/ 70 h 77"/>
                <a:gd name="T2" fmla="*/ 70 w 79"/>
                <a:gd name="T3" fmla="*/ 67 h 77"/>
                <a:gd name="T4" fmla="*/ 75 w 79"/>
                <a:gd name="T5" fmla="*/ 70 h 77"/>
                <a:gd name="T6" fmla="*/ 79 w 79"/>
                <a:gd name="T7" fmla="*/ 68 h 77"/>
                <a:gd name="T8" fmla="*/ 74 w 79"/>
                <a:gd name="T9" fmla="*/ 62 h 77"/>
                <a:gd name="T10" fmla="*/ 71 w 79"/>
                <a:gd name="T11" fmla="*/ 56 h 77"/>
                <a:gd name="T12" fmla="*/ 72 w 79"/>
                <a:gd name="T13" fmla="*/ 51 h 77"/>
                <a:gd name="T14" fmla="*/ 68 w 79"/>
                <a:gd name="T15" fmla="*/ 46 h 77"/>
                <a:gd name="T16" fmla="*/ 59 w 79"/>
                <a:gd name="T17" fmla="*/ 40 h 77"/>
                <a:gd name="T18" fmla="*/ 55 w 79"/>
                <a:gd name="T19" fmla="*/ 36 h 77"/>
                <a:gd name="T20" fmla="*/ 54 w 79"/>
                <a:gd name="T21" fmla="*/ 28 h 77"/>
                <a:gd name="T22" fmla="*/ 58 w 79"/>
                <a:gd name="T23" fmla="*/ 22 h 77"/>
                <a:gd name="T24" fmla="*/ 59 w 79"/>
                <a:gd name="T25" fmla="*/ 17 h 77"/>
                <a:gd name="T26" fmla="*/ 55 w 79"/>
                <a:gd name="T27" fmla="*/ 14 h 77"/>
                <a:gd name="T28" fmla="*/ 51 w 79"/>
                <a:gd name="T29" fmla="*/ 10 h 77"/>
                <a:gd name="T30" fmla="*/ 48 w 79"/>
                <a:gd name="T31" fmla="*/ 3 h 77"/>
                <a:gd name="T32" fmla="*/ 40 w 79"/>
                <a:gd name="T33" fmla="*/ 2 h 77"/>
                <a:gd name="T34" fmla="*/ 32 w 79"/>
                <a:gd name="T35" fmla="*/ 1 h 77"/>
                <a:gd name="T36" fmla="*/ 29 w 79"/>
                <a:gd name="T37" fmla="*/ 3 h 77"/>
                <a:gd name="T38" fmla="*/ 29 w 79"/>
                <a:gd name="T39" fmla="*/ 3 h 77"/>
                <a:gd name="T40" fmla="*/ 24 w 79"/>
                <a:gd name="T41" fmla="*/ 7 h 77"/>
                <a:gd name="T42" fmla="*/ 19 w 79"/>
                <a:gd name="T43" fmla="*/ 11 h 77"/>
                <a:gd name="T44" fmla="*/ 20 w 79"/>
                <a:gd name="T45" fmla="*/ 17 h 77"/>
                <a:gd name="T46" fmla="*/ 19 w 79"/>
                <a:gd name="T47" fmla="*/ 24 h 77"/>
                <a:gd name="T48" fmla="*/ 17 w 79"/>
                <a:gd name="T49" fmla="*/ 28 h 77"/>
                <a:gd name="T50" fmla="*/ 0 w 79"/>
                <a:gd name="T51" fmla="*/ 38 h 77"/>
                <a:gd name="T52" fmla="*/ 1 w 79"/>
                <a:gd name="T53" fmla="*/ 42 h 77"/>
                <a:gd name="T54" fmla="*/ 2 w 79"/>
                <a:gd name="T55" fmla="*/ 49 h 77"/>
                <a:gd name="T56" fmla="*/ 9 w 79"/>
                <a:gd name="T57" fmla="*/ 49 h 77"/>
                <a:gd name="T58" fmla="*/ 25 w 79"/>
                <a:gd name="T59" fmla="*/ 59 h 77"/>
                <a:gd name="T60" fmla="*/ 44 w 79"/>
                <a:gd name="T61" fmla="*/ 73 h 77"/>
                <a:gd name="T62" fmla="*/ 53 w 79"/>
                <a:gd name="T63" fmla="*/ 76 h 77"/>
                <a:gd name="T64" fmla="*/ 63 w 79"/>
                <a:gd name="T65" fmla="*/ 77 h 77"/>
                <a:gd name="T66" fmla="*/ 66 w 79"/>
                <a:gd name="T67" fmla="*/ 7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9" h="77">
                  <a:moveTo>
                    <a:pt x="66" y="70"/>
                  </a:moveTo>
                  <a:cubicBezTo>
                    <a:pt x="67" y="69"/>
                    <a:pt x="67" y="67"/>
                    <a:pt x="70" y="67"/>
                  </a:cubicBezTo>
                  <a:cubicBezTo>
                    <a:pt x="72" y="67"/>
                    <a:pt x="73" y="68"/>
                    <a:pt x="75" y="70"/>
                  </a:cubicBezTo>
                  <a:cubicBezTo>
                    <a:pt x="76" y="69"/>
                    <a:pt x="77" y="69"/>
                    <a:pt x="79" y="68"/>
                  </a:cubicBezTo>
                  <a:cubicBezTo>
                    <a:pt x="76" y="66"/>
                    <a:pt x="74" y="63"/>
                    <a:pt x="74" y="62"/>
                  </a:cubicBezTo>
                  <a:cubicBezTo>
                    <a:pt x="74" y="59"/>
                    <a:pt x="72" y="58"/>
                    <a:pt x="71" y="56"/>
                  </a:cubicBezTo>
                  <a:cubicBezTo>
                    <a:pt x="71" y="55"/>
                    <a:pt x="73" y="52"/>
                    <a:pt x="72" y="51"/>
                  </a:cubicBezTo>
                  <a:cubicBezTo>
                    <a:pt x="71" y="50"/>
                    <a:pt x="70" y="47"/>
                    <a:pt x="68" y="46"/>
                  </a:cubicBezTo>
                  <a:cubicBezTo>
                    <a:pt x="66" y="46"/>
                    <a:pt x="59" y="42"/>
                    <a:pt x="59" y="40"/>
                  </a:cubicBezTo>
                  <a:cubicBezTo>
                    <a:pt x="59" y="38"/>
                    <a:pt x="57" y="36"/>
                    <a:pt x="55" y="36"/>
                  </a:cubicBezTo>
                  <a:cubicBezTo>
                    <a:pt x="54" y="35"/>
                    <a:pt x="53" y="29"/>
                    <a:pt x="54" y="28"/>
                  </a:cubicBezTo>
                  <a:cubicBezTo>
                    <a:pt x="56" y="28"/>
                    <a:pt x="56" y="22"/>
                    <a:pt x="58" y="22"/>
                  </a:cubicBezTo>
                  <a:cubicBezTo>
                    <a:pt x="59" y="22"/>
                    <a:pt x="58" y="19"/>
                    <a:pt x="59" y="17"/>
                  </a:cubicBezTo>
                  <a:cubicBezTo>
                    <a:pt x="59" y="15"/>
                    <a:pt x="57" y="14"/>
                    <a:pt x="55" y="14"/>
                  </a:cubicBezTo>
                  <a:cubicBezTo>
                    <a:pt x="54" y="14"/>
                    <a:pt x="51" y="12"/>
                    <a:pt x="51" y="10"/>
                  </a:cubicBezTo>
                  <a:cubicBezTo>
                    <a:pt x="51" y="8"/>
                    <a:pt x="48" y="4"/>
                    <a:pt x="48" y="3"/>
                  </a:cubicBezTo>
                  <a:cubicBezTo>
                    <a:pt x="48" y="8"/>
                    <a:pt x="41" y="1"/>
                    <a:pt x="40" y="2"/>
                  </a:cubicBezTo>
                  <a:cubicBezTo>
                    <a:pt x="38" y="3"/>
                    <a:pt x="36" y="0"/>
                    <a:pt x="32" y="1"/>
                  </a:cubicBezTo>
                  <a:cubicBezTo>
                    <a:pt x="30" y="1"/>
                    <a:pt x="30" y="2"/>
                    <a:pt x="29" y="3"/>
                  </a:cubicBezTo>
                  <a:cubicBezTo>
                    <a:pt x="29" y="3"/>
                    <a:pt x="29" y="3"/>
                    <a:pt x="29" y="3"/>
                  </a:cubicBezTo>
                  <a:cubicBezTo>
                    <a:pt x="24" y="7"/>
                    <a:pt x="24" y="7"/>
                    <a:pt x="24" y="7"/>
                  </a:cubicBezTo>
                  <a:cubicBezTo>
                    <a:pt x="24" y="7"/>
                    <a:pt x="20" y="8"/>
                    <a:pt x="19" y="11"/>
                  </a:cubicBezTo>
                  <a:cubicBezTo>
                    <a:pt x="18" y="13"/>
                    <a:pt x="21" y="16"/>
                    <a:pt x="20" y="17"/>
                  </a:cubicBezTo>
                  <a:cubicBezTo>
                    <a:pt x="19" y="19"/>
                    <a:pt x="19" y="22"/>
                    <a:pt x="19" y="24"/>
                  </a:cubicBezTo>
                  <a:cubicBezTo>
                    <a:pt x="19" y="25"/>
                    <a:pt x="17" y="28"/>
                    <a:pt x="17" y="28"/>
                  </a:cubicBezTo>
                  <a:cubicBezTo>
                    <a:pt x="17" y="28"/>
                    <a:pt x="8" y="34"/>
                    <a:pt x="0" y="38"/>
                  </a:cubicBezTo>
                  <a:cubicBezTo>
                    <a:pt x="0" y="39"/>
                    <a:pt x="0" y="40"/>
                    <a:pt x="1" y="42"/>
                  </a:cubicBezTo>
                  <a:cubicBezTo>
                    <a:pt x="1" y="43"/>
                    <a:pt x="2" y="47"/>
                    <a:pt x="2" y="49"/>
                  </a:cubicBezTo>
                  <a:cubicBezTo>
                    <a:pt x="6" y="49"/>
                    <a:pt x="6" y="49"/>
                    <a:pt x="9" y="49"/>
                  </a:cubicBezTo>
                  <a:cubicBezTo>
                    <a:pt x="12" y="50"/>
                    <a:pt x="22" y="57"/>
                    <a:pt x="25" y="59"/>
                  </a:cubicBezTo>
                  <a:cubicBezTo>
                    <a:pt x="27" y="60"/>
                    <a:pt x="41" y="70"/>
                    <a:pt x="44" y="73"/>
                  </a:cubicBezTo>
                  <a:cubicBezTo>
                    <a:pt x="47" y="75"/>
                    <a:pt x="52" y="76"/>
                    <a:pt x="53" y="76"/>
                  </a:cubicBezTo>
                  <a:cubicBezTo>
                    <a:pt x="55" y="76"/>
                    <a:pt x="59" y="77"/>
                    <a:pt x="63" y="77"/>
                  </a:cubicBezTo>
                  <a:cubicBezTo>
                    <a:pt x="64" y="74"/>
                    <a:pt x="65" y="71"/>
                    <a:pt x="66" y="7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6" name="Freeform 97">
              <a:extLst>
                <a:ext uri="{FF2B5EF4-FFF2-40B4-BE49-F238E27FC236}">
                  <a16:creationId xmlns:a16="http://schemas.microsoft.com/office/drawing/2014/main" id="{BC744038-DB21-4FA8-9DD6-DD1654A5DB22}"/>
                </a:ext>
              </a:extLst>
            </p:cNvPr>
            <p:cNvSpPr>
              <a:spLocks/>
            </p:cNvSpPr>
            <p:nvPr/>
          </p:nvSpPr>
          <p:spPr bwMode="auto">
            <a:xfrm>
              <a:off x="5286376" y="2460625"/>
              <a:ext cx="38100" cy="34925"/>
            </a:xfrm>
            <a:custGeom>
              <a:avLst/>
              <a:gdLst>
                <a:gd name="T0" fmla="*/ 5 w 15"/>
                <a:gd name="T1" fmla="*/ 11 h 14"/>
                <a:gd name="T2" fmla="*/ 9 w 15"/>
                <a:gd name="T3" fmla="*/ 14 h 14"/>
                <a:gd name="T4" fmla="*/ 15 w 15"/>
                <a:gd name="T5" fmla="*/ 14 h 14"/>
                <a:gd name="T6" fmla="*/ 11 w 15"/>
                <a:gd name="T7" fmla="*/ 4 h 14"/>
                <a:gd name="T8" fmla="*/ 12 w 15"/>
                <a:gd name="T9" fmla="*/ 3 h 14"/>
                <a:gd name="T10" fmla="*/ 7 w 15"/>
                <a:gd name="T11" fmla="*/ 0 h 14"/>
                <a:gd name="T12" fmla="*/ 3 w 15"/>
                <a:gd name="T13" fmla="*/ 3 h 14"/>
                <a:gd name="T14" fmla="*/ 0 w 15"/>
                <a:gd name="T15" fmla="*/ 10 h 14"/>
                <a:gd name="T16" fmla="*/ 5 w 15"/>
                <a:gd name="T17" fmla="*/ 1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4">
                  <a:moveTo>
                    <a:pt x="5" y="11"/>
                  </a:moveTo>
                  <a:cubicBezTo>
                    <a:pt x="9" y="14"/>
                    <a:pt x="9" y="14"/>
                    <a:pt x="9" y="14"/>
                  </a:cubicBezTo>
                  <a:cubicBezTo>
                    <a:pt x="15" y="14"/>
                    <a:pt x="15" y="14"/>
                    <a:pt x="15" y="14"/>
                  </a:cubicBezTo>
                  <a:cubicBezTo>
                    <a:pt x="14" y="11"/>
                    <a:pt x="11" y="6"/>
                    <a:pt x="11" y="4"/>
                  </a:cubicBezTo>
                  <a:cubicBezTo>
                    <a:pt x="11" y="4"/>
                    <a:pt x="12" y="3"/>
                    <a:pt x="12" y="3"/>
                  </a:cubicBezTo>
                  <a:cubicBezTo>
                    <a:pt x="10" y="1"/>
                    <a:pt x="9" y="0"/>
                    <a:pt x="7" y="0"/>
                  </a:cubicBezTo>
                  <a:cubicBezTo>
                    <a:pt x="4" y="0"/>
                    <a:pt x="4" y="2"/>
                    <a:pt x="3" y="3"/>
                  </a:cubicBezTo>
                  <a:cubicBezTo>
                    <a:pt x="2" y="4"/>
                    <a:pt x="1" y="7"/>
                    <a:pt x="0" y="10"/>
                  </a:cubicBezTo>
                  <a:cubicBezTo>
                    <a:pt x="2" y="10"/>
                    <a:pt x="5" y="11"/>
                    <a:pt x="5" y="1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7" name="Freeform 98">
              <a:extLst>
                <a:ext uri="{FF2B5EF4-FFF2-40B4-BE49-F238E27FC236}">
                  <a16:creationId xmlns:a16="http://schemas.microsoft.com/office/drawing/2014/main" id="{A7C4DE6C-7358-4349-AD09-B60BD57122A1}"/>
                </a:ext>
              </a:extLst>
            </p:cNvPr>
            <p:cNvSpPr>
              <a:spLocks noEditPoints="1"/>
            </p:cNvSpPr>
            <p:nvPr/>
          </p:nvSpPr>
          <p:spPr bwMode="auto">
            <a:xfrm>
              <a:off x="4252913" y="1949450"/>
              <a:ext cx="296863" cy="249238"/>
            </a:xfrm>
            <a:custGeom>
              <a:avLst/>
              <a:gdLst>
                <a:gd name="T0" fmla="*/ 103 w 118"/>
                <a:gd name="T1" fmla="*/ 23 h 99"/>
                <a:gd name="T2" fmla="*/ 99 w 118"/>
                <a:gd name="T3" fmla="*/ 21 h 99"/>
                <a:gd name="T4" fmla="*/ 94 w 118"/>
                <a:gd name="T5" fmla="*/ 19 h 99"/>
                <a:gd name="T6" fmla="*/ 86 w 118"/>
                <a:gd name="T7" fmla="*/ 17 h 99"/>
                <a:gd name="T8" fmla="*/ 81 w 118"/>
                <a:gd name="T9" fmla="*/ 15 h 99"/>
                <a:gd name="T10" fmla="*/ 79 w 118"/>
                <a:gd name="T11" fmla="*/ 11 h 99"/>
                <a:gd name="T12" fmla="*/ 76 w 118"/>
                <a:gd name="T13" fmla="*/ 13 h 99"/>
                <a:gd name="T14" fmla="*/ 73 w 118"/>
                <a:gd name="T15" fmla="*/ 10 h 99"/>
                <a:gd name="T16" fmla="*/ 68 w 118"/>
                <a:gd name="T17" fmla="*/ 7 h 99"/>
                <a:gd name="T18" fmla="*/ 64 w 118"/>
                <a:gd name="T19" fmla="*/ 4 h 99"/>
                <a:gd name="T20" fmla="*/ 61 w 118"/>
                <a:gd name="T21" fmla="*/ 1 h 99"/>
                <a:gd name="T22" fmla="*/ 60 w 118"/>
                <a:gd name="T23" fmla="*/ 0 h 99"/>
                <a:gd name="T24" fmla="*/ 58 w 118"/>
                <a:gd name="T25" fmla="*/ 0 h 99"/>
                <a:gd name="T26" fmla="*/ 54 w 118"/>
                <a:gd name="T27" fmla="*/ 7 h 99"/>
                <a:gd name="T28" fmla="*/ 45 w 118"/>
                <a:gd name="T29" fmla="*/ 13 h 99"/>
                <a:gd name="T30" fmla="*/ 40 w 118"/>
                <a:gd name="T31" fmla="*/ 19 h 99"/>
                <a:gd name="T32" fmla="*/ 30 w 118"/>
                <a:gd name="T33" fmla="*/ 15 h 99"/>
                <a:gd name="T34" fmla="*/ 25 w 118"/>
                <a:gd name="T35" fmla="*/ 18 h 99"/>
                <a:gd name="T36" fmla="*/ 26 w 118"/>
                <a:gd name="T37" fmla="*/ 27 h 99"/>
                <a:gd name="T38" fmla="*/ 19 w 118"/>
                <a:gd name="T39" fmla="*/ 27 h 99"/>
                <a:gd name="T40" fmla="*/ 14 w 118"/>
                <a:gd name="T41" fmla="*/ 24 h 99"/>
                <a:gd name="T42" fmla="*/ 7 w 118"/>
                <a:gd name="T43" fmla="*/ 25 h 99"/>
                <a:gd name="T44" fmla="*/ 2 w 118"/>
                <a:gd name="T45" fmla="*/ 29 h 99"/>
                <a:gd name="T46" fmla="*/ 3 w 118"/>
                <a:gd name="T47" fmla="*/ 34 h 99"/>
                <a:gd name="T48" fmla="*/ 13 w 118"/>
                <a:gd name="T49" fmla="*/ 37 h 99"/>
                <a:gd name="T50" fmla="*/ 20 w 118"/>
                <a:gd name="T51" fmla="*/ 39 h 99"/>
                <a:gd name="T52" fmla="*/ 23 w 118"/>
                <a:gd name="T53" fmla="*/ 43 h 99"/>
                <a:gd name="T54" fmla="*/ 29 w 118"/>
                <a:gd name="T55" fmla="*/ 50 h 99"/>
                <a:gd name="T56" fmla="*/ 31 w 118"/>
                <a:gd name="T57" fmla="*/ 56 h 99"/>
                <a:gd name="T58" fmla="*/ 30 w 118"/>
                <a:gd name="T59" fmla="*/ 66 h 99"/>
                <a:gd name="T60" fmla="*/ 26 w 118"/>
                <a:gd name="T61" fmla="*/ 80 h 99"/>
                <a:gd name="T62" fmla="*/ 26 w 118"/>
                <a:gd name="T63" fmla="*/ 80 h 99"/>
                <a:gd name="T64" fmla="*/ 30 w 118"/>
                <a:gd name="T65" fmla="*/ 82 h 99"/>
                <a:gd name="T66" fmla="*/ 38 w 118"/>
                <a:gd name="T67" fmla="*/ 86 h 99"/>
                <a:gd name="T68" fmla="*/ 45 w 118"/>
                <a:gd name="T69" fmla="*/ 86 h 99"/>
                <a:gd name="T70" fmla="*/ 48 w 118"/>
                <a:gd name="T71" fmla="*/ 86 h 99"/>
                <a:gd name="T72" fmla="*/ 58 w 118"/>
                <a:gd name="T73" fmla="*/ 89 h 99"/>
                <a:gd name="T74" fmla="*/ 66 w 118"/>
                <a:gd name="T75" fmla="*/ 89 h 99"/>
                <a:gd name="T76" fmla="*/ 66 w 118"/>
                <a:gd name="T77" fmla="*/ 87 h 99"/>
                <a:gd name="T78" fmla="*/ 72 w 118"/>
                <a:gd name="T79" fmla="*/ 79 h 99"/>
                <a:gd name="T80" fmla="*/ 87 w 118"/>
                <a:gd name="T81" fmla="*/ 82 h 99"/>
                <a:gd name="T82" fmla="*/ 96 w 118"/>
                <a:gd name="T83" fmla="*/ 79 h 99"/>
                <a:gd name="T84" fmla="*/ 101 w 118"/>
                <a:gd name="T85" fmla="*/ 76 h 99"/>
                <a:gd name="T86" fmla="*/ 102 w 118"/>
                <a:gd name="T87" fmla="*/ 73 h 99"/>
                <a:gd name="T88" fmla="*/ 99 w 118"/>
                <a:gd name="T89" fmla="*/ 72 h 99"/>
                <a:gd name="T90" fmla="*/ 97 w 118"/>
                <a:gd name="T91" fmla="*/ 68 h 99"/>
                <a:gd name="T92" fmla="*/ 94 w 118"/>
                <a:gd name="T93" fmla="*/ 64 h 99"/>
                <a:gd name="T94" fmla="*/ 96 w 118"/>
                <a:gd name="T95" fmla="*/ 62 h 99"/>
                <a:gd name="T96" fmla="*/ 98 w 118"/>
                <a:gd name="T97" fmla="*/ 59 h 99"/>
                <a:gd name="T98" fmla="*/ 97 w 118"/>
                <a:gd name="T99" fmla="*/ 55 h 99"/>
                <a:gd name="T100" fmla="*/ 95 w 118"/>
                <a:gd name="T101" fmla="*/ 51 h 99"/>
                <a:gd name="T102" fmla="*/ 92 w 118"/>
                <a:gd name="T103" fmla="*/ 50 h 99"/>
                <a:gd name="T104" fmla="*/ 91 w 118"/>
                <a:gd name="T105" fmla="*/ 48 h 99"/>
                <a:gd name="T106" fmla="*/ 96 w 118"/>
                <a:gd name="T107" fmla="*/ 41 h 99"/>
                <a:gd name="T108" fmla="*/ 100 w 118"/>
                <a:gd name="T109" fmla="*/ 38 h 99"/>
                <a:gd name="T110" fmla="*/ 102 w 118"/>
                <a:gd name="T111" fmla="*/ 32 h 99"/>
                <a:gd name="T112" fmla="*/ 105 w 118"/>
                <a:gd name="T113" fmla="*/ 25 h 99"/>
                <a:gd name="T114" fmla="*/ 103 w 118"/>
                <a:gd name="T115" fmla="*/ 23 h 99"/>
                <a:gd name="T116" fmla="*/ 116 w 118"/>
                <a:gd name="T117" fmla="*/ 83 h 99"/>
                <a:gd name="T118" fmla="*/ 111 w 118"/>
                <a:gd name="T119" fmla="*/ 87 h 99"/>
                <a:gd name="T120" fmla="*/ 114 w 118"/>
                <a:gd name="T121" fmla="*/ 98 h 99"/>
                <a:gd name="T122" fmla="*/ 116 w 118"/>
                <a:gd name="T123" fmla="*/ 8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8" h="99">
                  <a:moveTo>
                    <a:pt x="103" y="23"/>
                  </a:moveTo>
                  <a:cubicBezTo>
                    <a:pt x="102" y="23"/>
                    <a:pt x="101" y="21"/>
                    <a:pt x="99" y="21"/>
                  </a:cubicBezTo>
                  <a:cubicBezTo>
                    <a:pt x="97" y="21"/>
                    <a:pt x="95" y="20"/>
                    <a:pt x="94" y="19"/>
                  </a:cubicBezTo>
                  <a:cubicBezTo>
                    <a:pt x="93" y="17"/>
                    <a:pt x="87" y="17"/>
                    <a:pt x="86" y="17"/>
                  </a:cubicBezTo>
                  <a:cubicBezTo>
                    <a:pt x="84" y="18"/>
                    <a:pt x="83" y="14"/>
                    <a:pt x="81" y="15"/>
                  </a:cubicBezTo>
                  <a:cubicBezTo>
                    <a:pt x="80" y="15"/>
                    <a:pt x="79" y="12"/>
                    <a:pt x="79" y="11"/>
                  </a:cubicBezTo>
                  <a:cubicBezTo>
                    <a:pt x="79" y="9"/>
                    <a:pt x="77" y="12"/>
                    <a:pt x="76" y="13"/>
                  </a:cubicBezTo>
                  <a:cubicBezTo>
                    <a:pt x="74" y="13"/>
                    <a:pt x="73" y="11"/>
                    <a:pt x="73" y="10"/>
                  </a:cubicBezTo>
                  <a:cubicBezTo>
                    <a:pt x="73" y="9"/>
                    <a:pt x="70" y="8"/>
                    <a:pt x="68" y="7"/>
                  </a:cubicBezTo>
                  <a:cubicBezTo>
                    <a:pt x="67" y="6"/>
                    <a:pt x="65" y="3"/>
                    <a:pt x="64" y="4"/>
                  </a:cubicBezTo>
                  <a:cubicBezTo>
                    <a:pt x="63" y="6"/>
                    <a:pt x="61" y="3"/>
                    <a:pt x="61" y="1"/>
                  </a:cubicBezTo>
                  <a:cubicBezTo>
                    <a:pt x="61" y="1"/>
                    <a:pt x="61" y="1"/>
                    <a:pt x="60" y="0"/>
                  </a:cubicBezTo>
                  <a:cubicBezTo>
                    <a:pt x="60" y="0"/>
                    <a:pt x="59" y="0"/>
                    <a:pt x="58" y="0"/>
                  </a:cubicBezTo>
                  <a:cubicBezTo>
                    <a:pt x="56" y="0"/>
                    <a:pt x="53" y="3"/>
                    <a:pt x="54" y="7"/>
                  </a:cubicBezTo>
                  <a:cubicBezTo>
                    <a:pt x="54" y="12"/>
                    <a:pt x="50" y="13"/>
                    <a:pt x="45" y="13"/>
                  </a:cubicBezTo>
                  <a:cubicBezTo>
                    <a:pt x="40" y="13"/>
                    <a:pt x="42" y="17"/>
                    <a:pt x="40" y="19"/>
                  </a:cubicBezTo>
                  <a:cubicBezTo>
                    <a:pt x="38" y="20"/>
                    <a:pt x="31" y="18"/>
                    <a:pt x="30" y="15"/>
                  </a:cubicBezTo>
                  <a:cubicBezTo>
                    <a:pt x="29" y="13"/>
                    <a:pt x="23" y="15"/>
                    <a:pt x="25" y="18"/>
                  </a:cubicBezTo>
                  <a:cubicBezTo>
                    <a:pt x="28" y="21"/>
                    <a:pt x="28" y="26"/>
                    <a:pt x="26" y="27"/>
                  </a:cubicBezTo>
                  <a:cubicBezTo>
                    <a:pt x="25" y="28"/>
                    <a:pt x="21" y="25"/>
                    <a:pt x="19" y="27"/>
                  </a:cubicBezTo>
                  <a:cubicBezTo>
                    <a:pt x="17" y="28"/>
                    <a:pt x="17" y="25"/>
                    <a:pt x="14" y="24"/>
                  </a:cubicBezTo>
                  <a:cubicBezTo>
                    <a:pt x="12" y="23"/>
                    <a:pt x="11" y="25"/>
                    <a:pt x="7" y="25"/>
                  </a:cubicBezTo>
                  <a:cubicBezTo>
                    <a:pt x="2" y="25"/>
                    <a:pt x="0" y="27"/>
                    <a:pt x="2" y="29"/>
                  </a:cubicBezTo>
                  <a:cubicBezTo>
                    <a:pt x="3" y="31"/>
                    <a:pt x="1" y="32"/>
                    <a:pt x="3" y="34"/>
                  </a:cubicBezTo>
                  <a:cubicBezTo>
                    <a:pt x="4" y="35"/>
                    <a:pt x="9" y="35"/>
                    <a:pt x="13" y="37"/>
                  </a:cubicBezTo>
                  <a:cubicBezTo>
                    <a:pt x="17" y="39"/>
                    <a:pt x="18" y="38"/>
                    <a:pt x="20" y="39"/>
                  </a:cubicBezTo>
                  <a:cubicBezTo>
                    <a:pt x="22" y="41"/>
                    <a:pt x="23" y="40"/>
                    <a:pt x="23" y="43"/>
                  </a:cubicBezTo>
                  <a:cubicBezTo>
                    <a:pt x="23" y="46"/>
                    <a:pt x="25" y="49"/>
                    <a:pt x="29" y="50"/>
                  </a:cubicBezTo>
                  <a:cubicBezTo>
                    <a:pt x="33" y="51"/>
                    <a:pt x="30" y="53"/>
                    <a:pt x="31" y="56"/>
                  </a:cubicBezTo>
                  <a:cubicBezTo>
                    <a:pt x="33" y="58"/>
                    <a:pt x="30" y="62"/>
                    <a:pt x="30" y="66"/>
                  </a:cubicBezTo>
                  <a:cubicBezTo>
                    <a:pt x="31" y="69"/>
                    <a:pt x="28" y="79"/>
                    <a:pt x="26" y="80"/>
                  </a:cubicBezTo>
                  <a:cubicBezTo>
                    <a:pt x="26" y="80"/>
                    <a:pt x="26" y="80"/>
                    <a:pt x="26" y="80"/>
                  </a:cubicBezTo>
                  <a:cubicBezTo>
                    <a:pt x="28" y="81"/>
                    <a:pt x="30" y="82"/>
                    <a:pt x="30" y="82"/>
                  </a:cubicBezTo>
                  <a:cubicBezTo>
                    <a:pt x="32" y="84"/>
                    <a:pt x="36" y="85"/>
                    <a:pt x="38" y="86"/>
                  </a:cubicBezTo>
                  <a:cubicBezTo>
                    <a:pt x="41" y="88"/>
                    <a:pt x="45" y="87"/>
                    <a:pt x="45" y="86"/>
                  </a:cubicBezTo>
                  <a:cubicBezTo>
                    <a:pt x="45" y="84"/>
                    <a:pt x="47" y="85"/>
                    <a:pt x="48" y="86"/>
                  </a:cubicBezTo>
                  <a:cubicBezTo>
                    <a:pt x="50" y="88"/>
                    <a:pt x="55" y="88"/>
                    <a:pt x="58" y="89"/>
                  </a:cubicBezTo>
                  <a:cubicBezTo>
                    <a:pt x="60" y="89"/>
                    <a:pt x="63" y="89"/>
                    <a:pt x="66" y="89"/>
                  </a:cubicBezTo>
                  <a:cubicBezTo>
                    <a:pt x="66" y="88"/>
                    <a:pt x="66" y="88"/>
                    <a:pt x="66" y="87"/>
                  </a:cubicBezTo>
                  <a:cubicBezTo>
                    <a:pt x="64" y="82"/>
                    <a:pt x="68" y="80"/>
                    <a:pt x="72" y="79"/>
                  </a:cubicBezTo>
                  <a:cubicBezTo>
                    <a:pt x="76" y="78"/>
                    <a:pt x="85" y="81"/>
                    <a:pt x="87" y="82"/>
                  </a:cubicBezTo>
                  <a:cubicBezTo>
                    <a:pt x="89" y="84"/>
                    <a:pt x="92" y="83"/>
                    <a:pt x="96" y="79"/>
                  </a:cubicBezTo>
                  <a:cubicBezTo>
                    <a:pt x="98" y="77"/>
                    <a:pt x="100" y="76"/>
                    <a:pt x="101" y="76"/>
                  </a:cubicBezTo>
                  <a:cubicBezTo>
                    <a:pt x="102" y="75"/>
                    <a:pt x="102" y="74"/>
                    <a:pt x="102" y="73"/>
                  </a:cubicBezTo>
                  <a:cubicBezTo>
                    <a:pt x="103" y="72"/>
                    <a:pt x="100" y="72"/>
                    <a:pt x="99" y="72"/>
                  </a:cubicBezTo>
                  <a:cubicBezTo>
                    <a:pt x="97" y="72"/>
                    <a:pt x="96" y="70"/>
                    <a:pt x="97" y="68"/>
                  </a:cubicBezTo>
                  <a:cubicBezTo>
                    <a:pt x="98" y="66"/>
                    <a:pt x="96" y="66"/>
                    <a:pt x="94" y="64"/>
                  </a:cubicBezTo>
                  <a:cubicBezTo>
                    <a:pt x="93" y="62"/>
                    <a:pt x="95" y="62"/>
                    <a:pt x="96" y="62"/>
                  </a:cubicBezTo>
                  <a:cubicBezTo>
                    <a:pt x="97" y="61"/>
                    <a:pt x="99" y="59"/>
                    <a:pt x="98" y="59"/>
                  </a:cubicBezTo>
                  <a:cubicBezTo>
                    <a:pt x="97" y="58"/>
                    <a:pt x="96" y="57"/>
                    <a:pt x="97" y="55"/>
                  </a:cubicBezTo>
                  <a:cubicBezTo>
                    <a:pt x="98" y="53"/>
                    <a:pt x="95" y="52"/>
                    <a:pt x="95" y="51"/>
                  </a:cubicBezTo>
                  <a:cubicBezTo>
                    <a:pt x="95" y="49"/>
                    <a:pt x="93" y="48"/>
                    <a:pt x="92" y="50"/>
                  </a:cubicBezTo>
                  <a:cubicBezTo>
                    <a:pt x="90" y="52"/>
                    <a:pt x="90" y="51"/>
                    <a:pt x="91" y="48"/>
                  </a:cubicBezTo>
                  <a:cubicBezTo>
                    <a:pt x="92" y="45"/>
                    <a:pt x="96" y="43"/>
                    <a:pt x="96" y="41"/>
                  </a:cubicBezTo>
                  <a:cubicBezTo>
                    <a:pt x="96" y="40"/>
                    <a:pt x="98" y="38"/>
                    <a:pt x="100" y="38"/>
                  </a:cubicBezTo>
                  <a:cubicBezTo>
                    <a:pt x="102" y="38"/>
                    <a:pt x="101" y="34"/>
                    <a:pt x="102" y="32"/>
                  </a:cubicBezTo>
                  <a:cubicBezTo>
                    <a:pt x="102" y="30"/>
                    <a:pt x="103" y="27"/>
                    <a:pt x="105" y="25"/>
                  </a:cubicBezTo>
                  <a:cubicBezTo>
                    <a:pt x="107" y="23"/>
                    <a:pt x="104" y="22"/>
                    <a:pt x="103" y="23"/>
                  </a:cubicBezTo>
                  <a:close/>
                  <a:moveTo>
                    <a:pt x="116" y="83"/>
                  </a:moveTo>
                  <a:cubicBezTo>
                    <a:pt x="115" y="83"/>
                    <a:pt x="114" y="85"/>
                    <a:pt x="111" y="87"/>
                  </a:cubicBezTo>
                  <a:cubicBezTo>
                    <a:pt x="108" y="89"/>
                    <a:pt x="111" y="99"/>
                    <a:pt x="114" y="98"/>
                  </a:cubicBezTo>
                  <a:cubicBezTo>
                    <a:pt x="118" y="98"/>
                    <a:pt x="117" y="83"/>
                    <a:pt x="116" y="8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8" name="Freeform 99">
              <a:extLst>
                <a:ext uri="{FF2B5EF4-FFF2-40B4-BE49-F238E27FC236}">
                  <a16:creationId xmlns:a16="http://schemas.microsoft.com/office/drawing/2014/main" id="{F563D07B-8DE3-4C14-B817-48829DA1AACC}"/>
                </a:ext>
              </a:extLst>
            </p:cNvPr>
            <p:cNvSpPr>
              <a:spLocks/>
            </p:cNvSpPr>
            <p:nvPr/>
          </p:nvSpPr>
          <p:spPr bwMode="auto">
            <a:xfrm>
              <a:off x="2514601" y="2800350"/>
              <a:ext cx="47625" cy="25400"/>
            </a:xfrm>
            <a:custGeom>
              <a:avLst/>
              <a:gdLst>
                <a:gd name="T0" fmla="*/ 19 w 19"/>
                <a:gd name="T1" fmla="*/ 4 h 10"/>
                <a:gd name="T2" fmla="*/ 10 w 19"/>
                <a:gd name="T3" fmla="*/ 2 h 10"/>
                <a:gd name="T4" fmla="*/ 6 w 19"/>
                <a:gd name="T5" fmla="*/ 0 h 10"/>
                <a:gd name="T6" fmla="*/ 6 w 19"/>
                <a:gd name="T7" fmla="*/ 0 h 10"/>
                <a:gd name="T8" fmla="*/ 0 w 19"/>
                <a:gd name="T9" fmla="*/ 5 h 10"/>
                <a:gd name="T10" fmla="*/ 16 w 19"/>
                <a:gd name="T11" fmla="*/ 10 h 10"/>
                <a:gd name="T12" fmla="*/ 19 w 19"/>
                <a:gd name="T13" fmla="*/ 9 h 10"/>
                <a:gd name="T14" fmla="*/ 19 w 19"/>
                <a:gd name="T15" fmla="*/ 4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0">
                  <a:moveTo>
                    <a:pt x="19" y="4"/>
                  </a:moveTo>
                  <a:cubicBezTo>
                    <a:pt x="17" y="2"/>
                    <a:pt x="14" y="4"/>
                    <a:pt x="10" y="2"/>
                  </a:cubicBezTo>
                  <a:cubicBezTo>
                    <a:pt x="9" y="1"/>
                    <a:pt x="8" y="0"/>
                    <a:pt x="6" y="0"/>
                  </a:cubicBezTo>
                  <a:cubicBezTo>
                    <a:pt x="6" y="0"/>
                    <a:pt x="6" y="0"/>
                    <a:pt x="6" y="0"/>
                  </a:cubicBezTo>
                  <a:cubicBezTo>
                    <a:pt x="5" y="0"/>
                    <a:pt x="3" y="2"/>
                    <a:pt x="0" y="5"/>
                  </a:cubicBezTo>
                  <a:cubicBezTo>
                    <a:pt x="3" y="7"/>
                    <a:pt x="13" y="10"/>
                    <a:pt x="16" y="10"/>
                  </a:cubicBezTo>
                  <a:cubicBezTo>
                    <a:pt x="17" y="10"/>
                    <a:pt x="18" y="9"/>
                    <a:pt x="19" y="9"/>
                  </a:cubicBezTo>
                  <a:cubicBezTo>
                    <a:pt x="19" y="6"/>
                    <a:pt x="19" y="4"/>
                    <a:pt x="19" y="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9" name="Freeform 100">
              <a:extLst>
                <a:ext uri="{FF2B5EF4-FFF2-40B4-BE49-F238E27FC236}">
                  <a16:creationId xmlns:a16="http://schemas.microsoft.com/office/drawing/2014/main" id="{548B9B25-D5AF-4B3F-80F9-8CCE05769CE1}"/>
                </a:ext>
              </a:extLst>
            </p:cNvPr>
            <p:cNvSpPr>
              <a:spLocks/>
            </p:cNvSpPr>
            <p:nvPr/>
          </p:nvSpPr>
          <p:spPr bwMode="auto">
            <a:xfrm>
              <a:off x="2530476" y="2762250"/>
              <a:ext cx="125413" cy="68263"/>
            </a:xfrm>
            <a:custGeom>
              <a:avLst/>
              <a:gdLst>
                <a:gd name="T0" fmla="*/ 21 w 50"/>
                <a:gd name="T1" fmla="*/ 24 h 27"/>
                <a:gd name="T2" fmla="*/ 24 w 50"/>
                <a:gd name="T3" fmla="*/ 19 h 27"/>
                <a:gd name="T4" fmla="*/ 32 w 50"/>
                <a:gd name="T5" fmla="*/ 15 h 27"/>
                <a:gd name="T6" fmla="*/ 40 w 50"/>
                <a:gd name="T7" fmla="*/ 14 h 27"/>
                <a:gd name="T8" fmla="*/ 50 w 50"/>
                <a:gd name="T9" fmla="*/ 10 h 27"/>
                <a:gd name="T10" fmla="*/ 41 w 50"/>
                <a:gd name="T11" fmla="*/ 3 h 27"/>
                <a:gd name="T12" fmla="*/ 23 w 50"/>
                <a:gd name="T13" fmla="*/ 3 h 27"/>
                <a:gd name="T14" fmla="*/ 8 w 50"/>
                <a:gd name="T15" fmla="*/ 4 h 27"/>
                <a:gd name="T16" fmla="*/ 8 w 50"/>
                <a:gd name="T17" fmla="*/ 4 h 27"/>
                <a:gd name="T18" fmla="*/ 4 w 50"/>
                <a:gd name="T19" fmla="*/ 9 h 27"/>
                <a:gd name="T20" fmla="*/ 0 w 50"/>
                <a:gd name="T21" fmla="*/ 15 h 27"/>
                <a:gd name="T22" fmla="*/ 4 w 50"/>
                <a:gd name="T23" fmla="*/ 17 h 27"/>
                <a:gd name="T24" fmla="*/ 13 w 50"/>
                <a:gd name="T25" fmla="*/ 19 h 27"/>
                <a:gd name="T26" fmla="*/ 13 w 50"/>
                <a:gd name="T27" fmla="*/ 24 h 27"/>
                <a:gd name="T28" fmla="*/ 15 w 50"/>
                <a:gd name="T29" fmla="*/ 24 h 27"/>
                <a:gd name="T30" fmla="*/ 16 w 50"/>
                <a:gd name="T31" fmla="*/ 27 h 27"/>
                <a:gd name="T32" fmla="*/ 19 w 50"/>
                <a:gd name="T33" fmla="*/ 26 h 27"/>
                <a:gd name="T34" fmla="*/ 21 w 50"/>
                <a:gd name="T35" fmla="*/ 2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27">
                  <a:moveTo>
                    <a:pt x="21" y="24"/>
                  </a:moveTo>
                  <a:cubicBezTo>
                    <a:pt x="21" y="23"/>
                    <a:pt x="19" y="19"/>
                    <a:pt x="24" y="19"/>
                  </a:cubicBezTo>
                  <a:cubicBezTo>
                    <a:pt x="28" y="19"/>
                    <a:pt x="32" y="18"/>
                    <a:pt x="32" y="15"/>
                  </a:cubicBezTo>
                  <a:cubicBezTo>
                    <a:pt x="33" y="12"/>
                    <a:pt x="39" y="14"/>
                    <a:pt x="40" y="14"/>
                  </a:cubicBezTo>
                  <a:cubicBezTo>
                    <a:pt x="41" y="13"/>
                    <a:pt x="46" y="10"/>
                    <a:pt x="50" y="10"/>
                  </a:cubicBezTo>
                  <a:cubicBezTo>
                    <a:pt x="50" y="6"/>
                    <a:pt x="44" y="7"/>
                    <a:pt x="41" y="3"/>
                  </a:cubicBezTo>
                  <a:cubicBezTo>
                    <a:pt x="37" y="0"/>
                    <a:pt x="28" y="1"/>
                    <a:pt x="23" y="3"/>
                  </a:cubicBezTo>
                  <a:cubicBezTo>
                    <a:pt x="19" y="5"/>
                    <a:pt x="13" y="1"/>
                    <a:pt x="8" y="4"/>
                  </a:cubicBezTo>
                  <a:cubicBezTo>
                    <a:pt x="8" y="4"/>
                    <a:pt x="8" y="4"/>
                    <a:pt x="8" y="4"/>
                  </a:cubicBezTo>
                  <a:cubicBezTo>
                    <a:pt x="7" y="5"/>
                    <a:pt x="6" y="7"/>
                    <a:pt x="4" y="9"/>
                  </a:cubicBezTo>
                  <a:cubicBezTo>
                    <a:pt x="1" y="11"/>
                    <a:pt x="2" y="14"/>
                    <a:pt x="0" y="15"/>
                  </a:cubicBezTo>
                  <a:cubicBezTo>
                    <a:pt x="2" y="15"/>
                    <a:pt x="3" y="16"/>
                    <a:pt x="4" y="17"/>
                  </a:cubicBezTo>
                  <a:cubicBezTo>
                    <a:pt x="8" y="19"/>
                    <a:pt x="11" y="17"/>
                    <a:pt x="13" y="19"/>
                  </a:cubicBezTo>
                  <a:cubicBezTo>
                    <a:pt x="13" y="19"/>
                    <a:pt x="13" y="21"/>
                    <a:pt x="13" y="24"/>
                  </a:cubicBezTo>
                  <a:cubicBezTo>
                    <a:pt x="13" y="23"/>
                    <a:pt x="14" y="23"/>
                    <a:pt x="15" y="24"/>
                  </a:cubicBezTo>
                  <a:cubicBezTo>
                    <a:pt x="16" y="25"/>
                    <a:pt x="16" y="26"/>
                    <a:pt x="16" y="27"/>
                  </a:cubicBezTo>
                  <a:cubicBezTo>
                    <a:pt x="19" y="26"/>
                    <a:pt x="19" y="26"/>
                    <a:pt x="19" y="26"/>
                  </a:cubicBezTo>
                  <a:cubicBezTo>
                    <a:pt x="19" y="26"/>
                    <a:pt x="21" y="25"/>
                    <a:pt x="21" y="2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0" name="Freeform 101">
              <a:extLst>
                <a:ext uri="{FF2B5EF4-FFF2-40B4-BE49-F238E27FC236}">
                  <a16:creationId xmlns:a16="http://schemas.microsoft.com/office/drawing/2014/main" id="{FD8784E8-F8D9-42D0-9301-2AF19B024A99}"/>
                </a:ext>
              </a:extLst>
            </p:cNvPr>
            <p:cNvSpPr>
              <a:spLocks/>
            </p:cNvSpPr>
            <p:nvPr/>
          </p:nvSpPr>
          <p:spPr bwMode="auto">
            <a:xfrm>
              <a:off x="1970088" y="2405063"/>
              <a:ext cx="615950" cy="382588"/>
            </a:xfrm>
            <a:custGeom>
              <a:avLst/>
              <a:gdLst>
                <a:gd name="T0" fmla="*/ 214 w 245"/>
                <a:gd name="T1" fmla="*/ 142 h 152"/>
                <a:gd name="T2" fmla="*/ 211 w 245"/>
                <a:gd name="T3" fmla="*/ 128 h 152"/>
                <a:gd name="T4" fmla="*/ 231 w 245"/>
                <a:gd name="T5" fmla="*/ 123 h 152"/>
                <a:gd name="T6" fmla="*/ 238 w 245"/>
                <a:gd name="T7" fmla="*/ 115 h 152"/>
                <a:gd name="T8" fmla="*/ 244 w 245"/>
                <a:gd name="T9" fmla="*/ 99 h 152"/>
                <a:gd name="T10" fmla="*/ 224 w 245"/>
                <a:gd name="T11" fmla="*/ 98 h 152"/>
                <a:gd name="T12" fmla="*/ 212 w 245"/>
                <a:gd name="T13" fmla="*/ 114 h 152"/>
                <a:gd name="T14" fmla="*/ 200 w 245"/>
                <a:gd name="T15" fmla="*/ 121 h 152"/>
                <a:gd name="T16" fmla="*/ 172 w 245"/>
                <a:gd name="T17" fmla="*/ 121 h 152"/>
                <a:gd name="T18" fmla="*/ 159 w 245"/>
                <a:gd name="T19" fmla="*/ 102 h 152"/>
                <a:gd name="T20" fmla="*/ 159 w 245"/>
                <a:gd name="T21" fmla="*/ 64 h 152"/>
                <a:gd name="T22" fmla="*/ 156 w 245"/>
                <a:gd name="T23" fmla="*/ 59 h 152"/>
                <a:gd name="T24" fmla="*/ 143 w 245"/>
                <a:gd name="T25" fmla="*/ 50 h 152"/>
                <a:gd name="T26" fmla="*/ 133 w 245"/>
                <a:gd name="T27" fmla="*/ 33 h 152"/>
                <a:gd name="T28" fmla="*/ 112 w 245"/>
                <a:gd name="T29" fmla="*/ 33 h 152"/>
                <a:gd name="T30" fmla="*/ 100 w 245"/>
                <a:gd name="T31" fmla="*/ 23 h 152"/>
                <a:gd name="T32" fmla="*/ 86 w 245"/>
                <a:gd name="T33" fmla="*/ 8 h 152"/>
                <a:gd name="T34" fmla="*/ 71 w 245"/>
                <a:gd name="T35" fmla="*/ 12 h 152"/>
                <a:gd name="T36" fmla="*/ 27 w 245"/>
                <a:gd name="T37" fmla="*/ 5 h 152"/>
                <a:gd name="T38" fmla="*/ 0 w 245"/>
                <a:gd name="T39" fmla="*/ 2 h 152"/>
                <a:gd name="T40" fmla="*/ 11 w 245"/>
                <a:gd name="T41" fmla="*/ 25 h 152"/>
                <a:gd name="T42" fmla="*/ 25 w 245"/>
                <a:gd name="T43" fmla="*/ 43 h 152"/>
                <a:gd name="T44" fmla="*/ 28 w 245"/>
                <a:gd name="T45" fmla="*/ 51 h 152"/>
                <a:gd name="T46" fmla="*/ 39 w 245"/>
                <a:gd name="T47" fmla="*/ 67 h 152"/>
                <a:gd name="T48" fmla="*/ 57 w 245"/>
                <a:gd name="T49" fmla="*/ 85 h 152"/>
                <a:gd name="T50" fmla="*/ 59 w 245"/>
                <a:gd name="T51" fmla="*/ 76 h 152"/>
                <a:gd name="T52" fmla="*/ 50 w 245"/>
                <a:gd name="T53" fmla="*/ 66 h 152"/>
                <a:gd name="T54" fmla="*/ 36 w 245"/>
                <a:gd name="T55" fmla="*/ 43 h 152"/>
                <a:gd name="T56" fmla="*/ 31 w 245"/>
                <a:gd name="T57" fmla="*/ 30 h 152"/>
                <a:gd name="T58" fmla="*/ 20 w 245"/>
                <a:gd name="T59" fmla="*/ 21 h 152"/>
                <a:gd name="T60" fmla="*/ 20 w 245"/>
                <a:gd name="T61" fmla="*/ 8 h 152"/>
                <a:gd name="T62" fmla="*/ 27 w 245"/>
                <a:gd name="T63" fmla="*/ 11 h 152"/>
                <a:gd name="T64" fmla="*/ 34 w 245"/>
                <a:gd name="T65" fmla="*/ 22 h 152"/>
                <a:gd name="T66" fmla="*/ 39 w 245"/>
                <a:gd name="T67" fmla="*/ 34 h 152"/>
                <a:gd name="T68" fmla="*/ 52 w 245"/>
                <a:gd name="T69" fmla="*/ 43 h 152"/>
                <a:gd name="T70" fmla="*/ 61 w 245"/>
                <a:gd name="T71" fmla="*/ 53 h 152"/>
                <a:gd name="T72" fmla="*/ 68 w 245"/>
                <a:gd name="T73" fmla="*/ 64 h 152"/>
                <a:gd name="T74" fmla="*/ 91 w 245"/>
                <a:gd name="T75" fmla="*/ 89 h 152"/>
                <a:gd name="T76" fmla="*/ 95 w 245"/>
                <a:gd name="T77" fmla="*/ 104 h 152"/>
                <a:gd name="T78" fmla="*/ 99 w 245"/>
                <a:gd name="T79" fmla="*/ 116 h 152"/>
                <a:gd name="T80" fmla="*/ 123 w 245"/>
                <a:gd name="T81" fmla="*/ 128 h 152"/>
                <a:gd name="T82" fmla="*/ 157 w 245"/>
                <a:gd name="T83" fmla="*/ 144 h 152"/>
                <a:gd name="T84" fmla="*/ 188 w 245"/>
                <a:gd name="T85" fmla="*/ 145 h 152"/>
                <a:gd name="T86" fmla="*/ 204 w 245"/>
                <a:gd name="T87" fmla="*/ 14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152">
                  <a:moveTo>
                    <a:pt x="204" y="143"/>
                  </a:moveTo>
                  <a:cubicBezTo>
                    <a:pt x="204" y="143"/>
                    <a:pt x="213" y="144"/>
                    <a:pt x="214" y="142"/>
                  </a:cubicBezTo>
                  <a:cubicBezTo>
                    <a:pt x="215" y="140"/>
                    <a:pt x="208" y="135"/>
                    <a:pt x="208" y="134"/>
                  </a:cubicBezTo>
                  <a:cubicBezTo>
                    <a:pt x="209" y="134"/>
                    <a:pt x="210" y="128"/>
                    <a:pt x="211" y="128"/>
                  </a:cubicBezTo>
                  <a:cubicBezTo>
                    <a:pt x="212" y="128"/>
                    <a:pt x="225" y="129"/>
                    <a:pt x="226" y="128"/>
                  </a:cubicBezTo>
                  <a:cubicBezTo>
                    <a:pt x="226" y="128"/>
                    <a:pt x="229" y="124"/>
                    <a:pt x="231" y="123"/>
                  </a:cubicBezTo>
                  <a:cubicBezTo>
                    <a:pt x="232" y="123"/>
                    <a:pt x="233" y="124"/>
                    <a:pt x="235" y="126"/>
                  </a:cubicBezTo>
                  <a:cubicBezTo>
                    <a:pt x="237" y="124"/>
                    <a:pt x="238" y="119"/>
                    <a:pt x="238" y="115"/>
                  </a:cubicBezTo>
                  <a:cubicBezTo>
                    <a:pt x="239" y="110"/>
                    <a:pt x="237" y="108"/>
                    <a:pt x="240" y="106"/>
                  </a:cubicBezTo>
                  <a:cubicBezTo>
                    <a:pt x="242" y="103"/>
                    <a:pt x="245" y="103"/>
                    <a:pt x="244" y="99"/>
                  </a:cubicBezTo>
                  <a:cubicBezTo>
                    <a:pt x="243" y="95"/>
                    <a:pt x="240" y="99"/>
                    <a:pt x="237" y="97"/>
                  </a:cubicBezTo>
                  <a:cubicBezTo>
                    <a:pt x="234" y="96"/>
                    <a:pt x="232" y="97"/>
                    <a:pt x="224" y="98"/>
                  </a:cubicBezTo>
                  <a:cubicBezTo>
                    <a:pt x="217" y="99"/>
                    <a:pt x="214" y="102"/>
                    <a:pt x="214" y="107"/>
                  </a:cubicBezTo>
                  <a:cubicBezTo>
                    <a:pt x="214" y="112"/>
                    <a:pt x="212" y="110"/>
                    <a:pt x="212" y="114"/>
                  </a:cubicBezTo>
                  <a:cubicBezTo>
                    <a:pt x="212" y="119"/>
                    <a:pt x="206" y="119"/>
                    <a:pt x="206" y="122"/>
                  </a:cubicBezTo>
                  <a:cubicBezTo>
                    <a:pt x="207" y="124"/>
                    <a:pt x="202" y="122"/>
                    <a:pt x="200" y="121"/>
                  </a:cubicBezTo>
                  <a:cubicBezTo>
                    <a:pt x="199" y="120"/>
                    <a:pt x="184" y="125"/>
                    <a:pt x="181" y="125"/>
                  </a:cubicBezTo>
                  <a:cubicBezTo>
                    <a:pt x="179" y="125"/>
                    <a:pt x="175" y="121"/>
                    <a:pt x="172" y="121"/>
                  </a:cubicBezTo>
                  <a:cubicBezTo>
                    <a:pt x="169" y="121"/>
                    <a:pt x="168" y="116"/>
                    <a:pt x="168" y="112"/>
                  </a:cubicBezTo>
                  <a:cubicBezTo>
                    <a:pt x="167" y="109"/>
                    <a:pt x="162" y="105"/>
                    <a:pt x="159" y="102"/>
                  </a:cubicBezTo>
                  <a:cubicBezTo>
                    <a:pt x="157" y="99"/>
                    <a:pt x="156" y="91"/>
                    <a:pt x="156" y="86"/>
                  </a:cubicBezTo>
                  <a:cubicBezTo>
                    <a:pt x="156" y="81"/>
                    <a:pt x="155" y="73"/>
                    <a:pt x="159" y="64"/>
                  </a:cubicBezTo>
                  <a:cubicBezTo>
                    <a:pt x="159" y="63"/>
                    <a:pt x="159" y="61"/>
                    <a:pt x="159" y="60"/>
                  </a:cubicBezTo>
                  <a:cubicBezTo>
                    <a:pt x="158" y="60"/>
                    <a:pt x="157" y="59"/>
                    <a:pt x="156" y="59"/>
                  </a:cubicBezTo>
                  <a:cubicBezTo>
                    <a:pt x="153" y="59"/>
                    <a:pt x="146" y="55"/>
                    <a:pt x="145" y="55"/>
                  </a:cubicBezTo>
                  <a:cubicBezTo>
                    <a:pt x="144" y="55"/>
                    <a:pt x="144" y="52"/>
                    <a:pt x="143" y="50"/>
                  </a:cubicBezTo>
                  <a:cubicBezTo>
                    <a:pt x="141" y="49"/>
                    <a:pt x="142" y="45"/>
                    <a:pt x="141" y="44"/>
                  </a:cubicBezTo>
                  <a:cubicBezTo>
                    <a:pt x="139" y="43"/>
                    <a:pt x="135" y="39"/>
                    <a:pt x="133" y="33"/>
                  </a:cubicBezTo>
                  <a:cubicBezTo>
                    <a:pt x="132" y="28"/>
                    <a:pt x="122" y="25"/>
                    <a:pt x="119" y="25"/>
                  </a:cubicBezTo>
                  <a:cubicBezTo>
                    <a:pt x="115" y="25"/>
                    <a:pt x="113" y="32"/>
                    <a:pt x="112" y="33"/>
                  </a:cubicBezTo>
                  <a:cubicBezTo>
                    <a:pt x="112" y="33"/>
                    <a:pt x="105" y="29"/>
                    <a:pt x="103" y="28"/>
                  </a:cubicBezTo>
                  <a:cubicBezTo>
                    <a:pt x="101" y="27"/>
                    <a:pt x="100" y="25"/>
                    <a:pt x="100" y="23"/>
                  </a:cubicBezTo>
                  <a:cubicBezTo>
                    <a:pt x="100" y="20"/>
                    <a:pt x="96" y="17"/>
                    <a:pt x="95" y="16"/>
                  </a:cubicBezTo>
                  <a:cubicBezTo>
                    <a:pt x="94" y="16"/>
                    <a:pt x="86" y="8"/>
                    <a:pt x="86" y="8"/>
                  </a:cubicBezTo>
                  <a:cubicBezTo>
                    <a:pt x="73" y="8"/>
                    <a:pt x="73" y="8"/>
                    <a:pt x="73" y="8"/>
                  </a:cubicBezTo>
                  <a:cubicBezTo>
                    <a:pt x="71" y="12"/>
                    <a:pt x="71" y="12"/>
                    <a:pt x="71" y="12"/>
                  </a:cubicBezTo>
                  <a:cubicBezTo>
                    <a:pt x="48" y="12"/>
                    <a:pt x="48" y="12"/>
                    <a:pt x="48" y="12"/>
                  </a:cubicBezTo>
                  <a:cubicBezTo>
                    <a:pt x="48" y="12"/>
                    <a:pt x="30" y="5"/>
                    <a:pt x="27" y="5"/>
                  </a:cubicBezTo>
                  <a:cubicBezTo>
                    <a:pt x="24" y="4"/>
                    <a:pt x="18" y="0"/>
                    <a:pt x="18" y="0"/>
                  </a:cubicBezTo>
                  <a:cubicBezTo>
                    <a:pt x="0" y="2"/>
                    <a:pt x="0" y="2"/>
                    <a:pt x="0" y="2"/>
                  </a:cubicBezTo>
                  <a:cubicBezTo>
                    <a:pt x="1" y="4"/>
                    <a:pt x="2" y="6"/>
                    <a:pt x="4" y="9"/>
                  </a:cubicBezTo>
                  <a:cubicBezTo>
                    <a:pt x="8" y="14"/>
                    <a:pt x="10" y="22"/>
                    <a:pt x="11" y="25"/>
                  </a:cubicBezTo>
                  <a:cubicBezTo>
                    <a:pt x="11" y="27"/>
                    <a:pt x="16" y="30"/>
                    <a:pt x="21" y="33"/>
                  </a:cubicBezTo>
                  <a:cubicBezTo>
                    <a:pt x="25" y="35"/>
                    <a:pt x="25" y="42"/>
                    <a:pt x="25" y="43"/>
                  </a:cubicBezTo>
                  <a:cubicBezTo>
                    <a:pt x="24" y="45"/>
                    <a:pt x="19" y="42"/>
                    <a:pt x="18" y="44"/>
                  </a:cubicBezTo>
                  <a:cubicBezTo>
                    <a:pt x="18" y="45"/>
                    <a:pt x="25" y="52"/>
                    <a:pt x="28" y="51"/>
                  </a:cubicBezTo>
                  <a:cubicBezTo>
                    <a:pt x="31" y="51"/>
                    <a:pt x="32" y="53"/>
                    <a:pt x="37" y="57"/>
                  </a:cubicBezTo>
                  <a:cubicBezTo>
                    <a:pt x="41" y="61"/>
                    <a:pt x="41" y="65"/>
                    <a:pt x="39" y="67"/>
                  </a:cubicBezTo>
                  <a:cubicBezTo>
                    <a:pt x="37" y="68"/>
                    <a:pt x="43" y="71"/>
                    <a:pt x="49" y="75"/>
                  </a:cubicBezTo>
                  <a:cubicBezTo>
                    <a:pt x="54" y="79"/>
                    <a:pt x="57" y="83"/>
                    <a:pt x="57" y="85"/>
                  </a:cubicBezTo>
                  <a:cubicBezTo>
                    <a:pt x="58" y="87"/>
                    <a:pt x="60" y="85"/>
                    <a:pt x="61" y="83"/>
                  </a:cubicBezTo>
                  <a:cubicBezTo>
                    <a:pt x="62" y="80"/>
                    <a:pt x="59" y="79"/>
                    <a:pt x="59" y="76"/>
                  </a:cubicBezTo>
                  <a:cubicBezTo>
                    <a:pt x="59" y="73"/>
                    <a:pt x="55" y="74"/>
                    <a:pt x="52" y="73"/>
                  </a:cubicBezTo>
                  <a:cubicBezTo>
                    <a:pt x="50" y="73"/>
                    <a:pt x="53" y="68"/>
                    <a:pt x="50" y="66"/>
                  </a:cubicBezTo>
                  <a:cubicBezTo>
                    <a:pt x="48" y="64"/>
                    <a:pt x="46" y="59"/>
                    <a:pt x="45" y="55"/>
                  </a:cubicBezTo>
                  <a:cubicBezTo>
                    <a:pt x="44" y="51"/>
                    <a:pt x="39" y="47"/>
                    <a:pt x="36" y="43"/>
                  </a:cubicBezTo>
                  <a:cubicBezTo>
                    <a:pt x="34" y="38"/>
                    <a:pt x="32" y="35"/>
                    <a:pt x="30" y="34"/>
                  </a:cubicBezTo>
                  <a:cubicBezTo>
                    <a:pt x="28" y="33"/>
                    <a:pt x="32" y="31"/>
                    <a:pt x="31" y="30"/>
                  </a:cubicBezTo>
                  <a:cubicBezTo>
                    <a:pt x="29" y="28"/>
                    <a:pt x="27" y="28"/>
                    <a:pt x="25" y="27"/>
                  </a:cubicBezTo>
                  <a:cubicBezTo>
                    <a:pt x="22" y="26"/>
                    <a:pt x="20" y="24"/>
                    <a:pt x="20" y="21"/>
                  </a:cubicBezTo>
                  <a:cubicBezTo>
                    <a:pt x="20" y="18"/>
                    <a:pt x="18" y="11"/>
                    <a:pt x="17" y="9"/>
                  </a:cubicBezTo>
                  <a:cubicBezTo>
                    <a:pt x="17" y="7"/>
                    <a:pt x="19" y="7"/>
                    <a:pt x="20" y="8"/>
                  </a:cubicBezTo>
                  <a:cubicBezTo>
                    <a:pt x="21" y="9"/>
                    <a:pt x="22" y="10"/>
                    <a:pt x="23" y="9"/>
                  </a:cubicBezTo>
                  <a:cubicBezTo>
                    <a:pt x="24" y="9"/>
                    <a:pt x="27" y="9"/>
                    <a:pt x="27" y="11"/>
                  </a:cubicBezTo>
                  <a:cubicBezTo>
                    <a:pt x="28" y="13"/>
                    <a:pt x="31" y="11"/>
                    <a:pt x="33" y="12"/>
                  </a:cubicBezTo>
                  <a:cubicBezTo>
                    <a:pt x="34" y="13"/>
                    <a:pt x="30" y="14"/>
                    <a:pt x="34" y="22"/>
                  </a:cubicBezTo>
                  <a:cubicBezTo>
                    <a:pt x="39" y="31"/>
                    <a:pt x="36" y="26"/>
                    <a:pt x="36" y="32"/>
                  </a:cubicBezTo>
                  <a:cubicBezTo>
                    <a:pt x="36" y="37"/>
                    <a:pt x="39" y="35"/>
                    <a:pt x="39" y="34"/>
                  </a:cubicBezTo>
                  <a:cubicBezTo>
                    <a:pt x="40" y="33"/>
                    <a:pt x="43" y="35"/>
                    <a:pt x="45" y="38"/>
                  </a:cubicBezTo>
                  <a:cubicBezTo>
                    <a:pt x="47" y="41"/>
                    <a:pt x="52" y="41"/>
                    <a:pt x="52" y="43"/>
                  </a:cubicBezTo>
                  <a:cubicBezTo>
                    <a:pt x="52" y="45"/>
                    <a:pt x="53" y="48"/>
                    <a:pt x="56" y="48"/>
                  </a:cubicBezTo>
                  <a:cubicBezTo>
                    <a:pt x="59" y="49"/>
                    <a:pt x="59" y="52"/>
                    <a:pt x="61" y="53"/>
                  </a:cubicBezTo>
                  <a:cubicBezTo>
                    <a:pt x="63" y="53"/>
                    <a:pt x="64" y="55"/>
                    <a:pt x="63" y="57"/>
                  </a:cubicBezTo>
                  <a:cubicBezTo>
                    <a:pt x="62" y="60"/>
                    <a:pt x="63" y="62"/>
                    <a:pt x="68" y="64"/>
                  </a:cubicBezTo>
                  <a:cubicBezTo>
                    <a:pt x="73" y="66"/>
                    <a:pt x="70" y="66"/>
                    <a:pt x="74" y="70"/>
                  </a:cubicBezTo>
                  <a:cubicBezTo>
                    <a:pt x="78" y="73"/>
                    <a:pt x="89" y="86"/>
                    <a:pt x="91" y="89"/>
                  </a:cubicBezTo>
                  <a:cubicBezTo>
                    <a:pt x="94" y="92"/>
                    <a:pt x="95" y="95"/>
                    <a:pt x="95" y="98"/>
                  </a:cubicBezTo>
                  <a:cubicBezTo>
                    <a:pt x="96" y="100"/>
                    <a:pt x="94" y="101"/>
                    <a:pt x="95" y="104"/>
                  </a:cubicBezTo>
                  <a:cubicBezTo>
                    <a:pt x="96" y="106"/>
                    <a:pt x="92" y="105"/>
                    <a:pt x="93" y="106"/>
                  </a:cubicBezTo>
                  <a:cubicBezTo>
                    <a:pt x="93" y="108"/>
                    <a:pt x="95" y="116"/>
                    <a:pt x="99" y="116"/>
                  </a:cubicBezTo>
                  <a:cubicBezTo>
                    <a:pt x="103" y="117"/>
                    <a:pt x="107" y="122"/>
                    <a:pt x="111" y="124"/>
                  </a:cubicBezTo>
                  <a:cubicBezTo>
                    <a:pt x="114" y="127"/>
                    <a:pt x="119" y="126"/>
                    <a:pt x="123" y="128"/>
                  </a:cubicBezTo>
                  <a:cubicBezTo>
                    <a:pt x="128" y="130"/>
                    <a:pt x="132" y="134"/>
                    <a:pt x="139" y="136"/>
                  </a:cubicBezTo>
                  <a:cubicBezTo>
                    <a:pt x="146" y="138"/>
                    <a:pt x="153" y="141"/>
                    <a:pt x="157" y="144"/>
                  </a:cubicBezTo>
                  <a:cubicBezTo>
                    <a:pt x="162" y="147"/>
                    <a:pt x="167" y="146"/>
                    <a:pt x="174" y="143"/>
                  </a:cubicBezTo>
                  <a:cubicBezTo>
                    <a:pt x="180" y="141"/>
                    <a:pt x="185" y="144"/>
                    <a:pt x="188" y="145"/>
                  </a:cubicBezTo>
                  <a:cubicBezTo>
                    <a:pt x="190" y="146"/>
                    <a:pt x="194" y="149"/>
                    <a:pt x="197" y="152"/>
                  </a:cubicBezTo>
                  <a:cubicBezTo>
                    <a:pt x="200" y="148"/>
                    <a:pt x="203" y="143"/>
                    <a:pt x="204" y="14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1" name="Freeform 102">
              <a:extLst>
                <a:ext uri="{FF2B5EF4-FFF2-40B4-BE49-F238E27FC236}">
                  <a16:creationId xmlns:a16="http://schemas.microsoft.com/office/drawing/2014/main" id="{B05B1935-744C-4E5B-9F14-FC9C96190AAB}"/>
                </a:ext>
              </a:extLst>
            </p:cNvPr>
            <p:cNvSpPr>
              <a:spLocks/>
            </p:cNvSpPr>
            <p:nvPr/>
          </p:nvSpPr>
          <p:spPr bwMode="auto">
            <a:xfrm>
              <a:off x="2465388" y="2727325"/>
              <a:ext cx="85725" cy="85725"/>
            </a:xfrm>
            <a:custGeom>
              <a:avLst/>
              <a:gdLst>
                <a:gd name="T0" fmla="*/ 30 w 34"/>
                <a:gd name="T1" fmla="*/ 23 h 34"/>
                <a:gd name="T2" fmla="*/ 34 w 34"/>
                <a:gd name="T3" fmla="*/ 18 h 34"/>
                <a:gd name="T4" fmla="*/ 31 w 34"/>
                <a:gd name="T5" fmla="*/ 16 h 34"/>
                <a:gd name="T6" fmla="*/ 27 w 34"/>
                <a:gd name="T7" fmla="*/ 17 h 34"/>
                <a:gd name="T8" fmla="*/ 27 w 34"/>
                <a:gd name="T9" fmla="*/ 0 h 34"/>
                <a:gd name="T10" fmla="*/ 14 w 34"/>
                <a:gd name="T11" fmla="*/ 0 h 34"/>
                <a:gd name="T12" fmla="*/ 11 w 34"/>
                <a:gd name="T13" fmla="*/ 6 h 34"/>
                <a:gd name="T14" fmla="*/ 17 w 34"/>
                <a:gd name="T15" fmla="*/ 14 h 34"/>
                <a:gd name="T16" fmla="*/ 7 w 34"/>
                <a:gd name="T17" fmla="*/ 15 h 34"/>
                <a:gd name="T18" fmla="*/ 0 w 34"/>
                <a:gd name="T19" fmla="*/ 24 h 34"/>
                <a:gd name="T20" fmla="*/ 9 w 34"/>
                <a:gd name="T21" fmla="*/ 32 h 34"/>
                <a:gd name="T22" fmla="*/ 20 w 34"/>
                <a:gd name="T23" fmla="*/ 34 h 34"/>
                <a:gd name="T24" fmla="*/ 20 w 34"/>
                <a:gd name="T25" fmla="*/ 34 h 34"/>
                <a:gd name="T26" fmla="*/ 26 w 34"/>
                <a:gd name="T27" fmla="*/ 29 h 34"/>
                <a:gd name="T28" fmla="*/ 30 w 34"/>
                <a:gd name="T29" fmla="*/ 2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 h="34">
                  <a:moveTo>
                    <a:pt x="30" y="23"/>
                  </a:moveTo>
                  <a:cubicBezTo>
                    <a:pt x="32" y="21"/>
                    <a:pt x="33" y="19"/>
                    <a:pt x="34" y="18"/>
                  </a:cubicBezTo>
                  <a:cubicBezTo>
                    <a:pt x="32" y="20"/>
                    <a:pt x="31" y="18"/>
                    <a:pt x="31" y="16"/>
                  </a:cubicBezTo>
                  <a:cubicBezTo>
                    <a:pt x="27" y="17"/>
                    <a:pt x="27" y="17"/>
                    <a:pt x="27" y="17"/>
                  </a:cubicBezTo>
                  <a:cubicBezTo>
                    <a:pt x="27" y="0"/>
                    <a:pt x="27" y="0"/>
                    <a:pt x="27" y="0"/>
                  </a:cubicBezTo>
                  <a:cubicBezTo>
                    <a:pt x="24" y="1"/>
                    <a:pt x="15" y="0"/>
                    <a:pt x="14" y="0"/>
                  </a:cubicBezTo>
                  <a:cubicBezTo>
                    <a:pt x="13" y="0"/>
                    <a:pt x="12" y="6"/>
                    <a:pt x="11" y="6"/>
                  </a:cubicBezTo>
                  <a:cubicBezTo>
                    <a:pt x="11" y="7"/>
                    <a:pt x="18" y="12"/>
                    <a:pt x="17" y="14"/>
                  </a:cubicBezTo>
                  <a:cubicBezTo>
                    <a:pt x="16" y="16"/>
                    <a:pt x="7" y="15"/>
                    <a:pt x="7" y="15"/>
                  </a:cubicBezTo>
                  <a:cubicBezTo>
                    <a:pt x="6" y="15"/>
                    <a:pt x="3" y="20"/>
                    <a:pt x="0" y="24"/>
                  </a:cubicBezTo>
                  <a:cubicBezTo>
                    <a:pt x="4" y="27"/>
                    <a:pt x="7" y="30"/>
                    <a:pt x="9" y="32"/>
                  </a:cubicBezTo>
                  <a:cubicBezTo>
                    <a:pt x="12" y="34"/>
                    <a:pt x="18" y="31"/>
                    <a:pt x="20" y="34"/>
                  </a:cubicBezTo>
                  <a:cubicBezTo>
                    <a:pt x="20" y="34"/>
                    <a:pt x="20" y="34"/>
                    <a:pt x="20" y="34"/>
                  </a:cubicBezTo>
                  <a:cubicBezTo>
                    <a:pt x="23" y="31"/>
                    <a:pt x="25" y="29"/>
                    <a:pt x="26" y="29"/>
                  </a:cubicBezTo>
                  <a:cubicBezTo>
                    <a:pt x="28" y="28"/>
                    <a:pt x="26" y="26"/>
                    <a:pt x="30" y="2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2" name="Freeform 103">
              <a:extLst>
                <a:ext uri="{FF2B5EF4-FFF2-40B4-BE49-F238E27FC236}">
                  <a16:creationId xmlns:a16="http://schemas.microsoft.com/office/drawing/2014/main" id="{C76DBBC9-ED2A-49DF-B6EF-DB12D1004AE6}"/>
                </a:ext>
              </a:extLst>
            </p:cNvPr>
            <p:cNvSpPr>
              <a:spLocks/>
            </p:cNvSpPr>
            <p:nvPr/>
          </p:nvSpPr>
          <p:spPr bwMode="auto">
            <a:xfrm>
              <a:off x="2532063" y="2714625"/>
              <a:ext cx="28575" cy="55563"/>
            </a:xfrm>
            <a:custGeom>
              <a:avLst/>
              <a:gdLst>
                <a:gd name="T0" fmla="*/ 2 w 11"/>
                <a:gd name="T1" fmla="*/ 5 h 22"/>
                <a:gd name="T2" fmla="*/ 0 w 11"/>
                <a:gd name="T3" fmla="*/ 5 h 22"/>
                <a:gd name="T4" fmla="*/ 0 w 11"/>
                <a:gd name="T5" fmla="*/ 22 h 22"/>
                <a:gd name="T6" fmla="*/ 4 w 11"/>
                <a:gd name="T7" fmla="*/ 21 h 22"/>
                <a:gd name="T8" fmla="*/ 7 w 11"/>
                <a:gd name="T9" fmla="*/ 17 h 22"/>
                <a:gd name="T10" fmla="*/ 9 w 11"/>
                <a:gd name="T11" fmla="*/ 4 h 22"/>
                <a:gd name="T12" fmla="*/ 11 w 11"/>
                <a:gd name="T13" fmla="*/ 3 h 22"/>
                <a:gd name="T14" fmla="*/ 7 w 11"/>
                <a:gd name="T15" fmla="*/ 0 h 22"/>
                <a:gd name="T16" fmla="*/ 2 w 11"/>
                <a:gd name="T17"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2">
                  <a:moveTo>
                    <a:pt x="2" y="5"/>
                  </a:moveTo>
                  <a:cubicBezTo>
                    <a:pt x="1" y="5"/>
                    <a:pt x="1" y="5"/>
                    <a:pt x="0" y="5"/>
                  </a:cubicBezTo>
                  <a:cubicBezTo>
                    <a:pt x="0" y="22"/>
                    <a:pt x="0" y="22"/>
                    <a:pt x="0" y="22"/>
                  </a:cubicBezTo>
                  <a:cubicBezTo>
                    <a:pt x="4" y="21"/>
                    <a:pt x="4" y="21"/>
                    <a:pt x="4" y="21"/>
                  </a:cubicBezTo>
                  <a:cubicBezTo>
                    <a:pt x="4" y="20"/>
                    <a:pt x="5" y="18"/>
                    <a:pt x="7" y="17"/>
                  </a:cubicBezTo>
                  <a:cubicBezTo>
                    <a:pt x="10" y="15"/>
                    <a:pt x="5" y="5"/>
                    <a:pt x="9" y="4"/>
                  </a:cubicBezTo>
                  <a:cubicBezTo>
                    <a:pt x="9" y="4"/>
                    <a:pt x="10" y="3"/>
                    <a:pt x="11" y="3"/>
                  </a:cubicBezTo>
                  <a:cubicBezTo>
                    <a:pt x="9" y="1"/>
                    <a:pt x="8" y="0"/>
                    <a:pt x="7" y="0"/>
                  </a:cubicBezTo>
                  <a:cubicBezTo>
                    <a:pt x="5" y="1"/>
                    <a:pt x="2" y="5"/>
                    <a:pt x="2" y="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3" name="Freeform 104">
              <a:extLst>
                <a:ext uri="{FF2B5EF4-FFF2-40B4-BE49-F238E27FC236}">
                  <a16:creationId xmlns:a16="http://schemas.microsoft.com/office/drawing/2014/main" id="{37EF6321-0E30-4891-9817-7FE66F19BE4C}"/>
                </a:ext>
              </a:extLst>
            </p:cNvPr>
            <p:cNvSpPr>
              <a:spLocks/>
            </p:cNvSpPr>
            <p:nvPr/>
          </p:nvSpPr>
          <p:spPr bwMode="auto">
            <a:xfrm>
              <a:off x="2828926" y="2678113"/>
              <a:ext cx="60325" cy="49213"/>
            </a:xfrm>
            <a:custGeom>
              <a:avLst/>
              <a:gdLst>
                <a:gd name="T0" fmla="*/ 11 w 24"/>
                <a:gd name="T1" fmla="*/ 2 h 20"/>
                <a:gd name="T2" fmla="*/ 17 w 24"/>
                <a:gd name="T3" fmla="*/ 13 h 20"/>
                <a:gd name="T4" fmla="*/ 1 w 24"/>
                <a:gd name="T5" fmla="*/ 16 h 20"/>
                <a:gd name="T6" fmla="*/ 11 w 24"/>
                <a:gd name="T7" fmla="*/ 18 h 20"/>
                <a:gd name="T8" fmla="*/ 22 w 24"/>
                <a:gd name="T9" fmla="*/ 20 h 20"/>
                <a:gd name="T10" fmla="*/ 24 w 24"/>
                <a:gd name="T11" fmla="*/ 4 h 20"/>
                <a:gd name="T12" fmla="*/ 11 w 24"/>
                <a:gd name="T13" fmla="*/ 2 h 20"/>
              </a:gdLst>
              <a:ahLst/>
              <a:cxnLst>
                <a:cxn ang="0">
                  <a:pos x="T0" y="T1"/>
                </a:cxn>
                <a:cxn ang="0">
                  <a:pos x="T2" y="T3"/>
                </a:cxn>
                <a:cxn ang="0">
                  <a:pos x="T4" y="T5"/>
                </a:cxn>
                <a:cxn ang="0">
                  <a:pos x="T6" y="T7"/>
                </a:cxn>
                <a:cxn ang="0">
                  <a:pos x="T8" y="T9"/>
                </a:cxn>
                <a:cxn ang="0">
                  <a:pos x="T10" y="T11"/>
                </a:cxn>
                <a:cxn ang="0">
                  <a:pos x="T12" y="T13"/>
                </a:cxn>
              </a:cxnLst>
              <a:rect l="0" t="0" r="r" b="b"/>
              <a:pathLst>
                <a:path w="24" h="20">
                  <a:moveTo>
                    <a:pt x="11" y="2"/>
                  </a:moveTo>
                  <a:cubicBezTo>
                    <a:pt x="8" y="4"/>
                    <a:pt x="17" y="10"/>
                    <a:pt x="17" y="13"/>
                  </a:cubicBezTo>
                  <a:cubicBezTo>
                    <a:pt x="17" y="16"/>
                    <a:pt x="2" y="12"/>
                    <a:pt x="1" y="16"/>
                  </a:cubicBezTo>
                  <a:cubicBezTo>
                    <a:pt x="0" y="18"/>
                    <a:pt x="6" y="20"/>
                    <a:pt x="11" y="18"/>
                  </a:cubicBezTo>
                  <a:cubicBezTo>
                    <a:pt x="16" y="17"/>
                    <a:pt x="20" y="18"/>
                    <a:pt x="22" y="20"/>
                  </a:cubicBezTo>
                  <a:cubicBezTo>
                    <a:pt x="23" y="14"/>
                    <a:pt x="23" y="8"/>
                    <a:pt x="24" y="4"/>
                  </a:cubicBezTo>
                  <a:cubicBezTo>
                    <a:pt x="20" y="3"/>
                    <a:pt x="14" y="0"/>
                    <a:pt x="11" y="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105">
              <a:extLst>
                <a:ext uri="{FF2B5EF4-FFF2-40B4-BE49-F238E27FC236}">
                  <a16:creationId xmlns:a16="http://schemas.microsoft.com/office/drawing/2014/main" id="{FD3C6AF4-FEC1-4254-895D-DFFAD8362FAB}"/>
                </a:ext>
              </a:extLst>
            </p:cNvPr>
            <p:cNvSpPr>
              <a:spLocks/>
            </p:cNvSpPr>
            <p:nvPr/>
          </p:nvSpPr>
          <p:spPr bwMode="auto">
            <a:xfrm>
              <a:off x="2884488" y="2684463"/>
              <a:ext cx="71438" cy="46038"/>
            </a:xfrm>
            <a:custGeom>
              <a:avLst/>
              <a:gdLst>
                <a:gd name="T0" fmla="*/ 11 w 28"/>
                <a:gd name="T1" fmla="*/ 13 h 18"/>
                <a:gd name="T2" fmla="*/ 28 w 28"/>
                <a:gd name="T3" fmla="*/ 10 h 18"/>
                <a:gd name="T4" fmla="*/ 6 w 28"/>
                <a:gd name="T5" fmla="*/ 1 h 18"/>
                <a:gd name="T6" fmla="*/ 2 w 28"/>
                <a:gd name="T7" fmla="*/ 1 h 18"/>
                <a:gd name="T8" fmla="*/ 0 w 28"/>
                <a:gd name="T9" fmla="*/ 17 h 18"/>
                <a:gd name="T10" fmla="*/ 1 w 28"/>
                <a:gd name="T11" fmla="*/ 17 h 18"/>
                <a:gd name="T12" fmla="*/ 11 w 28"/>
                <a:gd name="T13" fmla="*/ 13 h 18"/>
              </a:gdLst>
              <a:ahLst/>
              <a:cxnLst>
                <a:cxn ang="0">
                  <a:pos x="T0" y="T1"/>
                </a:cxn>
                <a:cxn ang="0">
                  <a:pos x="T2" y="T3"/>
                </a:cxn>
                <a:cxn ang="0">
                  <a:pos x="T4" y="T5"/>
                </a:cxn>
                <a:cxn ang="0">
                  <a:pos x="T6" y="T7"/>
                </a:cxn>
                <a:cxn ang="0">
                  <a:pos x="T8" y="T9"/>
                </a:cxn>
                <a:cxn ang="0">
                  <a:pos x="T10" y="T11"/>
                </a:cxn>
                <a:cxn ang="0">
                  <a:pos x="T12" y="T13"/>
                </a:cxn>
              </a:cxnLst>
              <a:rect l="0" t="0" r="r" b="b"/>
              <a:pathLst>
                <a:path w="28" h="18">
                  <a:moveTo>
                    <a:pt x="11" y="13"/>
                  </a:moveTo>
                  <a:cubicBezTo>
                    <a:pt x="17" y="11"/>
                    <a:pt x="28" y="15"/>
                    <a:pt x="28" y="10"/>
                  </a:cubicBezTo>
                  <a:cubicBezTo>
                    <a:pt x="28" y="5"/>
                    <a:pt x="11" y="0"/>
                    <a:pt x="6" y="1"/>
                  </a:cubicBezTo>
                  <a:cubicBezTo>
                    <a:pt x="5" y="2"/>
                    <a:pt x="4" y="2"/>
                    <a:pt x="2" y="1"/>
                  </a:cubicBezTo>
                  <a:cubicBezTo>
                    <a:pt x="1" y="5"/>
                    <a:pt x="1" y="11"/>
                    <a:pt x="0" y="17"/>
                  </a:cubicBezTo>
                  <a:cubicBezTo>
                    <a:pt x="1" y="17"/>
                    <a:pt x="1" y="17"/>
                    <a:pt x="1" y="17"/>
                  </a:cubicBezTo>
                  <a:cubicBezTo>
                    <a:pt x="4" y="18"/>
                    <a:pt x="5" y="16"/>
                    <a:pt x="11" y="1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5" name="Freeform 106">
              <a:extLst>
                <a:ext uri="{FF2B5EF4-FFF2-40B4-BE49-F238E27FC236}">
                  <a16:creationId xmlns:a16="http://schemas.microsoft.com/office/drawing/2014/main" id="{3DF981B1-67E1-480B-B5F7-604644B4ADAB}"/>
                </a:ext>
              </a:extLst>
            </p:cNvPr>
            <p:cNvSpPr>
              <a:spLocks/>
            </p:cNvSpPr>
            <p:nvPr/>
          </p:nvSpPr>
          <p:spPr bwMode="auto">
            <a:xfrm>
              <a:off x="2568576" y="2787650"/>
              <a:ext cx="87313" cy="88900"/>
            </a:xfrm>
            <a:custGeom>
              <a:avLst/>
              <a:gdLst>
                <a:gd name="T0" fmla="*/ 19 w 35"/>
                <a:gd name="T1" fmla="*/ 33 h 35"/>
                <a:gd name="T2" fmla="*/ 27 w 35"/>
                <a:gd name="T3" fmla="*/ 34 h 35"/>
                <a:gd name="T4" fmla="*/ 31 w 35"/>
                <a:gd name="T5" fmla="*/ 35 h 35"/>
                <a:gd name="T6" fmla="*/ 30 w 35"/>
                <a:gd name="T7" fmla="*/ 33 h 35"/>
                <a:gd name="T8" fmla="*/ 32 w 35"/>
                <a:gd name="T9" fmla="*/ 23 h 35"/>
                <a:gd name="T10" fmla="*/ 33 w 35"/>
                <a:gd name="T11" fmla="*/ 9 h 35"/>
                <a:gd name="T12" fmla="*/ 35 w 35"/>
                <a:gd name="T13" fmla="*/ 1 h 35"/>
                <a:gd name="T14" fmla="*/ 35 w 35"/>
                <a:gd name="T15" fmla="*/ 0 h 35"/>
                <a:gd name="T16" fmla="*/ 25 w 35"/>
                <a:gd name="T17" fmla="*/ 4 h 35"/>
                <a:gd name="T18" fmla="*/ 17 w 35"/>
                <a:gd name="T19" fmla="*/ 5 h 35"/>
                <a:gd name="T20" fmla="*/ 9 w 35"/>
                <a:gd name="T21" fmla="*/ 9 h 35"/>
                <a:gd name="T22" fmla="*/ 6 w 35"/>
                <a:gd name="T23" fmla="*/ 14 h 35"/>
                <a:gd name="T24" fmla="*/ 4 w 35"/>
                <a:gd name="T25" fmla="*/ 16 h 35"/>
                <a:gd name="T26" fmla="*/ 1 w 35"/>
                <a:gd name="T27" fmla="*/ 17 h 35"/>
                <a:gd name="T28" fmla="*/ 2 w 35"/>
                <a:gd name="T29" fmla="*/ 20 h 35"/>
                <a:gd name="T30" fmla="*/ 12 w 35"/>
                <a:gd name="T31" fmla="*/ 30 h 35"/>
                <a:gd name="T32" fmla="*/ 14 w 35"/>
                <a:gd name="T33" fmla="*/ 33 h 35"/>
                <a:gd name="T34" fmla="*/ 19 w 35"/>
                <a:gd name="T35" fmla="*/ 3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 h="35">
                  <a:moveTo>
                    <a:pt x="19" y="33"/>
                  </a:moveTo>
                  <a:cubicBezTo>
                    <a:pt x="21" y="34"/>
                    <a:pt x="25" y="33"/>
                    <a:pt x="27" y="34"/>
                  </a:cubicBezTo>
                  <a:cubicBezTo>
                    <a:pt x="28" y="35"/>
                    <a:pt x="29" y="35"/>
                    <a:pt x="31" y="35"/>
                  </a:cubicBezTo>
                  <a:cubicBezTo>
                    <a:pt x="30" y="34"/>
                    <a:pt x="30" y="33"/>
                    <a:pt x="30" y="33"/>
                  </a:cubicBezTo>
                  <a:cubicBezTo>
                    <a:pt x="28" y="31"/>
                    <a:pt x="31" y="26"/>
                    <a:pt x="32" y="23"/>
                  </a:cubicBezTo>
                  <a:cubicBezTo>
                    <a:pt x="33" y="19"/>
                    <a:pt x="31" y="11"/>
                    <a:pt x="33" y="9"/>
                  </a:cubicBezTo>
                  <a:cubicBezTo>
                    <a:pt x="35" y="7"/>
                    <a:pt x="34" y="6"/>
                    <a:pt x="35" y="1"/>
                  </a:cubicBezTo>
                  <a:cubicBezTo>
                    <a:pt x="35" y="0"/>
                    <a:pt x="35" y="0"/>
                    <a:pt x="35" y="0"/>
                  </a:cubicBezTo>
                  <a:cubicBezTo>
                    <a:pt x="31" y="0"/>
                    <a:pt x="26" y="3"/>
                    <a:pt x="25" y="4"/>
                  </a:cubicBezTo>
                  <a:cubicBezTo>
                    <a:pt x="24" y="4"/>
                    <a:pt x="18" y="2"/>
                    <a:pt x="17" y="5"/>
                  </a:cubicBezTo>
                  <a:cubicBezTo>
                    <a:pt x="17" y="8"/>
                    <a:pt x="13" y="9"/>
                    <a:pt x="9" y="9"/>
                  </a:cubicBezTo>
                  <a:cubicBezTo>
                    <a:pt x="4" y="9"/>
                    <a:pt x="6" y="13"/>
                    <a:pt x="6" y="14"/>
                  </a:cubicBezTo>
                  <a:cubicBezTo>
                    <a:pt x="6" y="15"/>
                    <a:pt x="4" y="16"/>
                    <a:pt x="4" y="16"/>
                  </a:cubicBezTo>
                  <a:cubicBezTo>
                    <a:pt x="1" y="17"/>
                    <a:pt x="1" y="17"/>
                    <a:pt x="1" y="17"/>
                  </a:cubicBezTo>
                  <a:cubicBezTo>
                    <a:pt x="0" y="18"/>
                    <a:pt x="0" y="19"/>
                    <a:pt x="2" y="20"/>
                  </a:cubicBezTo>
                  <a:cubicBezTo>
                    <a:pt x="5" y="22"/>
                    <a:pt x="9" y="28"/>
                    <a:pt x="12" y="30"/>
                  </a:cubicBezTo>
                  <a:cubicBezTo>
                    <a:pt x="13" y="30"/>
                    <a:pt x="14" y="32"/>
                    <a:pt x="14" y="33"/>
                  </a:cubicBezTo>
                  <a:cubicBezTo>
                    <a:pt x="16" y="33"/>
                    <a:pt x="18" y="33"/>
                    <a:pt x="19" y="3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107">
              <a:extLst>
                <a:ext uri="{FF2B5EF4-FFF2-40B4-BE49-F238E27FC236}">
                  <a16:creationId xmlns:a16="http://schemas.microsoft.com/office/drawing/2014/main" id="{53819305-ADB6-4DF4-9AED-7FB789B8AA23}"/>
                </a:ext>
              </a:extLst>
            </p:cNvPr>
            <p:cNvSpPr>
              <a:spLocks/>
            </p:cNvSpPr>
            <p:nvPr/>
          </p:nvSpPr>
          <p:spPr bwMode="auto">
            <a:xfrm>
              <a:off x="2841626" y="2989263"/>
              <a:ext cx="808038" cy="825500"/>
            </a:xfrm>
            <a:custGeom>
              <a:avLst/>
              <a:gdLst>
                <a:gd name="T0" fmla="*/ 180 w 321"/>
                <a:gd name="T1" fmla="*/ 304 h 328"/>
                <a:gd name="T2" fmla="*/ 185 w 321"/>
                <a:gd name="T3" fmla="*/ 306 h 328"/>
                <a:gd name="T4" fmla="*/ 206 w 321"/>
                <a:gd name="T5" fmla="*/ 270 h 328"/>
                <a:gd name="T6" fmla="*/ 219 w 321"/>
                <a:gd name="T7" fmla="*/ 244 h 328"/>
                <a:gd name="T8" fmla="*/ 240 w 321"/>
                <a:gd name="T9" fmla="*/ 232 h 328"/>
                <a:gd name="T10" fmla="*/ 265 w 321"/>
                <a:gd name="T11" fmla="*/ 225 h 328"/>
                <a:gd name="T12" fmla="*/ 275 w 321"/>
                <a:gd name="T13" fmla="*/ 206 h 328"/>
                <a:gd name="T14" fmla="*/ 283 w 321"/>
                <a:gd name="T15" fmla="*/ 188 h 328"/>
                <a:gd name="T16" fmla="*/ 286 w 321"/>
                <a:gd name="T17" fmla="*/ 151 h 328"/>
                <a:gd name="T18" fmla="*/ 292 w 321"/>
                <a:gd name="T19" fmla="*/ 147 h 328"/>
                <a:gd name="T20" fmla="*/ 317 w 321"/>
                <a:gd name="T21" fmla="*/ 112 h 328"/>
                <a:gd name="T22" fmla="*/ 290 w 321"/>
                <a:gd name="T23" fmla="*/ 74 h 328"/>
                <a:gd name="T24" fmla="*/ 240 w 321"/>
                <a:gd name="T25" fmla="*/ 68 h 328"/>
                <a:gd name="T26" fmla="*/ 211 w 321"/>
                <a:gd name="T27" fmla="*/ 53 h 328"/>
                <a:gd name="T28" fmla="*/ 208 w 321"/>
                <a:gd name="T29" fmla="*/ 47 h 328"/>
                <a:gd name="T30" fmla="*/ 188 w 321"/>
                <a:gd name="T31" fmla="*/ 43 h 328"/>
                <a:gd name="T32" fmla="*/ 184 w 321"/>
                <a:gd name="T33" fmla="*/ 9 h 328"/>
                <a:gd name="T34" fmla="*/ 158 w 321"/>
                <a:gd name="T35" fmla="*/ 23 h 328"/>
                <a:gd name="T36" fmla="*/ 136 w 321"/>
                <a:gd name="T37" fmla="*/ 27 h 328"/>
                <a:gd name="T38" fmla="*/ 118 w 321"/>
                <a:gd name="T39" fmla="*/ 28 h 328"/>
                <a:gd name="T40" fmla="*/ 112 w 321"/>
                <a:gd name="T41" fmla="*/ 1 h 328"/>
                <a:gd name="T42" fmla="*/ 92 w 321"/>
                <a:gd name="T43" fmla="*/ 12 h 328"/>
                <a:gd name="T44" fmla="*/ 76 w 321"/>
                <a:gd name="T45" fmla="*/ 11 h 328"/>
                <a:gd name="T46" fmla="*/ 86 w 321"/>
                <a:gd name="T47" fmla="*/ 23 h 328"/>
                <a:gd name="T48" fmla="*/ 75 w 321"/>
                <a:gd name="T49" fmla="*/ 33 h 328"/>
                <a:gd name="T50" fmla="*/ 60 w 321"/>
                <a:gd name="T51" fmla="*/ 35 h 328"/>
                <a:gd name="T52" fmla="*/ 34 w 321"/>
                <a:gd name="T53" fmla="*/ 30 h 328"/>
                <a:gd name="T54" fmla="*/ 32 w 321"/>
                <a:gd name="T55" fmla="*/ 42 h 328"/>
                <a:gd name="T56" fmla="*/ 33 w 321"/>
                <a:gd name="T57" fmla="*/ 77 h 328"/>
                <a:gd name="T58" fmla="*/ 9 w 321"/>
                <a:gd name="T59" fmla="*/ 86 h 328"/>
                <a:gd name="T60" fmla="*/ 1 w 321"/>
                <a:gd name="T61" fmla="*/ 103 h 328"/>
                <a:gd name="T62" fmla="*/ 11 w 321"/>
                <a:gd name="T63" fmla="*/ 120 h 328"/>
                <a:gd name="T64" fmla="*/ 27 w 321"/>
                <a:gd name="T65" fmla="*/ 122 h 328"/>
                <a:gd name="T66" fmla="*/ 47 w 321"/>
                <a:gd name="T67" fmla="*/ 131 h 328"/>
                <a:gd name="T68" fmla="*/ 71 w 321"/>
                <a:gd name="T69" fmla="*/ 124 h 328"/>
                <a:gd name="T70" fmla="*/ 88 w 321"/>
                <a:gd name="T71" fmla="*/ 146 h 328"/>
                <a:gd name="T72" fmla="*/ 107 w 321"/>
                <a:gd name="T73" fmla="*/ 154 h 328"/>
                <a:gd name="T74" fmla="*/ 112 w 321"/>
                <a:gd name="T75" fmla="*/ 173 h 328"/>
                <a:gd name="T76" fmla="*/ 133 w 321"/>
                <a:gd name="T77" fmla="*/ 189 h 328"/>
                <a:gd name="T78" fmla="*/ 130 w 321"/>
                <a:gd name="T79" fmla="*/ 209 h 328"/>
                <a:gd name="T80" fmla="*/ 142 w 321"/>
                <a:gd name="T81" fmla="*/ 226 h 328"/>
                <a:gd name="T82" fmla="*/ 158 w 321"/>
                <a:gd name="T83" fmla="*/ 240 h 328"/>
                <a:gd name="T84" fmla="*/ 164 w 321"/>
                <a:gd name="T85" fmla="*/ 267 h 328"/>
                <a:gd name="T86" fmla="*/ 134 w 321"/>
                <a:gd name="T87" fmla="*/ 296 h 328"/>
                <a:gd name="T88" fmla="*/ 146 w 321"/>
                <a:gd name="T89" fmla="*/ 304 h 328"/>
                <a:gd name="T90" fmla="*/ 165 w 321"/>
                <a:gd name="T91" fmla="*/ 316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328">
                  <a:moveTo>
                    <a:pt x="170" y="324"/>
                  </a:moveTo>
                  <a:cubicBezTo>
                    <a:pt x="175" y="320"/>
                    <a:pt x="174" y="318"/>
                    <a:pt x="176" y="314"/>
                  </a:cubicBezTo>
                  <a:cubicBezTo>
                    <a:pt x="178" y="310"/>
                    <a:pt x="176" y="308"/>
                    <a:pt x="180" y="304"/>
                  </a:cubicBezTo>
                  <a:cubicBezTo>
                    <a:pt x="184" y="301"/>
                    <a:pt x="180" y="298"/>
                    <a:pt x="185" y="296"/>
                  </a:cubicBezTo>
                  <a:cubicBezTo>
                    <a:pt x="190" y="293"/>
                    <a:pt x="189" y="298"/>
                    <a:pt x="185" y="303"/>
                  </a:cubicBezTo>
                  <a:cubicBezTo>
                    <a:pt x="181" y="308"/>
                    <a:pt x="180" y="310"/>
                    <a:pt x="185" y="306"/>
                  </a:cubicBezTo>
                  <a:cubicBezTo>
                    <a:pt x="191" y="302"/>
                    <a:pt x="193" y="296"/>
                    <a:pt x="196" y="290"/>
                  </a:cubicBezTo>
                  <a:cubicBezTo>
                    <a:pt x="199" y="284"/>
                    <a:pt x="201" y="282"/>
                    <a:pt x="204" y="281"/>
                  </a:cubicBezTo>
                  <a:cubicBezTo>
                    <a:pt x="206" y="281"/>
                    <a:pt x="206" y="274"/>
                    <a:pt x="206" y="270"/>
                  </a:cubicBezTo>
                  <a:cubicBezTo>
                    <a:pt x="206" y="265"/>
                    <a:pt x="204" y="261"/>
                    <a:pt x="206" y="258"/>
                  </a:cubicBezTo>
                  <a:cubicBezTo>
                    <a:pt x="208" y="255"/>
                    <a:pt x="206" y="252"/>
                    <a:pt x="209" y="252"/>
                  </a:cubicBezTo>
                  <a:cubicBezTo>
                    <a:pt x="211" y="252"/>
                    <a:pt x="215" y="248"/>
                    <a:pt x="219" y="244"/>
                  </a:cubicBezTo>
                  <a:cubicBezTo>
                    <a:pt x="223" y="240"/>
                    <a:pt x="225" y="240"/>
                    <a:pt x="229" y="240"/>
                  </a:cubicBezTo>
                  <a:cubicBezTo>
                    <a:pt x="234" y="239"/>
                    <a:pt x="231" y="238"/>
                    <a:pt x="234" y="237"/>
                  </a:cubicBezTo>
                  <a:cubicBezTo>
                    <a:pt x="237" y="236"/>
                    <a:pt x="238" y="234"/>
                    <a:pt x="240" y="232"/>
                  </a:cubicBezTo>
                  <a:cubicBezTo>
                    <a:pt x="242" y="231"/>
                    <a:pt x="249" y="233"/>
                    <a:pt x="253" y="233"/>
                  </a:cubicBezTo>
                  <a:cubicBezTo>
                    <a:pt x="258" y="233"/>
                    <a:pt x="261" y="233"/>
                    <a:pt x="261" y="230"/>
                  </a:cubicBezTo>
                  <a:cubicBezTo>
                    <a:pt x="261" y="228"/>
                    <a:pt x="263" y="225"/>
                    <a:pt x="265" y="225"/>
                  </a:cubicBezTo>
                  <a:cubicBezTo>
                    <a:pt x="268" y="225"/>
                    <a:pt x="269" y="225"/>
                    <a:pt x="269" y="221"/>
                  </a:cubicBezTo>
                  <a:cubicBezTo>
                    <a:pt x="269" y="218"/>
                    <a:pt x="270" y="215"/>
                    <a:pt x="272" y="214"/>
                  </a:cubicBezTo>
                  <a:cubicBezTo>
                    <a:pt x="274" y="212"/>
                    <a:pt x="274" y="209"/>
                    <a:pt x="275" y="206"/>
                  </a:cubicBezTo>
                  <a:cubicBezTo>
                    <a:pt x="276" y="204"/>
                    <a:pt x="278" y="205"/>
                    <a:pt x="278" y="202"/>
                  </a:cubicBezTo>
                  <a:cubicBezTo>
                    <a:pt x="278" y="199"/>
                    <a:pt x="279" y="195"/>
                    <a:pt x="279" y="192"/>
                  </a:cubicBezTo>
                  <a:cubicBezTo>
                    <a:pt x="279" y="190"/>
                    <a:pt x="282" y="190"/>
                    <a:pt x="283" y="188"/>
                  </a:cubicBezTo>
                  <a:cubicBezTo>
                    <a:pt x="285" y="186"/>
                    <a:pt x="282" y="184"/>
                    <a:pt x="284" y="178"/>
                  </a:cubicBezTo>
                  <a:cubicBezTo>
                    <a:pt x="286" y="172"/>
                    <a:pt x="284" y="167"/>
                    <a:pt x="284" y="162"/>
                  </a:cubicBezTo>
                  <a:cubicBezTo>
                    <a:pt x="284" y="157"/>
                    <a:pt x="284" y="152"/>
                    <a:pt x="286" y="151"/>
                  </a:cubicBezTo>
                  <a:cubicBezTo>
                    <a:pt x="288" y="149"/>
                    <a:pt x="287" y="148"/>
                    <a:pt x="286" y="147"/>
                  </a:cubicBezTo>
                  <a:cubicBezTo>
                    <a:pt x="284" y="147"/>
                    <a:pt x="286" y="145"/>
                    <a:pt x="287" y="145"/>
                  </a:cubicBezTo>
                  <a:cubicBezTo>
                    <a:pt x="288" y="145"/>
                    <a:pt x="290" y="148"/>
                    <a:pt x="292" y="147"/>
                  </a:cubicBezTo>
                  <a:cubicBezTo>
                    <a:pt x="294" y="145"/>
                    <a:pt x="296" y="139"/>
                    <a:pt x="298" y="134"/>
                  </a:cubicBezTo>
                  <a:cubicBezTo>
                    <a:pt x="300" y="129"/>
                    <a:pt x="304" y="129"/>
                    <a:pt x="306" y="128"/>
                  </a:cubicBezTo>
                  <a:cubicBezTo>
                    <a:pt x="309" y="127"/>
                    <a:pt x="314" y="121"/>
                    <a:pt x="317" y="112"/>
                  </a:cubicBezTo>
                  <a:cubicBezTo>
                    <a:pt x="321" y="104"/>
                    <a:pt x="317" y="95"/>
                    <a:pt x="316" y="89"/>
                  </a:cubicBezTo>
                  <a:cubicBezTo>
                    <a:pt x="314" y="83"/>
                    <a:pt x="312" y="84"/>
                    <a:pt x="309" y="84"/>
                  </a:cubicBezTo>
                  <a:cubicBezTo>
                    <a:pt x="305" y="85"/>
                    <a:pt x="298" y="84"/>
                    <a:pt x="290" y="74"/>
                  </a:cubicBezTo>
                  <a:cubicBezTo>
                    <a:pt x="281" y="64"/>
                    <a:pt x="272" y="65"/>
                    <a:pt x="266" y="67"/>
                  </a:cubicBezTo>
                  <a:cubicBezTo>
                    <a:pt x="260" y="68"/>
                    <a:pt x="254" y="64"/>
                    <a:pt x="250" y="63"/>
                  </a:cubicBezTo>
                  <a:cubicBezTo>
                    <a:pt x="246" y="62"/>
                    <a:pt x="242" y="67"/>
                    <a:pt x="240" y="68"/>
                  </a:cubicBezTo>
                  <a:cubicBezTo>
                    <a:pt x="237" y="69"/>
                    <a:pt x="241" y="64"/>
                    <a:pt x="241" y="60"/>
                  </a:cubicBezTo>
                  <a:cubicBezTo>
                    <a:pt x="241" y="57"/>
                    <a:pt x="230" y="52"/>
                    <a:pt x="222" y="49"/>
                  </a:cubicBezTo>
                  <a:cubicBezTo>
                    <a:pt x="214" y="46"/>
                    <a:pt x="211" y="47"/>
                    <a:pt x="211" y="53"/>
                  </a:cubicBezTo>
                  <a:cubicBezTo>
                    <a:pt x="211" y="58"/>
                    <a:pt x="207" y="51"/>
                    <a:pt x="205" y="57"/>
                  </a:cubicBezTo>
                  <a:cubicBezTo>
                    <a:pt x="202" y="62"/>
                    <a:pt x="198" y="58"/>
                    <a:pt x="201" y="57"/>
                  </a:cubicBezTo>
                  <a:cubicBezTo>
                    <a:pt x="204" y="55"/>
                    <a:pt x="207" y="51"/>
                    <a:pt x="208" y="47"/>
                  </a:cubicBezTo>
                  <a:cubicBezTo>
                    <a:pt x="209" y="44"/>
                    <a:pt x="196" y="41"/>
                    <a:pt x="191" y="43"/>
                  </a:cubicBezTo>
                  <a:cubicBezTo>
                    <a:pt x="187" y="45"/>
                    <a:pt x="190" y="51"/>
                    <a:pt x="186" y="49"/>
                  </a:cubicBezTo>
                  <a:cubicBezTo>
                    <a:pt x="183" y="47"/>
                    <a:pt x="186" y="43"/>
                    <a:pt x="188" y="43"/>
                  </a:cubicBezTo>
                  <a:cubicBezTo>
                    <a:pt x="191" y="43"/>
                    <a:pt x="194" y="37"/>
                    <a:pt x="196" y="33"/>
                  </a:cubicBezTo>
                  <a:cubicBezTo>
                    <a:pt x="198" y="29"/>
                    <a:pt x="193" y="28"/>
                    <a:pt x="190" y="24"/>
                  </a:cubicBezTo>
                  <a:cubicBezTo>
                    <a:pt x="187" y="21"/>
                    <a:pt x="187" y="10"/>
                    <a:pt x="184" y="9"/>
                  </a:cubicBezTo>
                  <a:cubicBezTo>
                    <a:pt x="181" y="12"/>
                    <a:pt x="176" y="18"/>
                    <a:pt x="175" y="22"/>
                  </a:cubicBezTo>
                  <a:cubicBezTo>
                    <a:pt x="173" y="27"/>
                    <a:pt x="171" y="24"/>
                    <a:pt x="166" y="25"/>
                  </a:cubicBezTo>
                  <a:cubicBezTo>
                    <a:pt x="162" y="27"/>
                    <a:pt x="159" y="25"/>
                    <a:pt x="158" y="23"/>
                  </a:cubicBezTo>
                  <a:cubicBezTo>
                    <a:pt x="157" y="21"/>
                    <a:pt x="152" y="23"/>
                    <a:pt x="149" y="23"/>
                  </a:cubicBezTo>
                  <a:cubicBezTo>
                    <a:pt x="146" y="22"/>
                    <a:pt x="148" y="26"/>
                    <a:pt x="146" y="28"/>
                  </a:cubicBezTo>
                  <a:cubicBezTo>
                    <a:pt x="144" y="29"/>
                    <a:pt x="138" y="25"/>
                    <a:pt x="136" y="27"/>
                  </a:cubicBezTo>
                  <a:cubicBezTo>
                    <a:pt x="134" y="30"/>
                    <a:pt x="133" y="27"/>
                    <a:pt x="132" y="29"/>
                  </a:cubicBezTo>
                  <a:cubicBezTo>
                    <a:pt x="131" y="31"/>
                    <a:pt x="128" y="30"/>
                    <a:pt x="127" y="31"/>
                  </a:cubicBezTo>
                  <a:cubicBezTo>
                    <a:pt x="126" y="32"/>
                    <a:pt x="122" y="33"/>
                    <a:pt x="118" y="28"/>
                  </a:cubicBezTo>
                  <a:cubicBezTo>
                    <a:pt x="114" y="24"/>
                    <a:pt x="114" y="16"/>
                    <a:pt x="116" y="14"/>
                  </a:cubicBezTo>
                  <a:cubicBezTo>
                    <a:pt x="118" y="13"/>
                    <a:pt x="118" y="9"/>
                    <a:pt x="116" y="7"/>
                  </a:cubicBezTo>
                  <a:cubicBezTo>
                    <a:pt x="113" y="6"/>
                    <a:pt x="116" y="1"/>
                    <a:pt x="112" y="1"/>
                  </a:cubicBezTo>
                  <a:cubicBezTo>
                    <a:pt x="109" y="0"/>
                    <a:pt x="109" y="4"/>
                    <a:pt x="107" y="5"/>
                  </a:cubicBezTo>
                  <a:cubicBezTo>
                    <a:pt x="105" y="6"/>
                    <a:pt x="100" y="10"/>
                    <a:pt x="97" y="9"/>
                  </a:cubicBezTo>
                  <a:cubicBezTo>
                    <a:pt x="95" y="9"/>
                    <a:pt x="92" y="10"/>
                    <a:pt x="92" y="12"/>
                  </a:cubicBezTo>
                  <a:cubicBezTo>
                    <a:pt x="92" y="15"/>
                    <a:pt x="89" y="14"/>
                    <a:pt x="89" y="12"/>
                  </a:cubicBezTo>
                  <a:cubicBezTo>
                    <a:pt x="88" y="10"/>
                    <a:pt x="83" y="11"/>
                    <a:pt x="82" y="10"/>
                  </a:cubicBezTo>
                  <a:cubicBezTo>
                    <a:pt x="80" y="8"/>
                    <a:pt x="73" y="9"/>
                    <a:pt x="76" y="11"/>
                  </a:cubicBezTo>
                  <a:cubicBezTo>
                    <a:pt x="79" y="12"/>
                    <a:pt x="79" y="14"/>
                    <a:pt x="79" y="17"/>
                  </a:cubicBezTo>
                  <a:cubicBezTo>
                    <a:pt x="79" y="19"/>
                    <a:pt x="82" y="18"/>
                    <a:pt x="82" y="22"/>
                  </a:cubicBezTo>
                  <a:cubicBezTo>
                    <a:pt x="82" y="25"/>
                    <a:pt x="84" y="23"/>
                    <a:pt x="86" y="23"/>
                  </a:cubicBezTo>
                  <a:cubicBezTo>
                    <a:pt x="87" y="23"/>
                    <a:pt x="87" y="25"/>
                    <a:pt x="85" y="26"/>
                  </a:cubicBezTo>
                  <a:cubicBezTo>
                    <a:pt x="82" y="26"/>
                    <a:pt x="81" y="28"/>
                    <a:pt x="80" y="30"/>
                  </a:cubicBezTo>
                  <a:cubicBezTo>
                    <a:pt x="79" y="33"/>
                    <a:pt x="77" y="31"/>
                    <a:pt x="75" y="33"/>
                  </a:cubicBezTo>
                  <a:cubicBezTo>
                    <a:pt x="73" y="35"/>
                    <a:pt x="71" y="37"/>
                    <a:pt x="69" y="36"/>
                  </a:cubicBezTo>
                  <a:cubicBezTo>
                    <a:pt x="68" y="35"/>
                    <a:pt x="67" y="36"/>
                    <a:pt x="65" y="37"/>
                  </a:cubicBezTo>
                  <a:cubicBezTo>
                    <a:pt x="63" y="38"/>
                    <a:pt x="63" y="37"/>
                    <a:pt x="60" y="35"/>
                  </a:cubicBezTo>
                  <a:cubicBezTo>
                    <a:pt x="58" y="33"/>
                    <a:pt x="57" y="30"/>
                    <a:pt x="54" y="27"/>
                  </a:cubicBezTo>
                  <a:cubicBezTo>
                    <a:pt x="52" y="27"/>
                    <a:pt x="48" y="29"/>
                    <a:pt x="46" y="29"/>
                  </a:cubicBezTo>
                  <a:cubicBezTo>
                    <a:pt x="43" y="29"/>
                    <a:pt x="34" y="28"/>
                    <a:pt x="34" y="30"/>
                  </a:cubicBezTo>
                  <a:cubicBezTo>
                    <a:pt x="33" y="31"/>
                    <a:pt x="35" y="34"/>
                    <a:pt x="36" y="34"/>
                  </a:cubicBezTo>
                  <a:cubicBezTo>
                    <a:pt x="37" y="34"/>
                    <a:pt x="41" y="35"/>
                    <a:pt x="38" y="37"/>
                  </a:cubicBezTo>
                  <a:cubicBezTo>
                    <a:pt x="35" y="40"/>
                    <a:pt x="32" y="37"/>
                    <a:pt x="32" y="42"/>
                  </a:cubicBezTo>
                  <a:cubicBezTo>
                    <a:pt x="32" y="47"/>
                    <a:pt x="39" y="50"/>
                    <a:pt x="37" y="55"/>
                  </a:cubicBezTo>
                  <a:cubicBezTo>
                    <a:pt x="37" y="57"/>
                    <a:pt x="36" y="63"/>
                    <a:pt x="36" y="66"/>
                  </a:cubicBezTo>
                  <a:cubicBezTo>
                    <a:pt x="36" y="68"/>
                    <a:pt x="35" y="76"/>
                    <a:pt x="33" y="77"/>
                  </a:cubicBezTo>
                  <a:cubicBezTo>
                    <a:pt x="30" y="77"/>
                    <a:pt x="29" y="75"/>
                    <a:pt x="26" y="77"/>
                  </a:cubicBezTo>
                  <a:cubicBezTo>
                    <a:pt x="23" y="80"/>
                    <a:pt x="19" y="78"/>
                    <a:pt x="16" y="81"/>
                  </a:cubicBezTo>
                  <a:cubicBezTo>
                    <a:pt x="13" y="83"/>
                    <a:pt x="9" y="82"/>
                    <a:pt x="9" y="86"/>
                  </a:cubicBezTo>
                  <a:cubicBezTo>
                    <a:pt x="9" y="89"/>
                    <a:pt x="5" y="90"/>
                    <a:pt x="6" y="93"/>
                  </a:cubicBezTo>
                  <a:cubicBezTo>
                    <a:pt x="7" y="96"/>
                    <a:pt x="5" y="95"/>
                    <a:pt x="3" y="97"/>
                  </a:cubicBezTo>
                  <a:cubicBezTo>
                    <a:pt x="0" y="100"/>
                    <a:pt x="3" y="101"/>
                    <a:pt x="1" y="103"/>
                  </a:cubicBezTo>
                  <a:cubicBezTo>
                    <a:pt x="0" y="104"/>
                    <a:pt x="2" y="107"/>
                    <a:pt x="4" y="110"/>
                  </a:cubicBezTo>
                  <a:cubicBezTo>
                    <a:pt x="5" y="112"/>
                    <a:pt x="7" y="114"/>
                    <a:pt x="7" y="116"/>
                  </a:cubicBezTo>
                  <a:cubicBezTo>
                    <a:pt x="7" y="119"/>
                    <a:pt x="9" y="120"/>
                    <a:pt x="11" y="120"/>
                  </a:cubicBezTo>
                  <a:cubicBezTo>
                    <a:pt x="13" y="119"/>
                    <a:pt x="11" y="124"/>
                    <a:pt x="15" y="124"/>
                  </a:cubicBezTo>
                  <a:cubicBezTo>
                    <a:pt x="19" y="124"/>
                    <a:pt x="23" y="125"/>
                    <a:pt x="24" y="123"/>
                  </a:cubicBezTo>
                  <a:cubicBezTo>
                    <a:pt x="25" y="121"/>
                    <a:pt x="27" y="119"/>
                    <a:pt x="27" y="122"/>
                  </a:cubicBezTo>
                  <a:cubicBezTo>
                    <a:pt x="27" y="125"/>
                    <a:pt x="27" y="134"/>
                    <a:pt x="29" y="133"/>
                  </a:cubicBezTo>
                  <a:cubicBezTo>
                    <a:pt x="32" y="132"/>
                    <a:pt x="37" y="132"/>
                    <a:pt x="40" y="133"/>
                  </a:cubicBezTo>
                  <a:cubicBezTo>
                    <a:pt x="42" y="134"/>
                    <a:pt x="45" y="133"/>
                    <a:pt x="47" y="131"/>
                  </a:cubicBezTo>
                  <a:cubicBezTo>
                    <a:pt x="48" y="130"/>
                    <a:pt x="50" y="130"/>
                    <a:pt x="54" y="128"/>
                  </a:cubicBezTo>
                  <a:cubicBezTo>
                    <a:pt x="57" y="126"/>
                    <a:pt x="60" y="123"/>
                    <a:pt x="63" y="123"/>
                  </a:cubicBezTo>
                  <a:cubicBezTo>
                    <a:pt x="66" y="123"/>
                    <a:pt x="71" y="121"/>
                    <a:pt x="71" y="124"/>
                  </a:cubicBezTo>
                  <a:cubicBezTo>
                    <a:pt x="70" y="126"/>
                    <a:pt x="69" y="135"/>
                    <a:pt x="73" y="140"/>
                  </a:cubicBezTo>
                  <a:cubicBezTo>
                    <a:pt x="77" y="144"/>
                    <a:pt x="79" y="146"/>
                    <a:pt x="83" y="145"/>
                  </a:cubicBezTo>
                  <a:cubicBezTo>
                    <a:pt x="86" y="145"/>
                    <a:pt x="86" y="147"/>
                    <a:pt x="88" y="146"/>
                  </a:cubicBezTo>
                  <a:cubicBezTo>
                    <a:pt x="91" y="146"/>
                    <a:pt x="89" y="149"/>
                    <a:pt x="92" y="149"/>
                  </a:cubicBezTo>
                  <a:cubicBezTo>
                    <a:pt x="94" y="149"/>
                    <a:pt x="98" y="150"/>
                    <a:pt x="98" y="152"/>
                  </a:cubicBezTo>
                  <a:cubicBezTo>
                    <a:pt x="98" y="155"/>
                    <a:pt x="106" y="153"/>
                    <a:pt x="107" y="154"/>
                  </a:cubicBezTo>
                  <a:cubicBezTo>
                    <a:pt x="109" y="156"/>
                    <a:pt x="111" y="157"/>
                    <a:pt x="110" y="160"/>
                  </a:cubicBezTo>
                  <a:cubicBezTo>
                    <a:pt x="110" y="163"/>
                    <a:pt x="114" y="165"/>
                    <a:pt x="112" y="166"/>
                  </a:cubicBezTo>
                  <a:cubicBezTo>
                    <a:pt x="109" y="167"/>
                    <a:pt x="112" y="169"/>
                    <a:pt x="112" y="173"/>
                  </a:cubicBezTo>
                  <a:cubicBezTo>
                    <a:pt x="113" y="176"/>
                    <a:pt x="116" y="177"/>
                    <a:pt x="121" y="177"/>
                  </a:cubicBezTo>
                  <a:cubicBezTo>
                    <a:pt x="127" y="176"/>
                    <a:pt x="128" y="177"/>
                    <a:pt x="128" y="181"/>
                  </a:cubicBezTo>
                  <a:cubicBezTo>
                    <a:pt x="128" y="184"/>
                    <a:pt x="132" y="185"/>
                    <a:pt x="133" y="189"/>
                  </a:cubicBezTo>
                  <a:cubicBezTo>
                    <a:pt x="134" y="192"/>
                    <a:pt x="131" y="196"/>
                    <a:pt x="132" y="199"/>
                  </a:cubicBezTo>
                  <a:cubicBezTo>
                    <a:pt x="132" y="201"/>
                    <a:pt x="131" y="203"/>
                    <a:pt x="129" y="204"/>
                  </a:cubicBezTo>
                  <a:cubicBezTo>
                    <a:pt x="131" y="207"/>
                    <a:pt x="131" y="208"/>
                    <a:pt x="130" y="209"/>
                  </a:cubicBezTo>
                  <a:cubicBezTo>
                    <a:pt x="127" y="210"/>
                    <a:pt x="132" y="213"/>
                    <a:pt x="131" y="219"/>
                  </a:cubicBezTo>
                  <a:cubicBezTo>
                    <a:pt x="130" y="224"/>
                    <a:pt x="130" y="225"/>
                    <a:pt x="135" y="225"/>
                  </a:cubicBezTo>
                  <a:cubicBezTo>
                    <a:pt x="141" y="225"/>
                    <a:pt x="140" y="227"/>
                    <a:pt x="142" y="226"/>
                  </a:cubicBezTo>
                  <a:cubicBezTo>
                    <a:pt x="144" y="225"/>
                    <a:pt x="147" y="230"/>
                    <a:pt x="148" y="233"/>
                  </a:cubicBezTo>
                  <a:cubicBezTo>
                    <a:pt x="148" y="235"/>
                    <a:pt x="151" y="242"/>
                    <a:pt x="152" y="242"/>
                  </a:cubicBezTo>
                  <a:cubicBezTo>
                    <a:pt x="153" y="242"/>
                    <a:pt x="155" y="239"/>
                    <a:pt x="158" y="240"/>
                  </a:cubicBezTo>
                  <a:cubicBezTo>
                    <a:pt x="161" y="241"/>
                    <a:pt x="158" y="251"/>
                    <a:pt x="158" y="255"/>
                  </a:cubicBezTo>
                  <a:cubicBezTo>
                    <a:pt x="160" y="254"/>
                    <a:pt x="162" y="254"/>
                    <a:pt x="163" y="255"/>
                  </a:cubicBezTo>
                  <a:cubicBezTo>
                    <a:pt x="164" y="256"/>
                    <a:pt x="165" y="265"/>
                    <a:pt x="164" y="267"/>
                  </a:cubicBezTo>
                  <a:cubicBezTo>
                    <a:pt x="164" y="269"/>
                    <a:pt x="158" y="271"/>
                    <a:pt x="155" y="273"/>
                  </a:cubicBezTo>
                  <a:cubicBezTo>
                    <a:pt x="152" y="275"/>
                    <a:pt x="144" y="282"/>
                    <a:pt x="141" y="287"/>
                  </a:cubicBezTo>
                  <a:cubicBezTo>
                    <a:pt x="139" y="291"/>
                    <a:pt x="136" y="293"/>
                    <a:pt x="134" y="296"/>
                  </a:cubicBezTo>
                  <a:cubicBezTo>
                    <a:pt x="135" y="296"/>
                    <a:pt x="135" y="296"/>
                    <a:pt x="136" y="296"/>
                  </a:cubicBezTo>
                  <a:cubicBezTo>
                    <a:pt x="138" y="295"/>
                    <a:pt x="140" y="295"/>
                    <a:pt x="143" y="298"/>
                  </a:cubicBezTo>
                  <a:cubicBezTo>
                    <a:pt x="146" y="301"/>
                    <a:pt x="145" y="304"/>
                    <a:pt x="146" y="304"/>
                  </a:cubicBezTo>
                  <a:cubicBezTo>
                    <a:pt x="148" y="303"/>
                    <a:pt x="149" y="299"/>
                    <a:pt x="151" y="302"/>
                  </a:cubicBezTo>
                  <a:cubicBezTo>
                    <a:pt x="153" y="305"/>
                    <a:pt x="159" y="308"/>
                    <a:pt x="160" y="309"/>
                  </a:cubicBezTo>
                  <a:cubicBezTo>
                    <a:pt x="161" y="311"/>
                    <a:pt x="165" y="312"/>
                    <a:pt x="165" y="316"/>
                  </a:cubicBezTo>
                  <a:cubicBezTo>
                    <a:pt x="165" y="318"/>
                    <a:pt x="164" y="323"/>
                    <a:pt x="166" y="328"/>
                  </a:cubicBezTo>
                  <a:cubicBezTo>
                    <a:pt x="167" y="326"/>
                    <a:pt x="168" y="325"/>
                    <a:pt x="170" y="32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108">
              <a:extLst>
                <a:ext uri="{FF2B5EF4-FFF2-40B4-BE49-F238E27FC236}">
                  <a16:creationId xmlns:a16="http://schemas.microsoft.com/office/drawing/2014/main" id="{C2459B31-D212-4CA8-9815-24BFCDA7B58E}"/>
                </a:ext>
              </a:extLst>
            </p:cNvPr>
            <p:cNvSpPr>
              <a:spLocks/>
            </p:cNvSpPr>
            <p:nvPr/>
          </p:nvSpPr>
          <p:spPr bwMode="auto">
            <a:xfrm>
              <a:off x="3159126" y="3732213"/>
              <a:ext cx="100013" cy="111125"/>
            </a:xfrm>
            <a:custGeom>
              <a:avLst/>
              <a:gdLst>
                <a:gd name="T0" fmla="*/ 39 w 40"/>
                <a:gd name="T1" fmla="*/ 21 h 44"/>
                <a:gd name="T2" fmla="*/ 34 w 40"/>
                <a:gd name="T3" fmla="*/ 14 h 44"/>
                <a:gd name="T4" fmla="*/ 25 w 40"/>
                <a:gd name="T5" fmla="*/ 7 h 44"/>
                <a:gd name="T6" fmla="*/ 20 w 40"/>
                <a:gd name="T7" fmla="*/ 9 h 44"/>
                <a:gd name="T8" fmla="*/ 17 w 40"/>
                <a:gd name="T9" fmla="*/ 3 h 44"/>
                <a:gd name="T10" fmla="*/ 10 w 40"/>
                <a:gd name="T11" fmla="*/ 1 h 44"/>
                <a:gd name="T12" fmla="*/ 8 w 40"/>
                <a:gd name="T13" fmla="*/ 1 h 44"/>
                <a:gd name="T14" fmla="*/ 5 w 40"/>
                <a:gd name="T15" fmla="*/ 5 h 44"/>
                <a:gd name="T16" fmla="*/ 2 w 40"/>
                <a:gd name="T17" fmla="*/ 19 h 44"/>
                <a:gd name="T18" fmla="*/ 0 w 40"/>
                <a:gd name="T19" fmla="*/ 29 h 44"/>
                <a:gd name="T20" fmla="*/ 3 w 40"/>
                <a:gd name="T21" fmla="*/ 34 h 44"/>
                <a:gd name="T22" fmla="*/ 2 w 40"/>
                <a:gd name="T23" fmla="*/ 38 h 44"/>
                <a:gd name="T24" fmla="*/ 5 w 40"/>
                <a:gd name="T25" fmla="*/ 39 h 44"/>
                <a:gd name="T26" fmla="*/ 15 w 40"/>
                <a:gd name="T27" fmla="*/ 42 h 44"/>
                <a:gd name="T28" fmla="*/ 22 w 40"/>
                <a:gd name="T29" fmla="*/ 42 h 44"/>
                <a:gd name="T30" fmla="*/ 34 w 40"/>
                <a:gd name="T31" fmla="*/ 40 h 44"/>
                <a:gd name="T32" fmla="*/ 40 w 40"/>
                <a:gd name="T33" fmla="*/ 33 h 44"/>
                <a:gd name="T34" fmla="*/ 39 w 40"/>
                <a:gd name="T35"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44">
                  <a:moveTo>
                    <a:pt x="39" y="21"/>
                  </a:moveTo>
                  <a:cubicBezTo>
                    <a:pt x="39" y="17"/>
                    <a:pt x="35" y="16"/>
                    <a:pt x="34" y="14"/>
                  </a:cubicBezTo>
                  <a:cubicBezTo>
                    <a:pt x="33" y="13"/>
                    <a:pt x="27" y="10"/>
                    <a:pt x="25" y="7"/>
                  </a:cubicBezTo>
                  <a:cubicBezTo>
                    <a:pt x="23" y="4"/>
                    <a:pt x="22" y="8"/>
                    <a:pt x="20" y="9"/>
                  </a:cubicBezTo>
                  <a:cubicBezTo>
                    <a:pt x="19" y="9"/>
                    <a:pt x="20" y="6"/>
                    <a:pt x="17" y="3"/>
                  </a:cubicBezTo>
                  <a:cubicBezTo>
                    <a:pt x="14" y="0"/>
                    <a:pt x="12" y="0"/>
                    <a:pt x="10" y="1"/>
                  </a:cubicBezTo>
                  <a:cubicBezTo>
                    <a:pt x="9" y="1"/>
                    <a:pt x="9" y="1"/>
                    <a:pt x="8" y="1"/>
                  </a:cubicBezTo>
                  <a:cubicBezTo>
                    <a:pt x="6" y="2"/>
                    <a:pt x="5" y="4"/>
                    <a:pt x="5" y="5"/>
                  </a:cubicBezTo>
                  <a:cubicBezTo>
                    <a:pt x="5" y="9"/>
                    <a:pt x="3" y="12"/>
                    <a:pt x="2" y="19"/>
                  </a:cubicBezTo>
                  <a:cubicBezTo>
                    <a:pt x="2" y="25"/>
                    <a:pt x="0" y="24"/>
                    <a:pt x="0" y="29"/>
                  </a:cubicBezTo>
                  <a:cubicBezTo>
                    <a:pt x="0" y="34"/>
                    <a:pt x="2" y="34"/>
                    <a:pt x="3" y="34"/>
                  </a:cubicBezTo>
                  <a:cubicBezTo>
                    <a:pt x="3" y="35"/>
                    <a:pt x="2" y="36"/>
                    <a:pt x="2" y="38"/>
                  </a:cubicBezTo>
                  <a:cubicBezTo>
                    <a:pt x="3" y="38"/>
                    <a:pt x="3" y="39"/>
                    <a:pt x="5" y="39"/>
                  </a:cubicBezTo>
                  <a:cubicBezTo>
                    <a:pt x="8" y="39"/>
                    <a:pt x="12" y="40"/>
                    <a:pt x="15" y="42"/>
                  </a:cubicBezTo>
                  <a:cubicBezTo>
                    <a:pt x="19" y="44"/>
                    <a:pt x="18" y="41"/>
                    <a:pt x="22" y="42"/>
                  </a:cubicBezTo>
                  <a:cubicBezTo>
                    <a:pt x="25" y="42"/>
                    <a:pt x="30" y="43"/>
                    <a:pt x="34" y="40"/>
                  </a:cubicBezTo>
                  <a:cubicBezTo>
                    <a:pt x="37" y="39"/>
                    <a:pt x="38" y="36"/>
                    <a:pt x="40" y="33"/>
                  </a:cubicBezTo>
                  <a:cubicBezTo>
                    <a:pt x="38" y="28"/>
                    <a:pt x="39" y="23"/>
                    <a:pt x="39" y="2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109">
              <a:extLst>
                <a:ext uri="{FF2B5EF4-FFF2-40B4-BE49-F238E27FC236}">
                  <a16:creationId xmlns:a16="http://schemas.microsoft.com/office/drawing/2014/main" id="{6F8F86A3-920F-4526-8826-5F79971A3A9E}"/>
                </a:ext>
              </a:extLst>
            </p:cNvPr>
            <p:cNvSpPr>
              <a:spLocks noEditPoints="1"/>
            </p:cNvSpPr>
            <p:nvPr/>
          </p:nvSpPr>
          <p:spPr bwMode="auto">
            <a:xfrm>
              <a:off x="2846388" y="3546475"/>
              <a:ext cx="411163" cy="809625"/>
            </a:xfrm>
            <a:custGeom>
              <a:avLst/>
              <a:gdLst>
                <a:gd name="T0" fmla="*/ 46 w 163"/>
                <a:gd name="T1" fmla="*/ 305 h 322"/>
                <a:gd name="T2" fmla="*/ 43 w 163"/>
                <a:gd name="T3" fmla="*/ 298 h 322"/>
                <a:gd name="T4" fmla="*/ 40 w 163"/>
                <a:gd name="T5" fmla="*/ 320 h 322"/>
                <a:gd name="T6" fmla="*/ 57 w 163"/>
                <a:gd name="T7" fmla="*/ 321 h 322"/>
                <a:gd name="T8" fmla="*/ 62 w 163"/>
                <a:gd name="T9" fmla="*/ 315 h 322"/>
                <a:gd name="T10" fmla="*/ 156 w 163"/>
                <a:gd name="T11" fmla="*/ 34 h 322"/>
                <a:gd name="T12" fmla="*/ 152 w 163"/>
                <a:gd name="T13" fmla="*/ 46 h 322"/>
                <a:gd name="T14" fmla="*/ 138 w 163"/>
                <a:gd name="T15" fmla="*/ 51 h 322"/>
                <a:gd name="T16" fmla="*/ 123 w 163"/>
                <a:gd name="T17" fmla="*/ 48 h 322"/>
                <a:gd name="T18" fmla="*/ 132 w 163"/>
                <a:gd name="T19" fmla="*/ 32 h 322"/>
                <a:gd name="T20" fmla="*/ 108 w 163"/>
                <a:gd name="T21" fmla="*/ 20 h 322"/>
                <a:gd name="T22" fmla="*/ 88 w 163"/>
                <a:gd name="T23" fmla="*/ 3 h 322"/>
                <a:gd name="T24" fmla="*/ 75 w 163"/>
                <a:gd name="T25" fmla="*/ 8 h 322"/>
                <a:gd name="T26" fmla="*/ 59 w 163"/>
                <a:gd name="T27" fmla="*/ 4 h 322"/>
                <a:gd name="T28" fmla="*/ 51 w 163"/>
                <a:gd name="T29" fmla="*/ 19 h 322"/>
                <a:gd name="T30" fmla="*/ 42 w 163"/>
                <a:gd name="T31" fmla="*/ 32 h 322"/>
                <a:gd name="T32" fmla="*/ 43 w 163"/>
                <a:gd name="T33" fmla="*/ 46 h 322"/>
                <a:gd name="T34" fmla="*/ 35 w 163"/>
                <a:gd name="T35" fmla="*/ 56 h 322"/>
                <a:gd name="T36" fmla="*/ 30 w 163"/>
                <a:gd name="T37" fmla="*/ 68 h 322"/>
                <a:gd name="T38" fmla="*/ 26 w 163"/>
                <a:gd name="T39" fmla="*/ 82 h 322"/>
                <a:gd name="T40" fmla="*/ 29 w 163"/>
                <a:gd name="T41" fmla="*/ 99 h 322"/>
                <a:gd name="T42" fmla="*/ 29 w 163"/>
                <a:gd name="T43" fmla="*/ 113 h 322"/>
                <a:gd name="T44" fmla="*/ 26 w 163"/>
                <a:gd name="T45" fmla="*/ 129 h 322"/>
                <a:gd name="T46" fmla="*/ 20 w 163"/>
                <a:gd name="T47" fmla="*/ 147 h 322"/>
                <a:gd name="T48" fmla="*/ 18 w 163"/>
                <a:gd name="T49" fmla="*/ 155 h 322"/>
                <a:gd name="T50" fmla="*/ 15 w 163"/>
                <a:gd name="T51" fmla="*/ 166 h 322"/>
                <a:gd name="T52" fmla="*/ 15 w 163"/>
                <a:gd name="T53" fmla="*/ 177 h 322"/>
                <a:gd name="T54" fmla="*/ 13 w 163"/>
                <a:gd name="T55" fmla="*/ 194 h 322"/>
                <a:gd name="T56" fmla="*/ 15 w 163"/>
                <a:gd name="T57" fmla="*/ 204 h 322"/>
                <a:gd name="T58" fmla="*/ 19 w 163"/>
                <a:gd name="T59" fmla="*/ 212 h 322"/>
                <a:gd name="T60" fmla="*/ 17 w 163"/>
                <a:gd name="T61" fmla="*/ 219 h 322"/>
                <a:gd name="T62" fmla="*/ 15 w 163"/>
                <a:gd name="T63" fmla="*/ 231 h 322"/>
                <a:gd name="T64" fmla="*/ 9 w 163"/>
                <a:gd name="T65" fmla="*/ 242 h 322"/>
                <a:gd name="T66" fmla="*/ 6 w 163"/>
                <a:gd name="T67" fmla="*/ 254 h 322"/>
                <a:gd name="T68" fmla="*/ 2 w 163"/>
                <a:gd name="T69" fmla="*/ 267 h 322"/>
                <a:gd name="T70" fmla="*/ 11 w 163"/>
                <a:gd name="T71" fmla="*/ 274 h 322"/>
                <a:gd name="T72" fmla="*/ 15 w 163"/>
                <a:gd name="T73" fmla="*/ 287 h 322"/>
                <a:gd name="T74" fmla="*/ 34 w 163"/>
                <a:gd name="T75" fmla="*/ 289 h 322"/>
                <a:gd name="T76" fmla="*/ 37 w 163"/>
                <a:gd name="T77" fmla="*/ 283 h 322"/>
                <a:gd name="T78" fmla="*/ 38 w 163"/>
                <a:gd name="T79" fmla="*/ 269 h 322"/>
                <a:gd name="T80" fmla="*/ 47 w 163"/>
                <a:gd name="T81" fmla="*/ 260 h 322"/>
                <a:gd name="T82" fmla="*/ 62 w 163"/>
                <a:gd name="T83" fmla="*/ 243 h 322"/>
                <a:gd name="T84" fmla="*/ 56 w 163"/>
                <a:gd name="T85" fmla="*/ 233 h 322"/>
                <a:gd name="T86" fmla="*/ 64 w 163"/>
                <a:gd name="T87" fmla="*/ 214 h 322"/>
                <a:gd name="T88" fmla="*/ 68 w 163"/>
                <a:gd name="T89" fmla="*/ 204 h 322"/>
                <a:gd name="T90" fmla="*/ 73 w 163"/>
                <a:gd name="T91" fmla="*/ 193 h 322"/>
                <a:gd name="T92" fmla="*/ 78 w 163"/>
                <a:gd name="T93" fmla="*/ 192 h 322"/>
                <a:gd name="T94" fmla="*/ 75 w 163"/>
                <a:gd name="T95" fmla="*/ 188 h 322"/>
                <a:gd name="T96" fmla="*/ 70 w 163"/>
                <a:gd name="T97" fmla="*/ 179 h 322"/>
                <a:gd name="T98" fmla="*/ 82 w 163"/>
                <a:gd name="T99" fmla="*/ 175 h 322"/>
                <a:gd name="T100" fmla="*/ 92 w 163"/>
                <a:gd name="T101" fmla="*/ 163 h 322"/>
                <a:gd name="T102" fmla="*/ 95 w 163"/>
                <a:gd name="T103" fmla="*/ 154 h 322"/>
                <a:gd name="T104" fmla="*/ 131 w 163"/>
                <a:gd name="T105" fmla="*/ 145 h 322"/>
                <a:gd name="T106" fmla="*/ 135 w 163"/>
                <a:gd name="T107" fmla="*/ 129 h 322"/>
                <a:gd name="T108" fmla="*/ 129 w 163"/>
                <a:gd name="T109" fmla="*/ 118 h 322"/>
                <a:gd name="T110" fmla="*/ 126 w 163"/>
                <a:gd name="T111" fmla="*/ 112 h 322"/>
                <a:gd name="T112" fmla="*/ 124 w 163"/>
                <a:gd name="T113" fmla="*/ 103 h 322"/>
                <a:gd name="T114" fmla="*/ 129 w 163"/>
                <a:gd name="T115" fmla="*/ 79 h 322"/>
                <a:gd name="T116" fmla="*/ 153 w 163"/>
                <a:gd name="T117" fmla="*/ 52 h 322"/>
                <a:gd name="T118" fmla="*/ 161 w 163"/>
                <a:gd name="T119" fmla="*/ 34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3" h="322">
                  <a:moveTo>
                    <a:pt x="62" y="315"/>
                  </a:moveTo>
                  <a:cubicBezTo>
                    <a:pt x="58" y="315"/>
                    <a:pt x="49" y="307"/>
                    <a:pt x="46" y="305"/>
                  </a:cubicBezTo>
                  <a:cubicBezTo>
                    <a:pt x="44" y="303"/>
                    <a:pt x="46" y="301"/>
                    <a:pt x="42" y="301"/>
                  </a:cubicBezTo>
                  <a:cubicBezTo>
                    <a:pt x="39" y="302"/>
                    <a:pt x="41" y="299"/>
                    <a:pt x="43" y="298"/>
                  </a:cubicBezTo>
                  <a:cubicBezTo>
                    <a:pt x="45" y="297"/>
                    <a:pt x="42" y="294"/>
                    <a:pt x="40" y="293"/>
                  </a:cubicBezTo>
                  <a:cubicBezTo>
                    <a:pt x="40" y="298"/>
                    <a:pt x="39" y="320"/>
                    <a:pt x="40" y="320"/>
                  </a:cubicBezTo>
                  <a:cubicBezTo>
                    <a:pt x="42" y="320"/>
                    <a:pt x="51" y="319"/>
                    <a:pt x="54" y="321"/>
                  </a:cubicBezTo>
                  <a:cubicBezTo>
                    <a:pt x="55" y="321"/>
                    <a:pt x="56" y="322"/>
                    <a:pt x="57" y="321"/>
                  </a:cubicBezTo>
                  <a:cubicBezTo>
                    <a:pt x="59" y="319"/>
                    <a:pt x="65" y="320"/>
                    <a:pt x="67" y="318"/>
                  </a:cubicBezTo>
                  <a:cubicBezTo>
                    <a:pt x="70" y="316"/>
                    <a:pt x="67" y="316"/>
                    <a:pt x="62" y="315"/>
                  </a:cubicBezTo>
                  <a:close/>
                  <a:moveTo>
                    <a:pt x="161" y="34"/>
                  </a:moveTo>
                  <a:cubicBezTo>
                    <a:pt x="160" y="33"/>
                    <a:pt x="158" y="33"/>
                    <a:pt x="156" y="34"/>
                  </a:cubicBezTo>
                  <a:cubicBezTo>
                    <a:pt x="156" y="34"/>
                    <a:pt x="156" y="34"/>
                    <a:pt x="156" y="34"/>
                  </a:cubicBezTo>
                  <a:cubicBezTo>
                    <a:pt x="156" y="38"/>
                    <a:pt x="154" y="46"/>
                    <a:pt x="152" y="46"/>
                  </a:cubicBezTo>
                  <a:cubicBezTo>
                    <a:pt x="149" y="46"/>
                    <a:pt x="147" y="50"/>
                    <a:pt x="145" y="49"/>
                  </a:cubicBezTo>
                  <a:cubicBezTo>
                    <a:pt x="143" y="49"/>
                    <a:pt x="141" y="52"/>
                    <a:pt x="138" y="51"/>
                  </a:cubicBezTo>
                  <a:cubicBezTo>
                    <a:pt x="136" y="49"/>
                    <a:pt x="132" y="51"/>
                    <a:pt x="131" y="50"/>
                  </a:cubicBezTo>
                  <a:cubicBezTo>
                    <a:pt x="129" y="49"/>
                    <a:pt x="123" y="50"/>
                    <a:pt x="123" y="48"/>
                  </a:cubicBezTo>
                  <a:cubicBezTo>
                    <a:pt x="123" y="47"/>
                    <a:pt x="126" y="47"/>
                    <a:pt x="126" y="43"/>
                  </a:cubicBezTo>
                  <a:cubicBezTo>
                    <a:pt x="126" y="39"/>
                    <a:pt x="133" y="34"/>
                    <a:pt x="132" y="32"/>
                  </a:cubicBezTo>
                  <a:cubicBezTo>
                    <a:pt x="131" y="30"/>
                    <a:pt x="119" y="27"/>
                    <a:pt x="117" y="25"/>
                  </a:cubicBezTo>
                  <a:cubicBezTo>
                    <a:pt x="115" y="22"/>
                    <a:pt x="113" y="21"/>
                    <a:pt x="108" y="20"/>
                  </a:cubicBezTo>
                  <a:cubicBezTo>
                    <a:pt x="103" y="20"/>
                    <a:pt x="103" y="17"/>
                    <a:pt x="99" y="15"/>
                  </a:cubicBezTo>
                  <a:cubicBezTo>
                    <a:pt x="96" y="12"/>
                    <a:pt x="90" y="6"/>
                    <a:pt x="88" y="3"/>
                  </a:cubicBezTo>
                  <a:cubicBezTo>
                    <a:pt x="85" y="3"/>
                    <a:pt x="81" y="2"/>
                    <a:pt x="80" y="3"/>
                  </a:cubicBezTo>
                  <a:cubicBezTo>
                    <a:pt x="79" y="5"/>
                    <a:pt x="77" y="11"/>
                    <a:pt x="75" y="8"/>
                  </a:cubicBezTo>
                  <a:cubicBezTo>
                    <a:pt x="74" y="5"/>
                    <a:pt x="70" y="5"/>
                    <a:pt x="66" y="4"/>
                  </a:cubicBezTo>
                  <a:cubicBezTo>
                    <a:pt x="62" y="4"/>
                    <a:pt x="63" y="0"/>
                    <a:pt x="59" y="4"/>
                  </a:cubicBezTo>
                  <a:cubicBezTo>
                    <a:pt x="57" y="6"/>
                    <a:pt x="55" y="8"/>
                    <a:pt x="53" y="9"/>
                  </a:cubicBezTo>
                  <a:cubicBezTo>
                    <a:pt x="53" y="13"/>
                    <a:pt x="52" y="17"/>
                    <a:pt x="51" y="19"/>
                  </a:cubicBezTo>
                  <a:cubicBezTo>
                    <a:pt x="50" y="20"/>
                    <a:pt x="42" y="24"/>
                    <a:pt x="42" y="26"/>
                  </a:cubicBezTo>
                  <a:cubicBezTo>
                    <a:pt x="42" y="28"/>
                    <a:pt x="43" y="30"/>
                    <a:pt x="42" y="32"/>
                  </a:cubicBezTo>
                  <a:cubicBezTo>
                    <a:pt x="40" y="33"/>
                    <a:pt x="45" y="39"/>
                    <a:pt x="42" y="40"/>
                  </a:cubicBezTo>
                  <a:cubicBezTo>
                    <a:pt x="40" y="42"/>
                    <a:pt x="44" y="44"/>
                    <a:pt x="43" y="46"/>
                  </a:cubicBezTo>
                  <a:cubicBezTo>
                    <a:pt x="41" y="47"/>
                    <a:pt x="38" y="48"/>
                    <a:pt x="38" y="50"/>
                  </a:cubicBezTo>
                  <a:cubicBezTo>
                    <a:pt x="38" y="51"/>
                    <a:pt x="38" y="55"/>
                    <a:pt x="35" y="56"/>
                  </a:cubicBezTo>
                  <a:cubicBezTo>
                    <a:pt x="33" y="57"/>
                    <a:pt x="32" y="61"/>
                    <a:pt x="32" y="64"/>
                  </a:cubicBezTo>
                  <a:cubicBezTo>
                    <a:pt x="32" y="66"/>
                    <a:pt x="28" y="64"/>
                    <a:pt x="30" y="68"/>
                  </a:cubicBezTo>
                  <a:cubicBezTo>
                    <a:pt x="31" y="71"/>
                    <a:pt x="32" y="75"/>
                    <a:pt x="30" y="76"/>
                  </a:cubicBezTo>
                  <a:cubicBezTo>
                    <a:pt x="27" y="77"/>
                    <a:pt x="28" y="82"/>
                    <a:pt x="26" y="82"/>
                  </a:cubicBezTo>
                  <a:cubicBezTo>
                    <a:pt x="25" y="82"/>
                    <a:pt x="24" y="88"/>
                    <a:pt x="26" y="91"/>
                  </a:cubicBezTo>
                  <a:cubicBezTo>
                    <a:pt x="28" y="94"/>
                    <a:pt x="29" y="96"/>
                    <a:pt x="29" y="99"/>
                  </a:cubicBezTo>
                  <a:cubicBezTo>
                    <a:pt x="29" y="102"/>
                    <a:pt x="32" y="103"/>
                    <a:pt x="31" y="106"/>
                  </a:cubicBezTo>
                  <a:cubicBezTo>
                    <a:pt x="30" y="109"/>
                    <a:pt x="30" y="112"/>
                    <a:pt x="29" y="113"/>
                  </a:cubicBezTo>
                  <a:cubicBezTo>
                    <a:pt x="27" y="114"/>
                    <a:pt x="28" y="118"/>
                    <a:pt x="26" y="119"/>
                  </a:cubicBezTo>
                  <a:cubicBezTo>
                    <a:pt x="24" y="120"/>
                    <a:pt x="28" y="127"/>
                    <a:pt x="26" y="129"/>
                  </a:cubicBezTo>
                  <a:cubicBezTo>
                    <a:pt x="25" y="130"/>
                    <a:pt x="20" y="131"/>
                    <a:pt x="20" y="137"/>
                  </a:cubicBezTo>
                  <a:cubicBezTo>
                    <a:pt x="20" y="142"/>
                    <a:pt x="21" y="145"/>
                    <a:pt x="20" y="147"/>
                  </a:cubicBezTo>
                  <a:cubicBezTo>
                    <a:pt x="20" y="149"/>
                    <a:pt x="23" y="149"/>
                    <a:pt x="22" y="152"/>
                  </a:cubicBezTo>
                  <a:cubicBezTo>
                    <a:pt x="22" y="155"/>
                    <a:pt x="18" y="153"/>
                    <a:pt x="18" y="155"/>
                  </a:cubicBezTo>
                  <a:cubicBezTo>
                    <a:pt x="18" y="157"/>
                    <a:pt x="19" y="161"/>
                    <a:pt x="17" y="161"/>
                  </a:cubicBezTo>
                  <a:cubicBezTo>
                    <a:pt x="16" y="161"/>
                    <a:pt x="15" y="163"/>
                    <a:pt x="15" y="166"/>
                  </a:cubicBezTo>
                  <a:cubicBezTo>
                    <a:pt x="15" y="170"/>
                    <a:pt x="13" y="170"/>
                    <a:pt x="13" y="172"/>
                  </a:cubicBezTo>
                  <a:cubicBezTo>
                    <a:pt x="13" y="173"/>
                    <a:pt x="15" y="175"/>
                    <a:pt x="15" y="177"/>
                  </a:cubicBezTo>
                  <a:cubicBezTo>
                    <a:pt x="15" y="179"/>
                    <a:pt x="16" y="186"/>
                    <a:pt x="14" y="186"/>
                  </a:cubicBezTo>
                  <a:cubicBezTo>
                    <a:pt x="12" y="186"/>
                    <a:pt x="12" y="193"/>
                    <a:pt x="13" y="194"/>
                  </a:cubicBezTo>
                  <a:cubicBezTo>
                    <a:pt x="14" y="195"/>
                    <a:pt x="14" y="197"/>
                    <a:pt x="14" y="199"/>
                  </a:cubicBezTo>
                  <a:cubicBezTo>
                    <a:pt x="13" y="200"/>
                    <a:pt x="17" y="202"/>
                    <a:pt x="15" y="204"/>
                  </a:cubicBezTo>
                  <a:cubicBezTo>
                    <a:pt x="13" y="206"/>
                    <a:pt x="14" y="209"/>
                    <a:pt x="17" y="208"/>
                  </a:cubicBezTo>
                  <a:cubicBezTo>
                    <a:pt x="20" y="207"/>
                    <a:pt x="21" y="212"/>
                    <a:pt x="19" y="212"/>
                  </a:cubicBezTo>
                  <a:cubicBezTo>
                    <a:pt x="16" y="212"/>
                    <a:pt x="13" y="212"/>
                    <a:pt x="15" y="213"/>
                  </a:cubicBezTo>
                  <a:cubicBezTo>
                    <a:pt x="18" y="215"/>
                    <a:pt x="20" y="217"/>
                    <a:pt x="17" y="219"/>
                  </a:cubicBezTo>
                  <a:cubicBezTo>
                    <a:pt x="13" y="220"/>
                    <a:pt x="16" y="222"/>
                    <a:pt x="15" y="225"/>
                  </a:cubicBezTo>
                  <a:cubicBezTo>
                    <a:pt x="15" y="228"/>
                    <a:pt x="18" y="230"/>
                    <a:pt x="15" y="231"/>
                  </a:cubicBezTo>
                  <a:cubicBezTo>
                    <a:pt x="13" y="232"/>
                    <a:pt x="16" y="236"/>
                    <a:pt x="13" y="237"/>
                  </a:cubicBezTo>
                  <a:cubicBezTo>
                    <a:pt x="9" y="237"/>
                    <a:pt x="12" y="240"/>
                    <a:pt x="9" y="242"/>
                  </a:cubicBezTo>
                  <a:cubicBezTo>
                    <a:pt x="7" y="244"/>
                    <a:pt x="12" y="247"/>
                    <a:pt x="10" y="248"/>
                  </a:cubicBezTo>
                  <a:cubicBezTo>
                    <a:pt x="7" y="250"/>
                    <a:pt x="9" y="254"/>
                    <a:pt x="6" y="254"/>
                  </a:cubicBezTo>
                  <a:cubicBezTo>
                    <a:pt x="4" y="254"/>
                    <a:pt x="2" y="257"/>
                    <a:pt x="2" y="259"/>
                  </a:cubicBezTo>
                  <a:cubicBezTo>
                    <a:pt x="2" y="261"/>
                    <a:pt x="0" y="264"/>
                    <a:pt x="2" y="267"/>
                  </a:cubicBezTo>
                  <a:cubicBezTo>
                    <a:pt x="4" y="269"/>
                    <a:pt x="2" y="271"/>
                    <a:pt x="4" y="272"/>
                  </a:cubicBezTo>
                  <a:cubicBezTo>
                    <a:pt x="5" y="273"/>
                    <a:pt x="12" y="271"/>
                    <a:pt x="11" y="274"/>
                  </a:cubicBezTo>
                  <a:cubicBezTo>
                    <a:pt x="10" y="277"/>
                    <a:pt x="10" y="283"/>
                    <a:pt x="12" y="283"/>
                  </a:cubicBezTo>
                  <a:cubicBezTo>
                    <a:pt x="13" y="283"/>
                    <a:pt x="13" y="287"/>
                    <a:pt x="15" y="287"/>
                  </a:cubicBezTo>
                  <a:cubicBezTo>
                    <a:pt x="17" y="287"/>
                    <a:pt x="26" y="286"/>
                    <a:pt x="30" y="287"/>
                  </a:cubicBezTo>
                  <a:cubicBezTo>
                    <a:pt x="31" y="287"/>
                    <a:pt x="33" y="288"/>
                    <a:pt x="34" y="289"/>
                  </a:cubicBezTo>
                  <a:cubicBezTo>
                    <a:pt x="36" y="288"/>
                    <a:pt x="41" y="291"/>
                    <a:pt x="42" y="290"/>
                  </a:cubicBezTo>
                  <a:cubicBezTo>
                    <a:pt x="43" y="289"/>
                    <a:pt x="37" y="284"/>
                    <a:pt x="37" y="283"/>
                  </a:cubicBezTo>
                  <a:cubicBezTo>
                    <a:pt x="37" y="281"/>
                    <a:pt x="36" y="278"/>
                    <a:pt x="36" y="277"/>
                  </a:cubicBezTo>
                  <a:cubicBezTo>
                    <a:pt x="36" y="275"/>
                    <a:pt x="36" y="271"/>
                    <a:pt x="38" y="269"/>
                  </a:cubicBezTo>
                  <a:cubicBezTo>
                    <a:pt x="41" y="267"/>
                    <a:pt x="41" y="266"/>
                    <a:pt x="42" y="266"/>
                  </a:cubicBezTo>
                  <a:cubicBezTo>
                    <a:pt x="44" y="266"/>
                    <a:pt x="47" y="264"/>
                    <a:pt x="47" y="260"/>
                  </a:cubicBezTo>
                  <a:cubicBezTo>
                    <a:pt x="47" y="256"/>
                    <a:pt x="49" y="254"/>
                    <a:pt x="53" y="251"/>
                  </a:cubicBezTo>
                  <a:cubicBezTo>
                    <a:pt x="57" y="248"/>
                    <a:pt x="63" y="245"/>
                    <a:pt x="62" y="243"/>
                  </a:cubicBezTo>
                  <a:cubicBezTo>
                    <a:pt x="62" y="242"/>
                    <a:pt x="64" y="237"/>
                    <a:pt x="64" y="236"/>
                  </a:cubicBezTo>
                  <a:cubicBezTo>
                    <a:pt x="64" y="234"/>
                    <a:pt x="58" y="234"/>
                    <a:pt x="56" y="233"/>
                  </a:cubicBezTo>
                  <a:cubicBezTo>
                    <a:pt x="54" y="233"/>
                    <a:pt x="47" y="228"/>
                    <a:pt x="50" y="221"/>
                  </a:cubicBezTo>
                  <a:cubicBezTo>
                    <a:pt x="54" y="215"/>
                    <a:pt x="61" y="214"/>
                    <a:pt x="64" y="214"/>
                  </a:cubicBezTo>
                  <a:cubicBezTo>
                    <a:pt x="66" y="213"/>
                    <a:pt x="64" y="210"/>
                    <a:pt x="65" y="209"/>
                  </a:cubicBezTo>
                  <a:cubicBezTo>
                    <a:pt x="67" y="208"/>
                    <a:pt x="68" y="206"/>
                    <a:pt x="68" y="204"/>
                  </a:cubicBezTo>
                  <a:cubicBezTo>
                    <a:pt x="68" y="201"/>
                    <a:pt x="68" y="196"/>
                    <a:pt x="71" y="196"/>
                  </a:cubicBezTo>
                  <a:cubicBezTo>
                    <a:pt x="74" y="195"/>
                    <a:pt x="75" y="193"/>
                    <a:pt x="73" y="193"/>
                  </a:cubicBezTo>
                  <a:cubicBezTo>
                    <a:pt x="71" y="192"/>
                    <a:pt x="70" y="190"/>
                    <a:pt x="73" y="190"/>
                  </a:cubicBezTo>
                  <a:cubicBezTo>
                    <a:pt x="77" y="189"/>
                    <a:pt x="75" y="192"/>
                    <a:pt x="78" y="192"/>
                  </a:cubicBezTo>
                  <a:cubicBezTo>
                    <a:pt x="80" y="192"/>
                    <a:pt x="84" y="188"/>
                    <a:pt x="81" y="186"/>
                  </a:cubicBezTo>
                  <a:cubicBezTo>
                    <a:pt x="78" y="184"/>
                    <a:pt x="77" y="187"/>
                    <a:pt x="75" y="188"/>
                  </a:cubicBezTo>
                  <a:cubicBezTo>
                    <a:pt x="74" y="188"/>
                    <a:pt x="73" y="185"/>
                    <a:pt x="71" y="185"/>
                  </a:cubicBezTo>
                  <a:cubicBezTo>
                    <a:pt x="69" y="185"/>
                    <a:pt x="70" y="181"/>
                    <a:pt x="70" y="179"/>
                  </a:cubicBezTo>
                  <a:cubicBezTo>
                    <a:pt x="69" y="178"/>
                    <a:pt x="68" y="174"/>
                    <a:pt x="69" y="172"/>
                  </a:cubicBezTo>
                  <a:cubicBezTo>
                    <a:pt x="71" y="170"/>
                    <a:pt x="77" y="175"/>
                    <a:pt x="82" y="175"/>
                  </a:cubicBezTo>
                  <a:cubicBezTo>
                    <a:pt x="88" y="176"/>
                    <a:pt x="92" y="173"/>
                    <a:pt x="92" y="171"/>
                  </a:cubicBezTo>
                  <a:cubicBezTo>
                    <a:pt x="92" y="169"/>
                    <a:pt x="89" y="165"/>
                    <a:pt x="92" y="163"/>
                  </a:cubicBezTo>
                  <a:cubicBezTo>
                    <a:pt x="95" y="161"/>
                    <a:pt x="93" y="160"/>
                    <a:pt x="92" y="157"/>
                  </a:cubicBezTo>
                  <a:cubicBezTo>
                    <a:pt x="91" y="154"/>
                    <a:pt x="93" y="153"/>
                    <a:pt x="95" y="154"/>
                  </a:cubicBezTo>
                  <a:cubicBezTo>
                    <a:pt x="96" y="155"/>
                    <a:pt x="107" y="155"/>
                    <a:pt x="115" y="153"/>
                  </a:cubicBezTo>
                  <a:cubicBezTo>
                    <a:pt x="124" y="151"/>
                    <a:pt x="130" y="148"/>
                    <a:pt x="131" y="145"/>
                  </a:cubicBezTo>
                  <a:cubicBezTo>
                    <a:pt x="131" y="143"/>
                    <a:pt x="137" y="137"/>
                    <a:pt x="138" y="135"/>
                  </a:cubicBezTo>
                  <a:cubicBezTo>
                    <a:pt x="139" y="133"/>
                    <a:pt x="138" y="130"/>
                    <a:pt x="135" y="129"/>
                  </a:cubicBezTo>
                  <a:cubicBezTo>
                    <a:pt x="131" y="129"/>
                    <a:pt x="131" y="125"/>
                    <a:pt x="133" y="122"/>
                  </a:cubicBezTo>
                  <a:cubicBezTo>
                    <a:pt x="135" y="120"/>
                    <a:pt x="132" y="118"/>
                    <a:pt x="129" y="118"/>
                  </a:cubicBezTo>
                  <a:cubicBezTo>
                    <a:pt x="125" y="117"/>
                    <a:pt x="120" y="115"/>
                    <a:pt x="123" y="112"/>
                  </a:cubicBezTo>
                  <a:cubicBezTo>
                    <a:pt x="125" y="111"/>
                    <a:pt x="125" y="111"/>
                    <a:pt x="126" y="112"/>
                  </a:cubicBezTo>
                  <a:cubicBezTo>
                    <a:pt x="126" y="110"/>
                    <a:pt x="127" y="109"/>
                    <a:pt x="127" y="108"/>
                  </a:cubicBezTo>
                  <a:cubicBezTo>
                    <a:pt x="126" y="108"/>
                    <a:pt x="124" y="108"/>
                    <a:pt x="124" y="103"/>
                  </a:cubicBezTo>
                  <a:cubicBezTo>
                    <a:pt x="124" y="98"/>
                    <a:pt x="126" y="99"/>
                    <a:pt x="126" y="93"/>
                  </a:cubicBezTo>
                  <a:cubicBezTo>
                    <a:pt x="127" y="86"/>
                    <a:pt x="129" y="83"/>
                    <a:pt x="129" y="79"/>
                  </a:cubicBezTo>
                  <a:cubicBezTo>
                    <a:pt x="129" y="76"/>
                    <a:pt x="135" y="72"/>
                    <a:pt x="139" y="66"/>
                  </a:cubicBezTo>
                  <a:cubicBezTo>
                    <a:pt x="142" y="61"/>
                    <a:pt x="150" y="54"/>
                    <a:pt x="153" y="52"/>
                  </a:cubicBezTo>
                  <a:cubicBezTo>
                    <a:pt x="156" y="50"/>
                    <a:pt x="162" y="48"/>
                    <a:pt x="162" y="46"/>
                  </a:cubicBezTo>
                  <a:cubicBezTo>
                    <a:pt x="163" y="44"/>
                    <a:pt x="162" y="35"/>
                    <a:pt x="161" y="3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110">
              <a:extLst>
                <a:ext uri="{FF2B5EF4-FFF2-40B4-BE49-F238E27FC236}">
                  <a16:creationId xmlns:a16="http://schemas.microsoft.com/office/drawing/2014/main" id="{667AD56D-887F-46CC-AC93-D7CA97D4C74A}"/>
                </a:ext>
              </a:extLst>
            </p:cNvPr>
            <p:cNvSpPr>
              <a:spLocks/>
            </p:cNvSpPr>
            <p:nvPr/>
          </p:nvSpPr>
          <p:spPr bwMode="auto">
            <a:xfrm>
              <a:off x="2805113" y="3454400"/>
              <a:ext cx="177800" cy="917575"/>
            </a:xfrm>
            <a:custGeom>
              <a:avLst/>
              <a:gdLst>
                <a:gd name="T0" fmla="*/ 28 w 71"/>
                <a:gd name="T1" fmla="*/ 310 h 364"/>
                <a:gd name="T2" fmla="*/ 19 w 71"/>
                <a:gd name="T3" fmla="*/ 295 h 364"/>
                <a:gd name="T4" fmla="*/ 26 w 71"/>
                <a:gd name="T5" fmla="*/ 278 h 364"/>
                <a:gd name="T6" fmla="*/ 32 w 71"/>
                <a:gd name="T7" fmla="*/ 261 h 364"/>
                <a:gd name="T8" fmla="*/ 36 w 71"/>
                <a:gd name="T9" fmla="*/ 248 h 364"/>
                <a:gd name="T10" fmla="*/ 31 w 71"/>
                <a:gd name="T11" fmla="*/ 235 h 364"/>
                <a:gd name="T12" fmla="*/ 32 w 71"/>
                <a:gd name="T13" fmla="*/ 213 h 364"/>
                <a:gd name="T14" fmla="*/ 34 w 71"/>
                <a:gd name="T15" fmla="*/ 197 h 364"/>
                <a:gd name="T16" fmla="*/ 37 w 71"/>
                <a:gd name="T17" fmla="*/ 183 h 364"/>
                <a:gd name="T18" fmla="*/ 43 w 71"/>
                <a:gd name="T19" fmla="*/ 155 h 364"/>
                <a:gd name="T20" fmla="*/ 46 w 71"/>
                <a:gd name="T21" fmla="*/ 135 h 364"/>
                <a:gd name="T22" fmla="*/ 47 w 71"/>
                <a:gd name="T23" fmla="*/ 112 h 364"/>
                <a:gd name="T24" fmla="*/ 52 w 71"/>
                <a:gd name="T25" fmla="*/ 92 h 364"/>
                <a:gd name="T26" fmla="*/ 59 w 71"/>
                <a:gd name="T27" fmla="*/ 76 h 364"/>
                <a:gd name="T28" fmla="*/ 68 w 71"/>
                <a:gd name="T29" fmla="*/ 55 h 364"/>
                <a:gd name="T30" fmla="*/ 63 w 71"/>
                <a:gd name="T31" fmla="*/ 38 h 364"/>
                <a:gd name="T32" fmla="*/ 59 w 71"/>
                <a:gd name="T33" fmla="*/ 18 h 364"/>
                <a:gd name="T34" fmla="*/ 50 w 71"/>
                <a:gd name="T35" fmla="*/ 2 h 364"/>
                <a:gd name="T36" fmla="*/ 45 w 71"/>
                <a:gd name="T37" fmla="*/ 17 h 364"/>
                <a:gd name="T38" fmla="*/ 44 w 71"/>
                <a:gd name="T39" fmla="*/ 54 h 364"/>
                <a:gd name="T40" fmla="*/ 37 w 71"/>
                <a:gd name="T41" fmla="*/ 91 h 364"/>
                <a:gd name="T42" fmla="*/ 33 w 71"/>
                <a:gd name="T43" fmla="*/ 117 h 364"/>
                <a:gd name="T44" fmla="*/ 29 w 71"/>
                <a:gd name="T45" fmla="*/ 150 h 364"/>
                <a:gd name="T46" fmla="*/ 18 w 71"/>
                <a:gd name="T47" fmla="*/ 179 h 364"/>
                <a:gd name="T48" fmla="*/ 17 w 71"/>
                <a:gd name="T49" fmla="*/ 204 h 364"/>
                <a:gd name="T50" fmla="*/ 11 w 71"/>
                <a:gd name="T51" fmla="*/ 228 h 364"/>
                <a:gd name="T52" fmla="*/ 22 w 71"/>
                <a:gd name="T53" fmla="*/ 215 h 364"/>
                <a:gd name="T54" fmla="*/ 24 w 71"/>
                <a:gd name="T55" fmla="*/ 229 h 364"/>
                <a:gd name="T56" fmla="*/ 21 w 71"/>
                <a:gd name="T57" fmla="*/ 244 h 364"/>
                <a:gd name="T58" fmla="*/ 17 w 71"/>
                <a:gd name="T59" fmla="*/ 255 h 364"/>
                <a:gd name="T60" fmla="*/ 16 w 71"/>
                <a:gd name="T61" fmla="*/ 253 h 364"/>
                <a:gd name="T62" fmla="*/ 10 w 71"/>
                <a:gd name="T63" fmla="*/ 255 h 364"/>
                <a:gd name="T64" fmla="*/ 1 w 71"/>
                <a:gd name="T65" fmla="*/ 267 h 364"/>
                <a:gd name="T66" fmla="*/ 11 w 71"/>
                <a:gd name="T67" fmla="*/ 268 h 364"/>
                <a:gd name="T68" fmla="*/ 17 w 71"/>
                <a:gd name="T69" fmla="*/ 278 h 364"/>
                <a:gd name="T70" fmla="*/ 7 w 71"/>
                <a:gd name="T71" fmla="*/ 280 h 364"/>
                <a:gd name="T72" fmla="*/ 8 w 71"/>
                <a:gd name="T73" fmla="*/ 286 h 364"/>
                <a:gd name="T74" fmla="*/ 3 w 71"/>
                <a:gd name="T75" fmla="*/ 294 h 364"/>
                <a:gd name="T76" fmla="*/ 10 w 71"/>
                <a:gd name="T77" fmla="*/ 297 h 364"/>
                <a:gd name="T78" fmla="*/ 11 w 71"/>
                <a:gd name="T79" fmla="*/ 305 h 364"/>
                <a:gd name="T80" fmla="*/ 6 w 71"/>
                <a:gd name="T81" fmla="*/ 315 h 364"/>
                <a:gd name="T82" fmla="*/ 16 w 71"/>
                <a:gd name="T83" fmla="*/ 317 h 364"/>
                <a:gd name="T84" fmla="*/ 20 w 71"/>
                <a:gd name="T85" fmla="*/ 320 h 364"/>
                <a:gd name="T86" fmla="*/ 15 w 71"/>
                <a:gd name="T87" fmla="*/ 330 h 364"/>
                <a:gd name="T88" fmla="*/ 28 w 71"/>
                <a:gd name="T89" fmla="*/ 330 h 364"/>
                <a:gd name="T90" fmla="*/ 19 w 71"/>
                <a:gd name="T91" fmla="*/ 337 h 364"/>
                <a:gd name="T92" fmla="*/ 30 w 71"/>
                <a:gd name="T93" fmla="*/ 335 h 364"/>
                <a:gd name="T94" fmla="*/ 18 w 71"/>
                <a:gd name="T95" fmla="*/ 344 h 364"/>
                <a:gd name="T96" fmla="*/ 28 w 71"/>
                <a:gd name="T97" fmla="*/ 345 h 364"/>
                <a:gd name="T98" fmla="*/ 45 w 71"/>
                <a:gd name="T99" fmla="*/ 329 h 364"/>
                <a:gd name="T100" fmla="*/ 50 w 71"/>
                <a:gd name="T101" fmla="*/ 338 h 364"/>
                <a:gd name="T102" fmla="*/ 43 w 71"/>
                <a:gd name="T103" fmla="*/ 341 h 364"/>
                <a:gd name="T104" fmla="*/ 35 w 71"/>
                <a:gd name="T105" fmla="*/ 347 h 364"/>
                <a:gd name="T106" fmla="*/ 41 w 71"/>
                <a:gd name="T107" fmla="*/ 359 h 364"/>
                <a:gd name="T108" fmla="*/ 52 w 71"/>
                <a:gd name="T109" fmla="*/ 357 h 364"/>
                <a:gd name="T110" fmla="*/ 64 w 71"/>
                <a:gd name="T111" fmla="*/ 358 h 364"/>
                <a:gd name="T112" fmla="*/ 57 w 71"/>
                <a:gd name="T113" fmla="*/ 356 h 364"/>
                <a:gd name="T114" fmla="*/ 50 w 71"/>
                <a:gd name="T115" fmla="*/ 326 h 364"/>
                <a:gd name="T116" fmla="*/ 32 w 71"/>
                <a:gd name="T117" fmla="*/ 323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 h="364">
                  <a:moveTo>
                    <a:pt x="32" y="323"/>
                  </a:moveTo>
                  <a:cubicBezTo>
                    <a:pt x="30" y="323"/>
                    <a:pt x="30" y="319"/>
                    <a:pt x="29" y="319"/>
                  </a:cubicBezTo>
                  <a:cubicBezTo>
                    <a:pt x="27" y="319"/>
                    <a:pt x="27" y="313"/>
                    <a:pt x="28" y="310"/>
                  </a:cubicBezTo>
                  <a:cubicBezTo>
                    <a:pt x="29" y="307"/>
                    <a:pt x="22" y="309"/>
                    <a:pt x="21" y="308"/>
                  </a:cubicBezTo>
                  <a:cubicBezTo>
                    <a:pt x="19" y="307"/>
                    <a:pt x="21" y="305"/>
                    <a:pt x="19" y="303"/>
                  </a:cubicBezTo>
                  <a:cubicBezTo>
                    <a:pt x="17" y="300"/>
                    <a:pt x="19" y="297"/>
                    <a:pt x="19" y="295"/>
                  </a:cubicBezTo>
                  <a:cubicBezTo>
                    <a:pt x="19" y="293"/>
                    <a:pt x="21" y="290"/>
                    <a:pt x="23" y="290"/>
                  </a:cubicBezTo>
                  <a:cubicBezTo>
                    <a:pt x="26" y="290"/>
                    <a:pt x="24" y="286"/>
                    <a:pt x="27" y="284"/>
                  </a:cubicBezTo>
                  <a:cubicBezTo>
                    <a:pt x="29" y="283"/>
                    <a:pt x="24" y="280"/>
                    <a:pt x="26" y="278"/>
                  </a:cubicBezTo>
                  <a:cubicBezTo>
                    <a:pt x="29" y="276"/>
                    <a:pt x="26" y="273"/>
                    <a:pt x="30" y="273"/>
                  </a:cubicBezTo>
                  <a:cubicBezTo>
                    <a:pt x="33" y="272"/>
                    <a:pt x="30" y="268"/>
                    <a:pt x="32" y="267"/>
                  </a:cubicBezTo>
                  <a:cubicBezTo>
                    <a:pt x="35" y="266"/>
                    <a:pt x="32" y="264"/>
                    <a:pt x="32" y="261"/>
                  </a:cubicBezTo>
                  <a:cubicBezTo>
                    <a:pt x="33" y="258"/>
                    <a:pt x="30" y="256"/>
                    <a:pt x="34" y="255"/>
                  </a:cubicBezTo>
                  <a:cubicBezTo>
                    <a:pt x="37" y="253"/>
                    <a:pt x="35" y="251"/>
                    <a:pt x="32" y="249"/>
                  </a:cubicBezTo>
                  <a:cubicBezTo>
                    <a:pt x="30" y="248"/>
                    <a:pt x="33" y="248"/>
                    <a:pt x="36" y="248"/>
                  </a:cubicBezTo>
                  <a:cubicBezTo>
                    <a:pt x="38" y="248"/>
                    <a:pt x="37" y="243"/>
                    <a:pt x="34" y="244"/>
                  </a:cubicBezTo>
                  <a:cubicBezTo>
                    <a:pt x="31" y="245"/>
                    <a:pt x="30" y="242"/>
                    <a:pt x="32" y="240"/>
                  </a:cubicBezTo>
                  <a:cubicBezTo>
                    <a:pt x="34" y="238"/>
                    <a:pt x="30" y="236"/>
                    <a:pt x="31" y="235"/>
                  </a:cubicBezTo>
                  <a:cubicBezTo>
                    <a:pt x="31" y="233"/>
                    <a:pt x="31" y="231"/>
                    <a:pt x="30" y="230"/>
                  </a:cubicBezTo>
                  <a:cubicBezTo>
                    <a:pt x="29" y="229"/>
                    <a:pt x="29" y="222"/>
                    <a:pt x="31" y="222"/>
                  </a:cubicBezTo>
                  <a:cubicBezTo>
                    <a:pt x="33" y="222"/>
                    <a:pt x="32" y="215"/>
                    <a:pt x="32" y="213"/>
                  </a:cubicBezTo>
                  <a:cubicBezTo>
                    <a:pt x="32" y="211"/>
                    <a:pt x="30" y="209"/>
                    <a:pt x="30" y="208"/>
                  </a:cubicBezTo>
                  <a:cubicBezTo>
                    <a:pt x="30" y="206"/>
                    <a:pt x="32" y="206"/>
                    <a:pt x="32" y="202"/>
                  </a:cubicBezTo>
                  <a:cubicBezTo>
                    <a:pt x="32" y="199"/>
                    <a:pt x="33" y="197"/>
                    <a:pt x="34" y="197"/>
                  </a:cubicBezTo>
                  <a:cubicBezTo>
                    <a:pt x="36" y="197"/>
                    <a:pt x="35" y="193"/>
                    <a:pt x="35" y="191"/>
                  </a:cubicBezTo>
                  <a:cubicBezTo>
                    <a:pt x="35" y="189"/>
                    <a:pt x="39" y="191"/>
                    <a:pt x="39" y="188"/>
                  </a:cubicBezTo>
                  <a:cubicBezTo>
                    <a:pt x="40" y="185"/>
                    <a:pt x="37" y="185"/>
                    <a:pt x="37" y="183"/>
                  </a:cubicBezTo>
                  <a:cubicBezTo>
                    <a:pt x="38" y="181"/>
                    <a:pt x="37" y="178"/>
                    <a:pt x="37" y="173"/>
                  </a:cubicBezTo>
                  <a:cubicBezTo>
                    <a:pt x="37" y="167"/>
                    <a:pt x="42" y="166"/>
                    <a:pt x="43" y="165"/>
                  </a:cubicBezTo>
                  <a:cubicBezTo>
                    <a:pt x="45" y="163"/>
                    <a:pt x="41" y="156"/>
                    <a:pt x="43" y="155"/>
                  </a:cubicBezTo>
                  <a:cubicBezTo>
                    <a:pt x="45" y="154"/>
                    <a:pt x="44" y="150"/>
                    <a:pt x="46" y="149"/>
                  </a:cubicBezTo>
                  <a:cubicBezTo>
                    <a:pt x="47" y="148"/>
                    <a:pt x="47" y="145"/>
                    <a:pt x="48" y="142"/>
                  </a:cubicBezTo>
                  <a:cubicBezTo>
                    <a:pt x="49" y="139"/>
                    <a:pt x="46" y="138"/>
                    <a:pt x="46" y="135"/>
                  </a:cubicBezTo>
                  <a:cubicBezTo>
                    <a:pt x="46" y="132"/>
                    <a:pt x="45" y="130"/>
                    <a:pt x="43" y="127"/>
                  </a:cubicBezTo>
                  <a:cubicBezTo>
                    <a:pt x="41" y="124"/>
                    <a:pt x="42" y="118"/>
                    <a:pt x="43" y="118"/>
                  </a:cubicBezTo>
                  <a:cubicBezTo>
                    <a:pt x="45" y="118"/>
                    <a:pt x="44" y="113"/>
                    <a:pt x="47" y="112"/>
                  </a:cubicBezTo>
                  <a:cubicBezTo>
                    <a:pt x="49" y="111"/>
                    <a:pt x="48" y="107"/>
                    <a:pt x="47" y="104"/>
                  </a:cubicBezTo>
                  <a:cubicBezTo>
                    <a:pt x="45" y="100"/>
                    <a:pt x="49" y="102"/>
                    <a:pt x="49" y="100"/>
                  </a:cubicBezTo>
                  <a:cubicBezTo>
                    <a:pt x="49" y="97"/>
                    <a:pt x="50" y="93"/>
                    <a:pt x="52" y="92"/>
                  </a:cubicBezTo>
                  <a:cubicBezTo>
                    <a:pt x="55" y="91"/>
                    <a:pt x="55" y="87"/>
                    <a:pt x="55" y="86"/>
                  </a:cubicBezTo>
                  <a:cubicBezTo>
                    <a:pt x="55" y="84"/>
                    <a:pt x="58" y="83"/>
                    <a:pt x="60" y="82"/>
                  </a:cubicBezTo>
                  <a:cubicBezTo>
                    <a:pt x="61" y="80"/>
                    <a:pt x="57" y="78"/>
                    <a:pt x="59" y="76"/>
                  </a:cubicBezTo>
                  <a:cubicBezTo>
                    <a:pt x="62" y="75"/>
                    <a:pt x="57" y="69"/>
                    <a:pt x="59" y="68"/>
                  </a:cubicBezTo>
                  <a:cubicBezTo>
                    <a:pt x="60" y="66"/>
                    <a:pt x="59" y="64"/>
                    <a:pt x="59" y="62"/>
                  </a:cubicBezTo>
                  <a:cubicBezTo>
                    <a:pt x="59" y="60"/>
                    <a:pt x="67" y="56"/>
                    <a:pt x="68" y="55"/>
                  </a:cubicBezTo>
                  <a:cubicBezTo>
                    <a:pt x="69" y="53"/>
                    <a:pt x="70" y="49"/>
                    <a:pt x="70" y="45"/>
                  </a:cubicBezTo>
                  <a:cubicBezTo>
                    <a:pt x="68" y="47"/>
                    <a:pt x="65" y="48"/>
                    <a:pt x="65" y="47"/>
                  </a:cubicBezTo>
                  <a:cubicBezTo>
                    <a:pt x="64" y="45"/>
                    <a:pt x="65" y="40"/>
                    <a:pt x="63" y="38"/>
                  </a:cubicBezTo>
                  <a:cubicBezTo>
                    <a:pt x="61" y="36"/>
                    <a:pt x="62" y="32"/>
                    <a:pt x="60" y="31"/>
                  </a:cubicBezTo>
                  <a:cubicBezTo>
                    <a:pt x="58" y="30"/>
                    <a:pt x="55" y="25"/>
                    <a:pt x="57" y="24"/>
                  </a:cubicBezTo>
                  <a:cubicBezTo>
                    <a:pt x="59" y="23"/>
                    <a:pt x="57" y="20"/>
                    <a:pt x="59" y="18"/>
                  </a:cubicBezTo>
                  <a:cubicBezTo>
                    <a:pt x="61" y="17"/>
                    <a:pt x="58" y="17"/>
                    <a:pt x="56" y="14"/>
                  </a:cubicBezTo>
                  <a:cubicBezTo>
                    <a:pt x="53" y="11"/>
                    <a:pt x="57" y="7"/>
                    <a:pt x="54" y="5"/>
                  </a:cubicBezTo>
                  <a:cubicBezTo>
                    <a:pt x="51" y="3"/>
                    <a:pt x="51" y="0"/>
                    <a:pt x="50" y="2"/>
                  </a:cubicBezTo>
                  <a:cubicBezTo>
                    <a:pt x="49" y="3"/>
                    <a:pt x="49" y="7"/>
                    <a:pt x="47" y="8"/>
                  </a:cubicBezTo>
                  <a:cubicBezTo>
                    <a:pt x="46" y="8"/>
                    <a:pt x="46" y="9"/>
                    <a:pt x="45" y="9"/>
                  </a:cubicBezTo>
                  <a:cubicBezTo>
                    <a:pt x="45" y="11"/>
                    <a:pt x="44" y="15"/>
                    <a:pt x="45" y="17"/>
                  </a:cubicBezTo>
                  <a:cubicBezTo>
                    <a:pt x="46" y="19"/>
                    <a:pt x="47" y="32"/>
                    <a:pt x="46" y="37"/>
                  </a:cubicBezTo>
                  <a:cubicBezTo>
                    <a:pt x="45" y="42"/>
                    <a:pt x="44" y="46"/>
                    <a:pt x="43" y="49"/>
                  </a:cubicBezTo>
                  <a:cubicBezTo>
                    <a:pt x="41" y="52"/>
                    <a:pt x="45" y="53"/>
                    <a:pt x="44" y="54"/>
                  </a:cubicBezTo>
                  <a:cubicBezTo>
                    <a:pt x="42" y="55"/>
                    <a:pt x="43" y="59"/>
                    <a:pt x="43" y="65"/>
                  </a:cubicBezTo>
                  <a:cubicBezTo>
                    <a:pt x="43" y="70"/>
                    <a:pt x="39" y="80"/>
                    <a:pt x="39" y="83"/>
                  </a:cubicBezTo>
                  <a:cubicBezTo>
                    <a:pt x="39" y="86"/>
                    <a:pt x="37" y="88"/>
                    <a:pt x="37" y="91"/>
                  </a:cubicBezTo>
                  <a:cubicBezTo>
                    <a:pt x="37" y="95"/>
                    <a:pt x="35" y="97"/>
                    <a:pt x="33" y="98"/>
                  </a:cubicBezTo>
                  <a:cubicBezTo>
                    <a:pt x="31" y="100"/>
                    <a:pt x="37" y="105"/>
                    <a:pt x="36" y="108"/>
                  </a:cubicBezTo>
                  <a:cubicBezTo>
                    <a:pt x="36" y="111"/>
                    <a:pt x="33" y="112"/>
                    <a:pt x="33" y="117"/>
                  </a:cubicBezTo>
                  <a:cubicBezTo>
                    <a:pt x="35" y="123"/>
                    <a:pt x="33" y="132"/>
                    <a:pt x="33" y="134"/>
                  </a:cubicBezTo>
                  <a:cubicBezTo>
                    <a:pt x="33" y="136"/>
                    <a:pt x="31" y="136"/>
                    <a:pt x="32" y="140"/>
                  </a:cubicBezTo>
                  <a:cubicBezTo>
                    <a:pt x="32" y="144"/>
                    <a:pt x="29" y="145"/>
                    <a:pt x="29" y="150"/>
                  </a:cubicBezTo>
                  <a:cubicBezTo>
                    <a:pt x="28" y="155"/>
                    <a:pt x="24" y="163"/>
                    <a:pt x="23" y="167"/>
                  </a:cubicBezTo>
                  <a:cubicBezTo>
                    <a:pt x="21" y="171"/>
                    <a:pt x="21" y="173"/>
                    <a:pt x="19" y="173"/>
                  </a:cubicBezTo>
                  <a:cubicBezTo>
                    <a:pt x="17" y="173"/>
                    <a:pt x="16" y="176"/>
                    <a:pt x="18" y="179"/>
                  </a:cubicBezTo>
                  <a:cubicBezTo>
                    <a:pt x="19" y="183"/>
                    <a:pt x="17" y="186"/>
                    <a:pt x="19" y="190"/>
                  </a:cubicBezTo>
                  <a:cubicBezTo>
                    <a:pt x="21" y="193"/>
                    <a:pt x="20" y="194"/>
                    <a:pt x="19" y="198"/>
                  </a:cubicBezTo>
                  <a:cubicBezTo>
                    <a:pt x="18" y="201"/>
                    <a:pt x="17" y="201"/>
                    <a:pt x="17" y="204"/>
                  </a:cubicBezTo>
                  <a:cubicBezTo>
                    <a:pt x="17" y="208"/>
                    <a:pt x="14" y="210"/>
                    <a:pt x="16" y="214"/>
                  </a:cubicBezTo>
                  <a:cubicBezTo>
                    <a:pt x="17" y="218"/>
                    <a:pt x="17" y="219"/>
                    <a:pt x="15" y="219"/>
                  </a:cubicBezTo>
                  <a:cubicBezTo>
                    <a:pt x="13" y="219"/>
                    <a:pt x="12" y="222"/>
                    <a:pt x="11" y="228"/>
                  </a:cubicBezTo>
                  <a:cubicBezTo>
                    <a:pt x="11" y="233"/>
                    <a:pt x="11" y="233"/>
                    <a:pt x="15" y="233"/>
                  </a:cubicBezTo>
                  <a:cubicBezTo>
                    <a:pt x="20" y="233"/>
                    <a:pt x="16" y="218"/>
                    <a:pt x="19" y="218"/>
                  </a:cubicBezTo>
                  <a:cubicBezTo>
                    <a:pt x="21" y="218"/>
                    <a:pt x="19" y="216"/>
                    <a:pt x="22" y="215"/>
                  </a:cubicBezTo>
                  <a:cubicBezTo>
                    <a:pt x="25" y="215"/>
                    <a:pt x="22" y="218"/>
                    <a:pt x="24" y="218"/>
                  </a:cubicBezTo>
                  <a:cubicBezTo>
                    <a:pt x="26" y="219"/>
                    <a:pt x="27" y="220"/>
                    <a:pt x="25" y="222"/>
                  </a:cubicBezTo>
                  <a:cubicBezTo>
                    <a:pt x="22" y="224"/>
                    <a:pt x="25" y="227"/>
                    <a:pt x="24" y="229"/>
                  </a:cubicBezTo>
                  <a:cubicBezTo>
                    <a:pt x="23" y="231"/>
                    <a:pt x="21" y="233"/>
                    <a:pt x="22" y="235"/>
                  </a:cubicBezTo>
                  <a:cubicBezTo>
                    <a:pt x="23" y="237"/>
                    <a:pt x="21" y="237"/>
                    <a:pt x="20" y="240"/>
                  </a:cubicBezTo>
                  <a:cubicBezTo>
                    <a:pt x="20" y="243"/>
                    <a:pt x="22" y="244"/>
                    <a:pt x="21" y="244"/>
                  </a:cubicBezTo>
                  <a:cubicBezTo>
                    <a:pt x="20" y="245"/>
                    <a:pt x="22" y="247"/>
                    <a:pt x="21" y="248"/>
                  </a:cubicBezTo>
                  <a:cubicBezTo>
                    <a:pt x="19" y="248"/>
                    <a:pt x="20" y="250"/>
                    <a:pt x="21" y="252"/>
                  </a:cubicBezTo>
                  <a:cubicBezTo>
                    <a:pt x="22" y="255"/>
                    <a:pt x="19" y="253"/>
                    <a:pt x="17" y="255"/>
                  </a:cubicBezTo>
                  <a:cubicBezTo>
                    <a:pt x="15" y="256"/>
                    <a:pt x="19" y="258"/>
                    <a:pt x="18" y="260"/>
                  </a:cubicBezTo>
                  <a:cubicBezTo>
                    <a:pt x="16" y="262"/>
                    <a:pt x="14" y="259"/>
                    <a:pt x="12" y="258"/>
                  </a:cubicBezTo>
                  <a:cubicBezTo>
                    <a:pt x="11" y="257"/>
                    <a:pt x="14" y="255"/>
                    <a:pt x="16" y="253"/>
                  </a:cubicBezTo>
                  <a:cubicBezTo>
                    <a:pt x="18" y="251"/>
                    <a:pt x="14" y="246"/>
                    <a:pt x="12" y="247"/>
                  </a:cubicBezTo>
                  <a:cubicBezTo>
                    <a:pt x="9" y="248"/>
                    <a:pt x="14" y="251"/>
                    <a:pt x="14" y="253"/>
                  </a:cubicBezTo>
                  <a:cubicBezTo>
                    <a:pt x="14" y="256"/>
                    <a:pt x="10" y="253"/>
                    <a:pt x="10" y="255"/>
                  </a:cubicBezTo>
                  <a:cubicBezTo>
                    <a:pt x="10" y="258"/>
                    <a:pt x="7" y="257"/>
                    <a:pt x="5" y="259"/>
                  </a:cubicBezTo>
                  <a:cubicBezTo>
                    <a:pt x="4" y="260"/>
                    <a:pt x="8" y="262"/>
                    <a:pt x="6" y="262"/>
                  </a:cubicBezTo>
                  <a:cubicBezTo>
                    <a:pt x="4" y="263"/>
                    <a:pt x="1" y="265"/>
                    <a:pt x="1" y="267"/>
                  </a:cubicBezTo>
                  <a:cubicBezTo>
                    <a:pt x="1" y="269"/>
                    <a:pt x="3" y="269"/>
                    <a:pt x="3" y="268"/>
                  </a:cubicBezTo>
                  <a:cubicBezTo>
                    <a:pt x="3" y="266"/>
                    <a:pt x="6" y="265"/>
                    <a:pt x="7" y="268"/>
                  </a:cubicBezTo>
                  <a:cubicBezTo>
                    <a:pt x="7" y="270"/>
                    <a:pt x="9" y="268"/>
                    <a:pt x="11" y="268"/>
                  </a:cubicBezTo>
                  <a:cubicBezTo>
                    <a:pt x="14" y="269"/>
                    <a:pt x="13" y="272"/>
                    <a:pt x="12" y="272"/>
                  </a:cubicBezTo>
                  <a:cubicBezTo>
                    <a:pt x="10" y="272"/>
                    <a:pt x="9" y="275"/>
                    <a:pt x="9" y="277"/>
                  </a:cubicBezTo>
                  <a:cubicBezTo>
                    <a:pt x="10" y="280"/>
                    <a:pt x="15" y="277"/>
                    <a:pt x="17" y="278"/>
                  </a:cubicBezTo>
                  <a:cubicBezTo>
                    <a:pt x="19" y="279"/>
                    <a:pt x="18" y="282"/>
                    <a:pt x="17" y="281"/>
                  </a:cubicBezTo>
                  <a:cubicBezTo>
                    <a:pt x="16" y="280"/>
                    <a:pt x="13" y="278"/>
                    <a:pt x="12" y="280"/>
                  </a:cubicBezTo>
                  <a:cubicBezTo>
                    <a:pt x="10" y="282"/>
                    <a:pt x="8" y="281"/>
                    <a:pt x="7" y="280"/>
                  </a:cubicBezTo>
                  <a:cubicBezTo>
                    <a:pt x="5" y="280"/>
                    <a:pt x="0" y="283"/>
                    <a:pt x="2" y="285"/>
                  </a:cubicBezTo>
                  <a:cubicBezTo>
                    <a:pt x="3" y="286"/>
                    <a:pt x="3" y="288"/>
                    <a:pt x="5" y="288"/>
                  </a:cubicBezTo>
                  <a:cubicBezTo>
                    <a:pt x="6" y="288"/>
                    <a:pt x="8" y="287"/>
                    <a:pt x="8" y="286"/>
                  </a:cubicBezTo>
                  <a:cubicBezTo>
                    <a:pt x="9" y="284"/>
                    <a:pt x="12" y="283"/>
                    <a:pt x="12" y="286"/>
                  </a:cubicBezTo>
                  <a:cubicBezTo>
                    <a:pt x="12" y="289"/>
                    <a:pt x="8" y="288"/>
                    <a:pt x="8" y="290"/>
                  </a:cubicBezTo>
                  <a:cubicBezTo>
                    <a:pt x="7" y="291"/>
                    <a:pt x="6" y="293"/>
                    <a:pt x="3" y="294"/>
                  </a:cubicBezTo>
                  <a:cubicBezTo>
                    <a:pt x="1" y="296"/>
                    <a:pt x="3" y="299"/>
                    <a:pt x="5" y="298"/>
                  </a:cubicBezTo>
                  <a:cubicBezTo>
                    <a:pt x="7" y="297"/>
                    <a:pt x="5" y="300"/>
                    <a:pt x="7" y="300"/>
                  </a:cubicBezTo>
                  <a:cubicBezTo>
                    <a:pt x="10" y="301"/>
                    <a:pt x="10" y="299"/>
                    <a:pt x="10" y="297"/>
                  </a:cubicBezTo>
                  <a:cubicBezTo>
                    <a:pt x="9" y="295"/>
                    <a:pt x="11" y="291"/>
                    <a:pt x="13" y="293"/>
                  </a:cubicBezTo>
                  <a:cubicBezTo>
                    <a:pt x="15" y="295"/>
                    <a:pt x="12" y="297"/>
                    <a:pt x="12" y="299"/>
                  </a:cubicBezTo>
                  <a:cubicBezTo>
                    <a:pt x="12" y="301"/>
                    <a:pt x="11" y="303"/>
                    <a:pt x="11" y="305"/>
                  </a:cubicBezTo>
                  <a:cubicBezTo>
                    <a:pt x="11" y="307"/>
                    <a:pt x="8" y="306"/>
                    <a:pt x="9" y="308"/>
                  </a:cubicBezTo>
                  <a:cubicBezTo>
                    <a:pt x="9" y="310"/>
                    <a:pt x="4" y="309"/>
                    <a:pt x="6" y="310"/>
                  </a:cubicBezTo>
                  <a:cubicBezTo>
                    <a:pt x="8" y="312"/>
                    <a:pt x="5" y="314"/>
                    <a:pt x="6" y="315"/>
                  </a:cubicBezTo>
                  <a:cubicBezTo>
                    <a:pt x="7" y="316"/>
                    <a:pt x="8" y="313"/>
                    <a:pt x="10" y="314"/>
                  </a:cubicBezTo>
                  <a:cubicBezTo>
                    <a:pt x="12" y="315"/>
                    <a:pt x="12" y="315"/>
                    <a:pt x="14" y="314"/>
                  </a:cubicBezTo>
                  <a:cubicBezTo>
                    <a:pt x="17" y="313"/>
                    <a:pt x="18" y="316"/>
                    <a:pt x="16" y="317"/>
                  </a:cubicBezTo>
                  <a:cubicBezTo>
                    <a:pt x="13" y="317"/>
                    <a:pt x="11" y="320"/>
                    <a:pt x="12" y="320"/>
                  </a:cubicBezTo>
                  <a:cubicBezTo>
                    <a:pt x="13" y="321"/>
                    <a:pt x="16" y="319"/>
                    <a:pt x="17" y="321"/>
                  </a:cubicBezTo>
                  <a:cubicBezTo>
                    <a:pt x="18" y="323"/>
                    <a:pt x="19" y="323"/>
                    <a:pt x="20" y="320"/>
                  </a:cubicBezTo>
                  <a:cubicBezTo>
                    <a:pt x="20" y="318"/>
                    <a:pt x="24" y="320"/>
                    <a:pt x="25" y="322"/>
                  </a:cubicBezTo>
                  <a:cubicBezTo>
                    <a:pt x="25" y="324"/>
                    <a:pt x="20" y="325"/>
                    <a:pt x="18" y="325"/>
                  </a:cubicBezTo>
                  <a:cubicBezTo>
                    <a:pt x="15" y="324"/>
                    <a:pt x="13" y="327"/>
                    <a:pt x="15" y="330"/>
                  </a:cubicBezTo>
                  <a:cubicBezTo>
                    <a:pt x="17" y="332"/>
                    <a:pt x="19" y="330"/>
                    <a:pt x="21" y="328"/>
                  </a:cubicBezTo>
                  <a:cubicBezTo>
                    <a:pt x="23" y="326"/>
                    <a:pt x="33" y="326"/>
                    <a:pt x="33" y="328"/>
                  </a:cubicBezTo>
                  <a:cubicBezTo>
                    <a:pt x="34" y="330"/>
                    <a:pt x="29" y="329"/>
                    <a:pt x="28" y="330"/>
                  </a:cubicBezTo>
                  <a:cubicBezTo>
                    <a:pt x="28" y="331"/>
                    <a:pt x="24" y="332"/>
                    <a:pt x="23" y="331"/>
                  </a:cubicBezTo>
                  <a:cubicBezTo>
                    <a:pt x="23" y="329"/>
                    <a:pt x="19" y="331"/>
                    <a:pt x="19" y="334"/>
                  </a:cubicBezTo>
                  <a:cubicBezTo>
                    <a:pt x="19" y="336"/>
                    <a:pt x="16" y="336"/>
                    <a:pt x="19" y="337"/>
                  </a:cubicBezTo>
                  <a:cubicBezTo>
                    <a:pt x="22" y="338"/>
                    <a:pt x="21" y="333"/>
                    <a:pt x="26" y="334"/>
                  </a:cubicBezTo>
                  <a:cubicBezTo>
                    <a:pt x="31" y="334"/>
                    <a:pt x="34" y="329"/>
                    <a:pt x="36" y="332"/>
                  </a:cubicBezTo>
                  <a:cubicBezTo>
                    <a:pt x="37" y="335"/>
                    <a:pt x="31" y="337"/>
                    <a:pt x="30" y="335"/>
                  </a:cubicBezTo>
                  <a:cubicBezTo>
                    <a:pt x="28" y="334"/>
                    <a:pt x="25" y="337"/>
                    <a:pt x="25" y="339"/>
                  </a:cubicBezTo>
                  <a:cubicBezTo>
                    <a:pt x="26" y="342"/>
                    <a:pt x="20" y="339"/>
                    <a:pt x="17" y="338"/>
                  </a:cubicBezTo>
                  <a:cubicBezTo>
                    <a:pt x="14" y="338"/>
                    <a:pt x="15" y="341"/>
                    <a:pt x="18" y="344"/>
                  </a:cubicBezTo>
                  <a:cubicBezTo>
                    <a:pt x="20" y="346"/>
                    <a:pt x="22" y="343"/>
                    <a:pt x="25" y="345"/>
                  </a:cubicBezTo>
                  <a:cubicBezTo>
                    <a:pt x="28" y="347"/>
                    <a:pt x="28" y="349"/>
                    <a:pt x="30" y="347"/>
                  </a:cubicBezTo>
                  <a:cubicBezTo>
                    <a:pt x="32" y="345"/>
                    <a:pt x="30" y="346"/>
                    <a:pt x="28" y="345"/>
                  </a:cubicBezTo>
                  <a:cubicBezTo>
                    <a:pt x="27" y="344"/>
                    <a:pt x="28" y="341"/>
                    <a:pt x="32" y="342"/>
                  </a:cubicBezTo>
                  <a:cubicBezTo>
                    <a:pt x="35" y="344"/>
                    <a:pt x="39" y="341"/>
                    <a:pt x="38" y="337"/>
                  </a:cubicBezTo>
                  <a:cubicBezTo>
                    <a:pt x="37" y="332"/>
                    <a:pt x="41" y="330"/>
                    <a:pt x="45" y="329"/>
                  </a:cubicBezTo>
                  <a:cubicBezTo>
                    <a:pt x="49" y="328"/>
                    <a:pt x="47" y="332"/>
                    <a:pt x="44" y="333"/>
                  </a:cubicBezTo>
                  <a:cubicBezTo>
                    <a:pt x="41" y="334"/>
                    <a:pt x="40" y="335"/>
                    <a:pt x="43" y="338"/>
                  </a:cubicBezTo>
                  <a:cubicBezTo>
                    <a:pt x="45" y="340"/>
                    <a:pt x="48" y="336"/>
                    <a:pt x="50" y="338"/>
                  </a:cubicBezTo>
                  <a:cubicBezTo>
                    <a:pt x="52" y="340"/>
                    <a:pt x="46" y="340"/>
                    <a:pt x="46" y="341"/>
                  </a:cubicBezTo>
                  <a:cubicBezTo>
                    <a:pt x="45" y="343"/>
                    <a:pt x="49" y="346"/>
                    <a:pt x="46" y="347"/>
                  </a:cubicBezTo>
                  <a:cubicBezTo>
                    <a:pt x="43" y="349"/>
                    <a:pt x="44" y="341"/>
                    <a:pt x="43" y="341"/>
                  </a:cubicBezTo>
                  <a:cubicBezTo>
                    <a:pt x="41" y="340"/>
                    <a:pt x="39" y="341"/>
                    <a:pt x="41" y="346"/>
                  </a:cubicBezTo>
                  <a:cubicBezTo>
                    <a:pt x="43" y="350"/>
                    <a:pt x="39" y="346"/>
                    <a:pt x="37" y="344"/>
                  </a:cubicBezTo>
                  <a:cubicBezTo>
                    <a:pt x="35" y="342"/>
                    <a:pt x="33" y="345"/>
                    <a:pt x="35" y="347"/>
                  </a:cubicBezTo>
                  <a:cubicBezTo>
                    <a:pt x="37" y="349"/>
                    <a:pt x="31" y="347"/>
                    <a:pt x="31" y="350"/>
                  </a:cubicBezTo>
                  <a:cubicBezTo>
                    <a:pt x="31" y="354"/>
                    <a:pt x="33" y="351"/>
                    <a:pt x="37" y="352"/>
                  </a:cubicBezTo>
                  <a:cubicBezTo>
                    <a:pt x="40" y="352"/>
                    <a:pt x="38" y="357"/>
                    <a:pt x="41" y="359"/>
                  </a:cubicBezTo>
                  <a:cubicBezTo>
                    <a:pt x="43" y="361"/>
                    <a:pt x="41" y="353"/>
                    <a:pt x="44" y="353"/>
                  </a:cubicBezTo>
                  <a:cubicBezTo>
                    <a:pt x="46" y="352"/>
                    <a:pt x="44" y="358"/>
                    <a:pt x="49" y="360"/>
                  </a:cubicBezTo>
                  <a:cubicBezTo>
                    <a:pt x="55" y="362"/>
                    <a:pt x="50" y="359"/>
                    <a:pt x="52" y="357"/>
                  </a:cubicBezTo>
                  <a:cubicBezTo>
                    <a:pt x="55" y="355"/>
                    <a:pt x="58" y="363"/>
                    <a:pt x="61" y="363"/>
                  </a:cubicBezTo>
                  <a:cubicBezTo>
                    <a:pt x="63" y="364"/>
                    <a:pt x="61" y="360"/>
                    <a:pt x="59" y="358"/>
                  </a:cubicBezTo>
                  <a:cubicBezTo>
                    <a:pt x="58" y="356"/>
                    <a:pt x="61" y="357"/>
                    <a:pt x="64" y="358"/>
                  </a:cubicBezTo>
                  <a:cubicBezTo>
                    <a:pt x="67" y="359"/>
                    <a:pt x="69" y="359"/>
                    <a:pt x="69" y="357"/>
                  </a:cubicBezTo>
                  <a:cubicBezTo>
                    <a:pt x="70" y="356"/>
                    <a:pt x="70" y="356"/>
                    <a:pt x="71" y="357"/>
                  </a:cubicBezTo>
                  <a:cubicBezTo>
                    <a:pt x="68" y="355"/>
                    <a:pt x="59" y="356"/>
                    <a:pt x="57" y="356"/>
                  </a:cubicBezTo>
                  <a:cubicBezTo>
                    <a:pt x="56" y="356"/>
                    <a:pt x="57" y="334"/>
                    <a:pt x="57" y="329"/>
                  </a:cubicBezTo>
                  <a:cubicBezTo>
                    <a:pt x="57" y="329"/>
                    <a:pt x="57" y="329"/>
                    <a:pt x="57" y="329"/>
                  </a:cubicBezTo>
                  <a:cubicBezTo>
                    <a:pt x="54" y="329"/>
                    <a:pt x="49" y="330"/>
                    <a:pt x="50" y="326"/>
                  </a:cubicBezTo>
                  <a:cubicBezTo>
                    <a:pt x="50" y="326"/>
                    <a:pt x="51" y="325"/>
                    <a:pt x="51" y="325"/>
                  </a:cubicBezTo>
                  <a:cubicBezTo>
                    <a:pt x="50" y="324"/>
                    <a:pt x="48" y="323"/>
                    <a:pt x="47" y="323"/>
                  </a:cubicBezTo>
                  <a:cubicBezTo>
                    <a:pt x="43" y="322"/>
                    <a:pt x="34" y="323"/>
                    <a:pt x="32" y="32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0" name="Freeform 111">
              <a:extLst>
                <a:ext uri="{FF2B5EF4-FFF2-40B4-BE49-F238E27FC236}">
                  <a16:creationId xmlns:a16="http://schemas.microsoft.com/office/drawing/2014/main" id="{ACBA32F9-94C0-4D3A-AD70-5F4E232CBD13}"/>
                </a:ext>
              </a:extLst>
            </p:cNvPr>
            <p:cNvSpPr>
              <a:spLocks/>
            </p:cNvSpPr>
            <p:nvPr/>
          </p:nvSpPr>
          <p:spPr bwMode="auto">
            <a:xfrm>
              <a:off x="3068638" y="3495675"/>
              <a:ext cx="177800" cy="180975"/>
            </a:xfrm>
            <a:custGeom>
              <a:avLst/>
              <a:gdLst>
                <a:gd name="T0" fmla="*/ 68 w 71"/>
                <a:gd name="T1" fmla="*/ 39 h 72"/>
                <a:gd name="T2" fmla="*/ 62 w 71"/>
                <a:gd name="T3" fmla="*/ 41 h 72"/>
                <a:gd name="T4" fmla="*/ 58 w 71"/>
                <a:gd name="T5" fmla="*/ 32 h 72"/>
                <a:gd name="T6" fmla="*/ 52 w 71"/>
                <a:gd name="T7" fmla="*/ 25 h 72"/>
                <a:gd name="T8" fmla="*/ 45 w 71"/>
                <a:gd name="T9" fmla="*/ 24 h 72"/>
                <a:gd name="T10" fmla="*/ 41 w 71"/>
                <a:gd name="T11" fmla="*/ 18 h 72"/>
                <a:gd name="T12" fmla="*/ 40 w 71"/>
                <a:gd name="T13" fmla="*/ 8 h 72"/>
                <a:gd name="T14" fmla="*/ 39 w 71"/>
                <a:gd name="T15" fmla="*/ 3 h 72"/>
                <a:gd name="T16" fmla="*/ 38 w 71"/>
                <a:gd name="T17" fmla="*/ 4 h 72"/>
                <a:gd name="T18" fmla="*/ 30 w 71"/>
                <a:gd name="T19" fmla="*/ 1 h 72"/>
                <a:gd name="T20" fmla="*/ 21 w 71"/>
                <a:gd name="T21" fmla="*/ 2 h 72"/>
                <a:gd name="T22" fmla="*/ 11 w 71"/>
                <a:gd name="T23" fmla="*/ 3 h 72"/>
                <a:gd name="T24" fmla="*/ 5 w 71"/>
                <a:gd name="T25" fmla="*/ 11 h 72"/>
                <a:gd name="T26" fmla="*/ 3 w 71"/>
                <a:gd name="T27" fmla="*/ 23 h 72"/>
                <a:gd name="T28" fmla="*/ 0 w 71"/>
                <a:gd name="T29" fmla="*/ 23 h 72"/>
                <a:gd name="T30" fmla="*/ 11 w 71"/>
                <a:gd name="T31" fmla="*/ 35 h 72"/>
                <a:gd name="T32" fmla="*/ 20 w 71"/>
                <a:gd name="T33" fmla="*/ 40 h 72"/>
                <a:gd name="T34" fmla="*/ 29 w 71"/>
                <a:gd name="T35" fmla="*/ 45 h 72"/>
                <a:gd name="T36" fmla="*/ 44 w 71"/>
                <a:gd name="T37" fmla="*/ 52 h 72"/>
                <a:gd name="T38" fmla="*/ 38 w 71"/>
                <a:gd name="T39" fmla="*/ 63 h 72"/>
                <a:gd name="T40" fmla="*/ 35 w 71"/>
                <a:gd name="T41" fmla="*/ 68 h 72"/>
                <a:gd name="T42" fmla="*/ 43 w 71"/>
                <a:gd name="T43" fmla="*/ 70 h 72"/>
                <a:gd name="T44" fmla="*/ 50 w 71"/>
                <a:gd name="T45" fmla="*/ 71 h 72"/>
                <a:gd name="T46" fmla="*/ 57 w 71"/>
                <a:gd name="T47" fmla="*/ 69 h 72"/>
                <a:gd name="T48" fmla="*/ 64 w 71"/>
                <a:gd name="T49" fmla="*/ 66 h 72"/>
                <a:gd name="T50" fmla="*/ 68 w 71"/>
                <a:gd name="T51" fmla="*/ 54 h 72"/>
                <a:gd name="T52" fmla="*/ 68 w 71"/>
                <a:gd name="T53" fmla="*/ 3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72">
                  <a:moveTo>
                    <a:pt x="68" y="39"/>
                  </a:moveTo>
                  <a:cubicBezTo>
                    <a:pt x="65" y="38"/>
                    <a:pt x="63" y="41"/>
                    <a:pt x="62" y="41"/>
                  </a:cubicBezTo>
                  <a:cubicBezTo>
                    <a:pt x="61" y="41"/>
                    <a:pt x="58" y="34"/>
                    <a:pt x="58" y="32"/>
                  </a:cubicBezTo>
                  <a:cubicBezTo>
                    <a:pt x="57" y="29"/>
                    <a:pt x="54" y="24"/>
                    <a:pt x="52" y="25"/>
                  </a:cubicBezTo>
                  <a:cubicBezTo>
                    <a:pt x="50" y="26"/>
                    <a:pt x="51" y="24"/>
                    <a:pt x="45" y="24"/>
                  </a:cubicBezTo>
                  <a:cubicBezTo>
                    <a:pt x="40" y="24"/>
                    <a:pt x="40" y="23"/>
                    <a:pt x="41" y="18"/>
                  </a:cubicBezTo>
                  <a:cubicBezTo>
                    <a:pt x="42" y="12"/>
                    <a:pt x="37" y="9"/>
                    <a:pt x="40" y="8"/>
                  </a:cubicBezTo>
                  <a:cubicBezTo>
                    <a:pt x="41" y="7"/>
                    <a:pt x="41" y="6"/>
                    <a:pt x="39" y="3"/>
                  </a:cubicBezTo>
                  <a:cubicBezTo>
                    <a:pt x="39" y="4"/>
                    <a:pt x="38" y="4"/>
                    <a:pt x="38" y="4"/>
                  </a:cubicBezTo>
                  <a:cubicBezTo>
                    <a:pt x="36" y="4"/>
                    <a:pt x="34" y="1"/>
                    <a:pt x="30" y="1"/>
                  </a:cubicBezTo>
                  <a:cubicBezTo>
                    <a:pt x="27" y="1"/>
                    <a:pt x="23" y="0"/>
                    <a:pt x="21" y="2"/>
                  </a:cubicBezTo>
                  <a:cubicBezTo>
                    <a:pt x="19" y="3"/>
                    <a:pt x="14" y="1"/>
                    <a:pt x="11" y="3"/>
                  </a:cubicBezTo>
                  <a:cubicBezTo>
                    <a:pt x="8" y="5"/>
                    <a:pt x="5" y="9"/>
                    <a:pt x="5" y="11"/>
                  </a:cubicBezTo>
                  <a:cubicBezTo>
                    <a:pt x="5" y="12"/>
                    <a:pt x="4" y="23"/>
                    <a:pt x="3" y="23"/>
                  </a:cubicBezTo>
                  <a:cubicBezTo>
                    <a:pt x="2" y="23"/>
                    <a:pt x="1" y="23"/>
                    <a:pt x="0" y="23"/>
                  </a:cubicBezTo>
                  <a:cubicBezTo>
                    <a:pt x="2" y="26"/>
                    <a:pt x="8" y="32"/>
                    <a:pt x="11" y="35"/>
                  </a:cubicBezTo>
                  <a:cubicBezTo>
                    <a:pt x="15" y="37"/>
                    <a:pt x="15" y="40"/>
                    <a:pt x="20" y="40"/>
                  </a:cubicBezTo>
                  <a:cubicBezTo>
                    <a:pt x="25" y="41"/>
                    <a:pt x="27" y="42"/>
                    <a:pt x="29" y="45"/>
                  </a:cubicBezTo>
                  <a:cubicBezTo>
                    <a:pt x="31" y="47"/>
                    <a:pt x="43" y="50"/>
                    <a:pt x="44" y="52"/>
                  </a:cubicBezTo>
                  <a:cubicBezTo>
                    <a:pt x="45" y="54"/>
                    <a:pt x="38" y="59"/>
                    <a:pt x="38" y="63"/>
                  </a:cubicBezTo>
                  <a:cubicBezTo>
                    <a:pt x="38" y="67"/>
                    <a:pt x="35" y="67"/>
                    <a:pt x="35" y="68"/>
                  </a:cubicBezTo>
                  <a:cubicBezTo>
                    <a:pt x="35" y="70"/>
                    <a:pt x="41" y="69"/>
                    <a:pt x="43" y="70"/>
                  </a:cubicBezTo>
                  <a:cubicBezTo>
                    <a:pt x="44" y="71"/>
                    <a:pt x="48" y="69"/>
                    <a:pt x="50" y="71"/>
                  </a:cubicBezTo>
                  <a:cubicBezTo>
                    <a:pt x="53" y="72"/>
                    <a:pt x="55" y="69"/>
                    <a:pt x="57" y="69"/>
                  </a:cubicBezTo>
                  <a:cubicBezTo>
                    <a:pt x="59" y="70"/>
                    <a:pt x="61" y="66"/>
                    <a:pt x="64" y="66"/>
                  </a:cubicBezTo>
                  <a:cubicBezTo>
                    <a:pt x="66" y="66"/>
                    <a:pt x="68" y="58"/>
                    <a:pt x="68" y="54"/>
                  </a:cubicBezTo>
                  <a:cubicBezTo>
                    <a:pt x="67" y="51"/>
                    <a:pt x="71" y="41"/>
                    <a:pt x="68" y="3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112">
              <a:extLst>
                <a:ext uri="{FF2B5EF4-FFF2-40B4-BE49-F238E27FC236}">
                  <a16:creationId xmlns:a16="http://schemas.microsoft.com/office/drawing/2014/main" id="{F1943D5B-308F-4158-8D39-B4B41E9BD5CF}"/>
                </a:ext>
              </a:extLst>
            </p:cNvPr>
            <p:cNvSpPr>
              <a:spLocks/>
            </p:cNvSpPr>
            <p:nvPr/>
          </p:nvSpPr>
          <p:spPr bwMode="auto">
            <a:xfrm>
              <a:off x="2598738" y="2871788"/>
              <a:ext cx="66675" cy="52388"/>
            </a:xfrm>
            <a:custGeom>
              <a:avLst/>
              <a:gdLst>
                <a:gd name="T0" fmla="*/ 26 w 27"/>
                <a:gd name="T1" fmla="*/ 17 h 21"/>
                <a:gd name="T2" fmla="*/ 27 w 27"/>
                <a:gd name="T3" fmla="*/ 12 h 21"/>
                <a:gd name="T4" fmla="*/ 19 w 27"/>
                <a:gd name="T5" fmla="*/ 2 h 21"/>
                <a:gd name="T6" fmla="*/ 15 w 27"/>
                <a:gd name="T7" fmla="*/ 1 h 21"/>
                <a:gd name="T8" fmla="*/ 7 w 27"/>
                <a:gd name="T9" fmla="*/ 0 h 21"/>
                <a:gd name="T10" fmla="*/ 2 w 27"/>
                <a:gd name="T11" fmla="*/ 0 h 21"/>
                <a:gd name="T12" fmla="*/ 2 w 27"/>
                <a:gd name="T13" fmla="*/ 3 h 21"/>
                <a:gd name="T14" fmla="*/ 4 w 27"/>
                <a:gd name="T15" fmla="*/ 10 h 21"/>
                <a:gd name="T16" fmla="*/ 9 w 27"/>
                <a:gd name="T17" fmla="*/ 9 h 21"/>
                <a:gd name="T18" fmla="*/ 12 w 27"/>
                <a:gd name="T19" fmla="*/ 12 h 21"/>
                <a:gd name="T20" fmla="*/ 18 w 27"/>
                <a:gd name="T21" fmla="*/ 17 h 21"/>
                <a:gd name="T22" fmla="*/ 23 w 27"/>
                <a:gd name="T23" fmla="*/ 21 h 21"/>
                <a:gd name="T24" fmla="*/ 24 w 27"/>
                <a:gd name="T25" fmla="*/ 21 h 21"/>
                <a:gd name="T26" fmla="*/ 26 w 27"/>
                <a:gd name="T27"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1">
                  <a:moveTo>
                    <a:pt x="26" y="17"/>
                  </a:moveTo>
                  <a:cubicBezTo>
                    <a:pt x="25" y="16"/>
                    <a:pt x="25" y="14"/>
                    <a:pt x="27" y="12"/>
                  </a:cubicBezTo>
                  <a:cubicBezTo>
                    <a:pt x="24" y="9"/>
                    <a:pt x="21" y="4"/>
                    <a:pt x="19" y="2"/>
                  </a:cubicBezTo>
                  <a:cubicBezTo>
                    <a:pt x="17" y="2"/>
                    <a:pt x="16" y="2"/>
                    <a:pt x="15" y="1"/>
                  </a:cubicBezTo>
                  <a:cubicBezTo>
                    <a:pt x="13" y="0"/>
                    <a:pt x="9" y="1"/>
                    <a:pt x="7" y="0"/>
                  </a:cubicBezTo>
                  <a:cubicBezTo>
                    <a:pt x="6" y="0"/>
                    <a:pt x="4" y="0"/>
                    <a:pt x="2" y="0"/>
                  </a:cubicBezTo>
                  <a:cubicBezTo>
                    <a:pt x="3" y="1"/>
                    <a:pt x="3" y="2"/>
                    <a:pt x="2" y="3"/>
                  </a:cubicBezTo>
                  <a:cubicBezTo>
                    <a:pt x="0" y="4"/>
                    <a:pt x="0" y="8"/>
                    <a:pt x="4" y="10"/>
                  </a:cubicBezTo>
                  <a:cubicBezTo>
                    <a:pt x="8" y="11"/>
                    <a:pt x="7" y="9"/>
                    <a:pt x="9" y="9"/>
                  </a:cubicBezTo>
                  <a:cubicBezTo>
                    <a:pt x="11" y="9"/>
                    <a:pt x="10" y="12"/>
                    <a:pt x="12" y="12"/>
                  </a:cubicBezTo>
                  <a:cubicBezTo>
                    <a:pt x="14" y="12"/>
                    <a:pt x="18" y="14"/>
                    <a:pt x="18" y="17"/>
                  </a:cubicBezTo>
                  <a:cubicBezTo>
                    <a:pt x="18" y="20"/>
                    <a:pt x="19" y="21"/>
                    <a:pt x="23" y="21"/>
                  </a:cubicBezTo>
                  <a:cubicBezTo>
                    <a:pt x="23" y="21"/>
                    <a:pt x="24" y="21"/>
                    <a:pt x="24" y="21"/>
                  </a:cubicBezTo>
                  <a:cubicBezTo>
                    <a:pt x="25" y="19"/>
                    <a:pt x="26" y="18"/>
                    <a:pt x="26" y="1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2" name="Freeform 113">
              <a:extLst>
                <a:ext uri="{FF2B5EF4-FFF2-40B4-BE49-F238E27FC236}">
                  <a16:creationId xmlns:a16="http://schemas.microsoft.com/office/drawing/2014/main" id="{70CFBAAA-AA28-4384-883A-DDE272AF221A}"/>
                </a:ext>
              </a:extLst>
            </p:cNvPr>
            <p:cNvSpPr>
              <a:spLocks/>
            </p:cNvSpPr>
            <p:nvPr/>
          </p:nvSpPr>
          <p:spPr bwMode="auto">
            <a:xfrm>
              <a:off x="2659063" y="2895600"/>
              <a:ext cx="117475" cy="58738"/>
            </a:xfrm>
            <a:custGeom>
              <a:avLst/>
              <a:gdLst>
                <a:gd name="T0" fmla="*/ 42 w 47"/>
                <a:gd name="T1" fmla="*/ 7 h 23"/>
                <a:gd name="T2" fmla="*/ 31 w 47"/>
                <a:gd name="T3" fmla="*/ 1 h 23"/>
                <a:gd name="T4" fmla="*/ 20 w 47"/>
                <a:gd name="T5" fmla="*/ 6 h 23"/>
                <a:gd name="T6" fmla="*/ 7 w 47"/>
                <a:gd name="T7" fmla="*/ 5 h 23"/>
                <a:gd name="T8" fmla="*/ 3 w 47"/>
                <a:gd name="T9" fmla="*/ 2 h 23"/>
                <a:gd name="T10" fmla="*/ 2 w 47"/>
                <a:gd name="T11" fmla="*/ 7 h 23"/>
                <a:gd name="T12" fmla="*/ 0 w 47"/>
                <a:gd name="T13" fmla="*/ 11 h 23"/>
                <a:gd name="T14" fmla="*/ 11 w 47"/>
                <a:gd name="T15" fmla="*/ 16 h 23"/>
                <a:gd name="T16" fmla="*/ 17 w 47"/>
                <a:gd name="T17" fmla="*/ 20 h 23"/>
                <a:gd name="T18" fmla="*/ 23 w 47"/>
                <a:gd name="T19" fmla="*/ 18 h 23"/>
                <a:gd name="T20" fmla="*/ 21 w 47"/>
                <a:gd name="T21" fmla="*/ 14 h 23"/>
                <a:gd name="T22" fmla="*/ 25 w 47"/>
                <a:gd name="T23" fmla="*/ 10 h 23"/>
                <a:gd name="T24" fmla="*/ 34 w 47"/>
                <a:gd name="T25" fmla="*/ 7 h 23"/>
                <a:gd name="T26" fmla="*/ 36 w 47"/>
                <a:gd name="T27" fmla="*/ 13 h 23"/>
                <a:gd name="T28" fmla="*/ 41 w 47"/>
                <a:gd name="T29" fmla="*/ 21 h 23"/>
                <a:gd name="T30" fmla="*/ 46 w 47"/>
                <a:gd name="T31" fmla="*/ 16 h 23"/>
                <a:gd name="T32" fmla="*/ 47 w 47"/>
                <a:gd name="T33" fmla="*/ 13 h 23"/>
                <a:gd name="T34" fmla="*/ 42 w 47"/>
                <a:gd name="T35"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 h="23">
                  <a:moveTo>
                    <a:pt x="42" y="7"/>
                  </a:moveTo>
                  <a:cubicBezTo>
                    <a:pt x="40" y="3"/>
                    <a:pt x="34" y="3"/>
                    <a:pt x="31" y="1"/>
                  </a:cubicBezTo>
                  <a:cubicBezTo>
                    <a:pt x="28" y="0"/>
                    <a:pt x="24" y="2"/>
                    <a:pt x="20" y="6"/>
                  </a:cubicBezTo>
                  <a:cubicBezTo>
                    <a:pt x="16" y="10"/>
                    <a:pt x="10" y="7"/>
                    <a:pt x="7" y="5"/>
                  </a:cubicBezTo>
                  <a:cubicBezTo>
                    <a:pt x="6" y="5"/>
                    <a:pt x="4" y="3"/>
                    <a:pt x="3" y="2"/>
                  </a:cubicBezTo>
                  <a:cubicBezTo>
                    <a:pt x="1" y="4"/>
                    <a:pt x="1" y="6"/>
                    <a:pt x="2" y="7"/>
                  </a:cubicBezTo>
                  <a:cubicBezTo>
                    <a:pt x="2" y="8"/>
                    <a:pt x="1" y="9"/>
                    <a:pt x="0" y="11"/>
                  </a:cubicBezTo>
                  <a:cubicBezTo>
                    <a:pt x="4" y="12"/>
                    <a:pt x="9" y="13"/>
                    <a:pt x="11" y="16"/>
                  </a:cubicBezTo>
                  <a:cubicBezTo>
                    <a:pt x="13" y="19"/>
                    <a:pt x="15" y="17"/>
                    <a:pt x="17" y="20"/>
                  </a:cubicBezTo>
                  <a:cubicBezTo>
                    <a:pt x="18" y="23"/>
                    <a:pt x="22" y="20"/>
                    <a:pt x="23" y="18"/>
                  </a:cubicBezTo>
                  <a:cubicBezTo>
                    <a:pt x="24" y="16"/>
                    <a:pt x="21" y="16"/>
                    <a:pt x="21" y="14"/>
                  </a:cubicBezTo>
                  <a:cubicBezTo>
                    <a:pt x="20" y="12"/>
                    <a:pt x="24" y="13"/>
                    <a:pt x="25" y="10"/>
                  </a:cubicBezTo>
                  <a:cubicBezTo>
                    <a:pt x="26" y="7"/>
                    <a:pt x="31" y="6"/>
                    <a:pt x="34" y="7"/>
                  </a:cubicBezTo>
                  <a:cubicBezTo>
                    <a:pt x="36" y="8"/>
                    <a:pt x="38" y="10"/>
                    <a:pt x="36" y="13"/>
                  </a:cubicBezTo>
                  <a:cubicBezTo>
                    <a:pt x="34" y="15"/>
                    <a:pt x="38" y="18"/>
                    <a:pt x="41" y="21"/>
                  </a:cubicBezTo>
                  <a:cubicBezTo>
                    <a:pt x="43" y="19"/>
                    <a:pt x="45" y="16"/>
                    <a:pt x="46" y="16"/>
                  </a:cubicBezTo>
                  <a:cubicBezTo>
                    <a:pt x="47" y="15"/>
                    <a:pt x="47" y="14"/>
                    <a:pt x="47" y="13"/>
                  </a:cubicBezTo>
                  <a:cubicBezTo>
                    <a:pt x="46" y="12"/>
                    <a:pt x="44" y="10"/>
                    <a:pt x="42" y="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 name="Freeform 114">
              <a:extLst>
                <a:ext uri="{FF2B5EF4-FFF2-40B4-BE49-F238E27FC236}">
                  <a16:creationId xmlns:a16="http://schemas.microsoft.com/office/drawing/2014/main" id="{6B76F0BC-294A-4FCD-A140-A07B06A2B387}"/>
                </a:ext>
              </a:extLst>
            </p:cNvPr>
            <p:cNvSpPr>
              <a:spLocks/>
            </p:cNvSpPr>
            <p:nvPr/>
          </p:nvSpPr>
          <p:spPr bwMode="auto">
            <a:xfrm>
              <a:off x="2738438" y="2838450"/>
              <a:ext cx="244475" cy="344488"/>
            </a:xfrm>
            <a:custGeom>
              <a:avLst/>
              <a:gdLst>
                <a:gd name="T0" fmla="*/ 15 w 97"/>
                <a:gd name="T1" fmla="*/ 100 h 137"/>
                <a:gd name="T2" fmla="*/ 21 w 97"/>
                <a:gd name="T3" fmla="*/ 100 h 137"/>
                <a:gd name="T4" fmla="*/ 27 w 97"/>
                <a:gd name="T5" fmla="*/ 104 h 137"/>
                <a:gd name="T6" fmla="*/ 28 w 97"/>
                <a:gd name="T7" fmla="*/ 105 h 137"/>
                <a:gd name="T8" fmla="*/ 35 w 97"/>
                <a:gd name="T9" fmla="*/ 104 h 137"/>
                <a:gd name="T10" fmla="*/ 39 w 97"/>
                <a:gd name="T11" fmla="*/ 111 h 137"/>
                <a:gd name="T12" fmla="*/ 44 w 97"/>
                <a:gd name="T13" fmla="*/ 116 h 137"/>
                <a:gd name="T14" fmla="*/ 47 w 97"/>
                <a:gd name="T15" fmla="*/ 121 h 137"/>
                <a:gd name="T16" fmla="*/ 57 w 97"/>
                <a:gd name="T17" fmla="*/ 122 h 137"/>
                <a:gd name="T18" fmla="*/ 61 w 97"/>
                <a:gd name="T19" fmla="*/ 122 h 137"/>
                <a:gd name="T20" fmla="*/ 67 w 97"/>
                <a:gd name="T21" fmla="*/ 121 h 137"/>
                <a:gd name="T22" fmla="*/ 73 w 97"/>
                <a:gd name="T23" fmla="*/ 126 h 137"/>
                <a:gd name="T24" fmla="*/ 68 w 97"/>
                <a:gd name="T25" fmla="*/ 133 h 137"/>
                <a:gd name="T26" fmla="*/ 73 w 97"/>
                <a:gd name="T27" fmla="*/ 137 h 137"/>
                <a:gd name="T28" fmla="*/ 74 w 97"/>
                <a:gd name="T29" fmla="*/ 137 h 137"/>
                <a:gd name="T30" fmla="*/ 77 w 97"/>
                <a:gd name="T31" fmla="*/ 126 h 137"/>
                <a:gd name="T32" fmla="*/ 78 w 97"/>
                <a:gd name="T33" fmla="*/ 115 h 137"/>
                <a:gd name="T34" fmla="*/ 73 w 97"/>
                <a:gd name="T35" fmla="*/ 102 h 137"/>
                <a:gd name="T36" fmla="*/ 79 w 97"/>
                <a:gd name="T37" fmla="*/ 97 h 137"/>
                <a:gd name="T38" fmla="*/ 77 w 97"/>
                <a:gd name="T39" fmla="*/ 94 h 137"/>
                <a:gd name="T40" fmla="*/ 75 w 97"/>
                <a:gd name="T41" fmla="*/ 90 h 137"/>
                <a:gd name="T42" fmla="*/ 87 w 97"/>
                <a:gd name="T43" fmla="*/ 89 h 137"/>
                <a:gd name="T44" fmla="*/ 96 w 97"/>
                <a:gd name="T45" fmla="*/ 86 h 137"/>
                <a:gd name="T46" fmla="*/ 95 w 97"/>
                <a:gd name="T47" fmla="*/ 82 h 137"/>
                <a:gd name="T48" fmla="*/ 95 w 97"/>
                <a:gd name="T49" fmla="*/ 76 h 137"/>
                <a:gd name="T50" fmla="*/ 92 w 97"/>
                <a:gd name="T51" fmla="*/ 70 h 137"/>
                <a:gd name="T52" fmla="*/ 94 w 97"/>
                <a:gd name="T53" fmla="*/ 55 h 137"/>
                <a:gd name="T54" fmla="*/ 84 w 97"/>
                <a:gd name="T55" fmla="*/ 52 h 137"/>
                <a:gd name="T56" fmla="*/ 73 w 97"/>
                <a:gd name="T57" fmla="*/ 47 h 137"/>
                <a:gd name="T58" fmla="*/ 59 w 97"/>
                <a:gd name="T59" fmla="*/ 46 h 137"/>
                <a:gd name="T60" fmla="*/ 54 w 97"/>
                <a:gd name="T61" fmla="*/ 36 h 137"/>
                <a:gd name="T62" fmla="*/ 51 w 97"/>
                <a:gd name="T63" fmla="*/ 30 h 137"/>
                <a:gd name="T64" fmla="*/ 47 w 97"/>
                <a:gd name="T65" fmla="*/ 29 h 137"/>
                <a:gd name="T66" fmla="*/ 48 w 97"/>
                <a:gd name="T67" fmla="*/ 25 h 137"/>
                <a:gd name="T68" fmla="*/ 49 w 97"/>
                <a:gd name="T69" fmla="*/ 19 h 137"/>
                <a:gd name="T70" fmla="*/ 56 w 97"/>
                <a:gd name="T71" fmla="*/ 10 h 137"/>
                <a:gd name="T72" fmla="*/ 59 w 97"/>
                <a:gd name="T73" fmla="*/ 8 h 137"/>
                <a:gd name="T74" fmla="*/ 61 w 97"/>
                <a:gd name="T75" fmla="*/ 7 h 137"/>
                <a:gd name="T76" fmla="*/ 63 w 97"/>
                <a:gd name="T77" fmla="*/ 2 h 137"/>
                <a:gd name="T78" fmla="*/ 54 w 97"/>
                <a:gd name="T79" fmla="*/ 6 h 137"/>
                <a:gd name="T80" fmla="*/ 47 w 97"/>
                <a:gd name="T81" fmla="*/ 10 h 137"/>
                <a:gd name="T82" fmla="*/ 39 w 97"/>
                <a:gd name="T83" fmla="*/ 12 h 137"/>
                <a:gd name="T84" fmla="*/ 36 w 97"/>
                <a:gd name="T85" fmla="*/ 12 h 137"/>
                <a:gd name="T86" fmla="*/ 28 w 97"/>
                <a:gd name="T87" fmla="*/ 19 h 137"/>
                <a:gd name="T88" fmla="*/ 25 w 97"/>
                <a:gd name="T89" fmla="*/ 26 h 137"/>
                <a:gd name="T90" fmla="*/ 17 w 97"/>
                <a:gd name="T91" fmla="*/ 36 h 137"/>
                <a:gd name="T92" fmla="*/ 15 w 97"/>
                <a:gd name="T93" fmla="*/ 36 h 137"/>
                <a:gd name="T94" fmla="*/ 14 w 97"/>
                <a:gd name="T95" fmla="*/ 39 h 137"/>
                <a:gd name="T96" fmla="*/ 9 w 97"/>
                <a:gd name="T97" fmla="*/ 44 h 137"/>
                <a:gd name="T98" fmla="*/ 11 w 97"/>
                <a:gd name="T99" fmla="*/ 46 h 137"/>
                <a:gd name="T100" fmla="*/ 13 w 97"/>
                <a:gd name="T101" fmla="*/ 53 h 137"/>
                <a:gd name="T102" fmla="*/ 13 w 97"/>
                <a:gd name="T103" fmla="*/ 57 h 137"/>
                <a:gd name="T104" fmla="*/ 14 w 97"/>
                <a:gd name="T105" fmla="*/ 70 h 137"/>
                <a:gd name="T106" fmla="*/ 13 w 97"/>
                <a:gd name="T107" fmla="*/ 77 h 137"/>
                <a:gd name="T108" fmla="*/ 6 w 97"/>
                <a:gd name="T109" fmla="*/ 82 h 137"/>
                <a:gd name="T110" fmla="*/ 2 w 97"/>
                <a:gd name="T111" fmla="*/ 87 h 137"/>
                <a:gd name="T112" fmla="*/ 0 w 97"/>
                <a:gd name="T113" fmla="*/ 90 h 137"/>
                <a:gd name="T114" fmla="*/ 10 w 97"/>
                <a:gd name="T115" fmla="*/ 96 h 137"/>
                <a:gd name="T116" fmla="*/ 15 w 97"/>
                <a:gd name="T117" fmla="*/ 10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7" h="137">
                  <a:moveTo>
                    <a:pt x="15" y="100"/>
                  </a:moveTo>
                  <a:cubicBezTo>
                    <a:pt x="18" y="101"/>
                    <a:pt x="21" y="101"/>
                    <a:pt x="21" y="100"/>
                  </a:cubicBezTo>
                  <a:cubicBezTo>
                    <a:pt x="22" y="99"/>
                    <a:pt x="24" y="101"/>
                    <a:pt x="27" y="104"/>
                  </a:cubicBezTo>
                  <a:cubicBezTo>
                    <a:pt x="27" y="104"/>
                    <a:pt x="27" y="104"/>
                    <a:pt x="28" y="105"/>
                  </a:cubicBezTo>
                  <a:cubicBezTo>
                    <a:pt x="30" y="104"/>
                    <a:pt x="33" y="104"/>
                    <a:pt x="35" y="104"/>
                  </a:cubicBezTo>
                  <a:cubicBezTo>
                    <a:pt x="37" y="106"/>
                    <a:pt x="36" y="111"/>
                    <a:pt x="39" y="111"/>
                  </a:cubicBezTo>
                  <a:cubicBezTo>
                    <a:pt x="42" y="111"/>
                    <a:pt x="45" y="114"/>
                    <a:pt x="44" y="116"/>
                  </a:cubicBezTo>
                  <a:cubicBezTo>
                    <a:pt x="44" y="118"/>
                    <a:pt x="48" y="119"/>
                    <a:pt x="47" y="121"/>
                  </a:cubicBezTo>
                  <a:cubicBezTo>
                    <a:pt x="47" y="124"/>
                    <a:pt x="56" y="123"/>
                    <a:pt x="57" y="122"/>
                  </a:cubicBezTo>
                  <a:cubicBezTo>
                    <a:pt x="58" y="121"/>
                    <a:pt x="60" y="121"/>
                    <a:pt x="61" y="122"/>
                  </a:cubicBezTo>
                  <a:cubicBezTo>
                    <a:pt x="63" y="123"/>
                    <a:pt x="65" y="121"/>
                    <a:pt x="67" y="121"/>
                  </a:cubicBezTo>
                  <a:cubicBezTo>
                    <a:pt x="68" y="122"/>
                    <a:pt x="74" y="124"/>
                    <a:pt x="73" y="126"/>
                  </a:cubicBezTo>
                  <a:cubicBezTo>
                    <a:pt x="71" y="128"/>
                    <a:pt x="68" y="131"/>
                    <a:pt x="68" y="133"/>
                  </a:cubicBezTo>
                  <a:cubicBezTo>
                    <a:pt x="69" y="134"/>
                    <a:pt x="72" y="135"/>
                    <a:pt x="73" y="137"/>
                  </a:cubicBezTo>
                  <a:cubicBezTo>
                    <a:pt x="73" y="137"/>
                    <a:pt x="73" y="137"/>
                    <a:pt x="74" y="137"/>
                  </a:cubicBezTo>
                  <a:cubicBezTo>
                    <a:pt x="76" y="136"/>
                    <a:pt x="77" y="128"/>
                    <a:pt x="77" y="126"/>
                  </a:cubicBezTo>
                  <a:cubicBezTo>
                    <a:pt x="77" y="123"/>
                    <a:pt x="78" y="117"/>
                    <a:pt x="78" y="115"/>
                  </a:cubicBezTo>
                  <a:cubicBezTo>
                    <a:pt x="80" y="110"/>
                    <a:pt x="73" y="107"/>
                    <a:pt x="73" y="102"/>
                  </a:cubicBezTo>
                  <a:cubicBezTo>
                    <a:pt x="73" y="97"/>
                    <a:pt x="76" y="100"/>
                    <a:pt x="79" y="97"/>
                  </a:cubicBezTo>
                  <a:cubicBezTo>
                    <a:pt x="82" y="95"/>
                    <a:pt x="78" y="94"/>
                    <a:pt x="77" y="94"/>
                  </a:cubicBezTo>
                  <a:cubicBezTo>
                    <a:pt x="76" y="94"/>
                    <a:pt x="74" y="91"/>
                    <a:pt x="75" y="90"/>
                  </a:cubicBezTo>
                  <a:cubicBezTo>
                    <a:pt x="75" y="88"/>
                    <a:pt x="84" y="89"/>
                    <a:pt x="87" y="89"/>
                  </a:cubicBezTo>
                  <a:cubicBezTo>
                    <a:pt x="90" y="89"/>
                    <a:pt x="96" y="86"/>
                    <a:pt x="96" y="86"/>
                  </a:cubicBezTo>
                  <a:cubicBezTo>
                    <a:pt x="96" y="85"/>
                    <a:pt x="97" y="83"/>
                    <a:pt x="95" y="82"/>
                  </a:cubicBezTo>
                  <a:cubicBezTo>
                    <a:pt x="92" y="80"/>
                    <a:pt x="93" y="78"/>
                    <a:pt x="95" y="76"/>
                  </a:cubicBezTo>
                  <a:cubicBezTo>
                    <a:pt x="97" y="74"/>
                    <a:pt x="94" y="72"/>
                    <a:pt x="92" y="70"/>
                  </a:cubicBezTo>
                  <a:cubicBezTo>
                    <a:pt x="90" y="67"/>
                    <a:pt x="91" y="59"/>
                    <a:pt x="94" y="55"/>
                  </a:cubicBezTo>
                  <a:cubicBezTo>
                    <a:pt x="96" y="51"/>
                    <a:pt x="89" y="52"/>
                    <a:pt x="84" y="52"/>
                  </a:cubicBezTo>
                  <a:cubicBezTo>
                    <a:pt x="80" y="53"/>
                    <a:pt x="76" y="51"/>
                    <a:pt x="73" y="47"/>
                  </a:cubicBezTo>
                  <a:cubicBezTo>
                    <a:pt x="70" y="44"/>
                    <a:pt x="66" y="46"/>
                    <a:pt x="59" y="46"/>
                  </a:cubicBezTo>
                  <a:cubicBezTo>
                    <a:pt x="52" y="46"/>
                    <a:pt x="54" y="39"/>
                    <a:pt x="54" y="36"/>
                  </a:cubicBezTo>
                  <a:cubicBezTo>
                    <a:pt x="54" y="33"/>
                    <a:pt x="51" y="32"/>
                    <a:pt x="51" y="30"/>
                  </a:cubicBezTo>
                  <a:cubicBezTo>
                    <a:pt x="51" y="28"/>
                    <a:pt x="49" y="28"/>
                    <a:pt x="47" y="29"/>
                  </a:cubicBezTo>
                  <a:cubicBezTo>
                    <a:pt x="45" y="29"/>
                    <a:pt x="47" y="26"/>
                    <a:pt x="48" y="25"/>
                  </a:cubicBezTo>
                  <a:cubicBezTo>
                    <a:pt x="49" y="23"/>
                    <a:pt x="49" y="22"/>
                    <a:pt x="49" y="19"/>
                  </a:cubicBezTo>
                  <a:cubicBezTo>
                    <a:pt x="49" y="16"/>
                    <a:pt x="54" y="13"/>
                    <a:pt x="56" y="10"/>
                  </a:cubicBezTo>
                  <a:cubicBezTo>
                    <a:pt x="57" y="9"/>
                    <a:pt x="58" y="9"/>
                    <a:pt x="59" y="8"/>
                  </a:cubicBezTo>
                  <a:cubicBezTo>
                    <a:pt x="59" y="7"/>
                    <a:pt x="60" y="7"/>
                    <a:pt x="61" y="7"/>
                  </a:cubicBezTo>
                  <a:cubicBezTo>
                    <a:pt x="64" y="6"/>
                    <a:pt x="66" y="4"/>
                    <a:pt x="63" y="2"/>
                  </a:cubicBezTo>
                  <a:cubicBezTo>
                    <a:pt x="59" y="0"/>
                    <a:pt x="57" y="5"/>
                    <a:pt x="54" y="6"/>
                  </a:cubicBezTo>
                  <a:cubicBezTo>
                    <a:pt x="50" y="6"/>
                    <a:pt x="49" y="9"/>
                    <a:pt x="47" y="10"/>
                  </a:cubicBezTo>
                  <a:cubicBezTo>
                    <a:pt x="44" y="11"/>
                    <a:pt x="39" y="10"/>
                    <a:pt x="39" y="12"/>
                  </a:cubicBezTo>
                  <a:cubicBezTo>
                    <a:pt x="39" y="15"/>
                    <a:pt x="38" y="12"/>
                    <a:pt x="36" y="12"/>
                  </a:cubicBezTo>
                  <a:cubicBezTo>
                    <a:pt x="33" y="11"/>
                    <a:pt x="28" y="16"/>
                    <a:pt x="28" y="19"/>
                  </a:cubicBezTo>
                  <a:cubicBezTo>
                    <a:pt x="28" y="21"/>
                    <a:pt x="29" y="24"/>
                    <a:pt x="25" y="26"/>
                  </a:cubicBezTo>
                  <a:cubicBezTo>
                    <a:pt x="21" y="29"/>
                    <a:pt x="19" y="34"/>
                    <a:pt x="17" y="36"/>
                  </a:cubicBezTo>
                  <a:cubicBezTo>
                    <a:pt x="17" y="36"/>
                    <a:pt x="16" y="36"/>
                    <a:pt x="15" y="36"/>
                  </a:cubicBezTo>
                  <a:cubicBezTo>
                    <a:pt x="15" y="37"/>
                    <a:pt x="15" y="38"/>
                    <a:pt x="14" y="39"/>
                  </a:cubicBezTo>
                  <a:cubicBezTo>
                    <a:pt x="13" y="39"/>
                    <a:pt x="11" y="42"/>
                    <a:pt x="9" y="44"/>
                  </a:cubicBezTo>
                  <a:cubicBezTo>
                    <a:pt x="10" y="45"/>
                    <a:pt x="11" y="46"/>
                    <a:pt x="11" y="46"/>
                  </a:cubicBezTo>
                  <a:cubicBezTo>
                    <a:pt x="14" y="49"/>
                    <a:pt x="12" y="51"/>
                    <a:pt x="13" y="53"/>
                  </a:cubicBezTo>
                  <a:cubicBezTo>
                    <a:pt x="14" y="54"/>
                    <a:pt x="14" y="56"/>
                    <a:pt x="13" y="57"/>
                  </a:cubicBezTo>
                  <a:cubicBezTo>
                    <a:pt x="12" y="58"/>
                    <a:pt x="13" y="68"/>
                    <a:pt x="14" y="70"/>
                  </a:cubicBezTo>
                  <a:cubicBezTo>
                    <a:pt x="16" y="71"/>
                    <a:pt x="14" y="73"/>
                    <a:pt x="13" y="77"/>
                  </a:cubicBezTo>
                  <a:cubicBezTo>
                    <a:pt x="11" y="80"/>
                    <a:pt x="9" y="82"/>
                    <a:pt x="6" y="82"/>
                  </a:cubicBezTo>
                  <a:cubicBezTo>
                    <a:pt x="3" y="82"/>
                    <a:pt x="3" y="87"/>
                    <a:pt x="2" y="87"/>
                  </a:cubicBezTo>
                  <a:cubicBezTo>
                    <a:pt x="1" y="87"/>
                    <a:pt x="1" y="89"/>
                    <a:pt x="0" y="90"/>
                  </a:cubicBezTo>
                  <a:cubicBezTo>
                    <a:pt x="3" y="93"/>
                    <a:pt x="9" y="96"/>
                    <a:pt x="10" y="96"/>
                  </a:cubicBezTo>
                  <a:cubicBezTo>
                    <a:pt x="12" y="96"/>
                    <a:pt x="13" y="98"/>
                    <a:pt x="15" y="10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115">
              <a:extLst>
                <a:ext uri="{FF2B5EF4-FFF2-40B4-BE49-F238E27FC236}">
                  <a16:creationId xmlns:a16="http://schemas.microsoft.com/office/drawing/2014/main" id="{DC6AD940-6185-4A81-AE60-9264213C66B5}"/>
                </a:ext>
              </a:extLst>
            </p:cNvPr>
            <p:cNvSpPr>
              <a:spLocks/>
            </p:cNvSpPr>
            <p:nvPr/>
          </p:nvSpPr>
          <p:spPr bwMode="auto">
            <a:xfrm>
              <a:off x="2930526" y="3294063"/>
              <a:ext cx="249238" cy="282575"/>
            </a:xfrm>
            <a:custGeom>
              <a:avLst/>
              <a:gdLst>
                <a:gd name="T0" fmla="*/ 98 w 99"/>
                <a:gd name="T1" fmla="*/ 68 h 112"/>
                <a:gd name="T2" fmla="*/ 93 w 99"/>
                <a:gd name="T3" fmla="*/ 60 h 112"/>
                <a:gd name="T4" fmla="*/ 86 w 99"/>
                <a:gd name="T5" fmla="*/ 56 h 112"/>
                <a:gd name="T6" fmla="*/ 77 w 99"/>
                <a:gd name="T7" fmla="*/ 52 h 112"/>
                <a:gd name="T8" fmla="*/ 77 w 99"/>
                <a:gd name="T9" fmla="*/ 45 h 112"/>
                <a:gd name="T10" fmla="*/ 75 w 99"/>
                <a:gd name="T11" fmla="*/ 39 h 112"/>
                <a:gd name="T12" fmla="*/ 72 w 99"/>
                <a:gd name="T13" fmla="*/ 33 h 112"/>
                <a:gd name="T14" fmla="*/ 63 w 99"/>
                <a:gd name="T15" fmla="*/ 31 h 112"/>
                <a:gd name="T16" fmla="*/ 57 w 99"/>
                <a:gd name="T17" fmla="*/ 28 h 112"/>
                <a:gd name="T18" fmla="*/ 53 w 99"/>
                <a:gd name="T19" fmla="*/ 25 h 112"/>
                <a:gd name="T20" fmla="*/ 48 w 99"/>
                <a:gd name="T21" fmla="*/ 24 h 112"/>
                <a:gd name="T22" fmla="*/ 38 w 99"/>
                <a:gd name="T23" fmla="*/ 19 h 112"/>
                <a:gd name="T24" fmla="*/ 36 w 99"/>
                <a:gd name="T25" fmla="*/ 3 h 112"/>
                <a:gd name="T26" fmla="*/ 28 w 99"/>
                <a:gd name="T27" fmla="*/ 2 h 112"/>
                <a:gd name="T28" fmla="*/ 19 w 99"/>
                <a:gd name="T29" fmla="*/ 7 h 112"/>
                <a:gd name="T30" fmla="*/ 12 w 99"/>
                <a:gd name="T31" fmla="*/ 10 h 112"/>
                <a:gd name="T32" fmla="*/ 5 w 99"/>
                <a:gd name="T33" fmla="*/ 12 h 112"/>
                <a:gd name="T34" fmla="*/ 2 w 99"/>
                <a:gd name="T35" fmla="*/ 11 h 112"/>
                <a:gd name="T36" fmla="*/ 8 w 99"/>
                <a:gd name="T37" fmla="*/ 23 h 112"/>
                <a:gd name="T38" fmla="*/ 5 w 99"/>
                <a:gd name="T39" fmla="*/ 27 h 112"/>
                <a:gd name="T40" fmla="*/ 6 w 99"/>
                <a:gd name="T41" fmla="*/ 38 h 112"/>
                <a:gd name="T42" fmla="*/ 4 w 99"/>
                <a:gd name="T43" fmla="*/ 45 h 112"/>
                <a:gd name="T44" fmla="*/ 2 w 99"/>
                <a:gd name="T45" fmla="*/ 52 h 112"/>
                <a:gd name="T46" fmla="*/ 5 w 99"/>
                <a:gd name="T47" fmla="*/ 56 h 112"/>
                <a:gd name="T48" fmla="*/ 1 w 99"/>
                <a:gd name="T49" fmla="*/ 62 h 112"/>
                <a:gd name="T50" fmla="*/ 0 w 99"/>
                <a:gd name="T51" fmla="*/ 65 h 112"/>
                <a:gd name="T52" fmla="*/ 4 w 99"/>
                <a:gd name="T53" fmla="*/ 69 h 112"/>
                <a:gd name="T54" fmla="*/ 6 w 99"/>
                <a:gd name="T55" fmla="*/ 78 h 112"/>
                <a:gd name="T56" fmla="*/ 9 w 99"/>
                <a:gd name="T57" fmla="*/ 82 h 112"/>
                <a:gd name="T58" fmla="*/ 7 w 99"/>
                <a:gd name="T59" fmla="*/ 88 h 112"/>
                <a:gd name="T60" fmla="*/ 10 w 99"/>
                <a:gd name="T61" fmla="*/ 95 h 112"/>
                <a:gd name="T62" fmla="*/ 13 w 99"/>
                <a:gd name="T63" fmla="*/ 102 h 112"/>
                <a:gd name="T64" fmla="*/ 15 w 99"/>
                <a:gd name="T65" fmla="*/ 111 h 112"/>
                <a:gd name="T66" fmla="*/ 26 w 99"/>
                <a:gd name="T67" fmla="*/ 104 h 112"/>
                <a:gd name="T68" fmla="*/ 33 w 99"/>
                <a:gd name="T69" fmla="*/ 104 h 112"/>
                <a:gd name="T70" fmla="*/ 42 w 99"/>
                <a:gd name="T71" fmla="*/ 108 h 112"/>
                <a:gd name="T72" fmla="*/ 47 w 99"/>
                <a:gd name="T73" fmla="*/ 103 h 112"/>
                <a:gd name="T74" fmla="*/ 58 w 99"/>
                <a:gd name="T75" fmla="*/ 103 h 112"/>
                <a:gd name="T76" fmla="*/ 60 w 99"/>
                <a:gd name="T77" fmla="*/ 91 h 112"/>
                <a:gd name="T78" fmla="*/ 66 w 99"/>
                <a:gd name="T79" fmla="*/ 83 h 112"/>
                <a:gd name="T80" fmla="*/ 76 w 99"/>
                <a:gd name="T81" fmla="*/ 82 h 112"/>
                <a:gd name="T82" fmla="*/ 85 w 99"/>
                <a:gd name="T83" fmla="*/ 81 h 112"/>
                <a:gd name="T84" fmla="*/ 93 w 99"/>
                <a:gd name="T85" fmla="*/ 84 h 112"/>
                <a:gd name="T86" fmla="*/ 97 w 99"/>
                <a:gd name="T87" fmla="*/ 78 h 112"/>
                <a:gd name="T88" fmla="*/ 98 w 99"/>
                <a:gd name="T89" fmla="*/ 6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9" h="112">
                  <a:moveTo>
                    <a:pt x="98" y="68"/>
                  </a:moveTo>
                  <a:cubicBezTo>
                    <a:pt x="97" y="64"/>
                    <a:pt x="93" y="63"/>
                    <a:pt x="93" y="60"/>
                  </a:cubicBezTo>
                  <a:cubicBezTo>
                    <a:pt x="93" y="56"/>
                    <a:pt x="92" y="55"/>
                    <a:pt x="86" y="56"/>
                  </a:cubicBezTo>
                  <a:cubicBezTo>
                    <a:pt x="81" y="56"/>
                    <a:pt x="78" y="55"/>
                    <a:pt x="77" y="52"/>
                  </a:cubicBezTo>
                  <a:cubicBezTo>
                    <a:pt x="77" y="48"/>
                    <a:pt x="74" y="46"/>
                    <a:pt x="77" y="45"/>
                  </a:cubicBezTo>
                  <a:cubicBezTo>
                    <a:pt x="79" y="44"/>
                    <a:pt x="75" y="42"/>
                    <a:pt x="75" y="39"/>
                  </a:cubicBezTo>
                  <a:cubicBezTo>
                    <a:pt x="76" y="36"/>
                    <a:pt x="74" y="35"/>
                    <a:pt x="72" y="33"/>
                  </a:cubicBezTo>
                  <a:cubicBezTo>
                    <a:pt x="71" y="32"/>
                    <a:pt x="63" y="34"/>
                    <a:pt x="63" y="31"/>
                  </a:cubicBezTo>
                  <a:cubicBezTo>
                    <a:pt x="63" y="29"/>
                    <a:pt x="59" y="28"/>
                    <a:pt x="57" y="28"/>
                  </a:cubicBezTo>
                  <a:cubicBezTo>
                    <a:pt x="54" y="28"/>
                    <a:pt x="56" y="25"/>
                    <a:pt x="53" y="25"/>
                  </a:cubicBezTo>
                  <a:cubicBezTo>
                    <a:pt x="51" y="26"/>
                    <a:pt x="51" y="24"/>
                    <a:pt x="48" y="24"/>
                  </a:cubicBezTo>
                  <a:cubicBezTo>
                    <a:pt x="44" y="25"/>
                    <a:pt x="42" y="23"/>
                    <a:pt x="38" y="19"/>
                  </a:cubicBezTo>
                  <a:cubicBezTo>
                    <a:pt x="34" y="14"/>
                    <a:pt x="35" y="5"/>
                    <a:pt x="36" y="3"/>
                  </a:cubicBezTo>
                  <a:cubicBezTo>
                    <a:pt x="36" y="0"/>
                    <a:pt x="31" y="2"/>
                    <a:pt x="28" y="2"/>
                  </a:cubicBezTo>
                  <a:cubicBezTo>
                    <a:pt x="25" y="2"/>
                    <a:pt x="22" y="5"/>
                    <a:pt x="19" y="7"/>
                  </a:cubicBezTo>
                  <a:cubicBezTo>
                    <a:pt x="15" y="9"/>
                    <a:pt x="13" y="9"/>
                    <a:pt x="12" y="10"/>
                  </a:cubicBezTo>
                  <a:cubicBezTo>
                    <a:pt x="10" y="12"/>
                    <a:pt x="7" y="13"/>
                    <a:pt x="5" y="12"/>
                  </a:cubicBezTo>
                  <a:cubicBezTo>
                    <a:pt x="4" y="12"/>
                    <a:pt x="3" y="11"/>
                    <a:pt x="2" y="11"/>
                  </a:cubicBezTo>
                  <a:cubicBezTo>
                    <a:pt x="3" y="15"/>
                    <a:pt x="7" y="20"/>
                    <a:pt x="8" y="23"/>
                  </a:cubicBezTo>
                  <a:cubicBezTo>
                    <a:pt x="9" y="25"/>
                    <a:pt x="6" y="26"/>
                    <a:pt x="5" y="27"/>
                  </a:cubicBezTo>
                  <a:cubicBezTo>
                    <a:pt x="4" y="28"/>
                    <a:pt x="6" y="36"/>
                    <a:pt x="6" y="38"/>
                  </a:cubicBezTo>
                  <a:cubicBezTo>
                    <a:pt x="6" y="40"/>
                    <a:pt x="3" y="44"/>
                    <a:pt x="4" y="45"/>
                  </a:cubicBezTo>
                  <a:cubicBezTo>
                    <a:pt x="6" y="46"/>
                    <a:pt x="2" y="50"/>
                    <a:pt x="2" y="52"/>
                  </a:cubicBezTo>
                  <a:cubicBezTo>
                    <a:pt x="2" y="54"/>
                    <a:pt x="5" y="54"/>
                    <a:pt x="5" y="56"/>
                  </a:cubicBezTo>
                  <a:cubicBezTo>
                    <a:pt x="5" y="57"/>
                    <a:pt x="3" y="61"/>
                    <a:pt x="1" y="62"/>
                  </a:cubicBezTo>
                  <a:cubicBezTo>
                    <a:pt x="0" y="63"/>
                    <a:pt x="0" y="64"/>
                    <a:pt x="0" y="65"/>
                  </a:cubicBezTo>
                  <a:cubicBezTo>
                    <a:pt x="1" y="65"/>
                    <a:pt x="1" y="67"/>
                    <a:pt x="4" y="69"/>
                  </a:cubicBezTo>
                  <a:cubicBezTo>
                    <a:pt x="7" y="71"/>
                    <a:pt x="3" y="75"/>
                    <a:pt x="6" y="78"/>
                  </a:cubicBezTo>
                  <a:cubicBezTo>
                    <a:pt x="8" y="81"/>
                    <a:pt x="11" y="81"/>
                    <a:pt x="9" y="82"/>
                  </a:cubicBezTo>
                  <a:cubicBezTo>
                    <a:pt x="7" y="84"/>
                    <a:pt x="9" y="87"/>
                    <a:pt x="7" y="88"/>
                  </a:cubicBezTo>
                  <a:cubicBezTo>
                    <a:pt x="5" y="89"/>
                    <a:pt x="8" y="94"/>
                    <a:pt x="10" y="95"/>
                  </a:cubicBezTo>
                  <a:cubicBezTo>
                    <a:pt x="12" y="96"/>
                    <a:pt x="11" y="100"/>
                    <a:pt x="13" y="102"/>
                  </a:cubicBezTo>
                  <a:cubicBezTo>
                    <a:pt x="15" y="104"/>
                    <a:pt x="14" y="109"/>
                    <a:pt x="15" y="111"/>
                  </a:cubicBezTo>
                  <a:cubicBezTo>
                    <a:pt x="16" y="112"/>
                    <a:pt x="22" y="108"/>
                    <a:pt x="26" y="104"/>
                  </a:cubicBezTo>
                  <a:cubicBezTo>
                    <a:pt x="30" y="100"/>
                    <a:pt x="29" y="104"/>
                    <a:pt x="33" y="104"/>
                  </a:cubicBezTo>
                  <a:cubicBezTo>
                    <a:pt x="37" y="105"/>
                    <a:pt x="41" y="105"/>
                    <a:pt x="42" y="108"/>
                  </a:cubicBezTo>
                  <a:cubicBezTo>
                    <a:pt x="44" y="111"/>
                    <a:pt x="46" y="105"/>
                    <a:pt x="47" y="103"/>
                  </a:cubicBezTo>
                  <a:cubicBezTo>
                    <a:pt x="48" y="102"/>
                    <a:pt x="56" y="104"/>
                    <a:pt x="58" y="103"/>
                  </a:cubicBezTo>
                  <a:cubicBezTo>
                    <a:pt x="59" y="103"/>
                    <a:pt x="60" y="92"/>
                    <a:pt x="60" y="91"/>
                  </a:cubicBezTo>
                  <a:cubicBezTo>
                    <a:pt x="60" y="89"/>
                    <a:pt x="63" y="85"/>
                    <a:pt x="66" y="83"/>
                  </a:cubicBezTo>
                  <a:cubicBezTo>
                    <a:pt x="69" y="81"/>
                    <a:pt x="74" y="83"/>
                    <a:pt x="76" y="82"/>
                  </a:cubicBezTo>
                  <a:cubicBezTo>
                    <a:pt x="78" y="80"/>
                    <a:pt x="82" y="81"/>
                    <a:pt x="85" y="81"/>
                  </a:cubicBezTo>
                  <a:cubicBezTo>
                    <a:pt x="89" y="81"/>
                    <a:pt x="91" y="84"/>
                    <a:pt x="93" y="84"/>
                  </a:cubicBezTo>
                  <a:cubicBezTo>
                    <a:pt x="95" y="84"/>
                    <a:pt x="97" y="81"/>
                    <a:pt x="97" y="78"/>
                  </a:cubicBezTo>
                  <a:cubicBezTo>
                    <a:pt x="96" y="75"/>
                    <a:pt x="99" y="71"/>
                    <a:pt x="98" y="6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116">
              <a:extLst>
                <a:ext uri="{FF2B5EF4-FFF2-40B4-BE49-F238E27FC236}">
                  <a16:creationId xmlns:a16="http://schemas.microsoft.com/office/drawing/2014/main" id="{1AC67770-AA92-4679-BABF-7DC85E677D4E}"/>
                </a:ext>
              </a:extLst>
            </p:cNvPr>
            <p:cNvSpPr>
              <a:spLocks/>
            </p:cNvSpPr>
            <p:nvPr/>
          </p:nvSpPr>
          <p:spPr bwMode="auto">
            <a:xfrm>
              <a:off x="2689226" y="3100388"/>
              <a:ext cx="263525" cy="377825"/>
            </a:xfrm>
            <a:custGeom>
              <a:avLst/>
              <a:gdLst>
                <a:gd name="T0" fmla="*/ 96 w 105"/>
                <a:gd name="T1" fmla="*/ 143 h 150"/>
                <a:gd name="T2" fmla="*/ 96 w 105"/>
                <a:gd name="T3" fmla="*/ 142 h 150"/>
                <a:gd name="T4" fmla="*/ 97 w 105"/>
                <a:gd name="T5" fmla="*/ 139 h 150"/>
                <a:gd name="T6" fmla="*/ 101 w 105"/>
                <a:gd name="T7" fmla="*/ 133 h 150"/>
                <a:gd name="T8" fmla="*/ 98 w 105"/>
                <a:gd name="T9" fmla="*/ 129 h 150"/>
                <a:gd name="T10" fmla="*/ 100 w 105"/>
                <a:gd name="T11" fmla="*/ 122 h 150"/>
                <a:gd name="T12" fmla="*/ 102 w 105"/>
                <a:gd name="T13" fmla="*/ 115 h 150"/>
                <a:gd name="T14" fmla="*/ 101 w 105"/>
                <a:gd name="T15" fmla="*/ 104 h 150"/>
                <a:gd name="T16" fmla="*/ 104 w 105"/>
                <a:gd name="T17" fmla="*/ 100 h 150"/>
                <a:gd name="T18" fmla="*/ 98 w 105"/>
                <a:gd name="T19" fmla="*/ 88 h 150"/>
                <a:gd name="T20" fmla="*/ 90 w 105"/>
                <a:gd name="T21" fmla="*/ 89 h 150"/>
                <a:gd name="T22" fmla="*/ 88 w 105"/>
                <a:gd name="T23" fmla="*/ 78 h 150"/>
                <a:gd name="T24" fmla="*/ 85 w 105"/>
                <a:gd name="T25" fmla="*/ 79 h 150"/>
                <a:gd name="T26" fmla="*/ 76 w 105"/>
                <a:gd name="T27" fmla="*/ 80 h 150"/>
                <a:gd name="T28" fmla="*/ 72 w 105"/>
                <a:gd name="T29" fmla="*/ 76 h 150"/>
                <a:gd name="T30" fmla="*/ 68 w 105"/>
                <a:gd name="T31" fmla="*/ 72 h 150"/>
                <a:gd name="T32" fmla="*/ 65 w 105"/>
                <a:gd name="T33" fmla="*/ 66 h 150"/>
                <a:gd name="T34" fmla="*/ 62 w 105"/>
                <a:gd name="T35" fmla="*/ 59 h 150"/>
                <a:gd name="T36" fmla="*/ 64 w 105"/>
                <a:gd name="T37" fmla="*/ 53 h 150"/>
                <a:gd name="T38" fmla="*/ 67 w 105"/>
                <a:gd name="T39" fmla="*/ 49 h 150"/>
                <a:gd name="T40" fmla="*/ 70 w 105"/>
                <a:gd name="T41" fmla="*/ 42 h 150"/>
                <a:gd name="T42" fmla="*/ 77 w 105"/>
                <a:gd name="T43" fmla="*/ 37 h 150"/>
                <a:gd name="T44" fmla="*/ 87 w 105"/>
                <a:gd name="T45" fmla="*/ 33 h 150"/>
                <a:gd name="T46" fmla="*/ 93 w 105"/>
                <a:gd name="T47" fmla="*/ 33 h 150"/>
                <a:gd name="T48" fmla="*/ 88 w 105"/>
                <a:gd name="T49" fmla="*/ 29 h 150"/>
                <a:gd name="T50" fmla="*/ 93 w 105"/>
                <a:gd name="T51" fmla="*/ 22 h 150"/>
                <a:gd name="T52" fmla="*/ 87 w 105"/>
                <a:gd name="T53" fmla="*/ 17 h 150"/>
                <a:gd name="T54" fmla="*/ 81 w 105"/>
                <a:gd name="T55" fmla="*/ 18 h 150"/>
                <a:gd name="T56" fmla="*/ 77 w 105"/>
                <a:gd name="T57" fmla="*/ 18 h 150"/>
                <a:gd name="T58" fmla="*/ 67 w 105"/>
                <a:gd name="T59" fmla="*/ 17 h 150"/>
                <a:gd name="T60" fmla="*/ 64 w 105"/>
                <a:gd name="T61" fmla="*/ 12 h 150"/>
                <a:gd name="T62" fmla="*/ 59 w 105"/>
                <a:gd name="T63" fmla="*/ 7 h 150"/>
                <a:gd name="T64" fmla="*/ 55 w 105"/>
                <a:gd name="T65" fmla="*/ 0 h 150"/>
                <a:gd name="T66" fmla="*/ 48 w 105"/>
                <a:gd name="T67" fmla="*/ 1 h 150"/>
                <a:gd name="T68" fmla="*/ 49 w 105"/>
                <a:gd name="T69" fmla="*/ 6 h 150"/>
                <a:gd name="T70" fmla="*/ 45 w 105"/>
                <a:gd name="T71" fmla="*/ 15 h 150"/>
                <a:gd name="T72" fmla="*/ 29 w 105"/>
                <a:gd name="T73" fmla="*/ 23 h 150"/>
                <a:gd name="T74" fmla="*/ 22 w 105"/>
                <a:gd name="T75" fmla="*/ 36 h 150"/>
                <a:gd name="T76" fmla="*/ 16 w 105"/>
                <a:gd name="T77" fmla="*/ 36 h 150"/>
                <a:gd name="T78" fmla="*/ 10 w 105"/>
                <a:gd name="T79" fmla="*/ 35 h 150"/>
                <a:gd name="T80" fmla="*/ 10 w 105"/>
                <a:gd name="T81" fmla="*/ 31 h 150"/>
                <a:gd name="T82" fmla="*/ 9 w 105"/>
                <a:gd name="T83" fmla="*/ 26 h 150"/>
                <a:gd name="T84" fmla="*/ 2 w 105"/>
                <a:gd name="T85" fmla="*/ 33 h 150"/>
                <a:gd name="T86" fmla="*/ 5 w 105"/>
                <a:gd name="T87" fmla="*/ 44 h 150"/>
                <a:gd name="T88" fmla="*/ 2 w 105"/>
                <a:gd name="T89" fmla="*/ 47 h 150"/>
                <a:gd name="T90" fmla="*/ 11 w 105"/>
                <a:gd name="T91" fmla="*/ 54 h 150"/>
                <a:gd name="T92" fmla="*/ 19 w 105"/>
                <a:gd name="T93" fmla="*/ 65 h 150"/>
                <a:gd name="T94" fmla="*/ 25 w 105"/>
                <a:gd name="T95" fmla="*/ 77 h 150"/>
                <a:gd name="T96" fmla="*/ 37 w 105"/>
                <a:gd name="T97" fmla="*/ 101 h 150"/>
                <a:gd name="T98" fmla="*/ 42 w 105"/>
                <a:gd name="T99" fmla="*/ 111 h 150"/>
                <a:gd name="T100" fmla="*/ 45 w 105"/>
                <a:gd name="T101" fmla="*/ 118 h 150"/>
                <a:gd name="T102" fmla="*/ 58 w 105"/>
                <a:gd name="T103" fmla="*/ 127 h 150"/>
                <a:gd name="T104" fmla="*/ 81 w 105"/>
                <a:gd name="T105" fmla="*/ 141 h 150"/>
                <a:gd name="T106" fmla="*/ 91 w 105"/>
                <a:gd name="T107" fmla="*/ 149 h 150"/>
                <a:gd name="T108" fmla="*/ 91 w 105"/>
                <a:gd name="T109" fmla="*/ 150 h 150"/>
                <a:gd name="T110" fmla="*/ 93 w 105"/>
                <a:gd name="T111" fmla="*/ 149 h 150"/>
                <a:gd name="T112" fmla="*/ 96 w 105"/>
                <a:gd name="T113" fmla="*/ 14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5" h="150">
                  <a:moveTo>
                    <a:pt x="96" y="143"/>
                  </a:moveTo>
                  <a:cubicBezTo>
                    <a:pt x="96" y="142"/>
                    <a:pt x="96" y="142"/>
                    <a:pt x="96" y="142"/>
                  </a:cubicBezTo>
                  <a:cubicBezTo>
                    <a:pt x="96" y="141"/>
                    <a:pt x="96" y="140"/>
                    <a:pt x="97" y="139"/>
                  </a:cubicBezTo>
                  <a:cubicBezTo>
                    <a:pt x="99" y="138"/>
                    <a:pt x="101" y="134"/>
                    <a:pt x="101" y="133"/>
                  </a:cubicBezTo>
                  <a:cubicBezTo>
                    <a:pt x="101" y="131"/>
                    <a:pt x="98" y="131"/>
                    <a:pt x="98" y="129"/>
                  </a:cubicBezTo>
                  <a:cubicBezTo>
                    <a:pt x="98" y="127"/>
                    <a:pt x="102" y="123"/>
                    <a:pt x="100" y="122"/>
                  </a:cubicBezTo>
                  <a:cubicBezTo>
                    <a:pt x="99" y="121"/>
                    <a:pt x="102" y="117"/>
                    <a:pt x="102" y="115"/>
                  </a:cubicBezTo>
                  <a:cubicBezTo>
                    <a:pt x="102" y="113"/>
                    <a:pt x="100" y="105"/>
                    <a:pt x="101" y="104"/>
                  </a:cubicBezTo>
                  <a:cubicBezTo>
                    <a:pt x="102" y="103"/>
                    <a:pt x="105" y="102"/>
                    <a:pt x="104" y="100"/>
                  </a:cubicBezTo>
                  <a:cubicBezTo>
                    <a:pt x="103" y="97"/>
                    <a:pt x="99" y="92"/>
                    <a:pt x="98" y="88"/>
                  </a:cubicBezTo>
                  <a:cubicBezTo>
                    <a:pt x="95" y="88"/>
                    <a:pt x="92" y="88"/>
                    <a:pt x="90" y="89"/>
                  </a:cubicBezTo>
                  <a:cubicBezTo>
                    <a:pt x="88" y="90"/>
                    <a:pt x="88" y="81"/>
                    <a:pt x="88" y="78"/>
                  </a:cubicBezTo>
                  <a:cubicBezTo>
                    <a:pt x="88" y="75"/>
                    <a:pt x="86" y="77"/>
                    <a:pt x="85" y="79"/>
                  </a:cubicBezTo>
                  <a:cubicBezTo>
                    <a:pt x="84" y="81"/>
                    <a:pt x="80" y="80"/>
                    <a:pt x="76" y="80"/>
                  </a:cubicBezTo>
                  <a:cubicBezTo>
                    <a:pt x="72" y="80"/>
                    <a:pt x="74" y="75"/>
                    <a:pt x="72" y="76"/>
                  </a:cubicBezTo>
                  <a:cubicBezTo>
                    <a:pt x="70" y="76"/>
                    <a:pt x="68" y="75"/>
                    <a:pt x="68" y="72"/>
                  </a:cubicBezTo>
                  <a:cubicBezTo>
                    <a:pt x="68" y="70"/>
                    <a:pt x="66" y="68"/>
                    <a:pt x="65" y="66"/>
                  </a:cubicBezTo>
                  <a:cubicBezTo>
                    <a:pt x="63" y="63"/>
                    <a:pt x="61" y="60"/>
                    <a:pt x="62" y="59"/>
                  </a:cubicBezTo>
                  <a:cubicBezTo>
                    <a:pt x="64" y="57"/>
                    <a:pt x="61" y="56"/>
                    <a:pt x="64" y="53"/>
                  </a:cubicBezTo>
                  <a:cubicBezTo>
                    <a:pt x="66" y="51"/>
                    <a:pt x="68" y="52"/>
                    <a:pt x="67" y="49"/>
                  </a:cubicBezTo>
                  <a:cubicBezTo>
                    <a:pt x="66" y="46"/>
                    <a:pt x="70" y="45"/>
                    <a:pt x="70" y="42"/>
                  </a:cubicBezTo>
                  <a:cubicBezTo>
                    <a:pt x="70" y="38"/>
                    <a:pt x="74" y="39"/>
                    <a:pt x="77" y="37"/>
                  </a:cubicBezTo>
                  <a:cubicBezTo>
                    <a:pt x="80" y="34"/>
                    <a:pt x="84" y="36"/>
                    <a:pt x="87" y="33"/>
                  </a:cubicBezTo>
                  <a:cubicBezTo>
                    <a:pt x="89" y="31"/>
                    <a:pt x="91" y="33"/>
                    <a:pt x="93" y="33"/>
                  </a:cubicBezTo>
                  <a:cubicBezTo>
                    <a:pt x="92" y="31"/>
                    <a:pt x="89" y="30"/>
                    <a:pt x="88" y="29"/>
                  </a:cubicBezTo>
                  <a:cubicBezTo>
                    <a:pt x="88" y="27"/>
                    <a:pt x="91" y="24"/>
                    <a:pt x="93" y="22"/>
                  </a:cubicBezTo>
                  <a:cubicBezTo>
                    <a:pt x="94" y="20"/>
                    <a:pt x="88" y="18"/>
                    <a:pt x="87" y="17"/>
                  </a:cubicBezTo>
                  <a:cubicBezTo>
                    <a:pt x="85" y="17"/>
                    <a:pt x="83" y="19"/>
                    <a:pt x="81" y="18"/>
                  </a:cubicBezTo>
                  <a:cubicBezTo>
                    <a:pt x="80" y="17"/>
                    <a:pt x="78" y="17"/>
                    <a:pt x="77" y="18"/>
                  </a:cubicBezTo>
                  <a:cubicBezTo>
                    <a:pt x="76" y="19"/>
                    <a:pt x="67" y="20"/>
                    <a:pt x="67" y="17"/>
                  </a:cubicBezTo>
                  <a:cubicBezTo>
                    <a:pt x="68" y="15"/>
                    <a:pt x="64" y="14"/>
                    <a:pt x="64" y="12"/>
                  </a:cubicBezTo>
                  <a:cubicBezTo>
                    <a:pt x="65" y="10"/>
                    <a:pt x="62" y="7"/>
                    <a:pt x="59" y="7"/>
                  </a:cubicBezTo>
                  <a:cubicBezTo>
                    <a:pt x="56" y="7"/>
                    <a:pt x="57" y="2"/>
                    <a:pt x="55" y="0"/>
                  </a:cubicBezTo>
                  <a:cubicBezTo>
                    <a:pt x="53" y="0"/>
                    <a:pt x="50" y="0"/>
                    <a:pt x="48" y="1"/>
                  </a:cubicBezTo>
                  <a:cubicBezTo>
                    <a:pt x="50" y="4"/>
                    <a:pt x="51" y="5"/>
                    <a:pt x="49" y="6"/>
                  </a:cubicBezTo>
                  <a:cubicBezTo>
                    <a:pt x="47" y="8"/>
                    <a:pt x="49" y="9"/>
                    <a:pt x="45" y="15"/>
                  </a:cubicBezTo>
                  <a:cubicBezTo>
                    <a:pt x="41" y="20"/>
                    <a:pt x="33" y="22"/>
                    <a:pt x="29" y="23"/>
                  </a:cubicBezTo>
                  <a:cubicBezTo>
                    <a:pt x="26" y="24"/>
                    <a:pt x="24" y="31"/>
                    <a:pt x="22" y="36"/>
                  </a:cubicBezTo>
                  <a:cubicBezTo>
                    <a:pt x="20" y="41"/>
                    <a:pt x="18" y="39"/>
                    <a:pt x="16" y="36"/>
                  </a:cubicBezTo>
                  <a:cubicBezTo>
                    <a:pt x="14" y="33"/>
                    <a:pt x="12" y="37"/>
                    <a:pt x="10" y="35"/>
                  </a:cubicBezTo>
                  <a:cubicBezTo>
                    <a:pt x="8" y="32"/>
                    <a:pt x="9" y="32"/>
                    <a:pt x="10" y="31"/>
                  </a:cubicBezTo>
                  <a:cubicBezTo>
                    <a:pt x="11" y="30"/>
                    <a:pt x="10" y="28"/>
                    <a:pt x="9" y="26"/>
                  </a:cubicBezTo>
                  <a:cubicBezTo>
                    <a:pt x="6" y="27"/>
                    <a:pt x="3" y="31"/>
                    <a:pt x="2" y="33"/>
                  </a:cubicBezTo>
                  <a:cubicBezTo>
                    <a:pt x="0" y="36"/>
                    <a:pt x="4" y="42"/>
                    <a:pt x="5" y="44"/>
                  </a:cubicBezTo>
                  <a:cubicBezTo>
                    <a:pt x="5" y="47"/>
                    <a:pt x="3" y="45"/>
                    <a:pt x="2" y="47"/>
                  </a:cubicBezTo>
                  <a:cubicBezTo>
                    <a:pt x="2" y="49"/>
                    <a:pt x="8" y="51"/>
                    <a:pt x="11" y="54"/>
                  </a:cubicBezTo>
                  <a:cubicBezTo>
                    <a:pt x="14" y="56"/>
                    <a:pt x="16" y="62"/>
                    <a:pt x="19" y="65"/>
                  </a:cubicBezTo>
                  <a:cubicBezTo>
                    <a:pt x="22" y="67"/>
                    <a:pt x="22" y="70"/>
                    <a:pt x="25" y="77"/>
                  </a:cubicBezTo>
                  <a:cubicBezTo>
                    <a:pt x="28" y="84"/>
                    <a:pt x="33" y="96"/>
                    <a:pt x="37" y="101"/>
                  </a:cubicBezTo>
                  <a:cubicBezTo>
                    <a:pt x="41" y="106"/>
                    <a:pt x="43" y="110"/>
                    <a:pt x="42" y="111"/>
                  </a:cubicBezTo>
                  <a:cubicBezTo>
                    <a:pt x="41" y="112"/>
                    <a:pt x="42" y="116"/>
                    <a:pt x="45" y="118"/>
                  </a:cubicBezTo>
                  <a:cubicBezTo>
                    <a:pt x="48" y="120"/>
                    <a:pt x="50" y="123"/>
                    <a:pt x="58" y="127"/>
                  </a:cubicBezTo>
                  <a:cubicBezTo>
                    <a:pt x="65" y="131"/>
                    <a:pt x="79" y="138"/>
                    <a:pt x="81" y="141"/>
                  </a:cubicBezTo>
                  <a:cubicBezTo>
                    <a:pt x="83" y="145"/>
                    <a:pt x="89" y="148"/>
                    <a:pt x="91" y="149"/>
                  </a:cubicBezTo>
                  <a:cubicBezTo>
                    <a:pt x="91" y="149"/>
                    <a:pt x="91" y="150"/>
                    <a:pt x="91" y="150"/>
                  </a:cubicBezTo>
                  <a:cubicBezTo>
                    <a:pt x="92" y="150"/>
                    <a:pt x="92" y="149"/>
                    <a:pt x="93" y="149"/>
                  </a:cubicBezTo>
                  <a:cubicBezTo>
                    <a:pt x="95" y="148"/>
                    <a:pt x="95" y="144"/>
                    <a:pt x="96" y="14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117">
              <a:extLst>
                <a:ext uri="{FF2B5EF4-FFF2-40B4-BE49-F238E27FC236}">
                  <a16:creationId xmlns:a16="http://schemas.microsoft.com/office/drawing/2014/main" id="{20E250F2-B63E-4679-9810-B92F6E0BE47C}"/>
                </a:ext>
              </a:extLst>
            </p:cNvPr>
            <p:cNvSpPr>
              <a:spLocks/>
            </p:cNvSpPr>
            <p:nvPr/>
          </p:nvSpPr>
          <p:spPr bwMode="auto">
            <a:xfrm>
              <a:off x="2852738" y="2847975"/>
              <a:ext cx="280988" cy="236538"/>
            </a:xfrm>
            <a:custGeom>
              <a:avLst/>
              <a:gdLst>
                <a:gd name="T0" fmla="*/ 11 w 112"/>
                <a:gd name="T1" fmla="*/ 6 h 94"/>
                <a:gd name="T2" fmla="*/ 4 w 112"/>
                <a:gd name="T3" fmla="*/ 15 h 94"/>
                <a:gd name="T4" fmla="*/ 3 w 112"/>
                <a:gd name="T5" fmla="*/ 21 h 94"/>
                <a:gd name="T6" fmla="*/ 2 w 112"/>
                <a:gd name="T7" fmla="*/ 25 h 94"/>
                <a:gd name="T8" fmla="*/ 6 w 112"/>
                <a:gd name="T9" fmla="*/ 26 h 94"/>
                <a:gd name="T10" fmla="*/ 9 w 112"/>
                <a:gd name="T11" fmla="*/ 32 h 94"/>
                <a:gd name="T12" fmla="*/ 14 w 112"/>
                <a:gd name="T13" fmla="*/ 42 h 94"/>
                <a:gd name="T14" fmla="*/ 28 w 112"/>
                <a:gd name="T15" fmla="*/ 43 h 94"/>
                <a:gd name="T16" fmla="*/ 39 w 112"/>
                <a:gd name="T17" fmla="*/ 48 h 94"/>
                <a:gd name="T18" fmla="*/ 49 w 112"/>
                <a:gd name="T19" fmla="*/ 51 h 94"/>
                <a:gd name="T20" fmla="*/ 47 w 112"/>
                <a:gd name="T21" fmla="*/ 66 h 94"/>
                <a:gd name="T22" fmla="*/ 50 w 112"/>
                <a:gd name="T23" fmla="*/ 72 h 94"/>
                <a:gd name="T24" fmla="*/ 50 w 112"/>
                <a:gd name="T25" fmla="*/ 78 h 94"/>
                <a:gd name="T26" fmla="*/ 51 w 112"/>
                <a:gd name="T27" fmla="*/ 82 h 94"/>
                <a:gd name="T28" fmla="*/ 50 w 112"/>
                <a:gd name="T29" fmla="*/ 83 h 94"/>
                <a:gd name="T30" fmla="*/ 56 w 112"/>
                <a:gd name="T31" fmla="*/ 91 h 94"/>
                <a:gd name="T32" fmla="*/ 61 w 112"/>
                <a:gd name="T33" fmla="*/ 93 h 94"/>
                <a:gd name="T34" fmla="*/ 65 w 112"/>
                <a:gd name="T35" fmla="*/ 92 h 94"/>
                <a:gd name="T36" fmla="*/ 71 w 112"/>
                <a:gd name="T37" fmla="*/ 89 h 94"/>
                <a:gd name="T38" fmla="*/ 76 w 112"/>
                <a:gd name="T39" fmla="*/ 86 h 94"/>
                <a:gd name="T40" fmla="*/ 81 w 112"/>
                <a:gd name="T41" fmla="*/ 82 h 94"/>
                <a:gd name="T42" fmla="*/ 82 w 112"/>
                <a:gd name="T43" fmla="*/ 79 h 94"/>
                <a:gd name="T44" fmla="*/ 78 w 112"/>
                <a:gd name="T45" fmla="*/ 78 h 94"/>
                <a:gd name="T46" fmla="*/ 75 w 112"/>
                <a:gd name="T47" fmla="*/ 73 h 94"/>
                <a:gd name="T48" fmla="*/ 72 w 112"/>
                <a:gd name="T49" fmla="*/ 67 h 94"/>
                <a:gd name="T50" fmla="*/ 78 w 112"/>
                <a:gd name="T51" fmla="*/ 66 h 94"/>
                <a:gd name="T52" fmla="*/ 85 w 112"/>
                <a:gd name="T53" fmla="*/ 68 h 94"/>
                <a:gd name="T54" fmla="*/ 88 w 112"/>
                <a:gd name="T55" fmla="*/ 68 h 94"/>
                <a:gd name="T56" fmla="*/ 93 w 112"/>
                <a:gd name="T57" fmla="*/ 65 h 94"/>
                <a:gd name="T58" fmla="*/ 103 w 112"/>
                <a:gd name="T59" fmla="*/ 61 h 94"/>
                <a:gd name="T60" fmla="*/ 105 w 112"/>
                <a:gd name="T61" fmla="*/ 58 h 94"/>
                <a:gd name="T62" fmla="*/ 100 w 112"/>
                <a:gd name="T63" fmla="*/ 52 h 94"/>
                <a:gd name="T64" fmla="*/ 101 w 112"/>
                <a:gd name="T65" fmla="*/ 48 h 94"/>
                <a:gd name="T66" fmla="*/ 105 w 112"/>
                <a:gd name="T67" fmla="*/ 44 h 94"/>
                <a:gd name="T68" fmla="*/ 106 w 112"/>
                <a:gd name="T69" fmla="*/ 39 h 94"/>
                <a:gd name="T70" fmla="*/ 109 w 112"/>
                <a:gd name="T71" fmla="*/ 34 h 94"/>
                <a:gd name="T72" fmla="*/ 112 w 112"/>
                <a:gd name="T73" fmla="*/ 30 h 94"/>
                <a:gd name="T74" fmla="*/ 100 w 112"/>
                <a:gd name="T75" fmla="*/ 29 h 94"/>
                <a:gd name="T76" fmla="*/ 102 w 112"/>
                <a:gd name="T77" fmla="*/ 22 h 94"/>
                <a:gd name="T78" fmla="*/ 90 w 112"/>
                <a:gd name="T79" fmla="*/ 18 h 94"/>
                <a:gd name="T80" fmla="*/ 91 w 112"/>
                <a:gd name="T81" fmla="*/ 13 h 94"/>
                <a:gd name="T82" fmla="*/ 85 w 112"/>
                <a:gd name="T83" fmla="*/ 11 h 94"/>
                <a:gd name="T84" fmla="*/ 69 w 112"/>
                <a:gd name="T85" fmla="*/ 17 h 94"/>
                <a:gd name="T86" fmla="*/ 54 w 112"/>
                <a:gd name="T87" fmla="*/ 12 h 94"/>
                <a:gd name="T88" fmla="*/ 43 w 112"/>
                <a:gd name="T89" fmla="*/ 11 h 94"/>
                <a:gd name="T90" fmla="*/ 37 w 112"/>
                <a:gd name="T91" fmla="*/ 4 h 94"/>
                <a:gd name="T92" fmla="*/ 30 w 112"/>
                <a:gd name="T93" fmla="*/ 0 h 94"/>
                <a:gd name="T94" fmla="*/ 28 w 112"/>
                <a:gd name="T95" fmla="*/ 5 h 94"/>
                <a:gd name="T96" fmla="*/ 17 w 112"/>
                <a:gd name="T97" fmla="*/ 11 h 94"/>
                <a:gd name="T98" fmla="*/ 20 w 112"/>
                <a:gd name="T99" fmla="*/ 23 h 94"/>
                <a:gd name="T100" fmla="*/ 11 w 112"/>
                <a:gd name="T101" fmla="*/ 20 h 94"/>
                <a:gd name="T102" fmla="*/ 15 w 112"/>
                <a:gd name="T103" fmla="*/ 10 h 94"/>
                <a:gd name="T104" fmla="*/ 14 w 112"/>
                <a:gd name="T105" fmla="*/ 4 h 94"/>
                <a:gd name="T106" fmla="*/ 11 w 112"/>
                <a:gd name="T107" fmla="*/ 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2" h="94">
                  <a:moveTo>
                    <a:pt x="11" y="6"/>
                  </a:moveTo>
                  <a:cubicBezTo>
                    <a:pt x="9" y="9"/>
                    <a:pt x="4" y="12"/>
                    <a:pt x="4" y="15"/>
                  </a:cubicBezTo>
                  <a:cubicBezTo>
                    <a:pt x="4" y="18"/>
                    <a:pt x="4" y="19"/>
                    <a:pt x="3" y="21"/>
                  </a:cubicBezTo>
                  <a:cubicBezTo>
                    <a:pt x="2" y="22"/>
                    <a:pt x="0" y="25"/>
                    <a:pt x="2" y="25"/>
                  </a:cubicBezTo>
                  <a:cubicBezTo>
                    <a:pt x="4" y="24"/>
                    <a:pt x="6" y="24"/>
                    <a:pt x="6" y="26"/>
                  </a:cubicBezTo>
                  <a:cubicBezTo>
                    <a:pt x="6" y="28"/>
                    <a:pt x="9" y="29"/>
                    <a:pt x="9" y="32"/>
                  </a:cubicBezTo>
                  <a:cubicBezTo>
                    <a:pt x="9" y="35"/>
                    <a:pt x="7" y="42"/>
                    <a:pt x="14" y="42"/>
                  </a:cubicBezTo>
                  <a:cubicBezTo>
                    <a:pt x="21" y="42"/>
                    <a:pt x="25" y="40"/>
                    <a:pt x="28" y="43"/>
                  </a:cubicBezTo>
                  <a:cubicBezTo>
                    <a:pt x="31" y="47"/>
                    <a:pt x="35" y="49"/>
                    <a:pt x="39" y="48"/>
                  </a:cubicBezTo>
                  <a:cubicBezTo>
                    <a:pt x="44" y="48"/>
                    <a:pt x="51" y="47"/>
                    <a:pt x="49" y="51"/>
                  </a:cubicBezTo>
                  <a:cubicBezTo>
                    <a:pt x="46" y="55"/>
                    <a:pt x="45" y="63"/>
                    <a:pt x="47" y="66"/>
                  </a:cubicBezTo>
                  <a:cubicBezTo>
                    <a:pt x="49" y="68"/>
                    <a:pt x="52" y="70"/>
                    <a:pt x="50" y="72"/>
                  </a:cubicBezTo>
                  <a:cubicBezTo>
                    <a:pt x="48" y="74"/>
                    <a:pt x="47" y="76"/>
                    <a:pt x="50" y="78"/>
                  </a:cubicBezTo>
                  <a:cubicBezTo>
                    <a:pt x="52" y="79"/>
                    <a:pt x="51" y="81"/>
                    <a:pt x="51" y="82"/>
                  </a:cubicBezTo>
                  <a:cubicBezTo>
                    <a:pt x="51" y="82"/>
                    <a:pt x="51" y="82"/>
                    <a:pt x="50" y="83"/>
                  </a:cubicBezTo>
                  <a:cubicBezTo>
                    <a:pt x="53" y="86"/>
                    <a:pt x="54" y="89"/>
                    <a:pt x="56" y="91"/>
                  </a:cubicBezTo>
                  <a:cubicBezTo>
                    <a:pt x="59" y="93"/>
                    <a:pt x="59" y="94"/>
                    <a:pt x="61" y="93"/>
                  </a:cubicBezTo>
                  <a:cubicBezTo>
                    <a:pt x="63" y="92"/>
                    <a:pt x="64" y="91"/>
                    <a:pt x="65" y="92"/>
                  </a:cubicBezTo>
                  <a:cubicBezTo>
                    <a:pt x="67" y="93"/>
                    <a:pt x="69" y="91"/>
                    <a:pt x="71" y="89"/>
                  </a:cubicBezTo>
                  <a:cubicBezTo>
                    <a:pt x="73" y="87"/>
                    <a:pt x="75" y="89"/>
                    <a:pt x="76" y="86"/>
                  </a:cubicBezTo>
                  <a:cubicBezTo>
                    <a:pt x="77" y="84"/>
                    <a:pt x="78" y="82"/>
                    <a:pt x="81" y="82"/>
                  </a:cubicBezTo>
                  <a:cubicBezTo>
                    <a:pt x="83" y="81"/>
                    <a:pt x="83" y="79"/>
                    <a:pt x="82" y="79"/>
                  </a:cubicBezTo>
                  <a:cubicBezTo>
                    <a:pt x="80" y="79"/>
                    <a:pt x="78" y="81"/>
                    <a:pt x="78" y="78"/>
                  </a:cubicBezTo>
                  <a:cubicBezTo>
                    <a:pt x="78" y="74"/>
                    <a:pt x="75" y="75"/>
                    <a:pt x="75" y="73"/>
                  </a:cubicBezTo>
                  <a:cubicBezTo>
                    <a:pt x="75" y="70"/>
                    <a:pt x="75" y="68"/>
                    <a:pt x="72" y="67"/>
                  </a:cubicBezTo>
                  <a:cubicBezTo>
                    <a:pt x="69" y="65"/>
                    <a:pt x="76" y="64"/>
                    <a:pt x="78" y="66"/>
                  </a:cubicBezTo>
                  <a:cubicBezTo>
                    <a:pt x="79" y="67"/>
                    <a:pt x="84" y="66"/>
                    <a:pt x="85" y="68"/>
                  </a:cubicBezTo>
                  <a:cubicBezTo>
                    <a:pt x="85" y="70"/>
                    <a:pt x="88" y="71"/>
                    <a:pt x="88" y="68"/>
                  </a:cubicBezTo>
                  <a:cubicBezTo>
                    <a:pt x="88" y="66"/>
                    <a:pt x="91" y="65"/>
                    <a:pt x="93" y="65"/>
                  </a:cubicBezTo>
                  <a:cubicBezTo>
                    <a:pt x="96" y="66"/>
                    <a:pt x="101" y="62"/>
                    <a:pt x="103" y="61"/>
                  </a:cubicBezTo>
                  <a:cubicBezTo>
                    <a:pt x="104" y="61"/>
                    <a:pt x="105" y="59"/>
                    <a:pt x="105" y="58"/>
                  </a:cubicBezTo>
                  <a:cubicBezTo>
                    <a:pt x="104" y="56"/>
                    <a:pt x="101" y="53"/>
                    <a:pt x="100" y="52"/>
                  </a:cubicBezTo>
                  <a:cubicBezTo>
                    <a:pt x="98" y="50"/>
                    <a:pt x="101" y="50"/>
                    <a:pt x="101" y="48"/>
                  </a:cubicBezTo>
                  <a:cubicBezTo>
                    <a:pt x="101" y="45"/>
                    <a:pt x="101" y="44"/>
                    <a:pt x="105" y="44"/>
                  </a:cubicBezTo>
                  <a:cubicBezTo>
                    <a:pt x="108" y="43"/>
                    <a:pt x="108" y="41"/>
                    <a:pt x="106" y="39"/>
                  </a:cubicBezTo>
                  <a:cubicBezTo>
                    <a:pt x="104" y="38"/>
                    <a:pt x="107" y="35"/>
                    <a:pt x="109" y="34"/>
                  </a:cubicBezTo>
                  <a:cubicBezTo>
                    <a:pt x="110" y="33"/>
                    <a:pt x="111" y="32"/>
                    <a:pt x="112" y="30"/>
                  </a:cubicBezTo>
                  <a:cubicBezTo>
                    <a:pt x="108" y="29"/>
                    <a:pt x="102" y="29"/>
                    <a:pt x="100" y="29"/>
                  </a:cubicBezTo>
                  <a:cubicBezTo>
                    <a:pt x="97" y="29"/>
                    <a:pt x="102" y="25"/>
                    <a:pt x="102" y="22"/>
                  </a:cubicBezTo>
                  <a:cubicBezTo>
                    <a:pt x="102" y="19"/>
                    <a:pt x="94" y="19"/>
                    <a:pt x="90" y="18"/>
                  </a:cubicBezTo>
                  <a:cubicBezTo>
                    <a:pt x="87" y="17"/>
                    <a:pt x="88" y="14"/>
                    <a:pt x="91" y="13"/>
                  </a:cubicBezTo>
                  <a:cubicBezTo>
                    <a:pt x="95" y="13"/>
                    <a:pt x="89" y="11"/>
                    <a:pt x="85" y="11"/>
                  </a:cubicBezTo>
                  <a:cubicBezTo>
                    <a:pt x="80" y="12"/>
                    <a:pt x="73" y="15"/>
                    <a:pt x="69" y="17"/>
                  </a:cubicBezTo>
                  <a:cubicBezTo>
                    <a:pt x="65" y="19"/>
                    <a:pt x="58" y="11"/>
                    <a:pt x="54" y="12"/>
                  </a:cubicBezTo>
                  <a:cubicBezTo>
                    <a:pt x="49" y="14"/>
                    <a:pt x="43" y="14"/>
                    <a:pt x="43" y="11"/>
                  </a:cubicBezTo>
                  <a:cubicBezTo>
                    <a:pt x="44" y="7"/>
                    <a:pt x="42" y="4"/>
                    <a:pt x="37" y="4"/>
                  </a:cubicBezTo>
                  <a:cubicBezTo>
                    <a:pt x="33" y="5"/>
                    <a:pt x="34" y="0"/>
                    <a:pt x="30" y="0"/>
                  </a:cubicBezTo>
                  <a:cubicBezTo>
                    <a:pt x="27" y="0"/>
                    <a:pt x="30" y="4"/>
                    <a:pt x="28" y="5"/>
                  </a:cubicBezTo>
                  <a:cubicBezTo>
                    <a:pt x="26" y="6"/>
                    <a:pt x="18" y="8"/>
                    <a:pt x="17" y="11"/>
                  </a:cubicBezTo>
                  <a:cubicBezTo>
                    <a:pt x="17" y="15"/>
                    <a:pt x="21" y="20"/>
                    <a:pt x="20" y="23"/>
                  </a:cubicBezTo>
                  <a:cubicBezTo>
                    <a:pt x="18" y="26"/>
                    <a:pt x="13" y="24"/>
                    <a:pt x="11" y="20"/>
                  </a:cubicBezTo>
                  <a:cubicBezTo>
                    <a:pt x="10" y="17"/>
                    <a:pt x="16" y="12"/>
                    <a:pt x="15" y="10"/>
                  </a:cubicBezTo>
                  <a:cubicBezTo>
                    <a:pt x="14" y="8"/>
                    <a:pt x="13" y="6"/>
                    <a:pt x="14" y="4"/>
                  </a:cubicBezTo>
                  <a:cubicBezTo>
                    <a:pt x="13" y="5"/>
                    <a:pt x="12" y="5"/>
                    <a:pt x="11" y="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118">
              <a:extLst>
                <a:ext uri="{FF2B5EF4-FFF2-40B4-BE49-F238E27FC236}">
                  <a16:creationId xmlns:a16="http://schemas.microsoft.com/office/drawing/2014/main" id="{4BA58CB2-BC9C-4000-901B-7154CE32AAA5}"/>
                </a:ext>
              </a:extLst>
            </p:cNvPr>
            <p:cNvSpPr>
              <a:spLocks/>
            </p:cNvSpPr>
            <p:nvPr/>
          </p:nvSpPr>
          <p:spPr bwMode="auto">
            <a:xfrm>
              <a:off x="3167063" y="2968625"/>
              <a:ext cx="84138" cy="92075"/>
            </a:xfrm>
            <a:custGeom>
              <a:avLst/>
              <a:gdLst>
                <a:gd name="T0" fmla="*/ 8 w 34"/>
                <a:gd name="T1" fmla="*/ 7 h 36"/>
                <a:gd name="T2" fmla="*/ 5 w 34"/>
                <a:gd name="T3" fmla="*/ 11 h 36"/>
                <a:gd name="T4" fmla="*/ 1 w 34"/>
                <a:gd name="T5" fmla="*/ 18 h 36"/>
                <a:gd name="T6" fmla="*/ 8 w 34"/>
                <a:gd name="T7" fmla="*/ 26 h 36"/>
                <a:gd name="T8" fmla="*/ 13 w 34"/>
                <a:gd name="T9" fmla="*/ 35 h 36"/>
                <a:gd name="T10" fmla="*/ 17 w 34"/>
                <a:gd name="T11" fmla="*/ 36 h 36"/>
                <a:gd name="T12" fmla="*/ 20 w 34"/>
                <a:gd name="T13" fmla="*/ 31 h 36"/>
                <a:gd name="T14" fmla="*/ 29 w 34"/>
                <a:gd name="T15" fmla="*/ 31 h 36"/>
                <a:gd name="T16" fmla="*/ 30 w 34"/>
                <a:gd name="T17" fmla="*/ 32 h 36"/>
                <a:gd name="T18" fmla="*/ 32 w 34"/>
                <a:gd name="T19" fmla="*/ 28 h 36"/>
                <a:gd name="T20" fmla="*/ 31 w 34"/>
                <a:gd name="T21" fmla="*/ 17 h 36"/>
                <a:gd name="T22" fmla="*/ 33 w 34"/>
                <a:gd name="T23" fmla="*/ 8 h 36"/>
                <a:gd name="T24" fmla="*/ 34 w 34"/>
                <a:gd name="T25" fmla="*/ 4 h 36"/>
                <a:gd name="T26" fmla="*/ 26 w 34"/>
                <a:gd name="T27" fmla="*/ 2 h 36"/>
                <a:gd name="T28" fmla="*/ 16 w 34"/>
                <a:gd name="T29" fmla="*/ 2 h 36"/>
                <a:gd name="T30" fmla="*/ 10 w 34"/>
                <a:gd name="T31" fmla="*/ 2 h 36"/>
                <a:gd name="T32" fmla="*/ 9 w 34"/>
                <a:gd name="T33" fmla="*/ 2 h 36"/>
                <a:gd name="T34" fmla="*/ 8 w 34"/>
                <a:gd name="T35"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36">
                  <a:moveTo>
                    <a:pt x="8" y="7"/>
                  </a:moveTo>
                  <a:cubicBezTo>
                    <a:pt x="9" y="10"/>
                    <a:pt x="7" y="11"/>
                    <a:pt x="5" y="11"/>
                  </a:cubicBezTo>
                  <a:cubicBezTo>
                    <a:pt x="2" y="11"/>
                    <a:pt x="3" y="17"/>
                    <a:pt x="1" y="18"/>
                  </a:cubicBezTo>
                  <a:cubicBezTo>
                    <a:pt x="0" y="19"/>
                    <a:pt x="7" y="23"/>
                    <a:pt x="8" y="26"/>
                  </a:cubicBezTo>
                  <a:cubicBezTo>
                    <a:pt x="9" y="28"/>
                    <a:pt x="11" y="32"/>
                    <a:pt x="13" y="35"/>
                  </a:cubicBezTo>
                  <a:cubicBezTo>
                    <a:pt x="14" y="36"/>
                    <a:pt x="16" y="36"/>
                    <a:pt x="17" y="36"/>
                  </a:cubicBezTo>
                  <a:cubicBezTo>
                    <a:pt x="19" y="34"/>
                    <a:pt x="17" y="30"/>
                    <a:pt x="20" y="31"/>
                  </a:cubicBezTo>
                  <a:cubicBezTo>
                    <a:pt x="23" y="31"/>
                    <a:pt x="28" y="29"/>
                    <a:pt x="29" y="31"/>
                  </a:cubicBezTo>
                  <a:cubicBezTo>
                    <a:pt x="29" y="31"/>
                    <a:pt x="30" y="32"/>
                    <a:pt x="30" y="32"/>
                  </a:cubicBezTo>
                  <a:cubicBezTo>
                    <a:pt x="31" y="30"/>
                    <a:pt x="32" y="29"/>
                    <a:pt x="32" y="28"/>
                  </a:cubicBezTo>
                  <a:cubicBezTo>
                    <a:pt x="33" y="27"/>
                    <a:pt x="33" y="21"/>
                    <a:pt x="31" y="17"/>
                  </a:cubicBezTo>
                  <a:cubicBezTo>
                    <a:pt x="30" y="14"/>
                    <a:pt x="31" y="9"/>
                    <a:pt x="33" y="8"/>
                  </a:cubicBezTo>
                  <a:cubicBezTo>
                    <a:pt x="33" y="8"/>
                    <a:pt x="34" y="6"/>
                    <a:pt x="34" y="4"/>
                  </a:cubicBezTo>
                  <a:cubicBezTo>
                    <a:pt x="32" y="3"/>
                    <a:pt x="29" y="2"/>
                    <a:pt x="26" y="2"/>
                  </a:cubicBezTo>
                  <a:cubicBezTo>
                    <a:pt x="22" y="2"/>
                    <a:pt x="18" y="4"/>
                    <a:pt x="16" y="2"/>
                  </a:cubicBezTo>
                  <a:cubicBezTo>
                    <a:pt x="14" y="0"/>
                    <a:pt x="12" y="0"/>
                    <a:pt x="10" y="2"/>
                  </a:cubicBezTo>
                  <a:cubicBezTo>
                    <a:pt x="10" y="2"/>
                    <a:pt x="9" y="2"/>
                    <a:pt x="9" y="2"/>
                  </a:cubicBezTo>
                  <a:cubicBezTo>
                    <a:pt x="8" y="4"/>
                    <a:pt x="8" y="6"/>
                    <a:pt x="8" y="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8" name="Freeform 119">
              <a:extLst>
                <a:ext uri="{FF2B5EF4-FFF2-40B4-BE49-F238E27FC236}">
                  <a16:creationId xmlns:a16="http://schemas.microsoft.com/office/drawing/2014/main" id="{745089ED-065B-4049-BD80-DD756A85D645}"/>
                </a:ext>
              </a:extLst>
            </p:cNvPr>
            <p:cNvSpPr>
              <a:spLocks/>
            </p:cNvSpPr>
            <p:nvPr/>
          </p:nvSpPr>
          <p:spPr bwMode="auto">
            <a:xfrm>
              <a:off x="3098801" y="2924175"/>
              <a:ext cx="100013" cy="147638"/>
            </a:xfrm>
            <a:custGeom>
              <a:avLst/>
              <a:gdLst>
                <a:gd name="T0" fmla="*/ 11 w 40"/>
                <a:gd name="T1" fmla="*/ 4 h 59"/>
                <a:gd name="T2" fmla="*/ 8 w 40"/>
                <a:gd name="T3" fmla="*/ 9 h 59"/>
                <a:gd name="T4" fmla="*/ 7 w 40"/>
                <a:gd name="T5" fmla="*/ 14 h 59"/>
                <a:gd name="T6" fmla="*/ 3 w 40"/>
                <a:gd name="T7" fmla="*/ 18 h 59"/>
                <a:gd name="T8" fmla="*/ 2 w 40"/>
                <a:gd name="T9" fmla="*/ 22 h 59"/>
                <a:gd name="T10" fmla="*/ 7 w 40"/>
                <a:gd name="T11" fmla="*/ 28 h 59"/>
                <a:gd name="T12" fmla="*/ 10 w 40"/>
                <a:gd name="T13" fmla="*/ 27 h 59"/>
                <a:gd name="T14" fmla="*/ 14 w 40"/>
                <a:gd name="T15" fmla="*/ 33 h 59"/>
                <a:gd name="T16" fmla="*/ 14 w 40"/>
                <a:gd name="T17" fmla="*/ 40 h 59"/>
                <a:gd name="T18" fmla="*/ 16 w 40"/>
                <a:gd name="T19" fmla="*/ 54 h 59"/>
                <a:gd name="T20" fmla="*/ 25 w 40"/>
                <a:gd name="T21" fmla="*/ 57 h 59"/>
                <a:gd name="T22" fmla="*/ 30 w 40"/>
                <a:gd name="T23" fmla="*/ 55 h 59"/>
                <a:gd name="T24" fmla="*/ 34 w 40"/>
                <a:gd name="T25" fmla="*/ 53 h 59"/>
                <a:gd name="T26" fmla="*/ 40 w 40"/>
                <a:gd name="T27" fmla="*/ 53 h 59"/>
                <a:gd name="T28" fmla="*/ 35 w 40"/>
                <a:gd name="T29" fmla="*/ 44 h 59"/>
                <a:gd name="T30" fmla="*/ 28 w 40"/>
                <a:gd name="T31" fmla="*/ 36 h 59"/>
                <a:gd name="T32" fmla="*/ 32 w 40"/>
                <a:gd name="T33" fmla="*/ 29 h 59"/>
                <a:gd name="T34" fmla="*/ 35 w 40"/>
                <a:gd name="T35" fmla="*/ 25 h 59"/>
                <a:gd name="T36" fmla="*/ 36 w 40"/>
                <a:gd name="T37" fmla="*/ 20 h 59"/>
                <a:gd name="T38" fmla="*/ 29 w 40"/>
                <a:gd name="T39" fmla="*/ 14 h 59"/>
                <a:gd name="T40" fmla="*/ 25 w 40"/>
                <a:gd name="T41" fmla="*/ 9 h 59"/>
                <a:gd name="T42" fmla="*/ 17 w 40"/>
                <a:gd name="T43" fmla="*/ 2 h 59"/>
                <a:gd name="T44" fmla="*/ 14 w 40"/>
                <a:gd name="T45" fmla="*/ 0 h 59"/>
                <a:gd name="T46" fmla="*/ 11 w 40"/>
                <a:gd name="T47" fmla="*/ 4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0" h="59">
                  <a:moveTo>
                    <a:pt x="11" y="4"/>
                  </a:moveTo>
                  <a:cubicBezTo>
                    <a:pt x="9" y="5"/>
                    <a:pt x="6" y="8"/>
                    <a:pt x="8" y="9"/>
                  </a:cubicBezTo>
                  <a:cubicBezTo>
                    <a:pt x="10" y="11"/>
                    <a:pt x="10" y="13"/>
                    <a:pt x="7" y="14"/>
                  </a:cubicBezTo>
                  <a:cubicBezTo>
                    <a:pt x="3" y="14"/>
                    <a:pt x="3" y="15"/>
                    <a:pt x="3" y="18"/>
                  </a:cubicBezTo>
                  <a:cubicBezTo>
                    <a:pt x="3" y="20"/>
                    <a:pt x="0" y="20"/>
                    <a:pt x="2" y="22"/>
                  </a:cubicBezTo>
                  <a:cubicBezTo>
                    <a:pt x="3" y="23"/>
                    <a:pt x="6" y="26"/>
                    <a:pt x="7" y="28"/>
                  </a:cubicBezTo>
                  <a:cubicBezTo>
                    <a:pt x="8" y="27"/>
                    <a:pt x="9" y="26"/>
                    <a:pt x="10" y="27"/>
                  </a:cubicBezTo>
                  <a:cubicBezTo>
                    <a:pt x="14" y="27"/>
                    <a:pt x="11" y="32"/>
                    <a:pt x="14" y="33"/>
                  </a:cubicBezTo>
                  <a:cubicBezTo>
                    <a:pt x="16" y="35"/>
                    <a:pt x="16" y="39"/>
                    <a:pt x="14" y="40"/>
                  </a:cubicBezTo>
                  <a:cubicBezTo>
                    <a:pt x="12" y="42"/>
                    <a:pt x="12" y="50"/>
                    <a:pt x="16" y="54"/>
                  </a:cubicBezTo>
                  <a:cubicBezTo>
                    <a:pt x="20" y="59"/>
                    <a:pt x="24" y="58"/>
                    <a:pt x="25" y="57"/>
                  </a:cubicBezTo>
                  <a:cubicBezTo>
                    <a:pt x="26" y="56"/>
                    <a:pt x="29" y="57"/>
                    <a:pt x="30" y="55"/>
                  </a:cubicBezTo>
                  <a:cubicBezTo>
                    <a:pt x="31" y="53"/>
                    <a:pt x="32" y="56"/>
                    <a:pt x="34" y="53"/>
                  </a:cubicBezTo>
                  <a:cubicBezTo>
                    <a:pt x="35" y="52"/>
                    <a:pt x="38" y="53"/>
                    <a:pt x="40" y="53"/>
                  </a:cubicBezTo>
                  <a:cubicBezTo>
                    <a:pt x="38" y="50"/>
                    <a:pt x="36" y="46"/>
                    <a:pt x="35" y="44"/>
                  </a:cubicBezTo>
                  <a:cubicBezTo>
                    <a:pt x="34" y="41"/>
                    <a:pt x="27" y="37"/>
                    <a:pt x="28" y="36"/>
                  </a:cubicBezTo>
                  <a:cubicBezTo>
                    <a:pt x="30" y="35"/>
                    <a:pt x="29" y="29"/>
                    <a:pt x="32" y="29"/>
                  </a:cubicBezTo>
                  <a:cubicBezTo>
                    <a:pt x="34" y="29"/>
                    <a:pt x="36" y="28"/>
                    <a:pt x="35" y="25"/>
                  </a:cubicBezTo>
                  <a:cubicBezTo>
                    <a:pt x="35" y="24"/>
                    <a:pt x="35" y="22"/>
                    <a:pt x="36" y="20"/>
                  </a:cubicBezTo>
                  <a:cubicBezTo>
                    <a:pt x="34" y="20"/>
                    <a:pt x="31" y="14"/>
                    <a:pt x="29" y="14"/>
                  </a:cubicBezTo>
                  <a:cubicBezTo>
                    <a:pt x="27" y="14"/>
                    <a:pt x="24" y="12"/>
                    <a:pt x="25" y="9"/>
                  </a:cubicBezTo>
                  <a:cubicBezTo>
                    <a:pt x="25" y="6"/>
                    <a:pt x="20" y="5"/>
                    <a:pt x="17" y="2"/>
                  </a:cubicBezTo>
                  <a:cubicBezTo>
                    <a:pt x="16" y="1"/>
                    <a:pt x="15" y="1"/>
                    <a:pt x="14" y="0"/>
                  </a:cubicBezTo>
                  <a:cubicBezTo>
                    <a:pt x="13" y="2"/>
                    <a:pt x="12" y="3"/>
                    <a:pt x="11" y="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120">
              <a:extLst>
                <a:ext uri="{FF2B5EF4-FFF2-40B4-BE49-F238E27FC236}">
                  <a16:creationId xmlns:a16="http://schemas.microsoft.com/office/drawing/2014/main" id="{55135011-352C-42B4-8FBC-397FDAAC98BE}"/>
                </a:ext>
              </a:extLst>
            </p:cNvPr>
            <p:cNvSpPr>
              <a:spLocks/>
            </p:cNvSpPr>
            <p:nvPr/>
          </p:nvSpPr>
          <p:spPr bwMode="auto">
            <a:xfrm>
              <a:off x="3241676" y="2979738"/>
              <a:ext cx="63500" cy="77788"/>
            </a:xfrm>
            <a:custGeom>
              <a:avLst/>
              <a:gdLst>
                <a:gd name="T0" fmla="*/ 1 w 25"/>
                <a:gd name="T1" fmla="*/ 13 h 31"/>
                <a:gd name="T2" fmla="*/ 2 w 25"/>
                <a:gd name="T3" fmla="*/ 24 h 31"/>
                <a:gd name="T4" fmla="*/ 0 w 25"/>
                <a:gd name="T5" fmla="*/ 28 h 31"/>
                <a:gd name="T6" fmla="*/ 7 w 25"/>
                <a:gd name="T7" fmla="*/ 29 h 31"/>
                <a:gd name="T8" fmla="*/ 16 w 25"/>
                <a:gd name="T9" fmla="*/ 26 h 31"/>
                <a:gd name="T10" fmla="*/ 25 w 25"/>
                <a:gd name="T11" fmla="*/ 13 h 31"/>
                <a:gd name="T12" fmla="*/ 25 w 25"/>
                <a:gd name="T13" fmla="*/ 13 h 31"/>
                <a:gd name="T14" fmla="*/ 11 w 25"/>
                <a:gd name="T15" fmla="*/ 2 h 31"/>
                <a:gd name="T16" fmla="*/ 4 w 25"/>
                <a:gd name="T17" fmla="*/ 0 h 31"/>
                <a:gd name="T18" fmla="*/ 3 w 25"/>
                <a:gd name="T19" fmla="*/ 4 h 31"/>
                <a:gd name="T20" fmla="*/ 1 w 25"/>
                <a:gd name="T21"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31">
                  <a:moveTo>
                    <a:pt x="1" y="13"/>
                  </a:moveTo>
                  <a:cubicBezTo>
                    <a:pt x="3" y="17"/>
                    <a:pt x="3" y="23"/>
                    <a:pt x="2" y="24"/>
                  </a:cubicBezTo>
                  <a:cubicBezTo>
                    <a:pt x="2" y="25"/>
                    <a:pt x="1" y="26"/>
                    <a:pt x="0" y="28"/>
                  </a:cubicBezTo>
                  <a:cubicBezTo>
                    <a:pt x="1" y="29"/>
                    <a:pt x="3" y="30"/>
                    <a:pt x="7" y="29"/>
                  </a:cubicBezTo>
                  <a:cubicBezTo>
                    <a:pt x="12" y="28"/>
                    <a:pt x="14" y="31"/>
                    <a:pt x="16" y="26"/>
                  </a:cubicBezTo>
                  <a:cubicBezTo>
                    <a:pt x="17" y="22"/>
                    <a:pt x="22" y="16"/>
                    <a:pt x="25" y="13"/>
                  </a:cubicBezTo>
                  <a:cubicBezTo>
                    <a:pt x="25" y="13"/>
                    <a:pt x="25" y="13"/>
                    <a:pt x="25" y="13"/>
                  </a:cubicBezTo>
                  <a:cubicBezTo>
                    <a:pt x="22" y="11"/>
                    <a:pt x="16" y="3"/>
                    <a:pt x="11" y="2"/>
                  </a:cubicBezTo>
                  <a:cubicBezTo>
                    <a:pt x="9" y="2"/>
                    <a:pt x="7" y="1"/>
                    <a:pt x="4" y="0"/>
                  </a:cubicBezTo>
                  <a:cubicBezTo>
                    <a:pt x="4" y="2"/>
                    <a:pt x="3" y="4"/>
                    <a:pt x="3" y="4"/>
                  </a:cubicBezTo>
                  <a:cubicBezTo>
                    <a:pt x="1" y="5"/>
                    <a:pt x="0" y="10"/>
                    <a:pt x="1" y="1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121">
              <a:extLst>
                <a:ext uri="{FF2B5EF4-FFF2-40B4-BE49-F238E27FC236}">
                  <a16:creationId xmlns:a16="http://schemas.microsoft.com/office/drawing/2014/main" id="{3D1BEFE3-D180-49B3-8D7E-F53D8D673F30}"/>
                </a:ext>
              </a:extLst>
            </p:cNvPr>
            <p:cNvSpPr>
              <a:spLocks/>
            </p:cNvSpPr>
            <p:nvPr/>
          </p:nvSpPr>
          <p:spPr bwMode="auto">
            <a:xfrm>
              <a:off x="2624138" y="2609850"/>
              <a:ext cx="215900" cy="74613"/>
            </a:xfrm>
            <a:custGeom>
              <a:avLst/>
              <a:gdLst>
                <a:gd name="T0" fmla="*/ 69 w 86"/>
                <a:gd name="T1" fmla="*/ 19 h 30"/>
                <a:gd name="T2" fmla="*/ 31 w 86"/>
                <a:gd name="T3" fmla="*/ 3 h 30"/>
                <a:gd name="T4" fmla="*/ 2 w 86"/>
                <a:gd name="T5" fmla="*/ 13 h 30"/>
                <a:gd name="T6" fmla="*/ 16 w 86"/>
                <a:gd name="T7" fmla="*/ 7 h 30"/>
                <a:gd name="T8" fmla="*/ 24 w 86"/>
                <a:gd name="T9" fmla="*/ 10 h 30"/>
                <a:gd name="T10" fmla="*/ 37 w 86"/>
                <a:gd name="T11" fmla="*/ 13 h 30"/>
                <a:gd name="T12" fmla="*/ 54 w 86"/>
                <a:gd name="T13" fmla="*/ 22 h 30"/>
                <a:gd name="T14" fmla="*/ 58 w 86"/>
                <a:gd name="T15" fmla="*/ 28 h 30"/>
                <a:gd name="T16" fmla="*/ 84 w 86"/>
                <a:gd name="T17" fmla="*/ 28 h 30"/>
                <a:gd name="T18" fmla="*/ 69 w 86"/>
                <a:gd name="T19"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 h="30">
                  <a:moveTo>
                    <a:pt x="69" y="19"/>
                  </a:moveTo>
                  <a:cubicBezTo>
                    <a:pt x="64" y="19"/>
                    <a:pt x="47" y="7"/>
                    <a:pt x="31" y="3"/>
                  </a:cubicBezTo>
                  <a:cubicBezTo>
                    <a:pt x="14" y="0"/>
                    <a:pt x="0" y="11"/>
                    <a:pt x="2" y="13"/>
                  </a:cubicBezTo>
                  <a:cubicBezTo>
                    <a:pt x="4" y="16"/>
                    <a:pt x="12" y="10"/>
                    <a:pt x="16" y="7"/>
                  </a:cubicBezTo>
                  <a:cubicBezTo>
                    <a:pt x="20" y="4"/>
                    <a:pt x="23" y="8"/>
                    <a:pt x="24" y="10"/>
                  </a:cubicBezTo>
                  <a:cubicBezTo>
                    <a:pt x="24" y="12"/>
                    <a:pt x="29" y="13"/>
                    <a:pt x="37" y="13"/>
                  </a:cubicBezTo>
                  <a:cubicBezTo>
                    <a:pt x="46" y="13"/>
                    <a:pt x="47" y="20"/>
                    <a:pt x="54" y="22"/>
                  </a:cubicBezTo>
                  <a:cubicBezTo>
                    <a:pt x="62" y="24"/>
                    <a:pt x="54" y="27"/>
                    <a:pt x="58" y="28"/>
                  </a:cubicBezTo>
                  <a:cubicBezTo>
                    <a:pt x="62" y="30"/>
                    <a:pt x="83" y="30"/>
                    <a:pt x="84" y="28"/>
                  </a:cubicBezTo>
                  <a:cubicBezTo>
                    <a:pt x="86" y="26"/>
                    <a:pt x="75" y="19"/>
                    <a:pt x="69" y="1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122">
              <a:extLst>
                <a:ext uri="{FF2B5EF4-FFF2-40B4-BE49-F238E27FC236}">
                  <a16:creationId xmlns:a16="http://schemas.microsoft.com/office/drawing/2014/main" id="{9F0B40F2-36BD-485F-AD5A-970F4A6213FA}"/>
                </a:ext>
              </a:extLst>
            </p:cNvPr>
            <p:cNvSpPr>
              <a:spLocks/>
            </p:cNvSpPr>
            <p:nvPr/>
          </p:nvSpPr>
          <p:spPr bwMode="auto">
            <a:xfrm>
              <a:off x="2746376" y="2709863"/>
              <a:ext cx="50800" cy="25400"/>
            </a:xfrm>
            <a:custGeom>
              <a:avLst/>
              <a:gdLst>
                <a:gd name="T0" fmla="*/ 2 w 20"/>
                <a:gd name="T1" fmla="*/ 3 h 10"/>
                <a:gd name="T2" fmla="*/ 19 w 20"/>
                <a:gd name="T3" fmla="*/ 6 h 10"/>
                <a:gd name="T4" fmla="*/ 2 w 20"/>
                <a:gd name="T5" fmla="*/ 3 h 10"/>
              </a:gdLst>
              <a:ahLst/>
              <a:cxnLst>
                <a:cxn ang="0">
                  <a:pos x="T0" y="T1"/>
                </a:cxn>
                <a:cxn ang="0">
                  <a:pos x="T2" y="T3"/>
                </a:cxn>
                <a:cxn ang="0">
                  <a:pos x="T4" y="T5"/>
                </a:cxn>
              </a:cxnLst>
              <a:rect l="0" t="0" r="r" b="b"/>
              <a:pathLst>
                <a:path w="20" h="10">
                  <a:moveTo>
                    <a:pt x="2" y="3"/>
                  </a:moveTo>
                  <a:cubicBezTo>
                    <a:pt x="4" y="6"/>
                    <a:pt x="17" y="10"/>
                    <a:pt x="19" y="6"/>
                  </a:cubicBezTo>
                  <a:cubicBezTo>
                    <a:pt x="20" y="3"/>
                    <a:pt x="0" y="0"/>
                    <a:pt x="2" y="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123">
              <a:extLst>
                <a:ext uri="{FF2B5EF4-FFF2-40B4-BE49-F238E27FC236}">
                  <a16:creationId xmlns:a16="http://schemas.microsoft.com/office/drawing/2014/main" id="{53504D9E-97EB-4AE4-9243-2A65EFF311C7}"/>
                </a:ext>
              </a:extLst>
            </p:cNvPr>
            <p:cNvSpPr>
              <a:spLocks/>
            </p:cNvSpPr>
            <p:nvPr/>
          </p:nvSpPr>
          <p:spPr bwMode="auto">
            <a:xfrm>
              <a:off x="2974976" y="2708275"/>
              <a:ext cx="46038" cy="23813"/>
            </a:xfrm>
            <a:custGeom>
              <a:avLst/>
              <a:gdLst>
                <a:gd name="T0" fmla="*/ 3 w 18"/>
                <a:gd name="T1" fmla="*/ 5 h 10"/>
                <a:gd name="T2" fmla="*/ 16 w 18"/>
                <a:gd name="T3" fmla="*/ 5 h 10"/>
                <a:gd name="T4" fmla="*/ 3 w 18"/>
                <a:gd name="T5" fmla="*/ 5 h 10"/>
              </a:gdLst>
              <a:ahLst/>
              <a:cxnLst>
                <a:cxn ang="0">
                  <a:pos x="T0" y="T1"/>
                </a:cxn>
                <a:cxn ang="0">
                  <a:pos x="T2" y="T3"/>
                </a:cxn>
                <a:cxn ang="0">
                  <a:pos x="T4" y="T5"/>
                </a:cxn>
              </a:cxnLst>
              <a:rect l="0" t="0" r="r" b="b"/>
              <a:pathLst>
                <a:path w="18" h="10">
                  <a:moveTo>
                    <a:pt x="3" y="5"/>
                  </a:moveTo>
                  <a:cubicBezTo>
                    <a:pt x="6" y="10"/>
                    <a:pt x="15" y="7"/>
                    <a:pt x="16" y="5"/>
                  </a:cubicBezTo>
                  <a:cubicBezTo>
                    <a:pt x="18" y="2"/>
                    <a:pt x="0" y="0"/>
                    <a:pt x="3" y="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124">
              <a:extLst>
                <a:ext uri="{FF2B5EF4-FFF2-40B4-BE49-F238E27FC236}">
                  <a16:creationId xmlns:a16="http://schemas.microsoft.com/office/drawing/2014/main" id="{F5238429-5142-43B1-9A95-B3A549F994A5}"/>
                </a:ext>
              </a:extLst>
            </p:cNvPr>
            <p:cNvSpPr>
              <a:spLocks noEditPoints="1"/>
            </p:cNvSpPr>
            <p:nvPr/>
          </p:nvSpPr>
          <p:spPr bwMode="auto">
            <a:xfrm>
              <a:off x="3100388" y="4243388"/>
              <a:ext cx="73025" cy="31750"/>
            </a:xfrm>
            <a:custGeom>
              <a:avLst/>
              <a:gdLst>
                <a:gd name="T0" fmla="*/ 28 w 29"/>
                <a:gd name="T1" fmla="*/ 5 h 13"/>
                <a:gd name="T2" fmla="*/ 15 w 29"/>
                <a:gd name="T3" fmla="*/ 11 h 13"/>
                <a:gd name="T4" fmla="*/ 28 w 29"/>
                <a:gd name="T5" fmla="*/ 5 h 13"/>
                <a:gd name="T6" fmla="*/ 13 w 29"/>
                <a:gd name="T7" fmla="*/ 1 h 13"/>
                <a:gd name="T8" fmla="*/ 4 w 29"/>
                <a:gd name="T9" fmla="*/ 10 h 13"/>
                <a:gd name="T10" fmla="*/ 13 w 29"/>
                <a:gd name="T11" fmla="*/ 1 h 13"/>
              </a:gdLst>
              <a:ahLst/>
              <a:cxnLst>
                <a:cxn ang="0">
                  <a:pos x="T0" y="T1"/>
                </a:cxn>
                <a:cxn ang="0">
                  <a:pos x="T2" y="T3"/>
                </a:cxn>
                <a:cxn ang="0">
                  <a:pos x="T4" y="T5"/>
                </a:cxn>
                <a:cxn ang="0">
                  <a:pos x="T6" y="T7"/>
                </a:cxn>
                <a:cxn ang="0">
                  <a:pos x="T8" y="T9"/>
                </a:cxn>
                <a:cxn ang="0">
                  <a:pos x="T10" y="T11"/>
                </a:cxn>
              </a:cxnLst>
              <a:rect l="0" t="0" r="r" b="b"/>
              <a:pathLst>
                <a:path w="29" h="13">
                  <a:moveTo>
                    <a:pt x="28" y="5"/>
                  </a:moveTo>
                  <a:cubicBezTo>
                    <a:pt x="25" y="0"/>
                    <a:pt x="12" y="10"/>
                    <a:pt x="15" y="11"/>
                  </a:cubicBezTo>
                  <a:cubicBezTo>
                    <a:pt x="17" y="13"/>
                    <a:pt x="29" y="8"/>
                    <a:pt x="28" y="5"/>
                  </a:cubicBezTo>
                  <a:close/>
                  <a:moveTo>
                    <a:pt x="13" y="1"/>
                  </a:moveTo>
                  <a:cubicBezTo>
                    <a:pt x="9" y="0"/>
                    <a:pt x="0" y="8"/>
                    <a:pt x="4" y="10"/>
                  </a:cubicBezTo>
                  <a:cubicBezTo>
                    <a:pt x="8" y="13"/>
                    <a:pt x="17" y="2"/>
                    <a:pt x="13" y="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4" name="Freeform 125">
              <a:extLst>
                <a:ext uri="{FF2B5EF4-FFF2-40B4-BE49-F238E27FC236}">
                  <a16:creationId xmlns:a16="http://schemas.microsoft.com/office/drawing/2014/main" id="{B9679CDE-C886-40DF-9F4C-92FF4767146A}"/>
                </a:ext>
              </a:extLst>
            </p:cNvPr>
            <p:cNvSpPr>
              <a:spLocks noEditPoints="1"/>
            </p:cNvSpPr>
            <p:nvPr/>
          </p:nvSpPr>
          <p:spPr bwMode="auto">
            <a:xfrm>
              <a:off x="2479676" y="3065463"/>
              <a:ext cx="336550" cy="138113"/>
            </a:xfrm>
            <a:custGeom>
              <a:avLst/>
              <a:gdLst>
                <a:gd name="T0" fmla="*/ 130 w 134"/>
                <a:gd name="T1" fmla="*/ 14 h 55"/>
                <a:gd name="T2" fmla="*/ 124 w 134"/>
                <a:gd name="T3" fmla="*/ 10 h 55"/>
                <a:gd name="T4" fmla="*/ 118 w 134"/>
                <a:gd name="T5" fmla="*/ 10 h 55"/>
                <a:gd name="T6" fmla="*/ 113 w 134"/>
                <a:gd name="T7" fmla="*/ 6 h 55"/>
                <a:gd name="T8" fmla="*/ 103 w 134"/>
                <a:gd name="T9" fmla="*/ 0 h 55"/>
                <a:gd name="T10" fmla="*/ 103 w 134"/>
                <a:gd name="T11" fmla="*/ 2 h 55"/>
                <a:gd name="T12" fmla="*/ 98 w 134"/>
                <a:gd name="T13" fmla="*/ 4 h 55"/>
                <a:gd name="T14" fmla="*/ 95 w 134"/>
                <a:gd name="T15" fmla="*/ 10 h 55"/>
                <a:gd name="T16" fmla="*/ 92 w 134"/>
                <a:gd name="T17" fmla="*/ 15 h 55"/>
                <a:gd name="T18" fmla="*/ 89 w 134"/>
                <a:gd name="T19" fmla="*/ 19 h 55"/>
                <a:gd name="T20" fmla="*/ 88 w 134"/>
                <a:gd name="T21" fmla="*/ 25 h 55"/>
                <a:gd name="T22" fmla="*/ 87 w 134"/>
                <a:gd name="T23" fmla="*/ 30 h 55"/>
                <a:gd name="T24" fmla="*/ 92 w 134"/>
                <a:gd name="T25" fmla="*/ 34 h 55"/>
                <a:gd name="T26" fmla="*/ 96 w 134"/>
                <a:gd name="T27" fmla="*/ 35 h 55"/>
                <a:gd name="T28" fmla="*/ 92 w 134"/>
                <a:gd name="T29" fmla="*/ 40 h 55"/>
                <a:gd name="T30" fmla="*/ 92 w 134"/>
                <a:gd name="T31" fmla="*/ 40 h 55"/>
                <a:gd name="T32" fmla="*/ 93 w 134"/>
                <a:gd name="T33" fmla="*/ 45 h 55"/>
                <a:gd name="T34" fmla="*/ 93 w 134"/>
                <a:gd name="T35" fmla="*/ 49 h 55"/>
                <a:gd name="T36" fmla="*/ 99 w 134"/>
                <a:gd name="T37" fmla="*/ 50 h 55"/>
                <a:gd name="T38" fmla="*/ 105 w 134"/>
                <a:gd name="T39" fmla="*/ 50 h 55"/>
                <a:gd name="T40" fmla="*/ 112 w 134"/>
                <a:gd name="T41" fmla="*/ 37 h 55"/>
                <a:gd name="T42" fmla="*/ 128 w 134"/>
                <a:gd name="T43" fmla="*/ 29 h 55"/>
                <a:gd name="T44" fmla="*/ 132 w 134"/>
                <a:gd name="T45" fmla="*/ 20 h 55"/>
                <a:gd name="T46" fmla="*/ 130 w 134"/>
                <a:gd name="T47" fmla="*/ 14 h 55"/>
                <a:gd name="T48" fmla="*/ 3 w 134"/>
                <a:gd name="T49" fmla="*/ 12 h 55"/>
                <a:gd name="T50" fmla="*/ 8 w 134"/>
                <a:gd name="T51" fmla="*/ 20 h 55"/>
                <a:gd name="T52" fmla="*/ 3 w 134"/>
                <a:gd name="T53" fmla="*/ 1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4" h="55">
                  <a:moveTo>
                    <a:pt x="130" y="14"/>
                  </a:moveTo>
                  <a:cubicBezTo>
                    <a:pt x="127" y="11"/>
                    <a:pt x="125" y="9"/>
                    <a:pt x="124" y="10"/>
                  </a:cubicBezTo>
                  <a:cubicBezTo>
                    <a:pt x="124" y="11"/>
                    <a:pt x="121" y="11"/>
                    <a:pt x="118" y="10"/>
                  </a:cubicBezTo>
                  <a:cubicBezTo>
                    <a:pt x="116" y="8"/>
                    <a:pt x="115" y="6"/>
                    <a:pt x="113" y="6"/>
                  </a:cubicBezTo>
                  <a:cubicBezTo>
                    <a:pt x="112" y="6"/>
                    <a:pt x="106" y="3"/>
                    <a:pt x="103" y="0"/>
                  </a:cubicBezTo>
                  <a:cubicBezTo>
                    <a:pt x="103" y="1"/>
                    <a:pt x="103" y="1"/>
                    <a:pt x="103" y="2"/>
                  </a:cubicBezTo>
                  <a:cubicBezTo>
                    <a:pt x="104" y="3"/>
                    <a:pt x="101" y="4"/>
                    <a:pt x="98" y="4"/>
                  </a:cubicBezTo>
                  <a:cubicBezTo>
                    <a:pt x="95" y="5"/>
                    <a:pt x="95" y="8"/>
                    <a:pt x="95" y="10"/>
                  </a:cubicBezTo>
                  <a:cubicBezTo>
                    <a:pt x="95" y="13"/>
                    <a:pt x="93" y="13"/>
                    <a:pt x="92" y="15"/>
                  </a:cubicBezTo>
                  <a:cubicBezTo>
                    <a:pt x="91" y="18"/>
                    <a:pt x="92" y="18"/>
                    <a:pt x="89" y="19"/>
                  </a:cubicBezTo>
                  <a:cubicBezTo>
                    <a:pt x="87" y="21"/>
                    <a:pt x="86" y="23"/>
                    <a:pt x="88" y="25"/>
                  </a:cubicBezTo>
                  <a:cubicBezTo>
                    <a:pt x="89" y="27"/>
                    <a:pt x="88" y="29"/>
                    <a:pt x="87" y="30"/>
                  </a:cubicBezTo>
                  <a:cubicBezTo>
                    <a:pt x="87" y="32"/>
                    <a:pt x="89" y="32"/>
                    <a:pt x="92" y="34"/>
                  </a:cubicBezTo>
                  <a:cubicBezTo>
                    <a:pt x="94" y="37"/>
                    <a:pt x="95" y="33"/>
                    <a:pt x="96" y="35"/>
                  </a:cubicBezTo>
                  <a:cubicBezTo>
                    <a:pt x="97" y="37"/>
                    <a:pt x="95" y="40"/>
                    <a:pt x="92" y="40"/>
                  </a:cubicBezTo>
                  <a:cubicBezTo>
                    <a:pt x="92" y="40"/>
                    <a:pt x="92" y="40"/>
                    <a:pt x="92" y="40"/>
                  </a:cubicBezTo>
                  <a:cubicBezTo>
                    <a:pt x="93" y="42"/>
                    <a:pt x="94" y="44"/>
                    <a:pt x="93" y="45"/>
                  </a:cubicBezTo>
                  <a:cubicBezTo>
                    <a:pt x="92" y="46"/>
                    <a:pt x="91" y="46"/>
                    <a:pt x="93" y="49"/>
                  </a:cubicBezTo>
                  <a:cubicBezTo>
                    <a:pt x="95" y="51"/>
                    <a:pt x="97" y="47"/>
                    <a:pt x="99" y="50"/>
                  </a:cubicBezTo>
                  <a:cubicBezTo>
                    <a:pt x="101" y="53"/>
                    <a:pt x="103" y="55"/>
                    <a:pt x="105" y="50"/>
                  </a:cubicBezTo>
                  <a:cubicBezTo>
                    <a:pt x="107" y="45"/>
                    <a:pt x="109" y="38"/>
                    <a:pt x="112" y="37"/>
                  </a:cubicBezTo>
                  <a:cubicBezTo>
                    <a:pt x="116" y="36"/>
                    <a:pt x="124" y="34"/>
                    <a:pt x="128" y="29"/>
                  </a:cubicBezTo>
                  <a:cubicBezTo>
                    <a:pt x="132" y="23"/>
                    <a:pt x="130" y="22"/>
                    <a:pt x="132" y="20"/>
                  </a:cubicBezTo>
                  <a:cubicBezTo>
                    <a:pt x="134" y="19"/>
                    <a:pt x="133" y="18"/>
                    <a:pt x="130" y="14"/>
                  </a:cubicBezTo>
                  <a:close/>
                  <a:moveTo>
                    <a:pt x="3" y="12"/>
                  </a:moveTo>
                  <a:cubicBezTo>
                    <a:pt x="0" y="17"/>
                    <a:pt x="7" y="22"/>
                    <a:pt x="8" y="20"/>
                  </a:cubicBezTo>
                  <a:cubicBezTo>
                    <a:pt x="10" y="17"/>
                    <a:pt x="7" y="7"/>
                    <a:pt x="3" y="1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5" name="Freeform 126">
              <a:extLst>
                <a:ext uri="{FF2B5EF4-FFF2-40B4-BE49-F238E27FC236}">
                  <a16:creationId xmlns:a16="http://schemas.microsoft.com/office/drawing/2014/main" id="{288D1D27-92A0-4451-848B-5432433396E9}"/>
                </a:ext>
              </a:extLst>
            </p:cNvPr>
            <p:cNvSpPr>
              <a:spLocks noEditPoints="1"/>
            </p:cNvSpPr>
            <p:nvPr/>
          </p:nvSpPr>
          <p:spPr bwMode="auto">
            <a:xfrm>
              <a:off x="2870201" y="771525"/>
              <a:ext cx="1236663" cy="927100"/>
            </a:xfrm>
            <a:custGeom>
              <a:avLst/>
              <a:gdLst>
                <a:gd name="T0" fmla="*/ 432 w 492"/>
                <a:gd name="T1" fmla="*/ 43 h 368"/>
                <a:gd name="T2" fmla="*/ 396 w 492"/>
                <a:gd name="T3" fmla="*/ 59 h 368"/>
                <a:gd name="T4" fmla="*/ 394 w 492"/>
                <a:gd name="T5" fmla="*/ 37 h 368"/>
                <a:gd name="T6" fmla="*/ 352 w 492"/>
                <a:gd name="T7" fmla="*/ 34 h 368"/>
                <a:gd name="T8" fmla="*/ 393 w 492"/>
                <a:gd name="T9" fmla="*/ 28 h 368"/>
                <a:gd name="T10" fmla="*/ 389 w 492"/>
                <a:gd name="T11" fmla="*/ 12 h 368"/>
                <a:gd name="T12" fmla="*/ 333 w 492"/>
                <a:gd name="T13" fmla="*/ 1 h 368"/>
                <a:gd name="T14" fmla="*/ 280 w 492"/>
                <a:gd name="T15" fmla="*/ 8 h 368"/>
                <a:gd name="T16" fmla="*/ 240 w 492"/>
                <a:gd name="T17" fmla="*/ 8 h 368"/>
                <a:gd name="T18" fmla="*/ 207 w 492"/>
                <a:gd name="T19" fmla="*/ 23 h 368"/>
                <a:gd name="T20" fmla="*/ 199 w 492"/>
                <a:gd name="T21" fmla="*/ 27 h 368"/>
                <a:gd name="T22" fmla="*/ 176 w 492"/>
                <a:gd name="T23" fmla="*/ 34 h 368"/>
                <a:gd name="T24" fmla="*/ 154 w 492"/>
                <a:gd name="T25" fmla="*/ 42 h 368"/>
                <a:gd name="T26" fmla="*/ 116 w 492"/>
                <a:gd name="T27" fmla="*/ 34 h 368"/>
                <a:gd name="T28" fmla="*/ 95 w 492"/>
                <a:gd name="T29" fmla="*/ 50 h 368"/>
                <a:gd name="T30" fmla="*/ 62 w 492"/>
                <a:gd name="T31" fmla="*/ 71 h 368"/>
                <a:gd name="T32" fmla="*/ 0 w 492"/>
                <a:gd name="T33" fmla="*/ 102 h 368"/>
                <a:gd name="T34" fmla="*/ 40 w 492"/>
                <a:gd name="T35" fmla="*/ 113 h 368"/>
                <a:gd name="T36" fmla="*/ 11 w 492"/>
                <a:gd name="T37" fmla="*/ 123 h 368"/>
                <a:gd name="T38" fmla="*/ 35 w 492"/>
                <a:gd name="T39" fmla="*/ 139 h 368"/>
                <a:gd name="T40" fmla="*/ 67 w 492"/>
                <a:gd name="T41" fmla="*/ 137 h 368"/>
                <a:gd name="T42" fmla="*/ 116 w 492"/>
                <a:gd name="T43" fmla="*/ 151 h 368"/>
                <a:gd name="T44" fmla="*/ 140 w 492"/>
                <a:gd name="T45" fmla="*/ 183 h 368"/>
                <a:gd name="T46" fmla="*/ 144 w 492"/>
                <a:gd name="T47" fmla="*/ 212 h 368"/>
                <a:gd name="T48" fmla="*/ 174 w 492"/>
                <a:gd name="T49" fmla="*/ 223 h 368"/>
                <a:gd name="T50" fmla="*/ 171 w 492"/>
                <a:gd name="T51" fmla="*/ 234 h 368"/>
                <a:gd name="T52" fmla="*/ 166 w 492"/>
                <a:gd name="T53" fmla="*/ 254 h 368"/>
                <a:gd name="T54" fmla="*/ 161 w 492"/>
                <a:gd name="T55" fmla="*/ 279 h 368"/>
                <a:gd name="T56" fmla="*/ 168 w 492"/>
                <a:gd name="T57" fmla="*/ 311 h 368"/>
                <a:gd name="T58" fmla="*/ 183 w 492"/>
                <a:gd name="T59" fmla="*/ 331 h 368"/>
                <a:gd name="T60" fmla="*/ 204 w 492"/>
                <a:gd name="T61" fmla="*/ 356 h 368"/>
                <a:gd name="T62" fmla="*/ 236 w 492"/>
                <a:gd name="T63" fmla="*/ 368 h 368"/>
                <a:gd name="T64" fmla="*/ 245 w 492"/>
                <a:gd name="T65" fmla="*/ 336 h 368"/>
                <a:gd name="T66" fmla="*/ 259 w 492"/>
                <a:gd name="T67" fmla="*/ 321 h 368"/>
                <a:gd name="T68" fmla="*/ 260 w 492"/>
                <a:gd name="T69" fmla="*/ 305 h 368"/>
                <a:gd name="T70" fmla="*/ 274 w 492"/>
                <a:gd name="T71" fmla="*/ 295 h 368"/>
                <a:gd name="T72" fmla="*/ 286 w 492"/>
                <a:gd name="T73" fmla="*/ 292 h 368"/>
                <a:gd name="T74" fmla="*/ 329 w 492"/>
                <a:gd name="T75" fmla="*/ 264 h 368"/>
                <a:gd name="T76" fmla="*/ 356 w 492"/>
                <a:gd name="T77" fmla="*/ 256 h 368"/>
                <a:gd name="T78" fmla="*/ 411 w 492"/>
                <a:gd name="T79" fmla="*/ 232 h 368"/>
                <a:gd name="T80" fmla="*/ 381 w 492"/>
                <a:gd name="T81" fmla="*/ 226 h 368"/>
                <a:gd name="T82" fmla="*/ 412 w 492"/>
                <a:gd name="T83" fmla="*/ 228 h 368"/>
                <a:gd name="T84" fmla="*/ 405 w 492"/>
                <a:gd name="T85" fmla="*/ 200 h 368"/>
                <a:gd name="T86" fmla="*/ 390 w 492"/>
                <a:gd name="T87" fmla="*/ 186 h 368"/>
                <a:gd name="T88" fmla="*/ 425 w 492"/>
                <a:gd name="T89" fmla="*/ 182 h 368"/>
                <a:gd name="T90" fmla="*/ 434 w 492"/>
                <a:gd name="T91" fmla="*/ 164 h 368"/>
                <a:gd name="T92" fmla="*/ 430 w 492"/>
                <a:gd name="T93" fmla="*/ 138 h 368"/>
                <a:gd name="T94" fmla="*/ 420 w 492"/>
                <a:gd name="T95" fmla="*/ 127 h 368"/>
                <a:gd name="T96" fmla="*/ 424 w 492"/>
                <a:gd name="T97" fmla="*/ 116 h 368"/>
                <a:gd name="T98" fmla="*/ 412 w 492"/>
                <a:gd name="T99" fmla="*/ 110 h 368"/>
                <a:gd name="T100" fmla="*/ 445 w 492"/>
                <a:gd name="T101" fmla="*/ 76 h 368"/>
                <a:gd name="T102" fmla="*/ 437 w 492"/>
                <a:gd name="T103" fmla="*/ 67 h 368"/>
                <a:gd name="T104" fmla="*/ 446 w 492"/>
                <a:gd name="T105" fmla="*/ 58 h 368"/>
                <a:gd name="T106" fmla="*/ 492 w 492"/>
                <a:gd name="T107" fmla="*/ 42 h 368"/>
                <a:gd name="T108" fmla="*/ 162 w 492"/>
                <a:gd name="T109" fmla="*/ 235 h 368"/>
                <a:gd name="T110" fmla="*/ 154 w 492"/>
                <a:gd name="T111" fmla="*/ 24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2" h="368">
                  <a:moveTo>
                    <a:pt x="465" y="34"/>
                  </a:moveTo>
                  <a:cubicBezTo>
                    <a:pt x="456" y="34"/>
                    <a:pt x="449" y="36"/>
                    <a:pt x="448" y="42"/>
                  </a:cubicBezTo>
                  <a:cubicBezTo>
                    <a:pt x="448" y="48"/>
                    <a:pt x="437" y="41"/>
                    <a:pt x="432" y="43"/>
                  </a:cubicBezTo>
                  <a:cubicBezTo>
                    <a:pt x="427" y="45"/>
                    <a:pt x="430" y="38"/>
                    <a:pt x="425" y="40"/>
                  </a:cubicBezTo>
                  <a:cubicBezTo>
                    <a:pt x="420" y="42"/>
                    <a:pt x="415" y="48"/>
                    <a:pt x="409" y="51"/>
                  </a:cubicBezTo>
                  <a:cubicBezTo>
                    <a:pt x="403" y="53"/>
                    <a:pt x="399" y="59"/>
                    <a:pt x="396" y="59"/>
                  </a:cubicBezTo>
                  <a:cubicBezTo>
                    <a:pt x="392" y="60"/>
                    <a:pt x="403" y="48"/>
                    <a:pt x="409" y="43"/>
                  </a:cubicBezTo>
                  <a:cubicBezTo>
                    <a:pt x="415" y="37"/>
                    <a:pt x="412" y="30"/>
                    <a:pt x="404" y="31"/>
                  </a:cubicBezTo>
                  <a:cubicBezTo>
                    <a:pt x="396" y="32"/>
                    <a:pt x="398" y="37"/>
                    <a:pt x="394" y="37"/>
                  </a:cubicBezTo>
                  <a:cubicBezTo>
                    <a:pt x="389" y="38"/>
                    <a:pt x="369" y="49"/>
                    <a:pt x="368" y="46"/>
                  </a:cubicBezTo>
                  <a:cubicBezTo>
                    <a:pt x="367" y="42"/>
                    <a:pt x="385" y="37"/>
                    <a:pt x="385" y="35"/>
                  </a:cubicBezTo>
                  <a:cubicBezTo>
                    <a:pt x="384" y="33"/>
                    <a:pt x="362" y="33"/>
                    <a:pt x="352" y="34"/>
                  </a:cubicBezTo>
                  <a:cubicBezTo>
                    <a:pt x="342" y="36"/>
                    <a:pt x="325" y="41"/>
                    <a:pt x="324" y="38"/>
                  </a:cubicBezTo>
                  <a:cubicBezTo>
                    <a:pt x="324" y="36"/>
                    <a:pt x="345" y="32"/>
                    <a:pt x="355" y="30"/>
                  </a:cubicBezTo>
                  <a:cubicBezTo>
                    <a:pt x="366" y="29"/>
                    <a:pt x="385" y="31"/>
                    <a:pt x="393" y="28"/>
                  </a:cubicBezTo>
                  <a:cubicBezTo>
                    <a:pt x="401" y="24"/>
                    <a:pt x="413" y="24"/>
                    <a:pt x="415" y="22"/>
                  </a:cubicBezTo>
                  <a:cubicBezTo>
                    <a:pt x="418" y="19"/>
                    <a:pt x="406" y="15"/>
                    <a:pt x="400" y="16"/>
                  </a:cubicBezTo>
                  <a:cubicBezTo>
                    <a:pt x="395" y="16"/>
                    <a:pt x="389" y="15"/>
                    <a:pt x="389" y="12"/>
                  </a:cubicBezTo>
                  <a:cubicBezTo>
                    <a:pt x="390" y="9"/>
                    <a:pt x="381" y="9"/>
                    <a:pt x="380" y="7"/>
                  </a:cubicBezTo>
                  <a:cubicBezTo>
                    <a:pt x="379" y="4"/>
                    <a:pt x="361" y="6"/>
                    <a:pt x="357" y="4"/>
                  </a:cubicBezTo>
                  <a:cubicBezTo>
                    <a:pt x="353" y="1"/>
                    <a:pt x="342" y="0"/>
                    <a:pt x="333" y="1"/>
                  </a:cubicBezTo>
                  <a:cubicBezTo>
                    <a:pt x="323" y="2"/>
                    <a:pt x="304" y="1"/>
                    <a:pt x="299" y="2"/>
                  </a:cubicBezTo>
                  <a:cubicBezTo>
                    <a:pt x="295" y="2"/>
                    <a:pt x="292" y="4"/>
                    <a:pt x="288" y="4"/>
                  </a:cubicBezTo>
                  <a:cubicBezTo>
                    <a:pt x="284" y="3"/>
                    <a:pt x="277" y="5"/>
                    <a:pt x="280" y="8"/>
                  </a:cubicBezTo>
                  <a:cubicBezTo>
                    <a:pt x="284" y="12"/>
                    <a:pt x="273" y="14"/>
                    <a:pt x="274" y="11"/>
                  </a:cubicBezTo>
                  <a:cubicBezTo>
                    <a:pt x="275" y="7"/>
                    <a:pt x="265" y="5"/>
                    <a:pt x="262" y="8"/>
                  </a:cubicBezTo>
                  <a:cubicBezTo>
                    <a:pt x="258" y="11"/>
                    <a:pt x="242" y="5"/>
                    <a:pt x="240" y="8"/>
                  </a:cubicBezTo>
                  <a:cubicBezTo>
                    <a:pt x="237" y="11"/>
                    <a:pt x="219" y="10"/>
                    <a:pt x="213" y="11"/>
                  </a:cubicBezTo>
                  <a:cubicBezTo>
                    <a:pt x="208" y="12"/>
                    <a:pt x="222" y="16"/>
                    <a:pt x="221" y="18"/>
                  </a:cubicBezTo>
                  <a:cubicBezTo>
                    <a:pt x="221" y="21"/>
                    <a:pt x="203" y="18"/>
                    <a:pt x="207" y="23"/>
                  </a:cubicBezTo>
                  <a:cubicBezTo>
                    <a:pt x="211" y="27"/>
                    <a:pt x="222" y="30"/>
                    <a:pt x="228" y="36"/>
                  </a:cubicBezTo>
                  <a:cubicBezTo>
                    <a:pt x="233" y="41"/>
                    <a:pt x="223" y="38"/>
                    <a:pt x="217" y="34"/>
                  </a:cubicBezTo>
                  <a:cubicBezTo>
                    <a:pt x="211" y="30"/>
                    <a:pt x="203" y="31"/>
                    <a:pt x="199" y="27"/>
                  </a:cubicBezTo>
                  <a:cubicBezTo>
                    <a:pt x="195" y="23"/>
                    <a:pt x="181" y="20"/>
                    <a:pt x="178" y="22"/>
                  </a:cubicBezTo>
                  <a:cubicBezTo>
                    <a:pt x="173" y="25"/>
                    <a:pt x="187" y="30"/>
                    <a:pt x="187" y="33"/>
                  </a:cubicBezTo>
                  <a:cubicBezTo>
                    <a:pt x="187" y="37"/>
                    <a:pt x="178" y="33"/>
                    <a:pt x="176" y="34"/>
                  </a:cubicBezTo>
                  <a:cubicBezTo>
                    <a:pt x="174" y="35"/>
                    <a:pt x="166" y="26"/>
                    <a:pt x="161" y="26"/>
                  </a:cubicBezTo>
                  <a:cubicBezTo>
                    <a:pt x="157" y="26"/>
                    <a:pt x="161" y="30"/>
                    <a:pt x="161" y="36"/>
                  </a:cubicBezTo>
                  <a:cubicBezTo>
                    <a:pt x="161" y="42"/>
                    <a:pt x="151" y="46"/>
                    <a:pt x="154" y="42"/>
                  </a:cubicBezTo>
                  <a:cubicBezTo>
                    <a:pt x="157" y="37"/>
                    <a:pt x="155" y="27"/>
                    <a:pt x="150" y="25"/>
                  </a:cubicBezTo>
                  <a:cubicBezTo>
                    <a:pt x="145" y="23"/>
                    <a:pt x="132" y="29"/>
                    <a:pt x="125" y="29"/>
                  </a:cubicBezTo>
                  <a:cubicBezTo>
                    <a:pt x="119" y="29"/>
                    <a:pt x="110" y="31"/>
                    <a:pt x="116" y="34"/>
                  </a:cubicBezTo>
                  <a:cubicBezTo>
                    <a:pt x="121" y="37"/>
                    <a:pt x="115" y="39"/>
                    <a:pt x="110" y="36"/>
                  </a:cubicBezTo>
                  <a:cubicBezTo>
                    <a:pt x="105" y="32"/>
                    <a:pt x="89" y="36"/>
                    <a:pt x="92" y="38"/>
                  </a:cubicBezTo>
                  <a:cubicBezTo>
                    <a:pt x="96" y="41"/>
                    <a:pt x="97" y="47"/>
                    <a:pt x="95" y="50"/>
                  </a:cubicBezTo>
                  <a:cubicBezTo>
                    <a:pt x="92" y="53"/>
                    <a:pt x="86" y="47"/>
                    <a:pt x="79" y="48"/>
                  </a:cubicBezTo>
                  <a:cubicBezTo>
                    <a:pt x="73" y="48"/>
                    <a:pt x="41" y="64"/>
                    <a:pt x="43" y="68"/>
                  </a:cubicBezTo>
                  <a:cubicBezTo>
                    <a:pt x="45" y="72"/>
                    <a:pt x="58" y="68"/>
                    <a:pt x="62" y="71"/>
                  </a:cubicBezTo>
                  <a:cubicBezTo>
                    <a:pt x="67" y="73"/>
                    <a:pt x="61" y="82"/>
                    <a:pt x="56" y="86"/>
                  </a:cubicBezTo>
                  <a:cubicBezTo>
                    <a:pt x="51" y="89"/>
                    <a:pt x="31" y="86"/>
                    <a:pt x="31" y="90"/>
                  </a:cubicBezTo>
                  <a:cubicBezTo>
                    <a:pt x="30" y="94"/>
                    <a:pt x="0" y="95"/>
                    <a:pt x="0" y="102"/>
                  </a:cubicBezTo>
                  <a:cubicBezTo>
                    <a:pt x="0" y="105"/>
                    <a:pt x="1" y="107"/>
                    <a:pt x="5" y="108"/>
                  </a:cubicBezTo>
                  <a:cubicBezTo>
                    <a:pt x="9" y="109"/>
                    <a:pt x="14" y="107"/>
                    <a:pt x="18" y="112"/>
                  </a:cubicBezTo>
                  <a:cubicBezTo>
                    <a:pt x="22" y="116"/>
                    <a:pt x="33" y="116"/>
                    <a:pt x="40" y="113"/>
                  </a:cubicBezTo>
                  <a:cubicBezTo>
                    <a:pt x="47" y="110"/>
                    <a:pt x="53" y="114"/>
                    <a:pt x="52" y="118"/>
                  </a:cubicBezTo>
                  <a:cubicBezTo>
                    <a:pt x="52" y="122"/>
                    <a:pt x="36" y="116"/>
                    <a:pt x="31" y="120"/>
                  </a:cubicBezTo>
                  <a:cubicBezTo>
                    <a:pt x="26" y="123"/>
                    <a:pt x="10" y="120"/>
                    <a:pt x="11" y="123"/>
                  </a:cubicBezTo>
                  <a:cubicBezTo>
                    <a:pt x="12" y="127"/>
                    <a:pt x="19" y="126"/>
                    <a:pt x="26" y="127"/>
                  </a:cubicBezTo>
                  <a:cubicBezTo>
                    <a:pt x="32" y="128"/>
                    <a:pt x="26" y="131"/>
                    <a:pt x="26" y="134"/>
                  </a:cubicBezTo>
                  <a:cubicBezTo>
                    <a:pt x="26" y="136"/>
                    <a:pt x="29" y="136"/>
                    <a:pt x="35" y="139"/>
                  </a:cubicBezTo>
                  <a:cubicBezTo>
                    <a:pt x="42" y="142"/>
                    <a:pt x="52" y="144"/>
                    <a:pt x="48" y="140"/>
                  </a:cubicBezTo>
                  <a:cubicBezTo>
                    <a:pt x="45" y="137"/>
                    <a:pt x="55" y="137"/>
                    <a:pt x="57" y="139"/>
                  </a:cubicBezTo>
                  <a:cubicBezTo>
                    <a:pt x="58" y="141"/>
                    <a:pt x="63" y="136"/>
                    <a:pt x="67" y="137"/>
                  </a:cubicBezTo>
                  <a:cubicBezTo>
                    <a:pt x="72" y="139"/>
                    <a:pt x="73" y="133"/>
                    <a:pt x="77" y="135"/>
                  </a:cubicBezTo>
                  <a:cubicBezTo>
                    <a:pt x="81" y="138"/>
                    <a:pt x="97" y="139"/>
                    <a:pt x="103" y="142"/>
                  </a:cubicBezTo>
                  <a:cubicBezTo>
                    <a:pt x="109" y="145"/>
                    <a:pt x="116" y="146"/>
                    <a:pt x="116" y="151"/>
                  </a:cubicBezTo>
                  <a:cubicBezTo>
                    <a:pt x="115" y="155"/>
                    <a:pt x="121" y="159"/>
                    <a:pt x="127" y="161"/>
                  </a:cubicBezTo>
                  <a:cubicBezTo>
                    <a:pt x="133" y="164"/>
                    <a:pt x="135" y="170"/>
                    <a:pt x="134" y="174"/>
                  </a:cubicBezTo>
                  <a:cubicBezTo>
                    <a:pt x="134" y="178"/>
                    <a:pt x="141" y="181"/>
                    <a:pt x="140" y="183"/>
                  </a:cubicBezTo>
                  <a:cubicBezTo>
                    <a:pt x="139" y="185"/>
                    <a:pt x="140" y="188"/>
                    <a:pt x="144" y="192"/>
                  </a:cubicBezTo>
                  <a:cubicBezTo>
                    <a:pt x="148" y="195"/>
                    <a:pt x="137" y="198"/>
                    <a:pt x="140" y="202"/>
                  </a:cubicBezTo>
                  <a:cubicBezTo>
                    <a:pt x="143" y="205"/>
                    <a:pt x="136" y="211"/>
                    <a:pt x="144" y="212"/>
                  </a:cubicBezTo>
                  <a:cubicBezTo>
                    <a:pt x="151" y="214"/>
                    <a:pt x="150" y="207"/>
                    <a:pt x="156" y="207"/>
                  </a:cubicBezTo>
                  <a:cubicBezTo>
                    <a:pt x="162" y="207"/>
                    <a:pt x="156" y="212"/>
                    <a:pt x="159" y="215"/>
                  </a:cubicBezTo>
                  <a:cubicBezTo>
                    <a:pt x="162" y="218"/>
                    <a:pt x="168" y="218"/>
                    <a:pt x="174" y="223"/>
                  </a:cubicBezTo>
                  <a:cubicBezTo>
                    <a:pt x="180" y="228"/>
                    <a:pt x="176" y="230"/>
                    <a:pt x="171" y="226"/>
                  </a:cubicBezTo>
                  <a:cubicBezTo>
                    <a:pt x="165" y="222"/>
                    <a:pt x="150" y="223"/>
                    <a:pt x="150" y="224"/>
                  </a:cubicBezTo>
                  <a:cubicBezTo>
                    <a:pt x="150" y="226"/>
                    <a:pt x="167" y="236"/>
                    <a:pt x="171" y="234"/>
                  </a:cubicBezTo>
                  <a:cubicBezTo>
                    <a:pt x="175" y="233"/>
                    <a:pt x="181" y="240"/>
                    <a:pt x="178" y="243"/>
                  </a:cubicBezTo>
                  <a:cubicBezTo>
                    <a:pt x="176" y="245"/>
                    <a:pt x="177" y="251"/>
                    <a:pt x="177" y="254"/>
                  </a:cubicBezTo>
                  <a:cubicBezTo>
                    <a:pt x="176" y="257"/>
                    <a:pt x="170" y="254"/>
                    <a:pt x="166" y="254"/>
                  </a:cubicBezTo>
                  <a:cubicBezTo>
                    <a:pt x="163" y="255"/>
                    <a:pt x="160" y="256"/>
                    <a:pt x="160" y="260"/>
                  </a:cubicBezTo>
                  <a:cubicBezTo>
                    <a:pt x="160" y="264"/>
                    <a:pt x="154" y="267"/>
                    <a:pt x="153" y="272"/>
                  </a:cubicBezTo>
                  <a:cubicBezTo>
                    <a:pt x="153" y="277"/>
                    <a:pt x="158" y="277"/>
                    <a:pt x="161" y="279"/>
                  </a:cubicBezTo>
                  <a:cubicBezTo>
                    <a:pt x="164" y="281"/>
                    <a:pt x="155" y="282"/>
                    <a:pt x="155" y="286"/>
                  </a:cubicBezTo>
                  <a:cubicBezTo>
                    <a:pt x="155" y="290"/>
                    <a:pt x="163" y="296"/>
                    <a:pt x="166" y="298"/>
                  </a:cubicBezTo>
                  <a:cubicBezTo>
                    <a:pt x="169" y="299"/>
                    <a:pt x="166" y="307"/>
                    <a:pt x="168" y="311"/>
                  </a:cubicBezTo>
                  <a:cubicBezTo>
                    <a:pt x="169" y="315"/>
                    <a:pt x="173" y="310"/>
                    <a:pt x="172" y="316"/>
                  </a:cubicBezTo>
                  <a:cubicBezTo>
                    <a:pt x="172" y="321"/>
                    <a:pt x="176" y="321"/>
                    <a:pt x="176" y="324"/>
                  </a:cubicBezTo>
                  <a:cubicBezTo>
                    <a:pt x="177" y="327"/>
                    <a:pt x="184" y="326"/>
                    <a:pt x="183" y="331"/>
                  </a:cubicBezTo>
                  <a:cubicBezTo>
                    <a:pt x="181" y="335"/>
                    <a:pt x="185" y="338"/>
                    <a:pt x="186" y="340"/>
                  </a:cubicBezTo>
                  <a:cubicBezTo>
                    <a:pt x="188" y="343"/>
                    <a:pt x="194" y="347"/>
                    <a:pt x="195" y="350"/>
                  </a:cubicBezTo>
                  <a:cubicBezTo>
                    <a:pt x="197" y="353"/>
                    <a:pt x="200" y="357"/>
                    <a:pt x="204" y="356"/>
                  </a:cubicBezTo>
                  <a:cubicBezTo>
                    <a:pt x="209" y="355"/>
                    <a:pt x="209" y="359"/>
                    <a:pt x="212" y="358"/>
                  </a:cubicBezTo>
                  <a:cubicBezTo>
                    <a:pt x="216" y="358"/>
                    <a:pt x="221" y="360"/>
                    <a:pt x="222" y="362"/>
                  </a:cubicBezTo>
                  <a:cubicBezTo>
                    <a:pt x="223" y="365"/>
                    <a:pt x="233" y="367"/>
                    <a:pt x="236" y="368"/>
                  </a:cubicBezTo>
                  <a:cubicBezTo>
                    <a:pt x="239" y="368"/>
                    <a:pt x="239" y="363"/>
                    <a:pt x="242" y="362"/>
                  </a:cubicBezTo>
                  <a:cubicBezTo>
                    <a:pt x="244" y="360"/>
                    <a:pt x="243" y="350"/>
                    <a:pt x="246" y="349"/>
                  </a:cubicBezTo>
                  <a:cubicBezTo>
                    <a:pt x="248" y="348"/>
                    <a:pt x="247" y="337"/>
                    <a:pt x="245" y="336"/>
                  </a:cubicBezTo>
                  <a:cubicBezTo>
                    <a:pt x="243" y="335"/>
                    <a:pt x="244" y="332"/>
                    <a:pt x="249" y="332"/>
                  </a:cubicBezTo>
                  <a:cubicBezTo>
                    <a:pt x="255" y="333"/>
                    <a:pt x="253" y="328"/>
                    <a:pt x="255" y="327"/>
                  </a:cubicBezTo>
                  <a:cubicBezTo>
                    <a:pt x="258" y="326"/>
                    <a:pt x="257" y="321"/>
                    <a:pt x="259" y="321"/>
                  </a:cubicBezTo>
                  <a:cubicBezTo>
                    <a:pt x="261" y="320"/>
                    <a:pt x="260" y="317"/>
                    <a:pt x="259" y="315"/>
                  </a:cubicBezTo>
                  <a:cubicBezTo>
                    <a:pt x="257" y="313"/>
                    <a:pt x="259" y="312"/>
                    <a:pt x="262" y="311"/>
                  </a:cubicBezTo>
                  <a:cubicBezTo>
                    <a:pt x="265" y="311"/>
                    <a:pt x="264" y="307"/>
                    <a:pt x="260" y="305"/>
                  </a:cubicBezTo>
                  <a:cubicBezTo>
                    <a:pt x="257" y="304"/>
                    <a:pt x="258" y="300"/>
                    <a:pt x="262" y="302"/>
                  </a:cubicBezTo>
                  <a:cubicBezTo>
                    <a:pt x="265" y="305"/>
                    <a:pt x="268" y="303"/>
                    <a:pt x="266" y="300"/>
                  </a:cubicBezTo>
                  <a:cubicBezTo>
                    <a:pt x="264" y="297"/>
                    <a:pt x="269" y="296"/>
                    <a:pt x="274" y="295"/>
                  </a:cubicBezTo>
                  <a:cubicBezTo>
                    <a:pt x="279" y="295"/>
                    <a:pt x="281" y="292"/>
                    <a:pt x="280" y="288"/>
                  </a:cubicBezTo>
                  <a:cubicBezTo>
                    <a:pt x="279" y="285"/>
                    <a:pt x="286" y="285"/>
                    <a:pt x="284" y="288"/>
                  </a:cubicBezTo>
                  <a:cubicBezTo>
                    <a:pt x="283" y="291"/>
                    <a:pt x="284" y="295"/>
                    <a:pt x="286" y="292"/>
                  </a:cubicBezTo>
                  <a:cubicBezTo>
                    <a:pt x="288" y="290"/>
                    <a:pt x="293" y="292"/>
                    <a:pt x="301" y="289"/>
                  </a:cubicBezTo>
                  <a:cubicBezTo>
                    <a:pt x="309" y="287"/>
                    <a:pt x="317" y="280"/>
                    <a:pt x="319" y="274"/>
                  </a:cubicBezTo>
                  <a:cubicBezTo>
                    <a:pt x="321" y="267"/>
                    <a:pt x="330" y="268"/>
                    <a:pt x="329" y="264"/>
                  </a:cubicBezTo>
                  <a:cubicBezTo>
                    <a:pt x="328" y="260"/>
                    <a:pt x="330" y="258"/>
                    <a:pt x="336" y="261"/>
                  </a:cubicBezTo>
                  <a:cubicBezTo>
                    <a:pt x="342" y="264"/>
                    <a:pt x="338" y="259"/>
                    <a:pt x="344" y="259"/>
                  </a:cubicBezTo>
                  <a:cubicBezTo>
                    <a:pt x="351" y="259"/>
                    <a:pt x="350" y="256"/>
                    <a:pt x="356" y="256"/>
                  </a:cubicBezTo>
                  <a:cubicBezTo>
                    <a:pt x="363" y="256"/>
                    <a:pt x="379" y="253"/>
                    <a:pt x="385" y="248"/>
                  </a:cubicBezTo>
                  <a:cubicBezTo>
                    <a:pt x="391" y="244"/>
                    <a:pt x="403" y="240"/>
                    <a:pt x="408" y="237"/>
                  </a:cubicBezTo>
                  <a:cubicBezTo>
                    <a:pt x="413" y="233"/>
                    <a:pt x="414" y="231"/>
                    <a:pt x="411" y="232"/>
                  </a:cubicBezTo>
                  <a:cubicBezTo>
                    <a:pt x="408" y="234"/>
                    <a:pt x="401" y="234"/>
                    <a:pt x="397" y="233"/>
                  </a:cubicBezTo>
                  <a:cubicBezTo>
                    <a:pt x="392" y="232"/>
                    <a:pt x="384" y="228"/>
                    <a:pt x="379" y="231"/>
                  </a:cubicBezTo>
                  <a:cubicBezTo>
                    <a:pt x="373" y="234"/>
                    <a:pt x="377" y="227"/>
                    <a:pt x="381" y="226"/>
                  </a:cubicBezTo>
                  <a:cubicBezTo>
                    <a:pt x="386" y="225"/>
                    <a:pt x="384" y="223"/>
                    <a:pt x="383" y="218"/>
                  </a:cubicBezTo>
                  <a:cubicBezTo>
                    <a:pt x="381" y="213"/>
                    <a:pt x="390" y="217"/>
                    <a:pt x="394" y="222"/>
                  </a:cubicBezTo>
                  <a:cubicBezTo>
                    <a:pt x="398" y="227"/>
                    <a:pt x="405" y="230"/>
                    <a:pt x="412" y="228"/>
                  </a:cubicBezTo>
                  <a:cubicBezTo>
                    <a:pt x="418" y="226"/>
                    <a:pt x="412" y="221"/>
                    <a:pt x="414" y="217"/>
                  </a:cubicBezTo>
                  <a:cubicBezTo>
                    <a:pt x="417" y="214"/>
                    <a:pt x="395" y="203"/>
                    <a:pt x="393" y="199"/>
                  </a:cubicBezTo>
                  <a:cubicBezTo>
                    <a:pt x="392" y="195"/>
                    <a:pt x="399" y="198"/>
                    <a:pt x="405" y="200"/>
                  </a:cubicBezTo>
                  <a:cubicBezTo>
                    <a:pt x="412" y="203"/>
                    <a:pt x="413" y="195"/>
                    <a:pt x="413" y="192"/>
                  </a:cubicBezTo>
                  <a:cubicBezTo>
                    <a:pt x="413" y="188"/>
                    <a:pt x="400" y="188"/>
                    <a:pt x="394" y="192"/>
                  </a:cubicBezTo>
                  <a:cubicBezTo>
                    <a:pt x="388" y="195"/>
                    <a:pt x="382" y="187"/>
                    <a:pt x="390" y="186"/>
                  </a:cubicBezTo>
                  <a:cubicBezTo>
                    <a:pt x="398" y="185"/>
                    <a:pt x="391" y="182"/>
                    <a:pt x="393" y="180"/>
                  </a:cubicBezTo>
                  <a:cubicBezTo>
                    <a:pt x="396" y="177"/>
                    <a:pt x="406" y="187"/>
                    <a:pt x="411" y="185"/>
                  </a:cubicBezTo>
                  <a:cubicBezTo>
                    <a:pt x="416" y="183"/>
                    <a:pt x="420" y="185"/>
                    <a:pt x="425" y="182"/>
                  </a:cubicBezTo>
                  <a:cubicBezTo>
                    <a:pt x="429" y="178"/>
                    <a:pt x="417" y="175"/>
                    <a:pt x="414" y="172"/>
                  </a:cubicBezTo>
                  <a:cubicBezTo>
                    <a:pt x="411" y="168"/>
                    <a:pt x="427" y="170"/>
                    <a:pt x="432" y="170"/>
                  </a:cubicBezTo>
                  <a:cubicBezTo>
                    <a:pt x="437" y="170"/>
                    <a:pt x="438" y="163"/>
                    <a:pt x="434" y="164"/>
                  </a:cubicBezTo>
                  <a:cubicBezTo>
                    <a:pt x="430" y="166"/>
                    <a:pt x="417" y="160"/>
                    <a:pt x="419" y="155"/>
                  </a:cubicBezTo>
                  <a:cubicBezTo>
                    <a:pt x="422" y="151"/>
                    <a:pt x="427" y="156"/>
                    <a:pt x="433" y="153"/>
                  </a:cubicBezTo>
                  <a:cubicBezTo>
                    <a:pt x="439" y="150"/>
                    <a:pt x="434" y="138"/>
                    <a:pt x="430" y="138"/>
                  </a:cubicBezTo>
                  <a:cubicBezTo>
                    <a:pt x="425" y="138"/>
                    <a:pt x="415" y="137"/>
                    <a:pt x="415" y="135"/>
                  </a:cubicBezTo>
                  <a:cubicBezTo>
                    <a:pt x="415" y="133"/>
                    <a:pt x="407" y="131"/>
                    <a:pt x="409" y="129"/>
                  </a:cubicBezTo>
                  <a:cubicBezTo>
                    <a:pt x="412" y="126"/>
                    <a:pt x="415" y="131"/>
                    <a:pt x="420" y="127"/>
                  </a:cubicBezTo>
                  <a:cubicBezTo>
                    <a:pt x="426" y="123"/>
                    <a:pt x="437" y="128"/>
                    <a:pt x="442" y="127"/>
                  </a:cubicBezTo>
                  <a:cubicBezTo>
                    <a:pt x="447" y="126"/>
                    <a:pt x="440" y="117"/>
                    <a:pt x="437" y="119"/>
                  </a:cubicBezTo>
                  <a:cubicBezTo>
                    <a:pt x="434" y="120"/>
                    <a:pt x="425" y="121"/>
                    <a:pt x="424" y="116"/>
                  </a:cubicBezTo>
                  <a:cubicBezTo>
                    <a:pt x="423" y="111"/>
                    <a:pt x="433" y="116"/>
                    <a:pt x="435" y="113"/>
                  </a:cubicBezTo>
                  <a:cubicBezTo>
                    <a:pt x="437" y="111"/>
                    <a:pt x="421" y="105"/>
                    <a:pt x="419" y="110"/>
                  </a:cubicBezTo>
                  <a:cubicBezTo>
                    <a:pt x="416" y="115"/>
                    <a:pt x="408" y="113"/>
                    <a:pt x="412" y="110"/>
                  </a:cubicBezTo>
                  <a:cubicBezTo>
                    <a:pt x="417" y="107"/>
                    <a:pt x="418" y="99"/>
                    <a:pt x="417" y="95"/>
                  </a:cubicBezTo>
                  <a:cubicBezTo>
                    <a:pt x="417" y="91"/>
                    <a:pt x="433" y="91"/>
                    <a:pt x="432" y="84"/>
                  </a:cubicBezTo>
                  <a:cubicBezTo>
                    <a:pt x="430" y="78"/>
                    <a:pt x="439" y="76"/>
                    <a:pt x="445" y="76"/>
                  </a:cubicBezTo>
                  <a:cubicBezTo>
                    <a:pt x="450" y="76"/>
                    <a:pt x="445" y="69"/>
                    <a:pt x="439" y="70"/>
                  </a:cubicBezTo>
                  <a:cubicBezTo>
                    <a:pt x="434" y="71"/>
                    <a:pt x="429" y="76"/>
                    <a:pt x="426" y="74"/>
                  </a:cubicBezTo>
                  <a:cubicBezTo>
                    <a:pt x="423" y="72"/>
                    <a:pt x="432" y="67"/>
                    <a:pt x="437" y="67"/>
                  </a:cubicBezTo>
                  <a:cubicBezTo>
                    <a:pt x="442" y="67"/>
                    <a:pt x="453" y="67"/>
                    <a:pt x="457" y="65"/>
                  </a:cubicBezTo>
                  <a:cubicBezTo>
                    <a:pt x="461" y="62"/>
                    <a:pt x="450" y="60"/>
                    <a:pt x="442" y="61"/>
                  </a:cubicBezTo>
                  <a:cubicBezTo>
                    <a:pt x="435" y="62"/>
                    <a:pt x="435" y="59"/>
                    <a:pt x="446" y="58"/>
                  </a:cubicBezTo>
                  <a:cubicBezTo>
                    <a:pt x="458" y="58"/>
                    <a:pt x="456" y="56"/>
                    <a:pt x="464" y="55"/>
                  </a:cubicBezTo>
                  <a:cubicBezTo>
                    <a:pt x="472" y="54"/>
                    <a:pt x="469" y="51"/>
                    <a:pt x="474" y="50"/>
                  </a:cubicBezTo>
                  <a:cubicBezTo>
                    <a:pt x="479" y="50"/>
                    <a:pt x="492" y="45"/>
                    <a:pt x="492" y="42"/>
                  </a:cubicBezTo>
                  <a:cubicBezTo>
                    <a:pt x="492" y="39"/>
                    <a:pt x="474" y="34"/>
                    <a:pt x="465" y="34"/>
                  </a:cubicBezTo>
                  <a:close/>
                  <a:moveTo>
                    <a:pt x="169" y="241"/>
                  </a:moveTo>
                  <a:cubicBezTo>
                    <a:pt x="169" y="237"/>
                    <a:pt x="164" y="240"/>
                    <a:pt x="162" y="235"/>
                  </a:cubicBezTo>
                  <a:cubicBezTo>
                    <a:pt x="160" y="231"/>
                    <a:pt x="148" y="229"/>
                    <a:pt x="146" y="232"/>
                  </a:cubicBezTo>
                  <a:cubicBezTo>
                    <a:pt x="146" y="234"/>
                    <a:pt x="142" y="236"/>
                    <a:pt x="145" y="239"/>
                  </a:cubicBezTo>
                  <a:cubicBezTo>
                    <a:pt x="148" y="243"/>
                    <a:pt x="150" y="241"/>
                    <a:pt x="154" y="245"/>
                  </a:cubicBezTo>
                  <a:cubicBezTo>
                    <a:pt x="158" y="248"/>
                    <a:pt x="168" y="245"/>
                    <a:pt x="169" y="24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6" name="Freeform 127">
              <a:extLst>
                <a:ext uri="{FF2B5EF4-FFF2-40B4-BE49-F238E27FC236}">
                  <a16:creationId xmlns:a16="http://schemas.microsoft.com/office/drawing/2014/main" id="{7DED53A1-0700-42E8-8C69-E3BC83EC380D}"/>
                </a:ext>
              </a:extLst>
            </p:cNvPr>
            <p:cNvSpPr>
              <a:spLocks/>
            </p:cNvSpPr>
            <p:nvPr/>
          </p:nvSpPr>
          <p:spPr bwMode="auto">
            <a:xfrm>
              <a:off x="3576638" y="4321175"/>
              <a:ext cx="49213" cy="38100"/>
            </a:xfrm>
            <a:custGeom>
              <a:avLst/>
              <a:gdLst>
                <a:gd name="T0" fmla="*/ 1 w 20"/>
                <a:gd name="T1" fmla="*/ 2 h 15"/>
                <a:gd name="T2" fmla="*/ 8 w 20"/>
                <a:gd name="T3" fmla="*/ 7 h 15"/>
                <a:gd name="T4" fmla="*/ 17 w 20"/>
                <a:gd name="T5" fmla="*/ 10 h 15"/>
                <a:gd name="T6" fmla="*/ 1 w 20"/>
                <a:gd name="T7" fmla="*/ 2 h 15"/>
              </a:gdLst>
              <a:ahLst/>
              <a:cxnLst>
                <a:cxn ang="0">
                  <a:pos x="T0" y="T1"/>
                </a:cxn>
                <a:cxn ang="0">
                  <a:pos x="T2" y="T3"/>
                </a:cxn>
                <a:cxn ang="0">
                  <a:pos x="T4" y="T5"/>
                </a:cxn>
                <a:cxn ang="0">
                  <a:pos x="T6" y="T7"/>
                </a:cxn>
              </a:cxnLst>
              <a:rect l="0" t="0" r="r" b="b"/>
              <a:pathLst>
                <a:path w="20" h="15">
                  <a:moveTo>
                    <a:pt x="1" y="2"/>
                  </a:moveTo>
                  <a:cubicBezTo>
                    <a:pt x="1" y="5"/>
                    <a:pt x="5" y="4"/>
                    <a:pt x="8" y="7"/>
                  </a:cubicBezTo>
                  <a:cubicBezTo>
                    <a:pt x="11" y="9"/>
                    <a:pt x="14" y="15"/>
                    <a:pt x="17" y="10"/>
                  </a:cubicBezTo>
                  <a:cubicBezTo>
                    <a:pt x="20" y="5"/>
                    <a:pt x="0" y="0"/>
                    <a:pt x="1" y="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7" name="Freeform 128">
              <a:extLst>
                <a:ext uri="{FF2B5EF4-FFF2-40B4-BE49-F238E27FC236}">
                  <a16:creationId xmlns:a16="http://schemas.microsoft.com/office/drawing/2014/main" id="{2D0CF526-6FD6-487A-AAFA-11F9FA833CB0}"/>
                </a:ext>
              </a:extLst>
            </p:cNvPr>
            <p:cNvSpPr>
              <a:spLocks noEditPoints="1"/>
            </p:cNvSpPr>
            <p:nvPr/>
          </p:nvSpPr>
          <p:spPr bwMode="auto">
            <a:xfrm>
              <a:off x="1479551" y="788988"/>
              <a:ext cx="1801813" cy="1390650"/>
            </a:xfrm>
            <a:custGeom>
              <a:avLst/>
              <a:gdLst>
                <a:gd name="T0" fmla="*/ 146 w 717"/>
                <a:gd name="T1" fmla="*/ 487 h 552"/>
                <a:gd name="T2" fmla="*/ 135 w 717"/>
                <a:gd name="T3" fmla="*/ 162 h 552"/>
                <a:gd name="T4" fmla="*/ 276 w 717"/>
                <a:gd name="T5" fmla="*/ 179 h 552"/>
                <a:gd name="T6" fmla="*/ 183 w 717"/>
                <a:gd name="T7" fmla="*/ 191 h 552"/>
                <a:gd name="T8" fmla="*/ 275 w 717"/>
                <a:gd name="T9" fmla="*/ 238 h 552"/>
                <a:gd name="T10" fmla="*/ 169 w 717"/>
                <a:gd name="T11" fmla="*/ 138 h 552"/>
                <a:gd name="T12" fmla="*/ 148 w 717"/>
                <a:gd name="T13" fmla="*/ 132 h 552"/>
                <a:gd name="T14" fmla="*/ 263 w 717"/>
                <a:gd name="T15" fmla="*/ 152 h 552"/>
                <a:gd name="T16" fmla="*/ 212 w 717"/>
                <a:gd name="T17" fmla="*/ 102 h 552"/>
                <a:gd name="T18" fmla="*/ 294 w 717"/>
                <a:gd name="T19" fmla="*/ 85 h 552"/>
                <a:gd name="T20" fmla="*/ 297 w 717"/>
                <a:gd name="T21" fmla="*/ 115 h 552"/>
                <a:gd name="T22" fmla="*/ 299 w 717"/>
                <a:gd name="T23" fmla="*/ 132 h 552"/>
                <a:gd name="T24" fmla="*/ 387 w 717"/>
                <a:gd name="T25" fmla="*/ 105 h 552"/>
                <a:gd name="T26" fmla="*/ 351 w 717"/>
                <a:gd name="T27" fmla="*/ 165 h 552"/>
                <a:gd name="T28" fmla="*/ 490 w 717"/>
                <a:gd name="T29" fmla="*/ 156 h 552"/>
                <a:gd name="T30" fmla="*/ 414 w 717"/>
                <a:gd name="T31" fmla="*/ 108 h 552"/>
                <a:gd name="T32" fmla="*/ 426 w 717"/>
                <a:gd name="T33" fmla="*/ 59 h 552"/>
                <a:gd name="T34" fmla="*/ 418 w 717"/>
                <a:gd name="T35" fmla="*/ 47 h 552"/>
                <a:gd name="T36" fmla="*/ 452 w 717"/>
                <a:gd name="T37" fmla="*/ 86 h 552"/>
                <a:gd name="T38" fmla="*/ 498 w 717"/>
                <a:gd name="T39" fmla="*/ 128 h 552"/>
                <a:gd name="T40" fmla="*/ 567 w 717"/>
                <a:gd name="T41" fmla="*/ 62 h 552"/>
                <a:gd name="T42" fmla="*/ 542 w 717"/>
                <a:gd name="T43" fmla="*/ 6 h 552"/>
                <a:gd name="T44" fmla="*/ 406 w 717"/>
                <a:gd name="T45" fmla="*/ 32 h 552"/>
                <a:gd name="T46" fmla="*/ 445 w 717"/>
                <a:gd name="T47" fmla="*/ 314 h 552"/>
                <a:gd name="T48" fmla="*/ 590 w 717"/>
                <a:gd name="T49" fmla="*/ 242 h 552"/>
                <a:gd name="T50" fmla="*/ 532 w 717"/>
                <a:gd name="T51" fmla="*/ 194 h 552"/>
                <a:gd name="T52" fmla="*/ 445 w 717"/>
                <a:gd name="T53" fmla="*/ 178 h 552"/>
                <a:gd name="T54" fmla="*/ 502 w 717"/>
                <a:gd name="T55" fmla="*/ 220 h 552"/>
                <a:gd name="T56" fmla="*/ 525 w 717"/>
                <a:gd name="T57" fmla="*/ 292 h 552"/>
                <a:gd name="T58" fmla="*/ 606 w 717"/>
                <a:gd name="T59" fmla="*/ 298 h 552"/>
                <a:gd name="T60" fmla="*/ 487 w 717"/>
                <a:gd name="T61" fmla="*/ 171 h 552"/>
                <a:gd name="T62" fmla="*/ 687 w 717"/>
                <a:gd name="T63" fmla="*/ 457 h 552"/>
                <a:gd name="T64" fmla="*/ 78 w 717"/>
                <a:gd name="T65" fmla="*/ 448 h 552"/>
                <a:gd name="T66" fmla="*/ 585 w 717"/>
                <a:gd name="T67" fmla="*/ 489 h 552"/>
                <a:gd name="T68" fmla="*/ 687 w 717"/>
                <a:gd name="T69" fmla="*/ 434 h 552"/>
                <a:gd name="T70" fmla="*/ 638 w 717"/>
                <a:gd name="T71" fmla="*/ 399 h 552"/>
                <a:gd name="T72" fmla="*/ 602 w 717"/>
                <a:gd name="T73" fmla="*/ 376 h 552"/>
                <a:gd name="T74" fmla="*/ 544 w 717"/>
                <a:gd name="T75" fmla="*/ 330 h 552"/>
                <a:gd name="T76" fmla="*/ 519 w 717"/>
                <a:gd name="T77" fmla="*/ 387 h 552"/>
                <a:gd name="T78" fmla="*/ 475 w 717"/>
                <a:gd name="T79" fmla="*/ 440 h 552"/>
                <a:gd name="T80" fmla="*/ 384 w 717"/>
                <a:gd name="T81" fmla="*/ 375 h 552"/>
                <a:gd name="T82" fmla="*/ 413 w 717"/>
                <a:gd name="T83" fmla="*/ 307 h 552"/>
                <a:gd name="T84" fmla="*/ 463 w 717"/>
                <a:gd name="T85" fmla="*/ 276 h 552"/>
                <a:gd name="T86" fmla="*/ 454 w 717"/>
                <a:gd name="T87" fmla="*/ 242 h 552"/>
                <a:gd name="T88" fmla="*/ 413 w 717"/>
                <a:gd name="T89" fmla="*/ 245 h 552"/>
                <a:gd name="T90" fmla="*/ 383 w 717"/>
                <a:gd name="T91" fmla="*/ 193 h 552"/>
                <a:gd name="T92" fmla="*/ 369 w 717"/>
                <a:gd name="T93" fmla="*/ 208 h 552"/>
                <a:gd name="T94" fmla="*/ 362 w 717"/>
                <a:gd name="T95" fmla="*/ 259 h 552"/>
                <a:gd name="T96" fmla="*/ 351 w 717"/>
                <a:gd name="T97" fmla="*/ 248 h 552"/>
                <a:gd name="T98" fmla="*/ 285 w 717"/>
                <a:gd name="T99" fmla="*/ 248 h 552"/>
                <a:gd name="T100" fmla="*/ 191 w 717"/>
                <a:gd name="T101" fmla="*/ 242 h 552"/>
                <a:gd name="T102" fmla="*/ 69 w 717"/>
                <a:gd name="T103" fmla="*/ 243 h 552"/>
                <a:gd name="T104" fmla="*/ 33 w 717"/>
                <a:gd name="T105" fmla="*/ 243 h 552"/>
                <a:gd name="T106" fmla="*/ 90 w 717"/>
                <a:gd name="T107" fmla="*/ 419 h 552"/>
                <a:gd name="T108" fmla="*/ 129 w 717"/>
                <a:gd name="T109" fmla="*/ 469 h 552"/>
                <a:gd name="T110" fmla="*/ 444 w 717"/>
                <a:gd name="T111" fmla="*/ 491 h 552"/>
                <a:gd name="T112" fmla="*/ 500 w 717"/>
                <a:gd name="T113" fmla="*/ 546 h 552"/>
                <a:gd name="T114" fmla="*/ 617 w 717"/>
                <a:gd name="T115" fmla="*/ 515 h 552"/>
                <a:gd name="T116" fmla="*/ 173 w 717"/>
                <a:gd name="T117" fmla="*/ 290 h 552"/>
                <a:gd name="T118" fmla="*/ 172 w 717"/>
                <a:gd name="T119" fmla="*/ 279 h 552"/>
                <a:gd name="T120" fmla="*/ 359 w 717"/>
                <a:gd name="T121" fmla="*/ 46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17" h="552">
                  <a:moveTo>
                    <a:pt x="141" y="484"/>
                  </a:moveTo>
                  <a:cubicBezTo>
                    <a:pt x="139" y="481"/>
                    <a:pt x="133" y="482"/>
                    <a:pt x="132" y="479"/>
                  </a:cubicBezTo>
                  <a:cubicBezTo>
                    <a:pt x="131" y="477"/>
                    <a:pt x="126" y="469"/>
                    <a:pt x="123" y="469"/>
                  </a:cubicBezTo>
                  <a:cubicBezTo>
                    <a:pt x="120" y="469"/>
                    <a:pt x="116" y="469"/>
                    <a:pt x="112" y="467"/>
                  </a:cubicBezTo>
                  <a:cubicBezTo>
                    <a:pt x="109" y="464"/>
                    <a:pt x="106" y="464"/>
                    <a:pt x="104" y="465"/>
                  </a:cubicBezTo>
                  <a:cubicBezTo>
                    <a:pt x="101" y="467"/>
                    <a:pt x="106" y="467"/>
                    <a:pt x="106" y="469"/>
                  </a:cubicBezTo>
                  <a:cubicBezTo>
                    <a:pt x="106" y="471"/>
                    <a:pt x="108" y="472"/>
                    <a:pt x="110" y="472"/>
                  </a:cubicBezTo>
                  <a:cubicBezTo>
                    <a:pt x="112" y="471"/>
                    <a:pt x="113" y="476"/>
                    <a:pt x="115" y="476"/>
                  </a:cubicBezTo>
                  <a:cubicBezTo>
                    <a:pt x="118" y="476"/>
                    <a:pt x="118" y="479"/>
                    <a:pt x="121" y="479"/>
                  </a:cubicBezTo>
                  <a:cubicBezTo>
                    <a:pt x="123" y="479"/>
                    <a:pt x="124" y="482"/>
                    <a:pt x="125" y="484"/>
                  </a:cubicBezTo>
                  <a:cubicBezTo>
                    <a:pt x="126" y="486"/>
                    <a:pt x="129" y="484"/>
                    <a:pt x="129" y="486"/>
                  </a:cubicBezTo>
                  <a:cubicBezTo>
                    <a:pt x="129" y="487"/>
                    <a:pt x="132" y="488"/>
                    <a:pt x="133" y="490"/>
                  </a:cubicBezTo>
                  <a:cubicBezTo>
                    <a:pt x="138" y="491"/>
                    <a:pt x="142" y="491"/>
                    <a:pt x="145" y="490"/>
                  </a:cubicBezTo>
                  <a:cubicBezTo>
                    <a:pt x="146" y="489"/>
                    <a:pt x="146" y="488"/>
                    <a:pt x="146" y="487"/>
                  </a:cubicBezTo>
                  <a:cubicBezTo>
                    <a:pt x="148" y="485"/>
                    <a:pt x="144" y="486"/>
                    <a:pt x="141" y="484"/>
                  </a:cubicBezTo>
                  <a:close/>
                  <a:moveTo>
                    <a:pt x="135" y="200"/>
                  </a:moveTo>
                  <a:cubicBezTo>
                    <a:pt x="142" y="202"/>
                    <a:pt x="142" y="213"/>
                    <a:pt x="147" y="213"/>
                  </a:cubicBezTo>
                  <a:cubicBezTo>
                    <a:pt x="150" y="213"/>
                    <a:pt x="147" y="210"/>
                    <a:pt x="152" y="210"/>
                  </a:cubicBezTo>
                  <a:cubicBezTo>
                    <a:pt x="157" y="210"/>
                    <a:pt x="156" y="207"/>
                    <a:pt x="160" y="208"/>
                  </a:cubicBezTo>
                  <a:cubicBezTo>
                    <a:pt x="164" y="208"/>
                    <a:pt x="168" y="206"/>
                    <a:pt x="168" y="201"/>
                  </a:cubicBezTo>
                  <a:cubicBezTo>
                    <a:pt x="168" y="196"/>
                    <a:pt x="171" y="195"/>
                    <a:pt x="175" y="194"/>
                  </a:cubicBezTo>
                  <a:cubicBezTo>
                    <a:pt x="179" y="193"/>
                    <a:pt x="176" y="187"/>
                    <a:pt x="182" y="186"/>
                  </a:cubicBezTo>
                  <a:cubicBezTo>
                    <a:pt x="188" y="184"/>
                    <a:pt x="204" y="177"/>
                    <a:pt x="207" y="175"/>
                  </a:cubicBezTo>
                  <a:cubicBezTo>
                    <a:pt x="210" y="173"/>
                    <a:pt x="204" y="170"/>
                    <a:pt x="197" y="166"/>
                  </a:cubicBezTo>
                  <a:cubicBezTo>
                    <a:pt x="191" y="162"/>
                    <a:pt x="186" y="161"/>
                    <a:pt x="181" y="164"/>
                  </a:cubicBezTo>
                  <a:cubicBezTo>
                    <a:pt x="176" y="168"/>
                    <a:pt x="180" y="161"/>
                    <a:pt x="176" y="163"/>
                  </a:cubicBezTo>
                  <a:cubicBezTo>
                    <a:pt x="172" y="164"/>
                    <a:pt x="161" y="160"/>
                    <a:pt x="160" y="158"/>
                  </a:cubicBezTo>
                  <a:cubicBezTo>
                    <a:pt x="158" y="156"/>
                    <a:pt x="139" y="162"/>
                    <a:pt x="135" y="162"/>
                  </a:cubicBezTo>
                  <a:cubicBezTo>
                    <a:pt x="130" y="162"/>
                    <a:pt x="135" y="167"/>
                    <a:pt x="138" y="169"/>
                  </a:cubicBezTo>
                  <a:cubicBezTo>
                    <a:pt x="141" y="172"/>
                    <a:pt x="130" y="180"/>
                    <a:pt x="132" y="181"/>
                  </a:cubicBezTo>
                  <a:cubicBezTo>
                    <a:pt x="135" y="183"/>
                    <a:pt x="130" y="188"/>
                    <a:pt x="125" y="194"/>
                  </a:cubicBezTo>
                  <a:cubicBezTo>
                    <a:pt x="120" y="199"/>
                    <a:pt x="129" y="199"/>
                    <a:pt x="135" y="200"/>
                  </a:cubicBezTo>
                  <a:close/>
                  <a:moveTo>
                    <a:pt x="314" y="230"/>
                  </a:moveTo>
                  <a:cubicBezTo>
                    <a:pt x="316" y="227"/>
                    <a:pt x="325" y="235"/>
                    <a:pt x="325" y="229"/>
                  </a:cubicBezTo>
                  <a:cubicBezTo>
                    <a:pt x="325" y="224"/>
                    <a:pt x="315" y="221"/>
                    <a:pt x="311" y="219"/>
                  </a:cubicBezTo>
                  <a:cubicBezTo>
                    <a:pt x="306" y="216"/>
                    <a:pt x="305" y="217"/>
                    <a:pt x="298" y="212"/>
                  </a:cubicBezTo>
                  <a:cubicBezTo>
                    <a:pt x="291" y="207"/>
                    <a:pt x="300" y="205"/>
                    <a:pt x="295" y="201"/>
                  </a:cubicBezTo>
                  <a:cubicBezTo>
                    <a:pt x="290" y="197"/>
                    <a:pt x="288" y="186"/>
                    <a:pt x="291" y="183"/>
                  </a:cubicBezTo>
                  <a:cubicBezTo>
                    <a:pt x="295" y="179"/>
                    <a:pt x="299" y="174"/>
                    <a:pt x="293" y="171"/>
                  </a:cubicBezTo>
                  <a:cubicBezTo>
                    <a:pt x="286" y="169"/>
                    <a:pt x="276" y="173"/>
                    <a:pt x="277" y="175"/>
                  </a:cubicBezTo>
                  <a:cubicBezTo>
                    <a:pt x="278" y="176"/>
                    <a:pt x="287" y="181"/>
                    <a:pt x="287" y="183"/>
                  </a:cubicBezTo>
                  <a:cubicBezTo>
                    <a:pt x="287" y="185"/>
                    <a:pt x="279" y="177"/>
                    <a:pt x="276" y="179"/>
                  </a:cubicBezTo>
                  <a:cubicBezTo>
                    <a:pt x="273" y="181"/>
                    <a:pt x="270" y="175"/>
                    <a:pt x="267" y="179"/>
                  </a:cubicBezTo>
                  <a:cubicBezTo>
                    <a:pt x="265" y="183"/>
                    <a:pt x="270" y="195"/>
                    <a:pt x="273" y="199"/>
                  </a:cubicBezTo>
                  <a:cubicBezTo>
                    <a:pt x="275" y="202"/>
                    <a:pt x="270" y="202"/>
                    <a:pt x="268" y="203"/>
                  </a:cubicBezTo>
                  <a:cubicBezTo>
                    <a:pt x="265" y="204"/>
                    <a:pt x="264" y="193"/>
                    <a:pt x="262" y="189"/>
                  </a:cubicBezTo>
                  <a:cubicBezTo>
                    <a:pt x="259" y="185"/>
                    <a:pt x="247" y="180"/>
                    <a:pt x="247" y="183"/>
                  </a:cubicBezTo>
                  <a:cubicBezTo>
                    <a:pt x="246" y="186"/>
                    <a:pt x="254" y="186"/>
                    <a:pt x="253" y="190"/>
                  </a:cubicBezTo>
                  <a:cubicBezTo>
                    <a:pt x="252" y="194"/>
                    <a:pt x="247" y="188"/>
                    <a:pt x="243" y="191"/>
                  </a:cubicBezTo>
                  <a:cubicBezTo>
                    <a:pt x="239" y="194"/>
                    <a:pt x="240" y="192"/>
                    <a:pt x="241" y="189"/>
                  </a:cubicBezTo>
                  <a:cubicBezTo>
                    <a:pt x="242" y="185"/>
                    <a:pt x="235" y="182"/>
                    <a:pt x="228" y="183"/>
                  </a:cubicBezTo>
                  <a:cubicBezTo>
                    <a:pt x="221" y="183"/>
                    <a:pt x="225" y="188"/>
                    <a:pt x="223" y="190"/>
                  </a:cubicBezTo>
                  <a:cubicBezTo>
                    <a:pt x="221" y="192"/>
                    <a:pt x="210" y="189"/>
                    <a:pt x="217" y="188"/>
                  </a:cubicBezTo>
                  <a:cubicBezTo>
                    <a:pt x="223" y="186"/>
                    <a:pt x="221" y="182"/>
                    <a:pt x="218" y="178"/>
                  </a:cubicBezTo>
                  <a:cubicBezTo>
                    <a:pt x="216" y="174"/>
                    <a:pt x="209" y="179"/>
                    <a:pt x="198" y="183"/>
                  </a:cubicBezTo>
                  <a:cubicBezTo>
                    <a:pt x="187" y="187"/>
                    <a:pt x="182" y="191"/>
                    <a:pt x="183" y="191"/>
                  </a:cubicBezTo>
                  <a:cubicBezTo>
                    <a:pt x="184" y="192"/>
                    <a:pt x="185" y="194"/>
                    <a:pt x="181" y="197"/>
                  </a:cubicBezTo>
                  <a:cubicBezTo>
                    <a:pt x="176" y="201"/>
                    <a:pt x="181" y="204"/>
                    <a:pt x="184" y="204"/>
                  </a:cubicBezTo>
                  <a:cubicBezTo>
                    <a:pt x="188" y="204"/>
                    <a:pt x="185" y="207"/>
                    <a:pt x="188" y="208"/>
                  </a:cubicBezTo>
                  <a:cubicBezTo>
                    <a:pt x="190" y="209"/>
                    <a:pt x="203" y="203"/>
                    <a:pt x="207" y="205"/>
                  </a:cubicBezTo>
                  <a:cubicBezTo>
                    <a:pt x="210" y="208"/>
                    <a:pt x="186" y="209"/>
                    <a:pt x="186" y="214"/>
                  </a:cubicBezTo>
                  <a:cubicBezTo>
                    <a:pt x="186" y="218"/>
                    <a:pt x="199" y="220"/>
                    <a:pt x="209" y="219"/>
                  </a:cubicBezTo>
                  <a:cubicBezTo>
                    <a:pt x="219" y="217"/>
                    <a:pt x="237" y="220"/>
                    <a:pt x="237" y="222"/>
                  </a:cubicBezTo>
                  <a:cubicBezTo>
                    <a:pt x="237" y="225"/>
                    <a:pt x="225" y="224"/>
                    <a:pt x="216" y="224"/>
                  </a:cubicBezTo>
                  <a:cubicBezTo>
                    <a:pt x="207" y="224"/>
                    <a:pt x="192" y="226"/>
                    <a:pt x="192" y="229"/>
                  </a:cubicBezTo>
                  <a:cubicBezTo>
                    <a:pt x="193" y="232"/>
                    <a:pt x="194" y="232"/>
                    <a:pt x="203" y="237"/>
                  </a:cubicBezTo>
                  <a:cubicBezTo>
                    <a:pt x="213" y="241"/>
                    <a:pt x="222" y="235"/>
                    <a:pt x="222" y="241"/>
                  </a:cubicBezTo>
                  <a:cubicBezTo>
                    <a:pt x="222" y="247"/>
                    <a:pt x="227" y="248"/>
                    <a:pt x="239" y="249"/>
                  </a:cubicBezTo>
                  <a:cubicBezTo>
                    <a:pt x="252" y="249"/>
                    <a:pt x="258" y="243"/>
                    <a:pt x="264" y="243"/>
                  </a:cubicBezTo>
                  <a:cubicBezTo>
                    <a:pt x="270" y="244"/>
                    <a:pt x="273" y="242"/>
                    <a:pt x="275" y="238"/>
                  </a:cubicBezTo>
                  <a:cubicBezTo>
                    <a:pt x="278" y="234"/>
                    <a:pt x="281" y="236"/>
                    <a:pt x="281" y="239"/>
                  </a:cubicBezTo>
                  <a:cubicBezTo>
                    <a:pt x="282" y="241"/>
                    <a:pt x="290" y="240"/>
                    <a:pt x="292" y="242"/>
                  </a:cubicBezTo>
                  <a:cubicBezTo>
                    <a:pt x="296" y="247"/>
                    <a:pt x="311" y="245"/>
                    <a:pt x="317" y="242"/>
                  </a:cubicBezTo>
                  <a:cubicBezTo>
                    <a:pt x="323" y="240"/>
                    <a:pt x="315" y="232"/>
                    <a:pt x="312" y="235"/>
                  </a:cubicBezTo>
                  <a:cubicBezTo>
                    <a:pt x="309" y="239"/>
                    <a:pt x="306" y="237"/>
                    <a:pt x="306" y="235"/>
                  </a:cubicBezTo>
                  <a:cubicBezTo>
                    <a:pt x="305" y="233"/>
                    <a:pt x="311" y="232"/>
                    <a:pt x="314" y="230"/>
                  </a:cubicBezTo>
                  <a:close/>
                  <a:moveTo>
                    <a:pt x="178" y="142"/>
                  </a:moveTo>
                  <a:cubicBezTo>
                    <a:pt x="184" y="143"/>
                    <a:pt x="191" y="137"/>
                    <a:pt x="191" y="134"/>
                  </a:cubicBezTo>
                  <a:cubicBezTo>
                    <a:pt x="190" y="130"/>
                    <a:pt x="175" y="142"/>
                    <a:pt x="178" y="142"/>
                  </a:cubicBezTo>
                  <a:close/>
                  <a:moveTo>
                    <a:pt x="148" y="132"/>
                  </a:moveTo>
                  <a:cubicBezTo>
                    <a:pt x="151" y="133"/>
                    <a:pt x="148" y="138"/>
                    <a:pt x="151" y="137"/>
                  </a:cubicBezTo>
                  <a:cubicBezTo>
                    <a:pt x="154" y="135"/>
                    <a:pt x="155" y="135"/>
                    <a:pt x="157" y="135"/>
                  </a:cubicBezTo>
                  <a:cubicBezTo>
                    <a:pt x="161" y="137"/>
                    <a:pt x="162" y="133"/>
                    <a:pt x="163" y="132"/>
                  </a:cubicBezTo>
                  <a:cubicBezTo>
                    <a:pt x="165" y="130"/>
                    <a:pt x="165" y="138"/>
                    <a:pt x="169" y="138"/>
                  </a:cubicBezTo>
                  <a:cubicBezTo>
                    <a:pt x="173" y="138"/>
                    <a:pt x="172" y="129"/>
                    <a:pt x="176" y="132"/>
                  </a:cubicBezTo>
                  <a:cubicBezTo>
                    <a:pt x="179" y="134"/>
                    <a:pt x="181" y="131"/>
                    <a:pt x="181" y="128"/>
                  </a:cubicBezTo>
                  <a:cubicBezTo>
                    <a:pt x="182" y="126"/>
                    <a:pt x="182" y="122"/>
                    <a:pt x="186" y="121"/>
                  </a:cubicBezTo>
                  <a:cubicBezTo>
                    <a:pt x="190" y="120"/>
                    <a:pt x="187" y="125"/>
                    <a:pt x="188" y="128"/>
                  </a:cubicBezTo>
                  <a:cubicBezTo>
                    <a:pt x="191" y="133"/>
                    <a:pt x="196" y="128"/>
                    <a:pt x="196" y="126"/>
                  </a:cubicBezTo>
                  <a:cubicBezTo>
                    <a:pt x="196" y="124"/>
                    <a:pt x="203" y="125"/>
                    <a:pt x="202" y="123"/>
                  </a:cubicBezTo>
                  <a:cubicBezTo>
                    <a:pt x="202" y="120"/>
                    <a:pt x="204" y="120"/>
                    <a:pt x="202" y="117"/>
                  </a:cubicBezTo>
                  <a:cubicBezTo>
                    <a:pt x="201" y="114"/>
                    <a:pt x="205" y="115"/>
                    <a:pt x="207" y="113"/>
                  </a:cubicBezTo>
                  <a:cubicBezTo>
                    <a:pt x="209" y="110"/>
                    <a:pt x="204" y="112"/>
                    <a:pt x="201" y="109"/>
                  </a:cubicBezTo>
                  <a:cubicBezTo>
                    <a:pt x="197" y="106"/>
                    <a:pt x="196" y="110"/>
                    <a:pt x="196" y="112"/>
                  </a:cubicBezTo>
                  <a:cubicBezTo>
                    <a:pt x="196" y="114"/>
                    <a:pt x="189" y="113"/>
                    <a:pt x="185" y="111"/>
                  </a:cubicBezTo>
                  <a:cubicBezTo>
                    <a:pt x="181" y="110"/>
                    <a:pt x="176" y="116"/>
                    <a:pt x="171" y="119"/>
                  </a:cubicBezTo>
                  <a:cubicBezTo>
                    <a:pt x="165" y="122"/>
                    <a:pt x="165" y="127"/>
                    <a:pt x="159" y="126"/>
                  </a:cubicBezTo>
                  <a:cubicBezTo>
                    <a:pt x="154" y="126"/>
                    <a:pt x="146" y="131"/>
                    <a:pt x="148" y="132"/>
                  </a:cubicBezTo>
                  <a:close/>
                  <a:moveTo>
                    <a:pt x="204" y="130"/>
                  </a:moveTo>
                  <a:cubicBezTo>
                    <a:pt x="199" y="130"/>
                    <a:pt x="199" y="135"/>
                    <a:pt x="205" y="135"/>
                  </a:cubicBezTo>
                  <a:cubicBezTo>
                    <a:pt x="211" y="135"/>
                    <a:pt x="213" y="137"/>
                    <a:pt x="204" y="137"/>
                  </a:cubicBezTo>
                  <a:cubicBezTo>
                    <a:pt x="196" y="137"/>
                    <a:pt x="193" y="144"/>
                    <a:pt x="198" y="142"/>
                  </a:cubicBezTo>
                  <a:cubicBezTo>
                    <a:pt x="204" y="141"/>
                    <a:pt x="211" y="141"/>
                    <a:pt x="207" y="142"/>
                  </a:cubicBezTo>
                  <a:cubicBezTo>
                    <a:pt x="202" y="144"/>
                    <a:pt x="191" y="145"/>
                    <a:pt x="192" y="147"/>
                  </a:cubicBezTo>
                  <a:cubicBezTo>
                    <a:pt x="193" y="148"/>
                    <a:pt x="198" y="148"/>
                    <a:pt x="203" y="150"/>
                  </a:cubicBezTo>
                  <a:cubicBezTo>
                    <a:pt x="207" y="152"/>
                    <a:pt x="210" y="153"/>
                    <a:pt x="214" y="149"/>
                  </a:cubicBezTo>
                  <a:cubicBezTo>
                    <a:pt x="217" y="145"/>
                    <a:pt x="222" y="141"/>
                    <a:pt x="220" y="146"/>
                  </a:cubicBezTo>
                  <a:cubicBezTo>
                    <a:pt x="218" y="152"/>
                    <a:pt x="226" y="148"/>
                    <a:pt x="235" y="147"/>
                  </a:cubicBezTo>
                  <a:cubicBezTo>
                    <a:pt x="245" y="147"/>
                    <a:pt x="234" y="153"/>
                    <a:pt x="224" y="154"/>
                  </a:cubicBezTo>
                  <a:cubicBezTo>
                    <a:pt x="214" y="154"/>
                    <a:pt x="216" y="159"/>
                    <a:pt x="223" y="161"/>
                  </a:cubicBezTo>
                  <a:cubicBezTo>
                    <a:pt x="231" y="163"/>
                    <a:pt x="248" y="156"/>
                    <a:pt x="252" y="152"/>
                  </a:cubicBezTo>
                  <a:cubicBezTo>
                    <a:pt x="256" y="148"/>
                    <a:pt x="259" y="154"/>
                    <a:pt x="263" y="152"/>
                  </a:cubicBezTo>
                  <a:cubicBezTo>
                    <a:pt x="267" y="149"/>
                    <a:pt x="275" y="152"/>
                    <a:pt x="281" y="150"/>
                  </a:cubicBezTo>
                  <a:cubicBezTo>
                    <a:pt x="288" y="149"/>
                    <a:pt x="289" y="136"/>
                    <a:pt x="284" y="134"/>
                  </a:cubicBezTo>
                  <a:cubicBezTo>
                    <a:pt x="279" y="132"/>
                    <a:pt x="279" y="137"/>
                    <a:pt x="275" y="137"/>
                  </a:cubicBezTo>
                  <a:cubicBezTo>
                    <a:pt x="272" y="138"/>
                    <a:pt x="269" y="133"/>
                    <a:pt x="266" y="130"/>
                  </a:cubicBezTo>
                  <a:cubicBezTo>
                    <a:pt x="263" y="127"/>
                    <a:pt x="265" y="120"/>
                    <a:pt x="260" y="121"/>
                  </a:cubicBezTo>
                  <a:cubicBezTo>
                    <a:pt x="256" y="122"/>
                    <a:pt x="246" y="129"/>
                    <a:pt x="252" y="130"/>
                  </a:cubicBezTo>
                  <a:cubicBezTo>
                    <a:pt x="258" y="131"/>
                    <a:pt x="256" y="134"/>
                    <a:pt x="253" y="135"/>
                  </a:cubicBezTo>
                  <a:cubicBezTo>
                    <a:pt x="249" y="137"/>
                    <a:pt x="260" y="139"/>
                    <a:pt x="259" y="142"/>
                  </a:cubicBezTo>
                  <a:cubicBezTo>
                    <a:pt x="257" y="144"/>
                    <a:pt x="241" y="142"/>
                    <a:pt x="240" y="138"/>
                  </a:cubicBezTo>
                  <a:cubicBezTo>
                    <a:pt x="239" y="135"/>
                    <a:pt x="227" y="128"/>
                    <a:pt x="221" y="130"/>
                  </a:cubicBezTo>
                  <a:cubicBezTo>
                    <a:pt x="216" y="131"/>
                    <a:pt x="218" y="125"/>
                    <a:pt x="213" y="125"/>
                  </a:cubicBezTo>
                  <a:cubicBezTo>
                    <a:pt x="207" y="125"/>
                    <a:pt x="209" y="130"/>
                    <a:pt x="204" y="130"/>
                  </a:cubicBezTo>
                  <a:close/>
                  <a:moveTo>
                    <a:pt x="223" y="104"/>
                  </a:moveTo>
                  <a:cubicBezTo>
                    <a:pt x="224" y="100"/>
                    <a:pt x="211" y="101"/>
                    <a:pt x="212" y="102"/>
                  </a:cubicBezTo>
                  <a:cubicBezTo>
                    <a:pt x="214" y="105"/>
                    <a:pt x="221" y="109"/>
                    <a:pt x="223" y="104"/>
                  </a:cubicBezTo>
                  <a:close/>
                  <a:moveTo>
                    <a:pt x="252" y="103"/>
                  </a:moveTo>
                  <a:cubicBezTo>
                    <a:pt x="257" y="102"/>
                    <a:pt x="255" y="98"/>
                    <a:pt x="247" y="99"/>
                  </a:cubicBezTo>
                  <a:cubicBezTo>
                    <a:pt x="240" y="100"/>
                    <a:pt x="227" y="100"/>
                    <a:pt x="227" y="106"/>
                  </a:cubicBezTo>
                  <a:cubicBezTo>
                    <a:pt x="227" y="110"/>
                    <a:pt x="229" y="112"/>
                    <a:pt x="238" y="113"/>
                  </a:cubicBezTo>
                  <a:cubicBezTo>
                    <a:pt x="246" y="114"/>
                    <a:pt x="253" y="106"/>
                    <a:pt x="249" y="106"/>
                  </a:cubicBezTo>
                  <a:cubicBezTo>
                    <a:pt x="245" y="106"/>
                    <a:pt x="248" y="103"/>
                    <a:pt x="252" y="103"/>
                  </a:cubicBezTo>
                  <a:close/>
                  <a:moveTo>
                    <a:pt x="235" y="96"/>
                  </a:moveTo>
                  <a:cubicBezTo>
                    <a:pt x="238" y="97"/>
                    <a:pt x="242" y="93"/>
                    <a:pt x="244" y="95"/>
                  </a:cubicBezTo>
                  <a:cubicBezTo>
                    <a:pt x="247" y="97"/>
                    <a:pt x="258" y="99"/>
                    <a:pt x="258" y="93"/>
                  </a:cubicBezTo>
                  <a:cubicBezTo>
                    <a:pt x="258" y="87"/>
                    <a:pt x="244" y="87"/>
                    <a:pt x="240" y="89"/>
                  </a:cubicBezTo>
                  <a:cubicBezTo>
                    <a:pt x="237" y="91"/>
                    <a:pt x="221" y="92"/>
                    <a:pt x="225" y="95"/>
                  </a:cubicBezTo>
                  <a:cubicBezTo>
                    <a:pt x="228" y="97"/>
                    <a:pt x="231" y="94"/>
                    <a:pt x="235" y="96"/>
                  </a:cubicBezTo>
                  <a:close/>
                  <a:moveTo>
                    <a:pt x="294" y="85"/>
                  </a:moveTo>
                  <a:cubicBezTo>
                    <a:pt x="299" y="82"/>
                    <a:pt x="306" y="87"/>
                    <a:pt x="305" y="90"/>
                  </a:cubicBezTo>
                  <a:cubicBezTo>
                    <a:pt x="304" y="93"/>
                    <a:pt x="291" y="89"/>
                    <a:pt x="292" y="92"/>
                  </a:cubicBezTo>
                  <a:cubicBezTo>
                    <a:pt x="293" y="93"/>
                    <a:pt x="294" y="97"/>
                    <a:pt x="303" y="95"/>
                  </a:cubicBezTo>
                  <a:cubicBezTo>
                    <a:pt x="311" y="92"/>
                    <a:pt x="318" y="94"/>
                    <a:pt x="324" y="99"/>
                  </a:cubicBezTo>
                  <a:cubicBezTo>
                    <a:pt x="330" y="103"/>
                    <a:pt x="335" y="105"/>
                    <a:pt x="339" y="100"/>
                  </a:cubicBezTo>
                  <a:cubicBezTo>
                    <a:pt x="343" y="96"/>
                    <a:pt x="334" y="95"/>
                    <a:pt x="336" y="92"/>
                  </a:cubicBezTo>
                  <a:cubicBezTo>
                    <a:pt x="337" y="88"/>
                    <a:pt x="330" y="86"/>
                    <a:pt x="326" y="86"/>
                  </a:cubicBezTo>
                  <a:cubicBezTo>
                    <a:pt x="322" y="86"/>
                    <a:pt x="321" y="79"/>
                    <a:pt x="318" y="80"/>
                  </a:cubicBezTo>
                  <a:cubicBezTo>
                    <a:pt x="314" y="82"/>
                    <a:pt x="312" y="84"/>
                    <a:pt x="312" y="79"/>
                  </a:cubicBezTo>
                  <a:cubicBezTo>
                    <a:pt x="312" y="75"/>
                    <a:pt x="294" y="74"/>
                    <a:pt x="289" y="76"/>
                  </a:cubicBezTo>
                  <a:cubicBezTo>
                    <a:pt x="284" y="78"/>
                    <a:pt x="290" y="88"/>
                    <a:pt x="294" y="85"/>
                  </a:cubicBezTo>
                  <a:close/>
                  <a:moveTo>
                    <a:pt x="297" y="115"/>
                  </a:moveTo>
                  <a:cubicBezTo>
                    <a:pt x="300" y="111"/>
                    <a:pt x="285" y="100"/>
                    <a:pt x="285" y="105"/>
                  </a:cubicBezTo>
                  <a:cubicBezTo>
                    <a:pt x="284" y="110"/>
                    <a:pt x="294" y="119"/>
                    <a:pt x="297" y="115"/>
                  </a:cubicBezTo>
                  <a:close/>
                  <a:moveTo>
                    <a:pt x="343" y="68"/>
                  </a:moveTo>
                  <a:cubicBezTo>
                    <a:pt x="346" y="64"/>
                    <a:pt x="328" y="60"/>
                    <a:pt x="333" y="64"/>
                  </a:cubicBezTo>
                  <a:cubicBezTo>
                    <a:pt x="335" y="66"/>
                    <a:pt x="341" y="72"/>
                    <a:pt x="343" y="68"/>
                  </a:cubicBezTo>
                  <a:close/>
                  <a:moveTo>
                    <a:pt x="303" y="149"/>
                  </a:moveTo>
                  <a:cubicBezTo>
                    <a:pt x="305" y="146"/>
                    <a:pt x="298" y="140"/>
                    <a:pt x="295" y="145"/>
                  </a:cubicBezTo>
                  <a:cubicBezTo>
                    <a:pt x="293" y="150"/>
                    <a:pt x="300" y="152"/>
                    <a:pt x="303" y="149"/>
                  </a:cubicBezTo>
                  <a:close/>
                  <a:moveTo>
                    <a:pt x="343" y="124"/>
                  </a:moveTo>
                  <a:cubicBezTo>
                    <a:pt x="343" y="128"/>
                    <a:pt x="335" y="123"/>
                    <a:pt x="328" y="121"/>
                  </a:cubicBezTo>
                  <a:cubicBezTo>
                    <a:pt x="322" y="118"/>
                    <a:pt x="326" y="126"/>
                    <a:pt x="331" y="130"/>
                  </a:cubicBezTo>
                  <a:cubicBezTo>
                    <a:pt x="336" y="134"/>
                    <a:pt x="328" y="132"/>
                    <a:pt x="321" y="128"/>
                  </a:cubicBezTo>
                  <a:cubicBezTo>
                    <a:pt x="315" y="123"/>
                    <a:pt x="315" y="131"/>
                    <a:pt x="319" y="133"/>
                  </a:cubicBezTo>
                  <a:cubicBezTo>
                    <a:pt x="322" y="136"/>
                    <a:pt x="318" y="139"/>
                    <a:pt x="314" y="134"/>
                  </a:cubicBezTo>
                  <a:cubicBezTo>
                    <a:pt x="309" y="128"/>
                    <a:pt x="307" y="122"/>
                    <a:pt x="300" y="122"/>
                  </a:cubicBezTo>
                  <a:cubicBezTo>
                    <a:pt x="294" y="121"/>
                    <a:pt x="297" y="128"/>
                    <a:pt x="299" y="132"/>
                  </a:cubicBezTo>
                  <a:cubicBezTo>
                    <a:pt x="303" y="136"/>
                    <a:pt x="306" y="137"/>
                    <a:pt x="312" y="140"/>
                  </a:cubicBezTo>
                  <a:cubicBezTo>
                    <a:pt x="318" y="144"/>
                    <a:pt x="327" y="139"/>
                    <a:pt x="331" y="140"/>
                  </a:cubicBezTo>
                  <a:cubicBezTo>
                    <a:pt x="336" y="141"/>
                    <a:pt x="327" y="147"/>
                    <a:pt x="330" y="150"/>
                  </a:cubicBezTo>
                  <a:cubicBezTo>
                    <a:pt x="333" y="154"/>
                    <a:pt x="340" y="151"/>
                    <a:pt x="346" y="151"/>
                  </a:cubicBezTo>
                  <a:cubicBezTo>
                    <a:pt x="352" y="150"/>
                    <a:pt x="350" y="147"/>
                    <a:pt x="353" y="144"/>
                  </a:cubicBezTo>
                  <a:cubicBezTo>
                    <a:pt x="357" y="142"/>
                    <a:pt x="350" y="142"/>
                    <a:pt x="352" y="136"/>
                  </a:cubicBezTo>
                  <a:cubicBezTo>
                    <a:pt x="355" y="130"/>
                    <a:pt x="344" y="120"/>
                    <a:pt x="343" y="124"/>
                  </a:cubicBezTo>
                  <a:close/>
                  <a:moveTo>
                    <a:pt x="358" y="103"/>
                  </a:moveTo>
                  <a:cubicBezTo>
                    <a:pt x="364" y="103"/>
                    <a:pt x="368" y="102"/>
                    <a:pt x="372" y="100"/>
                  </a:cubicBezTo>
                  <a:cubicBezTo>
                    <a:pt x="377" y="99"/>
                    <a:pt x="370" y="99"/>
                    <a:pt x="373" y="94"/>
                  </a:cubicBezTo>
                  <a:cubicBezTo>
                    <a:pt x="376" y="90"/>
                    <a:pt x="365" y="90"/>
                    <a:pt x="365" y="91"/>
                  </a:cubicBezTo>
                  <a:cubicBezTo>
                    <a:pt x="364" y="93"/>
                    <a:pt x="350" y="83"/>
                    <a:pt x="348" y="86"/>
                  </a:cubicBezTo>
                  <a:cubicBezTo>
                    <a:pt x="346" y="89"/>
                    <a:pt x="353" y="103"/>
                    <a:pt x="358" y="103"/>
                  </a:cubicBezTo>
                  <a:close/>
                  <a:moveTo>
                    <a:pt x="387" y="105"/>
                  </a:moveTo>
                  <a:cubicBezTo>
                    <a:pt x="386" y="103"/>
                    <a:pt x="359" y="106"/>
                    <a:pt x="364" y="109"/>
                  </a:cubicBezTo>
                  <a:cubicBezTo>
                    <a:pt x="371" y="114"/>
                    <a:pt x="388" y="107"/>
                    <a:pt x="387" y="105"/>
                  </a:cubicBezTo>
                  <a:close/>
                  <a:moveTo>
                    <a:pt x="383" y="157"/>
                  </a:moveTo>
                  <a:cubicBezTo>
                    <a:pt x="390" y="156"/>
                    <a:pt x="386" y="149"/>
                    <a:pt x="379" y="143"/>
                  </a:cubicBezTo>
                  <a:cubicBezTo>
                    <a:pt x="372" y="138"/>
                    <a:pt x="356" y="149"/>
                    <a:pt x="359" y="151"/>
                  </a:cubicBezTo>
                  <a:cubicBezTo>
                    <a:pt x="362" y="154"/>
                    <a:pt x="377" y="157"/>
                    <a:pt x="383" y="157"/>
                  </a:cubicBezTo>
                  <a:close/>
                  <a:moveTo>
                    <a:pt x="337" y="207"/>
                  </a:moveTo>
                  <a:cubicBezTo>
                    <a:pt x="345" y="212"/>
                    <a:pt x="343" y="203"/>
                    <a:pt x="352" y="203"/>
                  </a:cubicBezTo>
                  <a:cubicBezTo>
                    <a:pt x="361" y="203"/>
                    <a:pt x="361" y="189"/>
                    <a:pt x="362" y="183"/>
                  </a:cubicBezTo>
                  <a:cubicBezTo>
                    <a:pt x="364" y="178"/>
                    <a:pt x="355" y="178"/>
                    <a:pt x="357" y="182"/>
                  </a:cubicBezTo>
                  <a:cubicBezTo>
                    <a:pt x="360" y="186"/>
                    <a:pt x="357" y="190"/>
                    <a:pt x="356" y="185"/>
                  </a:cubicBezTo>
                  <a:cubicBezTo>
                    <a:pt x="356" y="181"/>
                    <a:pt x="349" y="185"/>
                    <a:pt x="346" y="181"/>
                  </a:cubicBezTo>
                  <a:cubicBezTo>
                    <a:pt x="344" y="178"/>
                    <a:pt x="354" y="178"/>
                    <a:pt x="357" y="173"/>
                  </a:cubicBezTo>
                  <a:cubicBezTo>
                    <a:pt x="359" y="168"/>
                    <a:pt x="349" y="169"/>
                    <a:pt x="351" y="165"/>
                  </a:cubicBezTo>
                  <a:cubicBezTo>
                    <a:pt x="354" y="162"/>
                    <a:pt x="335" y="166"/>
                    <a:pt x="341" y="168"/>
                  </a:cubicBezTo>
                  <a:cubicBezTo>
                    <a:pt x="346" y="170"/>
                    <a:pt x="341" y="173"/>
                    <a:pt x="336" y="169"/>
                  </a:cubicBezTo>
                  <a:cubicBezTo>
                    <a:pt x="331" y="166"/>
                    <a:pt x="317" y="172"/>
                    <a:pt x="322" y="176"/>
                  </a:cubicBezTo>
                  <a:cubicBezTo>
                    <a:pt x="326" y="179"/>
                    <a:pt x="338" y="174"/>
                    <a:pt x="331" y="183"/>
                  </a:cubicBezTo>
                  <a:cubicBezTo>
                    <a:pt x="324" y="192"/>
                    <a:pt x="321" y="180"/>
                    <a:pt x="315" y="181"/>
                  </a:cubicBezTo>
                  <a:cubicBezTo>
                    <a:pt x="309" y="183"/>
                    <a:pt x="311" y="190"/>
                    <a:pt x="321" y="193"/>
                  </a:cubicBezTo>
                  <a:cubicBezTo>
                    <a:pt x="331" y="196"/>
                    <a:pt x="330" y="201"/>
                    <a:pt x="337" y="207"/>
                  </a:cubicBezTo>
                  <a:close/>
                  <a:moveTo>
                    <a:pt x="396" y="150"/>
                  </a:moveTo>
                  <a:cubicBezTo>
                    <a:pt x="398" y="157"/>
                    <a:pt x="401" y="152"/>
                    <a:pt x="405" y="155"/>
                  </a:cubicBezTo>
                  <a:cubicBezTo>
                    <a:pt x="409" y="158"/>
                    <a:pt x="415" y="159"/>
                    <a:pt x="418" y="156"/>
                  </a:cubicBezTo>
                  <a:cubicBezTo>
                    <a:pt x="421" y="154"/>
                    <a:pt x="423" y="152"/>
                    <a:pt x="424" y="154"/>
                  </a:cubicBezTo>
                  <a:cubicBezTo>
                    <a:pt x="426" y="158"/>
                    <a:pt x="433" y="159"/>
                    <a:pt x="451" y="159"/>
                  </a:cubicBezTo>
                  <a:cubicBezTo>
                    <a:pt x="468" y="159"/>
                    <a:pt x="463" y="152"/>
                    <a:pt x="468" y="155"/>
                  </a:cubicBezTo>
                  <a:cubicBezTo>
                    <a:pt x="473" y="158"/>
                    <a:pt x="485" y="158"/>
                    <a:pt x="490" y="156"/>
                  </a:cubicBezTo>
                  <a:cubicBezTo>
                    <a:pt x="495" y="155"/>
                    <a:pt x="497" y="148"/>
                    <a:pt x="497" y="144"/>
                  </a:cubicBezTo>
                  <a:cubicBezTo>
                    <a:pt x="497" y="140"/>
                    <a:pt x="458" y="137"/>
                    <a:pt x="452" y="140"/>
                  </a:cubicBezTo>
                  <a:cubicBezTo>
                    <a:pt x="445" y="144"/>
                    <a:pt x="434" y="139"/>
                    <a:pt x="429" y="142"/>
                  </a:cubicBezTo>
                  <a:cubicBezTo>
                    <a:pt x="423" y="144"/>
                    <a:pt x="425" y="138"/>
                    <a:pt x="416" y="138"/>
                  </a:cubicBezTo>
                  <a:cubicBezTo>
                    <a:pt x="406" y="137"/>
                    <a:pt x="416" y="132"/>
                    <a:pt x="418" y="130"/>
                  </a:cubicBezTo>
                  <a:cubicBezTo>
                    <a:pt x="420" y="128"/>
                    <a:pt x="403" y="122"/>
                    <a:pt x="397" y="124"/>
                  </a:cubicBezTo>
                  <a:cubicBezTo>
                    <a:pt x="390" y="125"/>
                    <a:pt x="386" y="122"/>
                    <a:pt x="380" y="119"/>
                  </a:cubicBezTo>
                  <a:cubicBezTo>
                    <a:pt x="373" y="116"/>
                    <a:pt x="356" y="117"/>
                    <a:pt x="359" y="122"/>
                  </a:cubicBezTo>
                  <a:cubicBezTo>
                    <a:pt x="362" y="125"/>
                    <a:pt x="382" y="133"/>
                    <a:pt x="385" y="129"/>
                  </a:cubicBezTo>
                  <a:cubicBezTo>
                    <a:pt x="387" y="125"/>
                    <a:pt x="392" y="133"/>
                    <a:pt x="395" y="137"/>
                  </a:cubicBezTo>
                  <a:cubicBezTo>
                    <a:pt x="398" y="141"/>
                    <a:pt x="393" y="143"/>
                    <a:pt x="396" y="150"/>
                  </a:cubicBezTo>
                  <a:close/>
                  <a:moveTo>
                    <a:pt x="414" y="108"/>
                  </a:moveTo>
                  <a:cubicBezTo>
                    <a:pt x="407" y="104"/>
                    <a:pt x="399" y="111"/>
                    <a:pt x="406" y="114"/>
                  </a:cubicBezTo>
                  <a:cubicBezTo>
                    <a:pt x="412" y="116"/>
                    <a:pt x="420" y="111"/>
                    <a:pt x="414" y="108"/>
                  </a:cubicBezTo>
                  <a:close/>
                  <a:moveTo>
                    <a:pt x="362" y="68"/>
                  </a:moveTo>
                  <a:cubicBezTo>
                    <a:pt x="368" y="70"/>
                    <a:pt x="365" y="74"/>
                    <a:pt x="370" y="76"/>
                  </a:cubicBezTo>
                  <a:cubicBezTo>
                    <a:pt x="376" y="79"/>
                    <a:pt x="392" y="73"/>
                    <a:pt x="394" y="77"/>
                  </a:cubicBezTo>
                  <a:cubicBezTo>
                    <a:pt x="395" y="81"/>
                    <a:pt x="377" y="81"/>
                    <a:pt x="380" y="84"/>
                  </a:cubicBezTo>
                  <a:cubicBezTo>
                    <a:pt x="382" y="86"/>
                    <a:pt x="392" y="90"/>
                    <a:pt x="391" y="92"/>
                  </a:cubicBezTo>
                  <a:cubicBezTo>
                    <a:pt x="390" y="94"/>
                    <a:pt x="408" y="100"/>
                    <a:pt x="410" y="98"/>
                  </a:cubicBezTo>
                  <a:cubicBezTo>
                    <a:pt x="412" y="95"/>
                    <a:pt x="417" y="96"/>
                    <a:pt x="421" y="97"/>
                  </a:cubicBezTo>
                  <a:cubicBezTo>
                    <a:pt x="426" y="99"/>
                    <a:pt x="426" y="86"/>
                    <a:pt x="430" y="88"/>
                  </a:cubicBezTo>
                  <a:cubicBezTo>
                    <a:pt x="433" y="91"/>
                    <a:pt x="432" y="84"/>
                    <a:pt x="438" y="82"/>
                  </a:cubicBezTo>
                  <a:cubicBezTo>
                    <a:pt x="443" y="79"/>
                    <a:pt x="451" y="79"/>
                    <a:pt x="451" y="77"/>
                  </a:cubicBezTo>
                  <a:cubicBezTo>
                    <a:pt x="452" y="75"/>
                    <a:pt x="450" y="73"/>
                    <a:pt x="443" y="73"/>
                  </a:cubicBezTo>
                  <a:cubicBezTo>
                    <a:pt x="437" y="74"/>
                    <a:pt x="433" y="72"/>
                    <a:pt x="436" y="68"/>
                  </a:cubicBezTo>
                  <a:cubicBezTo>
                    <a:pt x="438" y="64"/>
                    <a:pt x="428" y="63"/>
                    <a:pt x="432" y="61"/>
                  </a:cubicBezTo>
                  <a:cubicBezTo>
                    <a:pt x="436" y="58"/>
                    <a:pt x="425" y="55"/>
                    <a:pt x="426" y="59"/>
                  </a:cubicBezTo>
                  <a:cubicBezTo>
                    <a:pt x="427" y="63"/>
                    <a:pt x="420" y="59"/>
                    <a:pt x="419" y="56"/>
                  </a:cubicBezTo>
                  <a:cubicBezTo>
                    <a:pt x="418" y="52"/>
                    <a:pt x="403" y="50"/>
                    <a:pt x="394" y="42"/>
                  </a:cubicBezTo>
                  <a:cubicBezTo>
                    <a:pt x="384" y="33"/>
                    <a:pt x="374" y="39"/>
                    <a:pt x="380" y="40"/>
                  </a:cubicBezTo>
                  <a:cubicBezTo>
                    <a:pt x="385" y="41"/>
                    <a:pt x="385" y="44"/>
                    <a:pt x="380" y="43"/>
                  </a:cubicBezTo>
                  <a:cubicBezTo>
                    <a:pt x="376" y="43"/>
                    <a:pt x="367" y="44"/>
                    <a:pt x="375" y="47"/>
                  </a:cubicBezTo>
                  <a:cubicBezTo>
                    <a:pt x="382" y="49"/>
                    <a:pt x="374" y="51"/>
                    <a:pt x="368" y="51"/>
                  </a:cubicBezTo>
                  <a:cubicBezTo>
                    <a:pt x="362" y="51"/>
                    <a:pt x="362" y="58"/>
                    <a:pt x="370" y="59"/>
                  </a:cubicBezTo>
                  <a:cubicBezTo>
                    <a:pt x="377" y="61"/>
                    <a:pt x="372" y="65"/>
                    <a:pt x="365" y="63"/>
                  </a:cubicBezTo>
                  <a:cubicBezTo>
                    <a:pt x="359" y="62"/>
                    <a:pt x="357" y="65"/>
                    <a:pt x="362" y="68"/>
                  </a:cubicBezTo>
                  <a:close/>
                  <a:moveTo>
                    <a:pt x="406" y="32"/>
                  </a:moveTo>
                  <a:cubicBezTo>
                    <a:pt x="411" y="29"/>
                    <a:pt x="415" y="31"/>
                    <a:pt x="410" y="33"/>
                  </a:cubicBezTo>
                  <a:cubicBezTo>
                    <a:pt x="406" y="36"/>
                    <a:pt x="407" y="37"/>
                    <a:pt x="413" y="37"/>
                  </a:cubicBezTo>
                  <a:cubicBezTo>
                    <a:pt x="420" y="36"/>
                    <a:pt x="411" y="38"/>
                    <a:pt x="411" y="42"/>
                  </a:cubicBezTo>
                  <a:cubicBezTo>
                    <a:pt x="411" y="46"/>
                    <a:pt x="418" y="43"/>
                    <a:pt x="418" y="47"/>
                  </a:cubicBezTo>
                  <a:cubicBezTo>
                    <a:pt x="419" y="51"/>
                    <a:pt x="434" y="52"/>
                    <a:pt x="439" y="48"/>
                  </a:cubicBezTo>
                  <a:cubicBezTo>
                    <a:pt x="443" y="43"/>
                    <a:pt x="442" y="49"/>
                    <a:pt x="441" y="52"/>
                  </a:cubicBezTo>
                  <a:cubicBezTo>
                    <a:pt x="441" y="54"/>
                    <a:pt x="463" y="57"/>
                    <a:pt x="464" y="53"/>
                  </a:cubicBezTo>
                  <a:cubicBezTo>
                    <a:pt x="465" y="50"/>
                    <a:pt x="468" y="51"/>
                    <a:pt x="473" y="52"/>
                  </a:cubicBezTo>
                  <a:cubicBezTo>
                    <a:pt x="477" y="53"/>
                    <a:pt x="498" y="48"/>
                    <a:pt x="498" y="44"/>
                  </a:cubicBezTo>
                  <a:cubicBezTo>
                    <a:pt x="499" y="40"/>
                    <a:pt x="505" y="46"/>
                    <a:pt x="498" y="51"/>
                  </a:cubicBezTo>
                  <a:cubicBezTo>
                    <a:pt x="492" y="56"/>
                    <a:pt x="478" y="55"/>
                    <a:pt x="472" y="57"/>
                  </a:cubicBezTo>
                  <a:cubicBezTo>
                    <a:pt x="466" y="58"/>
                    <a:pt x="476" y="63"/>
                    <a:pt x="482" y="67"/>
                  </a:cubicBezTo>
                  <a:cubicBezTo>
                    <a:pt x="488" y="72"/>
                    <a:pt x="474" y="69"/>
                    <a:pt x="468" y="63"/>
                  </a:cubicBezTo>
                  <a:cubicBezTo>
                    <a:pt x="463" y="57"/>
                    <a:pt x="450" y="57"/>
                    <a:pt x="443" y="58"/>
                  </a:cubicBezTo>
                  <a:cubicBezTo>
                    <a:pt x="436" y="58"/>
                    <a:pt x="438" y="71"/>
                    <a:pt x="443" y="71"/>
                  </a:cubicBezTo>
                  <a:cubicBezTo>
                    <a:pt x="448" y="71"/>
                    <a:pt x="453" y="72"/>
                    <a:pt x="458" y="80"/>
                  </a:cubicBezTo>
                  <a:cubicBezTo>
                    <a:pt x="463" y="88"/>
                    <a:pt x="474" y="86"/>
                    <a:pt x="474" y="90"/>
                  </a:cubicBezTo>
                  <a:cubicBezTo>
                    <a:pt x="474" y="93"/>
                    <a:pt x="460" y="87"/>
                    <a:pt x="452" y="86"/>
                  </a:cubicBezTo>
                  <a:cubicBezTo>
                    <a:pt x="445" y="84"/>
                    <a:pt x="432" y="89"/>
                    <a:pt x="432" y="95"/>
                  </a:cubicBezTo>
                  <a:cubicBezTo>
                    <a:pt x="431" y="100"/>
                    <a:pt x="443" y="100"/>
                    <a:pt x="451" y="95"/>
                  </a:cubicBezTo>
                  <a:cubicBezTo>
                    <a:pt x="459" y="91"/>
                    <a:pt x="453" y="97"/>
                    <a:pt x="449" y="100"/>
                  </a:cubicBezTo>
                  <a:cubicBezTo>
                    <a:pt x="445" y="104"/>
                    <a:pt x="458" y="107"/>
                    <a:pt x="458" y="111"/>
                  </a:cubicBezTo>
                  <a:cubicBezTo>
                    <a:pt x="458" y="115"/>
                    <a:pt x="449" y="114"/>
                    <a:pt x="448" y="110"/>
                  </a:cubicBezTo>
                  <a:cubicBezTo>
                    <a:pt x="447" y="106"/>
                    <a:pt x="443" y="102"/>
                    <a:pt x="434" y="103"/>
                  </a:cubicBezTo>
                  <a:cubicBezTo>
                    <a:pt x="425" y="103"/>
                    <a:pt x="427" y="110"/>
                    <a:pt x="433" y="110"/>
                  </a:cubicBezTo>
                  <a:cubicBezTo>
                    <a:pt x="438" y="111"/>
                    <a:pt x="439" y="115"/>
                    <a:pt x="432" y="115"/>
                  </a:cubicBezTo>
                  <a:cubicBezTo>
                    <a:pt x="426" y="115"/>
                    <a:pt x="411" y="120"/>
                    <a:pt x="416" y="124"/>
                  </a:cubicBezTo>
                  <a:cubicBezTo>
                    <a:pt x="421" y="128"/>
                    <a:pt x="439" y="124"/>
                    <a:pt x="442" y="127"/>
                  </a:cubicBezTo>
                  <a:cubicBezTo>
                    <a:pt x="446" y="129"/>
                    <a:pt x="454" y="130"/>
                    <a:pt x="457" y="127"/>
                  </a:cubicBezTo>
                  <a:cubicBezTo>
                    <a:pt x="459" y="124"/>
                    <a:pt x="466" y="125"/>
                    <a:pt x="473" y="125"/>
                  </a:cubicBezTo>
                  <a:cubicBezTo>
                    <a:pt x="480" y="125"/>
                    <a:pt x="482" y="127"/>
                    <a:pt x="485" y="129"/>
                  </a:cubicBezTo>
                  <a:cubicBezTo>
                    <a:pt x="488" y="132"/>
                    <a:pt x="494" y="131"/>
                    <a:pt x="498" y="128"/>
                  </a:cubicBezTo>
                  <a:cubicBezTo>
                    <a:pt x="502" y="125"/>
                    <a:pt x="502" y="125"/>
                    <a:pt x="507" y="125"/>
                  </a:cubicBezTo>
                  <a:cubicBezTo>
                    <a:pt x="512" y="125"/>
                    <a:pt x="513" y="122"/>
                    <a:pt x="510" y="118"/>
                  </a:cubicBezTo>
                  <a:cubicBezTo>
                    <a:pt x="508" y="114"/>
                    <a:pt x="502" y="121"/>
                    <a:pt x="501" y="118"/>
                  </a:cubicBezTo>
                  <a:cubicBezTo>
                    <a:pt x="500" y="115"/>
                    <a:pt x="494" y="114"/>
                    <a:pt x="484" y="115"/>
                  </a:cubicBezTo>
                  <a:cubicBezTo>
                    <a:pt x="474" y="117"/>
                    <a:pt x="478" y="109"/>
                    <a:pt x="484" y="110"/>
                  </a:cubicBezTo>
                  <a:cubicBezTo>
                    <a:pt x="491" y="112"/>
                    <a:pt x="499" y="112"/>
                    <a:pt x="506" y="110"/>
                  </a:cubicBezTo>
                  <a:cubicBezTo>
                    <a:pt x="512" y="108"/>
                    <a:pt x="507" y="105"/>
                    <a:pt x="507" y="102"/>
                  </a:cubicBezTo>
                  <a:cubicBezTo>
                    <a:pt x="507" y="99"/>
                    <a:pt x="515" y="101"/>
                    <a:pt x="522" y="101"/>
                  </a:cubicBezTo>
                  <a:cubicBezTo>
                    <a:pt x="528" y="101"/>
                    <a:pt x="538" y="91"/>
                    <a:pt x="538" y="84"/>
                  </a:cubicBezTo>
                  <a:cubicBezTo>
                    <a:pt x="538" y="78"/>
                    <a:pt x="524" y="80"/>
                    <a:pt x="517" y="80"/>
                  </a:cubicBezTo>
                  <a:cubicBezTo>
                    <a:pt x="509" y="80"/>
                    <a:pt x="521" y="74"/>
                    <a:pt x="535" y="75"/>
                  </a:cubicBezTo>
                  <a:cubicBezTo>
                    <a:pt x="548" y="76"/>
                    <a:pt x="542" y="70"/>
                    <a:pt x="545" y="68"/>
                  </a:cubicBezTo>
                  <a:cubicBezTo>
                    <a:pt x="547" y="66"/>
                    <a:pt x="554" y="70"/>
                    <a:pt x="560" y="69"/>
                  </a:cubicBezTo>
                  <a:cubicBezTo>
                    <a:pt x="567" y="67"/>
                    <a:pt x="563" y="62"/>
                    <a:pt x="567" y="62"/>
                  </a:cubicBezTo>
                  <a:cubicBezTo>
                    <a:pt x="570" y="62"/>
                    <a:pt x="578" y="57"/>
                    <a:pt x="593" y="48"/>
                  </a:cubicBezTo>
                  <a:cubicBezTo>
                    <a:pt x="607" y="40"/>
                    <a:pt x="619" y="42"/>
                    <a:pt x="619" y="37"/>
                  </a:cubicBezTo>
                  <a:cubicBezTo>
                    <a:pt x="620" y="32"/>
                    <a:pt x="599" y="37"/>
                    <a:pt x="595" y="36"/>
                  </a:cubicBezTo>
                  <a:cubicBezTo>
                    <a:pt x="592" y="34"/>
                    <a:pt x="610" y="30"/>
                    <a:pt x="614" y="31"/>
                  </a:cubicBezTo>
                  <a:cubicBezTo>
                    <a:pt x="619" y="32"/>
                    <a:pt x="624" y="31"/>
                    <a:pt x="639" y="24"/>
                  </a:cubicBezTo>
                  <a:cubicBezTo>
                    <a:pt x="654" y="17"/>
                    <a:pt x="647" y="15"/>
                    <a:pt x="641" y="16"/>
                  </a:cubicBezTo>
                  <a:cubicBezTo>
                    <a:pt x="635" y="17"/>
                    <a:pt x="628" y="15"/>
                    <a:pt x="629" y="11"/>
                  </a:cubicBezTo>
                  <a:cubicBezTo>
                    <a:pt x="629" y="7"/>
                    <a:pt x="620" y="11"/>
                    <a:pt x="619" y="9"/>
                  </a:cubicBezTo>
                  <a:cubicBezTo>
                    <a:pt x="619" y="7"/>
                    <a:pt x="610" y="8"/>
                    <a:pt x="601" y="11"/>
                  </a:cubicBezTo>
                  <a:cubicBezTo>
                    <a:pt x="592" y="15"/>
                    <a:pt x="600" y="8"/>
                    <a:pt x="604" y="6"/>
                  </a:cubicBezTo>
                  <a:cubicBezTo>
                    <a:pt x="608" y="5"/>
                    <a:pt x="581" y="6"/>
                    <a:pt x="576" y="3"/>
                  </a:cubicBezTo>
                  <a:cubicBezTo>
                    <a:pt x="571" y="0"/>
                    <a:pt x="566" y="8"/>
                    <a:pt x="562" y="4"/>
                  </a:cubicBezTo>
                  <a:cubicBezTo>
                    <a:pt x="558" y="0"/>
                    <a:pt x="547" y="3"/>
                    <a:pt x="548" y="7"/>
                  </a:cubicBezTo>
                  <a:cubicBezTo>
                    <a:pt x="549" y="10"/>
                    <a:pt x="546" y="10"/>
                    <a:pt x="542" y="6"/>
                  </a:cubicBezTo>
                  <a:cubicBezTo>
                    <a:pt x="538" y="3"/>
                    <a:pt x="529" y="7"/>
                    <a:pt x="522" y="6"/>
                  </a:cubicBezTo>
                  <a:cubicBezTo>
                    <a:pt x="514" y="5"/>
                    <a:pt x="518" y="12"/>
                    <a:pt x="509" y="8"/>
                  </a:cubicBezTo>
                  <a:cubicBezTo>
                    <a:pt x="501" y="5"/>
                    <a:pt x="492" y="6"/>
                    <a:pt x="495" y="7"/>
                  </a:cubicBezTo>
                  <a:cubicBezTo>
                    <a:pt x="497" y="8"/>
                    <a:pt x="494" y="11"/>
                    <a:pt x="491" y="10"/>
                  </a:cubicBezTo>
                  <a:cubicBezTo>
                    <a:pt x="487" y="8"/>
                    <a:pt x="484" y="10"/>
                    <a:pt x="486" y="13"/>
                  </a:cubicBezTo>
                  <a:cubicBezTo>
                    <a:pt x="487" y="17"/>
                    <a:pt x="472" y="12"/>
                    <a:pt x="472" y="16"/>
                  </a:cubicBezTo>
                  <a:cubicBezTo>
                    <a:pt x="472" y="20"/>
                    <a:pt x="467" y="22"/>
                    <a:pt x="463" y="19"/>
                  </a:cubicBezTo>
                  <a:cubicBezTo>
                    <a:pt x="458" y="15"/>
                    <a:pt x="445" y="14"/>
                    <a:pt x="449" y="17"/>
                  </a:cubicBezTo>
                  <a:cubicBezTo>
                    <a:pt x="453" y="21"/>
                    <a:pt x="437" y="19"/>
                    <a:pt x="441" y="22"/>
                  </a:cubicBezTo>
                  <a:cubicBezTo>
                    <a:pt x="445" y="25"/>
                    <a:pt x="436" y="28"/>
                    <a:pt x="436" y="26"/>
                  </a:cubicBezTo>
                  <a:cubicBezTo>
                    <a:pt x="436" y="24"/>
                    <a:pt x="427" y="21"/>
                    <a:pt x="423" y="24"/>
                  </a:cubicBezTo>
                  <a:cubicBezTo>
                    <a:pt x="420" y="27"/>
                    <a:pt x="418" y="31"/>
                    <a:pt x="417" y="29"/>
                  </a:cubicBezTo>
                  <a:cubicBezTo>
                    <a:pt x="415" y="27"/>
                    <a:pt x="407" y="28"/>
                    <a:pt x="400" y="31"/>
                  </a:cubicBezTo>
                  <a:cubicBezTo>
                    <a:pt x="392" y="33"/>
                    <a:pt x="401" y="36"/>
                    <a:pt x="406" y="32"/>
                  </a:cubicBezTo>
                  <a:close/>
                  <a:moveTo>
                    <a:pt x="496" y="340"/>
                  </a:moveTo>
                  <a:cubicBezTo>
                    <a:pt x="498" y="340"/>
                    <a:pt x="503" y="331"/>
                    <a:pt x="497" y="331"/>
                  </a:cubicBezTo>
                  <a:cubicBezTo>
                    <a:pt x="490" y="332"/>
                    <a:pt x="492" y="341"/>
                    <a:pt x="496" y="340"/>
                  </a:cubicBezTo>
                  <a:close/>
                  <a:moveTo>
                    <a:pt x="464" y="332"/>
                  </a:moveTo>
                  <a:cubicBezTo>
                    <a:pt x="470" y="336"/>
                    <a:pt x="478" y="326"/>
                    <a:pt x="478" y="323"/>
                  </a:cubicBezTo>
                  <a:cubicBezTo>
                    <a:pt x="477" y="321"/>
                    <a:pt x="457" y="328"/>
                    <a:pt x="464" y="332"/>
                  </a:cubicBezTo>
                  <a:close/>
                  <a:moveTo>
                    <a:pt x="490" y="313"/>
                  </a:moveTo>
                  <a:cubicBezTo>
                    <a:pt x="491" y="309"/>
                    <a:pt x="478" y="308"/>
                    <a:pt x="479" y="304"/>
                  </a:cubicBezTo>
                  <a:cubicBezTo>
                    <a:pt x="479" y="300"/>
                    <a:pt x="467" y="297"/>
                    <a:pt x="463" y="295"/>
                  </a:cubicBezTo>
                  <a:cubicBezTo>
                    <a:pt x="459" y="292"/>
                    <a:pt x="453" y="291"/>
                    <a:pt x="453" y="287"/>
                  </a:cubicBezTo>
                  <a:cubicBezTo>
                    <a:pt x="453" y="283"/>
                    <a:pt x="445" y="286"/>
                    <a:pt x="444" y="292"/>
                  </a:cubicBezTo>
                  <a:cubicBezTo>
                    <a:pt x="444" y="299"/>
                    <a:pt x="440" y="297"/>
                    <a:pt x="442" y="303"/>
                  </a:cubicBezTo>
                  <a:cubicBezTo>
                    <a:pt x="444" y="310"/>
                    <a:pt x="434" y="311"/>
                    <a:pt x="435" y="314"/>
                  </a:cubicBezTo>
                  <a:cubicBezTo>
                    <a:pt x="436" y="317"/>
                    <a:pt x="441" y="314"/>
                    <a:pt x="445" y="314"/>
                  </a:cubicBezTo>
                  <a:cubicBezTo>
                    <a:pt x="450" y="314"/>
                    <a:pt x="444" y="320"/>
                    <a:pt x="450" y="320"/>
                  </a:cubicBezTo>
                  <a:cubicBezTo>
                    <a:pt x="454" y="321"/>
                    <a:pt x="461" y="316"/>
                    <a:pt x="463" y="313"/>
                  </a:cubicBezTo>
                  <a:cubicBezTo>
                    <a:pt x="465" y="310"/>
                    <a:pt x="468" y="309"/>
                    <a:pt x="473" y="312"/>
                  </a:cubicBezTo>
                  <a:cubicBezTo>
                    <a:pt x="478" y="316"/>
                    <a:pt x="489" y="316"/>
                    <a:pt x="490" y="313"/>
                  </a:cubicBezTo>
                  <a:close/>
                  <a:moveTo>
                    <a:pt x="606" y="281"/>
                  </a:moveTo>
                  <a:cubicBezTo>
                    <a:pt x="611" y="282"/>
                    <a:pt x="611" y="287"/>
                    <a:pt x="618" y="293"/>
                  </a:cubicBezTo>
                  <a:cubicBezTo>
                    <a:pt x="625" y="298"/>
                    <a:pt x="626" y="295"/>
                    <a:pt x="627" y="291"/>
                  </a:cubicBezTo>
                  <a:cubicBezTo>
                    <a:pt x="628" y="287"/>
                    <a:pt x="635" y="290"/>
                    <a:pt x="635" y="286"/>
                  </a:cubicBezTo>
                  <a:cubicBezTo>
                    <a:pt x="635" y="282"/>
                    <a:pt x="641" y="277"/>
                    <a:pt x="645" y="276"/>
                  </a:cubicBezTo>
                  <a:cubicBezTo>
                    <a:pt x="650" y="274"/>
                    <a:pt x="642" y="270"/>
                    <a:pt x="636" y="270"/>
                  </a:cubicBezTo>
                  <a:cubicBezTo>
                    <a:pt x="630" y="270"/>
                    <a:pt x="629" y="266"/>
                    <a:pt x="629" y="264"/>
                  </a:cubicBezTo>
                  <a:cubicBezTo>
                    <a:pt x="629" y="261"/>
                    <a:pt x="619" y="255"/>
                    <a:pt x="615" y="256"/>
                  </a:cubicBezTo>
                  <a:cubicBezTo>
                    <a:pt x="611" y="257"/>
                    <a:pt x="605" y="252"/>
                    <a:pt x="601" y="251"/>
                  </a:cubicBezTo>
                  <a:cubicBezTo>
                    <a:pt x="596" y="251"/>
                    <a:pt x="589" y="247"/>
                    <a:pt x="590" y="242"/>
                  </a:cubicBezTo>
                  <a:cubicBezTo>
                    <a:pt x="591" y="237"/>
                    <a:pt x="599" y="244"/>
                    <a:pt x="601" y="240"/>
                  </a:cubicBezTo>
                  <a:cubicBezTo>
                    <a:pt x="603" y="236"/>
                    <a:pt x="592" y="238"/>
                    <a:pt x="592" y="235"/>
                  </a:cubicBezTo>
                  <a:cubicBezTo>
                    <a:pt x="591" y="232"/>
                    <a:pt x="594" y="234"/>
                    <a:pt x="596" y="232"/>
                  </a:cubicBezTo>
                  <a:cubicBezTo>
                    <a:pt x="599" y="230"/>
                    <a:pt x="595" y="226"/>
                    <a:pt x="592" y="225"/>
                  </a:cubicBezTo>
                  <a:cubicBezTo>
                    <a:pt x="590" y="224"/>
                    <a:pt x="589" y="228"/>
                    <a:pt x="586" y="228"/>
                  </a:cubicBezTo>
                  <a:cubicBezTo>
                    <a:pt x="584" y="228"/>
                    <a:pt x="586" y="224"/>
                    <a:pt x="588" y="221"/>
                  </a:cubicBezTo>
                  <a:cubicBezTo>
                    <a:pt x="590" y="219"/>
                    <a:pt x="580" y="216"/>
                    <a:pt x="575" y="217"/>
                  </a:cubicBezTo>
                  <a:cubicBezTo>
                    <a:pt x="571" y="219"/>
                    <a:pt x="570" y="216"/>
                    <a:pt x="570" y="214"/>
                  </a:cubicBezTo>
                  <a:cubicBezTo>
                    <a:pt x="570" y="211"/>
                    <a:pt x="562" y="214"/>
                    <a:pt x="559" y="216"/>
                  </a:cubicBezTo>
                  <a:cubicBezTo>
                    <a:pt x="557" y="218"/>
                    <a:pt x="553" y="214"/>
                    <a:pt x="557" y="213"/>
                  </a:cubicBezTo>
                  <a:cubicBezTo>
                    <a:pt x="560" y="213"/>
                    <a:pt x="564" y="210"/>
                    <a:pt x="563" y="207"/>
                  </a:cubicBezTo>
                  <a:cubicBezTo>
                    <a:pt x="562" y="204"/>
                    <a:pt x="553" y="203"/>
                    <a:pt x="551" y="207"/>
                  </a:cubicBezTo>
                  <a:cubicBezTo>
                    <a:pt x="549" y="211"/>
                    <a:pt x="542" y="203"/>
                    <a:pt x="542" y="200"/>
                  </a:cubicBezTo>
                  <a:cubicBezTo>
                    <a:pt x="542" y="196"/>
                    <a:pt x="530" y="199"/>
                    <a:pt x="532" y="194"/>
                  </a:cubicBezTo>
                  <a:cubicBezTo>
                    <a:pt x="533" y="189"/>
                    <a:pt x="519" y="187"/>
                    <a:pt x="515" y="187"/>
                  </a:cubicBezTo>
                  <a:cubicBezTo>
                    <a:pt x="511" y="187"/>
                    <a:pt x="505" y="190"/>
                    <a:pt x="506" y="194"/>
                  </a:cubicBezTo>
                  <a:cubicBezTo>
                    <a:pt x="507" y="198"/>
                    <a:pt x="502" y="196"/>
                    <a:pt x="501" y="192"/>
                  </a:cubicBezTo>
                  <a:cubicBezTo>
                    <a:pt x="500" y="188"/>
                    <a:pt x="491" y="196"/>
                    <a:pt x="488" y="196"/>
                  </a:cubicBezTo>
                  <a:cubicBezTo>
                    <a:pt x="485" y="196"/>
                    <a:pt x="489" y="186"/>
                    <a:pt x="488" y="183"/>
                  </a:cubicBezTo>
                  <a:cubicBezTo>
                    <a:pt x="487" y="180"/>
                    <a:pt x="484" y="179"/>
                    <a:pt x="482" y="173"/>
                  </a:cubicBezTo>
                  <a:cubicBezTo>
                    <a:pt x="480" y="168"/>
                    <a:pt x="469" y="170"/>
                    <a:pt x="467" y="173"/>
                  </a:cubicBezTo>
                  <a:cubicBezTo>
                    <a:pt x="464" y="176"/>
                    <a:pt x="454" y="175"/>
                    <a:pt x="450" y="180"/>
                  </a:cubicBezTo>
                  <a:cubicBezTo>
                    <a:pt x="445" y="185"/>
                    <a:pt x="450" y="190"/>
                    <a:pt x="452" y="192"/>
                  </a:cubicBezTo>
                  <a:cubicBezTo>
                    <a:pt x="454" y="194"/>
                    <a:pt x="445" y="196"/>
                    <a:pt x="448" y="199"/>
                  </a:cubicBezTo>
                  <a:cubicBezTo>
                    <a:pt x="451" y="202"/>
                    <a:pt x="456" y="201"/>
                    <a:pt x="456" y="205"/>
                  </a:cubicBezTo>
                  <a:cubicBezTo>
                    <a:pt x="457" y="210"/>
                    <a:pt x="445" y="204"/>
                    <a:pt x="443" y="200"/>
                  </a:cubicBezTo>
                  <a:cubicBezTo>
                    <a:pt x="441" y="196"/>
                    <a:pt x="443" y="193"/>
                    <a:pt x="441" y="190"/>
                  </a:cubicBezTo>
                  <a:cubicBezTo>
                    <a:pt x="438" y="187"/>
                    <a:pt x="441" y="183"/>
                    <a:pt x="445" y="178"/>
                  </a:cubicBezTo>
                  <a:cubicBezTo>
                    <a:pt x="450" y="173"/>
                    <a:pt x="453" y="174"/>
                    <a:pt x="453" y="171"/>
                  </a:cubicBezTo>
                  <a:cubicBezTo>
                    <a:pt x="453" y="168"/>
                    <a:pt x="433" y="168"/>
                    <a:pt x="422" y="179"/>
                  </a:cubicBezTo>
                  <a:cubicBezTo>
                    <a:pt x="410" y="190"/>
                    <a:pt x="413" y="204"/>
                    <a:pt x="414" y="207"/>
                  </a:cubicBezTo>
                  <a:cubicBezTo>
                    <a:pt x="415" y="210"/>
                    <a:pt x="425" y="208"/>
                    <a:pt x="431" y="210"/>
                  </a:cubicBezTo>
                  <a:cubicBezTo>
                    <a:pt x="437" y="212"/>
                    <a:pt x="434" y="214"/>
                    <a:pt x="430" y="214"/>
                  </a:cubicBezTo>
                  <a:cubicBezTo>
                    <a:pt x="425" y="213"/>
                    <a:pt x="417" y="211"/>
                    <a:pt x="417" y="215"/>
                  </a:cubicBezTo>
                  <a:cubicBezTo>
                    <a:pt x="418" y="218"/>
                    <a:pt x="427" y="224"/>
                    <a:pt x="433" y="222"/>
                  </a:cubicBezTo>
                  <a:cubicBezTo>
                    <a:pt x="439" y="221"/>
                    <a:pt x="439" y="221"/>
                    <a:pt x="441" y="224"/>
                  </a:cubicBezTo>
                  <a:cubicBezTo>
                    <a:pt x="444" y="227"/>
                    <a:pt x="451" y="226"/>
                    <a:pt x="457" y="227"/>
                  </a:cubicBezTo>
                  <a:cubicBezTo>
                    <a:pt x="464" y="227"/>
                    <a:pt x="472" y="230"/>
                    <a:pt x="475" y="230"/>
                  </a:cubicBezTo>
                  <a:cubicBezTo>
                    <a:pt x="478" y="230"/>
                    <a:pt x="482" y="228"/>
                    <a:pt x="483" y="226"/>
                  </a:cubicBezTo>
                  <a:cubicBezTo>
                    <a:pt x="484" y="225"/>
                    <a:pt x="498" y="229"/>
                    <a:pt x="502" y="229"/>
                  </a:cubicBezTo>
                  <a:cubicBezTo>
                    <a:pt x="506" y="229"/>
                    <a:pt x="503" y="225"/>
                    <a:pt x="501" y="224"/>
                  </a:cubicBezTo>
                  <a:cubicBezTo>
                    <a:pt x="498" y="223"/>
                    <a:pt x="499" y="218"/>
                    <a:pt x="502" y="220"/>
                  </a:cubicBezTo>
                  <a:cubicBezTo>
                    <a:pt x="506" y="222"/>
                    <a:pt x="511" y="223"/>
                    <a:pt x="512" y="226"/>
                  </a:cubicBezTo>
                  <a:cubicBezTo>
                    <a:pt x="513" y="229"/>
                    <a:pt x="516" y="227"/>
                    <a:pt x="516" y="230"/>
                  </a:cubicBezTo>
                  <a:cubicBezTo>
                    <a:pt x="517" y="232"/>
                    <a:pt x="528" y="235"/>
                    <a:pt x="528" y="238"/>
                  </a:cubicBezTo>
                  <a:cubicBezTo>
                    <a:pt x="529" y="241"/>
                    <a:pt x="517" y="242"/>
                    <a:pt x="520" y="245"/>
                  </a:cubicBezTo>
                  <a:cubicBezTo>
                    <a:pt x="524" y="247"/>
                    <a:pt x="529" y="242"/>
                    <a:pt x="533" y="241"/>
                  </a:cubicBezTo>
                  <a:cubicBezTo>
                    <a:pt x="537" y="241"/>
                    <a:pt x="537" y="251"/>
                    <a:pt x="540" y="249"/>
                  </a:cubicBezTo>
                  <a:cubicBezTo>
                    <a:pt x="545" y="247"/>
                    <a:pt x="548" y="251"/>
                    <a:pt x="553" y="257"/>
                  </a:cubicBezTo>
                  <a:cubicBezTo>
                    <a:pt x="557" y="263"/>
                    <a:pt x="552" y="269"/>
                    <a:pt x="553" y="271"/>
                  </a:cubicBezTo>
                  <a:cubicBezTo>
                    <a:pt x="553" y="273"/>
                    <a:pt x="561" y="272"/>
                    <a:pt x="566" y="270"/>
                  </a:cubicBezTo>
                  <a:cubicBezTo>
                    <a:pt x="570" y="267"/>
                    <a:pt x="575" y="273"/>
                    <a:pt x="578" y="276"/>
                  </a:cubicBezTo>
                  <a:cubicBezTo>
                    <a:pt x="582" y="279"/>
                    <a:pt x="565" y="285"/>
                    <a:pt x="566" y="282"/>
                  </a:cubicBezTo>
                  <a:cubicBezTo>
                    <a:pt x="568" y="279"/>
                    <a:pt x="557" y="270"/>
                    <a:pt x="546" y="274"/>
                  </a:cubicBezTo>
                  <a:cubicBezTo>
                    <a:pt x="536" y="278"/>
                    <a:pt x="543" y="284"/>
                    <a:pt x="544" y="288"/>
                  </a:cubicBezTo>
                  <a:cubicBezTo>
                    <a:pt x="545" y="291"/>
                    <a:pt x="535" y="295"/>
                    <a:pt x="525" y="292"/>
                  </a:cubicBezTo>
                  <a:cubicBezTo>
                    <a:pt x="515" y="288"/>
                    <a:pt x="518" y="294"/>
                    <a:pt x="514" y="294"/>
                  </a:cubicBezTo>
                  <a:cubicBezTo>
                    <a:pt x="510" y="294"/>
                    <a:pt x="506" y="300"/>
                    <a:pt x="510" y="304"/>
                  </a:cubicBezTo>
                  <a:cubicBezTo>
                    <a:pt x="513" y="308"/>
                    <a:pt x="521" y="304"/>
                    <a:pt x="528" y="305"/>
                  </a:cubicBezTo>
                  <a:cubicBezTo>
                    <a:pt x="534" y="305"/>
                    <a:pt x="535" y="307"/>
                    <a:pt x="535" y="303"/>
                  </a:cubicBezTo>
                  <a:cubicBezTo>
                    <a:pt x="536" y="300"/>
                    <a:pt x="543" y="301"/>
                    <a:pt x="548" y="302"/>
                  </a:cubicBezTo>
                  <a:cubicBezTo>
                    <a:pt x="552" y="303"/>
                    <a:pt x="551" y="310"/>
                    <a:pt x="557" y="311"/>
                  </a:cubicBezTo>
                  <a:cubicBezTo>
                    <a:pt x="563" y="311"/>
                    <a:pt x="558" y="317"/>
                    <a:pt x="562" y="321"/>
                  </a:cubicBezTo>
                  <a:cubicBezTo>
                    <a:pt x="565" y="325"/>
                    <a:pt x="576" y="323"/>
                    <a:pt x="581" y="327"/>
                  </a:cubicBezTo>
                  <a:cubicBezTo>
                    <a:pt x="585" y="331"/>
                    <a:pt x="603" y="340"/>
                    <a:pt x="606" y="337"/>
                  </a:cubicBezTo>
                  <a:cubicBezTo>
                    <a:pt x="609" y="333"/>
                    <a:pt x="590" y="317"/>
                    <a:pt x="585" y="315"/>
                  </a:cubicBezTo>
                  <a:cubicBezTo>
                    <a:pt x="579" y="314"/>
                    <a:pt x="590" y="312"/>
                    <a:pt x="597" y="317"/>
                  </a:cubicBezTo>
                  <a:cubicBezTo>
                    <a:pt x="604" y="323"/>
                    <a:pt x="614" y="325"/>
                    <a:pt x="619" y="319"/>
                  </a:cubicBezTo>
                  <a:cubicBezTo>
                    <a:pt x="624" y="312"/>
                    <a:pt x="614" y="314"/>
                    <a:pt x="614" y="310"/>
                  </a:cubicBezTo>
                  <a:cubicBezTo>
                    <a:pt x="614" y="305"/>
                    <a:pt x="611" y="298"/>
                    <a:pt x="606" y="298"/>
                  </a:cubicBezTo>
                  <a:cubicBezTo>
                    <a:pt x="601" y="298"/>
                    <a:pt x="588" y="288"/>
                    <a:pt x="593" y="286"/>
                  </a:cubicBezTo>
                  <a:cubicBezTo>
                    <a:pt x="598" y="284"/>
                    <a:pt x="591" y="281"/>
                    <a:pt x="595" y="277"/>
                  </a:cubicBezTo>
                  <a:cubicBezTo>
                    <a:pt x="599" y="273"/>
                    <a:pt x="602" y="281"/>
                    <a:pt x="606" y="281"/>
                  </a:cubicBezTo>
                  <a:close/>
                  <a:moveTo>
                    <a:pt x="531" y="264"/>
                  </a:moveTo>
                  <a:cubicBezTo>
                    <a:pt x="535" y="264"/>
                    <a:pt x="535" y="257"/>
                    <a:pt x="532" y="254"/>
                  </a:cubicBezTo>
                  <a:cubicBezTo>
                    <a:pt x="530" y="251"/>
                    <a:pt x="526" y="251"/>
                    <a:pt x="522" y="251"/>
                  </a:cubicBezTo>
                  <a:cubicBezTo>
                    <a:pt x="518" y="251"/>
                    <a:pt x="511" y="257"/>
                    <a:pt x="515" y="264"/>
                  </a:cubicBezTo>
                  <a:cubicBezTo>
                    <a:pt x="518" y="270"/>
                    <a:pt x="527" y="265"/>
                    <a:pt x="531" y="264"/>
                  </a:cubicBezTo>
                  <a:close/>
                  <a:moveTo>
                    <a:pt x="487" y="171"/>
                  </a:moveTo>
                  <a:cubicBezTo>
                    <a:pt x="484" y="176"/>
                    <a:pt x="491" y="176"/>
                    <a:pt x="492" y="181"/>
                  </a:cubicBezTo>
                  <a:cubicBezTo>
                    <a:pt x="492" y="187"/>
                    <a:pt x="499" y="189"/>
                    <a:pt x="504" y="185"/>
                  </a:cubicBezTo>
                  <a:cubicBezTo>
                    <a:pt x="509" y="182"/>
                    <a:pt x="523" y="186"/>
                    <a:pt x="523" y="182"/>
                  </a:cubicBezTo>
                  <a:cubicBezTo>
                    <a:pt x="523" y="178"/>
                    <a:pt x="508" y="171"/>
                    <a:pt x="503" y="172"/>
                  </a:cubicBezTo>
                  <a:cubicBezTo>
                    <a:pt x="497" y="173"/>
                    <a:pt x="489" y="167"/>
                    <a:pt x="487" y="171"/>
                  </a:cubicBezTo>
                  <a:close/>
                  <a:moveTo>
                    <a:pt x="620" y="475"/>
                  </a:moveTo>
                  <a:cubicBezTo>
                    <a:pt x="621" y="478"/>
                    <a:pt x="642" y="486"/>
                    <a:pt x="642" y="483"/>
                  </a:cubicBezTo>
                  <a:cubicBezTo>
                    <a:pt x="643" y="479"/>
                    <a:pt x="620" y="473"/>
                    <a:pt x="620" y="475"/>
                  </a:cubicBezTo>
                  <a:close/>
                  <a:moveTo>
                    <a:pt x="711" y="496"/>
                  </a:moveTo>
                  <a:cubicBezTo>
                    <a:pt x="709" y="499"/>
                    <a:pt x="707" y="494"/>
                    <a:pt x="710" y="492"/>
                  </a:cubicBezTo>
                  <a:cubicBezTo>
                    <a:pt x="713" y="490"/>
                    <a:pt x="710" y="489"/>
                    <a:pt x="707" y="490"/>
                  </a:cubicBezTo>
                  <a:cubicBezTo>
                    <a:pt x="704" y="492"/>
                    <a:pt x="705" y="484"/>
                    <a:pt x="708" y="482"/>
                  </a:cubicBezTo>
                  <a:cubicBezTo>
                    <a:pt x="710" y="481"/>
                    <a:pt x="701" y="478"/>
                    <a:pt x="701" y="481"/>
                  </a:cubicBezTo>
                  <a:cubicBezTo>
                    <a:pt x="701" y="483"/>
                    <a:pt x="695" y="482"/>
                    <a:pt x="694" y="479"/>
                  </a:cubicBezTo>
                  <a:cubicBezTo>
                    <a:pt x="693" y="477"/>
                    <a:pt x="689" y="476"/>
                    <a:pt x="690" y="474"/>
                  </a:cubicBezTo>
                  <a:cubicBezTo>
                    <a:pt x="692" y="473"/>
                    <a:pt x="685" y="472"/>
                    <a:pt x="684" y="475"/>
                  </a:cubicBezTo>
                  <a:cubicBezTo>
                    <a:pt x="683" y="478"/>
                    <a:pt x="681" y="473"/>
                    <a:pt x="685" y="469"/>
                  </a:cubicBezTo>
                  <a:cubicBezTo>
                    <a:pt x="688" y="465"/>
                    <a:pt x="687" y="462"/>
                    <a:pt x="691" y="460"/>
                  </a:cubicBezTo>
                  <a:cubicBezTo>
                    <a:pt x="694" y="458"/>
                    <a:pt x="690" y="456"/>
                    <a:pt x="687" y="457"/>
                  </a:cubicBezTo>
                  <a:cubicBezTo>
                    <a:pt x="683" y="459"/>
                    <a:pt x="674" y="472"/>
                    <a:pt x="674" y="475"/>
                  </a:cubicBezTo>
                  <a:cubicBezTo>
                    <a:pt x="674" y="479"/>
                    <a:pt x="674" y="483"/>
                    <a:pt x="670" y="483"/>
                  </a:cubicBezTo>
                  <a:cubicBezTo>
                    <a:pt x="667" y="483"/>
                    <a:pt x="663" y="486"/>
                    <a:pt x="666" y="488"/>
                  </a:cubicBezTo>
                  <a:cubicBezTo>
                    <a:pt x="668" y="490"/>
                    <a:pt x="659" y="495"/>
                    <a:pt x="663" y="498"/>
                  </a:cubicBezTo>
                  <a:cubicBezTo>
                    <a:pt x="666" y="499"/>
                    <a:pt x="671" y="497"/>
                    <a:pt x="676" y="497"/>
                  </a:cubicBezTo>
                  <a:cubicBezTo>
                    <a:pt x="680" y="498"/>
                    <a:pt x="683" y="498"/>
                    <a:pt x="687" y="495"/>
                  </a:cubicBezTo>
                  <a:cubicBezTo>
                    <a:pt x="691" y="493"/>
                    <a:pt x="691" y="498"/>
                    <a:pt x="694" y="497"/>
                  </a:cubicBezTo>
                  <a:cubicBezTo>
                    <a:pt x="698" y="497"/>
                    <a:pt x="692" y="500"/>
                    <a:pt x="693" y="503"/>
                  </a:cubicBezTo>
                  <a:cubicBezTo>
                    <a:pt x="693" y="506"/>
                    <a:pt x="697" y="502"/>
                    <a:pt x="699" y="500"/>
                  </a:cubicBezTo>
                  <a:cubicBezTo>
                    <a:pt x="702" y="499"/>
                    <a:pt x="706" y="500"/>
                    <a:pt x="704" y="502"/>
                  </a:cubicBezTo>
                  <a:cubicBezTo>
                    <a:pt x="703" y="505"/>
                    <a:pt x="712" y="507"/>
                    <a:pt x="714" y="503"/>
                  </a:cubicBezTo>
                  <a:cubicBezTo>
                    <a:pt x="717" y="500"/>
                    <a:pt x="712" y="494"/>
                    <a:pt x="711" y="496"/>
                  </a:cubicBezTo>
                  <a:close/>
                  <a:moveTo>
                    <a:pt x="66" y="431"/>
                  </a:moveTo>
                  <a:cubicBezTo>
                    <a:pt x="60" y="434"/>
                    <a:pt x="75" y="450"/>
                    <a:pt x="78" y="448"/>
                  </a:cubicBezTo>
                  <a:cubicBezTo>
                    <a:pt x="81" y="447"/>
                    <a:pt x="75" y="440"/>
                    <a:pt x="75" y="436"/>
                  </a:cubicBezTo>
                  <a:cubicBezTo>
                    <a:pt x="75" y="432"/>
                    <a:pt x="73" y="427"/>
                    <a:pt x="66" y="431"/>
                  </a:cubicBezTo>
                  <a:close/>
                  <a:moveTo>
                    <a:pt x="654" y="512"/>
                  </a:moveTo>
                  <a:cubicBezTo>
                    <a:pt x="651" y="512"/>
                    <a:pt x="653" y="509"/>
                    <a:pt x="654" y="507"/>
                  </a:cubicBezTo>
                  <a:cubicBezTo>
                    <a:pt x="654" y="505"/>
                    <a:pt x="648" y="507"/>
                    <a:pt x="648" y="510"/>
                  </a:cubicBezTo>
                  <a:cubicBezTo>
                    <a:pt x="648" y="512"/>
                    <a:pt x="644" y="513"/>
                    <a:pt x="644" y="514"/>
                  </a:cubicBezTo>
                  <a:cubicBezTo>
                    <a:pt x="644" y="519"/>
                    <a:pt x="644" y="516"/>
                    <a:pt x="641" y="518"/>
                  </a:cubicBezTo>
                  <a:cubicBezTo>
                    <a:pt x="638" y="519"/>
                    <a:pt x="627" y="518"/>
                    <a:pt x="626" y="515"/>
                  </a:cubicBezTo>
                  <a:cubicBezTo>
                    <a:pt x="626" y="513"/>
                    <a:pt x="618" y="512"/>
                    <a:pt x="618" y="508"/>
                  </a:cubicBezTo>
                  <a:cubicBezTo>
                    <a:pt x="617" y="505"/>
                    <a:pt x="613" y="504"/>
                    <a:pt x="617" y="500"/>
                  </a:cubicBezTo>
                  <a:cubicBezTo>
                    <a:pt x="620" y="496"/>
                    <a:pt x="616" y="494"/>
                    <a:pt x="613" y="497"/>
                  </a:cubicBezTo>
                  <a:cubicBezTo>
                    <a:pt x="610" y="500"/>
                    <a:pt x="608" y="496"/>
                    <a:pt x="612" y="494"/>
                  </a:cubicBezTo>
                  <a:cubicBezTo>
                    <a:pt x="616" y="493"/>
                    <a:pt x="624" y="491"/>
                    <a:pt x="620" y="484"/>
                  </a:cubicBezTo>
                  <a:cubicBezTo>
                    <a:pt x="616" y="477"/>
                    <a:pt x="592" y="486"/>
                    <a:pt x="585" y="489"/>
                  </a:cubicBezTo>
                  <a:cubicBezTo>
                    <a:pt x="579" y="493"/>
                    <a:pt x="571" y="504"/>
                    <a:pt x="568" y="504"/>
                  </a:cubicBezTo>
                  <a:cubicBezTo>
                    <a:pt x="565" y="504"/>
                    <a:pt x="574" y="498"/>
                    <a:pt x="575" y="496"/>
                  </a:cubicBezTo>
                  <a:cubicBezTo>
                    <a:pt x="577" y="494"/>
                    <a:pt x="575" y="491"/>
                    <a:pt x="577" y="492"/>
                  </a:cubicBezTo>
                  <a:cubicBezTo>
                    <a:pt x="579" y="493"/>
                    <a:pt x="584" y="485"/>
                    <a:pt x="588" y="482"/>
                  </a:cubicBezTo>
                  <a:cubicBezTo>
                    <a:pt x="592" y="479"/>
                    <a:pt x="596" y="482"/>
                    <a:pt x="596" y="479"/>
                  </a:cubicBezTo>
                  <a:cubicBezTo>
                    <a:pt x="597" y="477"/>
                    <a:pt x="599" y="475"/>
                    <a:pt x="602" y="472"/>
                  </a:cubicBezTo>
                  <a:cubicBezTo>
                    <a:pt x="606" y="469"/>
                    <a:pt x="649" y="470"/>
                    <a:pt x="653" y="470"/>
                  </a:cubicBezTo>
                  <a:cubicBezTo>
                    <a:pt x="657" y="470"/>
                    <a:pt x="665" y="464"/>
                    <a:pt x="667" y="461"/>
                  </a:cubicBezTo>
                  <a:cubicBezTo>
                    <a:pt x="669" y="457"/>
                    <a:pt x="672" y="457"/>
                    <a:pt x="678" y="458"/>
                  </a:cubicBezTo>
                  <a:cubicBezTo>
                    <a:pt x="684" y="458"/>
                    <a:pt x="687" y="453"/>
                    <a:pt x="689" y="451"/>
                  </a:cubicBezTo>
                  <a:cubicBezTo>
                    <a:pt x="692" y="449"/>
                    <a:pt x="691" y="448"/>
                    <a:pt x="689" y="447"/>
                  </a:cubicBezTo>
                  <a:cubicBezTo>
                    <a:pt x="686" y="447"/>
                    <a:pt x="684" y="445"/>
                    <a:pt x="686" y="445"/>
                  </a:cubicBezTo>
                  <a:cubicBezTo>
                    <a:pt x="689" y="445"/>
                    <a:pt x="690" y="443"/>
                    <a:pt x="691" y="440"/>
                  </a:cubicBezTo>
                  <a:cubicBezTo>
                    <a:pt x="692" y="437"/>
                    <a:pt x="690" y="438"/>
                    <a:pt x="687" y="434"/>
                  </a:cubicBezTo>
                  <a:cubicBezTo>
                    <a:pt x="683" y="430"/>
                    <a:pt x="682" y="435"/>
                    <a:pt x="678" y="435"/>
                  </a:cubicBezTo>
                  <a:cubicBezTo>
                    <a:pt x="675" y="435"/>
                    <a:pt x="681" y="430"/>
                    <a:pt x="678" y="429"/>
                  </a:cubicBezTo>
                  <a:cubicBezTo>
                    <a:pt x="675" y="427"/>
                    <a:pt x="670" y="428"/>
                    <a:pt x="665" y="432"/>
                  </a:cubicBezTo>
                  <a:cubicBezTo>
                    <a:pt x="661" y="435"/>
                    <a:pt x="661" y="432"/>
                    <a:pt x="658" y="435"/>
                  </a:cubicBezTo>
                  <a:cubicBezTo>
                    <a:pt x="654" y="439"/>
                    <a:pt x="654" y="433"/>
                    <a:pt x="656" y="432"/>
                  </a:cubicBezTo>
                  <a:cubicBezTo>
                    <a:pt x="657" y="430"/>
                    <a:pt x="659" y="432"/>
                    <a:pt x="660" y="430"/>
                  </a:cubicBezTo>
                  <a:cubicBezTo>
                    <a:pt x="662" y="428"/>
                    <a:pt x="664" y="430"/>
                    <a:pt x="668" y="427"/>
                  </a:cubicBezTo>
                  <a:cubicBezTo>
                    <a:pt x="672" y="425"/>
                    <a:pt x="675" y="426"/>
                    <a:pt x="677" y="424"/>
                  </a:cubicBezTo>
                  <a:cubicBezTo>
                    <a:pt x="678" y="422"/>
                    <a:pt x="675" y="419"/>
                    <a:pt x="671" y="420"/>
                  </a:cubicBezTo>
                  <a:cubicBezTo>
                    <a:pt x="667" y="421"/>
                    <a:pt x="664" y="415"/>
                    <a:pt x="662" y="417"/>
                  </a:cubicBezTo>
                  <a:cubicBezTo>
                    <a:pt x="659" y="418"/>
                    <a:pt x="660" y="414"/>
                    <a:pt x="657" y="416"/>
                  </a:cubicBezTo>
                  <a:cubicBezTo>
                    <a:pt x="654" y="417"/>
                    <a:pt x="652" y="415"/>
                    <a:pt x="651" y="412"/>
                  </a:cubicBezTo>
                  <a:cubicBezTo>
                    <a:pt x="650" y="408"/>
                    <a:pt x="642" y="403"/>
                    <a:pt x="637" y="401"/>
                  </a:cubicBezTo>
                  <a:cubicBezTo>
                    <a:pt x="633" y="400"/>
                    <a:pt x="636" y="397"/>
                    <a:pt x="638" y="399"/>
                  </a:cubicBezTo>
                  <a:cubicBezTo>
                    <a:pt x="641" y="401"/>
                    <a:pt x="644" y="397"/>
                    <a:pt x="645" y="396"/>
                  </a:cubicBezTo>
                  <a:cubicBezTo>
                    <a:pt x="646" y="394"/>
                    <a:pt x="643" y="392"/>
                    <a:pt x="642" y="392"/>
                  </a:cubicBezTo>
                  <a:cubicBezTo>
                    <a:pt x="640" y="392"/>
                    <a:pt x="640" y="390"/>
                    <a:pt x="641" y="388"/>
                  </a:cubicBezTo>
                  <a:cubicBezTo>
                    <a:pt x="641" y="386"/>
                    <a:pt x="636" y="384"/>
                    <a:pt x="635" y="382"/>
                  </a:cubicBezTo>
                  <a:cubicBezTo>
                    <a:pt x="635" y="380"/>
                    <a:pt x="632" y="379"/>
                    <a:pt x="632" y="377"/>
                  </a:cubicBezTo>
                  <a:cubicBezTo>
                    <a:pt x="632" y="376"/>
                    <a:pt x="629" y="373"/>
                    <a:pt x="629" y="371"/>
                  </a:cubicBezTo>
                  <a:cubicBezTo>
                    <a:pt x="629" y="369"/>
                    <a:pt x="624" y="365"/>
                    <a:pt x="624" y="362"/>
                  </a:cubicBezTo>
                  <a:cubicBezTo>
                    <a:pt x="624" y="360"/>
                    <a:pt x="621" y="358"/>
                    <a:pt x="620" y="355"/>
                  </a:cubicBezTo>
                  <a:cubicBezTo>
                    <a:pt x="619" y="352"/>
                    <a:pt x="617" y="353"/>
                    <a:pt x="616" y="358"/>
                  </a:cubicBezTo>
                  <a:cubicBezTo>
                    <a:pt x="615" y="362"/>
                    <a:pt x="611" y="362"/>
                    <a:pt x="612" y="363"/>
                  </a:cubicBezTo>
                  <a:cubicBezTo>
                    <a:pt x="615" y="366"/>
                    <a:pt x="613" y="366"/>
                    <a:pt x="611" y="368"/>
                  </a:cubicBezTo>
                  <a:cubicBezTo>
                    <a:pt x="610" y="370"/>
                    <a:pt x="612" y="372"/>
                    <a:pt x="610" y="372"/>
                  </a:cubicBezTo>
                  <a:cubicBezTo>
                    <a:pt x="607" y="372"/>
                    <a:pt x="608" y="378"/>
                    <a:pt x="607" y="376"/>
                  </a:cubicBezTo>
                  <a:cubicBezTo>
                    <a:pt x="605" y="373"/>
                    <a:pt x="602" y="374"/>
                    <a:pt x="602" y="376"/>
                  </a:cubicBezTo>
                  <a:cubicBezTo>
                    <a:pt x="602" y="379"/>
                    <a:pt x="596" y="381"/>
                    <a:pt x="594" y="381"/>
                  </a:cubicBezTo>
                  <a:cubicBezTo>
                    <a:pt x="592" y="381"/>
                    <a:pt x="592" y="376"/>
                    <a:pt x="590" y="377"/>
                  </a:cubicBezTo>
                  <a:cubicBezTo>
                    <a:pt x="588" y="379"/>
                    <a:pt x="588" y="373"/>
                    <a:pt x="585" y="373"/>
                  </a:cubicBezTo>
                  <a:cubicBezTo>
                    <a:pt x="582" y="374"/>
                    <a:pt x="580" y="373"/>
                    <a:pt x="581" y="371"/>
                  </a:cubicBezTo>
                  <a:cubicBezTo>
                    <a:pt x="582" y="368"/>
                    <a:pt x="576" y="367"/>
                    <a:pt x="578" y="365"/>
                  </a:cubicBezTo>
                  <a:cubicBezTo>
                    <a:pt x="580" y="363"/>
                    <a:pt x="577" y="361"/>
                    <a:pt x="577" y="356"/>
                  </a:cubicBezTo>
                  <a:cubicBezTo>
                    <a:pt x="576" y="351"/>
                    <a:pt x="579" y="351"/>
                    <a:pt x="579" y="349"/>
                  </a:cubicBezTo>
                  <a:cubicBezTo>
                    <a:pt x="579" y="347"/>
                    <a:pt x="577" y="347"/>
                    <a:pt x="575" y="349"/>
                  </a:cubicBezTo>
                  <a:cubicBezTo>
                    <a:pt x="573" y="350"/>
                    <a:pt x="573" y="347"/>
                    <a:pt x="571" y="347"/>
                  </a:cubicBezTo>
                  <a:cubicBezTo>
                    <a:pt x="568" y="347"/>
                    <a:pt x="561" y="347"/>
                    <a:pt x="561" y="344"/>
                  </a:cubicBezTo>
                  <a:cubicBezTo>
                    <a:pt x="561" y="340"/>
                    <a:pt x="558" y="342"/>
                    <a:pt x="557" y="339"/>
                  </a:cubicBezTo>
                  <a:cubicBezTo>
                    <a:pt x="556" y="336"/>
                    <a:pt x="553" y="338"/>
                    <a:pt x="553" y="336"/>
                  </a:cubicBezTo>
                  <a:cubicBezTo>
                    <a:pt x="553" y="334"/>
                    <a:pt x="552" y="333"/>
                    <a:pt x="550" y="333"/>
                  </a:cubicBezTo>
                  <a:cubicBezTo>
                    <a:pt x="548" y="333"/>
                    <a:pt x="547" y="330"/>
                    <a:pt x="544" y="330"/>
                  </a:cubicBezTo>
                  <a:cubicBezTo>
                    <a:pt x="541" y="330"/>
                    <a:pt x="538" y="332"/>
                    <a:pt x="536" y="333"/>
                  </a:cubicBezTo>
                  <a:cubicBezTo>
                    <a:pt x="535" y="333"/>
                    <a:pt x="530" y="330"/>
                    <a:pt x="529" y="331"/>
                  </a:cubicBezTo>
                  <a:cubicBezTo>
                    <a:pt x="527" y="333"/>
                    <a:pt x="527" y="331"/>
                    <a:pt x="522" y="329"/>
                  </a:cubicBezTo>
                  <a:cubicBezTo>
                    <a:pt x="518" y="328"/>
                    <a:pt x="512" y="328"/>
                    <a:pt x="512" y="329"/>
                  </a:cubicBezTo>
                  <a:cubicBezTo>
                    <a:pt x="511" y="331"/>
                    <a:pt x="508" y="331"/>
                    <a:pt x="508" y="335"/>
                  </a:cubicBezTo>
                  <a:cubicBezTo>
                    <a:pt x="509" y="339"/>
                    <a:pt x="513" y="338"/>
                    <a:pt x="514" y="341"/>
                  </a:cubicBezTo>
                  <a:cubicBezTo>
                    <a:pt x="514" y="343"/>
                    <a:pt x="512" y="342"/>
                    <a:pt x="512" y="345"/>
                  </a:cubicBezTo>
                  <a:cubicBezTo>
                    <a:pt x="511" y="347"/>
                    <a:pt x="509" y="347"/>
                    <a:pt x="509" y="348"/>
                  </a:cubicBezTo>
                  <a:cubicBezTo>
                    <a:pt x="509" y="350"/>
                    <a:pt x="511" y="350"/>
                    <a:pt x="512" y="353"/>
                  </a:cubicBezTo>
                  <a:cubicBezTo>
                    <a:pt x="512" y="356"/>
                    <a:pt x="514" y="356"/>
                    <a:pt x="515" y="360"/>
                  </a:cubicBezTo>
                  <a:cubicBezTo>
                    <a:pt x="515" y="364"/>
                    <a:pt x="513" y="364"/>
                    <a:pt x="512" y="364"/>
                  </a:cubicBezTo>
                  <a:cubicBezTo>
                    <a:pt x="510" y="365"/>
                    <a:pt x="512" y="367"/>
                    <a:pt x="509" y="370"/>
                  </a:cubicBezTo>
                  <a:cubicBezTo>
                    <a:pt x="507" y="372"/>
                    <a:pt x="505" y="376"/>
                    <a:pt x="507" y="377"/>
                  </a:cubicBezTo>
                  <a:cubicBezTo>
                    <a:pt x="509" y="379"/>
                    <a:pt x="516" y="382"/>
                    <a:pt x="519" y="387"/>
                  </a:cubicBezTo>
                  <a:cubicBezTo>
                    <a:pt x="522" y="392"/>
                    <a:pt x="521" y="399"/>
                    <a:pt x="520" y="405"/>
                  </a:cubicBezTo>
                  <a:cubicBezTo>
                    <a:pt x="520" y="410"/>
                    <a:pt x="514" y="411"/>
                    <a:pt x="509" y="416"/>
                  </a:cubicBezTo>
                  <a:cubicBezTo>
                    <a:pt x="505" y="420"/>
                    <a:pt x="500" y="420"/>
                    <a:pt x="498" y="420"/>
                  </a:cubicBezTo>
                  <a:cubicBezTo>
                    <a:pt x="496" y="420"/>
                    <a:pt x="497" y="424"/>
                    <a:pt x="500" y="428"/>
                  </a:cubicBezTo>
                  <a:cubicBezTo>
                    <a:pt x="503" y="431"/>
                    <a:pt x="501" y="432"/>
                    <a:pt x="502" y="436"/>
                  </a:cubicBezTo>
                  <a:cubicBezTo>
                    <a:pt x="504" y="439"/>
                    <a:pt x="502" y="442"/>
                    <a:pt x="504" y="445"/>
                  </a:cubicBezTo>
                  <a:cubicBezTo>
                    <a:pt x="507" y="449"/>
                    <a:pt x="505" y="450"/>
                    <a:pt x="503" y="452"/>
                  </a:cubicBezTo>
                  <a:cubicBezTo>
                    <a:pt x="500" y="455"/>
                    <a:pt x="504" y="453"/>
                    <a:pt x="504" y="456"/>
                  </a:cubicBezTo>
                  <a:cubicBezTo>
                    <a:pt x="504" y="459"/>
                    <a:pt x="503" y="458"/>
                    <a:pt x="500" y="456"/>
                  </a:cubicBezTo>
                  <a:cubicBezTo>
                    <a:pt x="498" y="454"/>
                    <a:pt x="496" y="459"/>
                    <a:pt x="496" y="461"/>
                  </a:cubicBezTo>
                  <a:cubicBezTo>
                    <a:pt x="496" y="463"/>
                    <a:pt x="490" y="458"/>
                    <a:pt x="489" y="458"/>
                  </a:cubicBezTo>
                  <a:cubicBezTo>
                    <a:pt x="488" y="459"/>
                    <a:pt x="489" y="455"/>
                    <a:pt x="486" y="453"/>
                  </a:cubicBezTo>
                  <a:cubicBezTo>
                    <a:pt x="483" y="450"/>
                    <a:pt x="481" y="450"/>
                    <a:pt x="481" y="447"/>
                  </a:cubicBezTo>
                  <a:cubicBezTo>
                    <a:pt x="481" y="445"/>
                    <a:pt x="475" y="443"/>
                    <a:pt x="475" y="440"/>
                  </a:cubicBezTo>
                  <a:cubicBezTo>
                    <a:pt x="475" y="437"/>
                    <a:pt x="476" y="430"/>
                    <a:pt x="474" y="428"/>
                  </a:cubicBezTo>
                  <a:cubicBezTo>
                    <a:pt x="473" y="426"/>
                    <a:pt x="474" y="423"/>
                    <a:pt x="475" y="422"/>
                  </a:cubicBezTo>
                  <a:cubicBezTo>
                    <a:pt x="476" y="420"/>
                    <a:pt x="474" y="417"/>
                    <a:pt x="471" y="417"/>
                  </a:cubicBezTo>
                  <a:cubicBezTo>
                    <a:pt x="468" y="417"/>
                    <a:pt x="463" y="415"/>
                    <a:pt x="459" y="416"/>
                  </a:cubicBezTo>
                  <a:cubicBezTo>
                    <a:pt x="454" y="416"/>
                    <a:pt x="452" y="415"/>
                    <a:pt x="450" y="414"/>
                  </a:cubicBezTo>
                  <a:cubicBezTo>
                    <a:pt x="449" y="413"/>
                    <a:pt x="445" y="410"/>
                    <a:pt x="439" y="409"/>
                  </a:cubicBezTo>
                  <a:cubicBezTo>
                    <a:pt x="434" y="407"/>
                    <a:pt x="431" y="405"/>
                    <a:pt x="431" y="403"/>
                  </a:cubicBezTo>
                  <a:cubicBezTo>
                    <a:pt x="430" y="401"/>
                    <a:pt x="425" y="400"/>
                    <a:pt x="423" y="399"/>
                  </a:cubicBezTo>
                  <a:cubicBezTo>
                    <a:pt x="422" y="397"/>
                    <a:pt x="417" y="396"/>
                    <a:pt x="415" y="396"/>
                  </a:cubicBezTo>
                  <a:cubicBezTo>
                    <a:pt x="413" y="397"/>
                    <a:pt x="407" y="392"/>
                    <a:pt x="404" y="392"/>
                  </a:cubicBezTo>
                  <a:cubicBezTo>
                    <a:pt x="401" y="392"/>
                    <a:pt x="393" y="395"/>
                    <a:pt x="392" y="396"/>
                  </a:cubicBezTo>
                  <a:cubicBezTo>
                    <a:pt x="391" y="396"/>
                    <a:pt x="392" y="393"/>
                    <a:pt x="393" y="392"/>
                  </a:cubicBezTo>
                  <a:cubicBezTo>
                    <a:pt x="394" y="390"/>
                    <a:pt x="390" y="385"/>
                    <a:pt x="390" y="382"/>
                  </a:cubicBezTo>
                  <a:cubicBezTo>
                    <a:pt x="389" y="378"/>
                    <a:pt x="387" y="374"/>
                    <a:pt x="384" y="375"/>
                  </a:cubicBezTo>
                  <a:cubicBezTo>
                    <a:pt x="380" y="375"/>
                    <a:pt x="376" y="373"/>
                    <a:pt x="375" y="372"/>
                  </a:cubicBezTo>
                  <a:cubicBezTo>
                    <a:pt x="374" y="372"/>
                    <a:pt x="374" y="362"/>
                    <a:pt x="374" y="357"/>
                  </a:cubicBezTo>
                  <a:cubicBezTo>
                    <a:pt x="375" y="353"/>
                    <a:pt x="380" y="347"/>
                    <a:pt x="380" y="344"/>
                  </a:cubicBezTo>
                  <a:cubicBezTo>
                    <a:pt x="380" y="341"/>
                    <a:pt x="383" y="340"/>
                    <a:pt x="386" y="339"/>
                  </a:cubicBezTo>
                  <a:cubicBezTo>
                    <a:pt x="388" y="339"/>
                    <a:pt x="386" y="333"/>
                    <a:pt x="389" y="333"/>
                  </a:cubicBezTo>
                  <a:cubicBezTo>
                    <a:pt x="392" y="333"/>
                    <a:pt x="392" y="332"/>
                    <a:pt x="392" y="329"/>
                  </a:cubicBezTo>
                  <a:cubicBezTo>
                    <a:pt x="393" y="327"/>
                    <a:pt x="396" y="329"/>
                    <a:pt x="394" y="327"/>
                  </a:cubicBezTo>
                  <a:cubicBezTo>
                    <a:pt x="392" y="325"/>
                    <a:pt x="394" y="325"/>
                    <a:pt x="398" y="325"/>
                  </a:cubicBezTo>
                  <a:cubicBezTo>
                    <a:pt x="402" y="325"/>
                    <a:pt x="408" y="323"/>
                    <a:pt x="407" y="319"/>
                  </a:cubicBezTo>
                  <a:cubicBezTo>
                    <a:pt x="406" y="315"/>
                    <a:pt x="396" y="318"/>
                    <a:pt x="396" y="315"/>
                  </a:cubicBezTo>
                  <a:cubicBezTo>
                    <a:pt x="396" y="311"/>
                    <a:pt x="382" y="311"/>
                    <a:pt x="383" y="309"/>
                  </a:cubicBezTo>
                  <a:cubicBezTo>
                    <a:pt x="384" y="307"/>
                    <a:pt x="397" y="311"/>
                    <a:pt x="401" y="312"/>
                  </a:cubicBezTo>
                  <a:cubicBezTo>
                    <a:pt x="406" y="314"/>
                    <a:pt x="407" y="314"/>
                    <a:pt x="411" y="314"/>
                  </a:cubicBezTo>
                  <a:cubicBezTo>
                    <a:pt x="415" y="314"/>
                    <a:pt x="412" y="309"/>
                    <a:pt x="413" y="307"/>
                  </a:cubicBezTo>
                  <a:cubicBezTo>
                    <a:pt x="413" y="305"/>
                    <a:pt x="421" y="310"/>
                    <a:pt x="425" y="309"/>
                  </a:cubicBezTo>
                  <a:cubicBezTo>
                    <a:pt x="429" y="308"/>
                    <a:pt x="433" y="299"/>
                    <a:pt x="436" y="297"/>
                  </a:cubicBezTo>
                  <a:cubicBezTo>
                    <a:pt x="440" y="295"/>
                    <a:pt x="436" y="293"/>
                    <a:pt x="430" y="293"/>
                  </a:cubicBezTo>
                  <a:cubicBezTo>
                    <a:pt x="423" y="294"/>
                    <a:pt x="420" y="291"/>
                    <a:pt x="416" y="288"/>
                  </a:cubicBezTo>
                  <a:cubicBezTo>
                    <a:pt x="412" y="286"/>
                    <a:pt x="413" y="284"/>
                    <a:pt x="417" y="284"/>
                  </a:cubicBezTo>
                  <a:cubicBezTo>
                    <a:pt x="420" y="284"/>
                    <a:pt x="429" y="292"/>
                    <a:pt x="433" y="292"/>
                  </a:cubicBezTo>
                  <a:cubicBezTo>
                    <a:pt x="436" y="292"/>
                    <a:pt x="442" y="285"/>
                    <a:pt x="445" y="283"/>
                  </a:cubicBezTo>
                  <a:cubicBezTo>
                    <a:pt x="448" y="281"/>
                    <a:pt x="442" y="280"/>
                    <a:pt x="440" y="278"/>
                  </a:cubicBezTo>
                  <a:cubicBezTo>
                    <a:pt x="438" y="277"/>
                    <a:pt x="443" y="276"/>
                    <a:pt x="446" y="276"/>
                  </a:cubicBezTo>
                  <a:cubicBezTo>
                    <a:pt x="449" y="276"/>
                    <a:pt x="450" y="278"/>
                    <a:pt x="451" y="280"/>
                  </a:cubicBezTo>
                  <a:cubicBezTo>
                    <a:pt x="453" y="281"/>
                    <a:pt x="458" y="279"/>
                    <a:pt x="460" y="279"/>
                  </a:cubicBezTo>
                  <a:cubicBezTo>
                    <a:pt x="463" y="279"/>
                    <a:pt x="460" y="275"/>
                    <a:pt x="456" y="273"/>
                  </a:cubicBezTo>
                  <a:cubicBezTo>
                    <a:pt x="451" y="271"/>
                    <a:pt x="456" y="268"/>
                    <a:pt x="457" y="271"/>
                  </a:cubicBezTo>
                  <a:cubicBezTo>
                    <a:pt x="458" y="273"/>
                    <a:pt x="461" y="273"/>
                    <a:pt x="463" y="276"/>
                  </a:cubicBezTo>
                  <a:cubicBezTo>
                    <a:pt x="465" y="280"/>
                    <a:pt x="466" y="277"/>
                    <a:pt x="469" y="276"/>
                  </a:cubicBezTo>
                  <a:cubicBezTo>
                    <a:pt x="473" y="275"/>
                    <a:pt x="475" y="272"/>
                    <a:pt x="477" y="270"/>
                  </a:cubicBezTo>
                  <a:cubicBezTo>
                    <a:pt x="479" y="268"/>
                    <a:pt x="479" y="271"/>
                    <a:pt x="481" y="267"/>
                  </a:cubicBezTo>
                  <a:cubicBezTo>
                    <a:pt x="484" y="264"/>
                    <a:pt x="480" y="261"/>
                    <a:pt x="478" y="259"/>
                  </a:cubicBezTo>
                  <a:cubicBezTo>
                    <a:pt x="475" y="256"/>
                    <a:pt x="478" y="254"/>
                    <a:pt x="475" y="253"/>
                  </a:cubicBezTo>
                  <a:cubicBezTo>
                    <a:pt x="472" y="251"/>
                    <a:pt x="471" y="249"/>
                    <a:pt x="475" y="249"/>
                  </a:cubicBezTo>
                  <a:cubicBezTo>
                    <a:pt x="479" y="250"/>
                    <a:pt x="481" y="249"/>
                    <a:pt x="483" y="247"/>
                  </a:cubicBezTo>
                  <a:cubicBezTo>
                    <a:pt x="485" y="244"/>
                    <a:pt x="478" y="244"/>
                    <a:pt x="481" y="242"/>
                  </a:cubicBezTo>
                  <a:cubicBezTo>
                    <a:pt x="484" y="240"/>
                    <a:pt x="481" y="238"/>
                    <a:pt x="478" y="238"/>
                  </a:cubicBezTo>
                  <a:cubicBezTo>
                    <a:pt x="475" y="238"/>
                    <a:pt x="472" y="237"/>
                    <a:pt x="472" y="234"/>
                  </a:cubicBezTo>
                  <a:cubicBezTo>
                    <a:pt x="472" y="231"/>
                    <a:pt x="466" y="233"/>
                    <a:pt x="463" y="231"/>
                  </a:cubicBezTo>
                  <a:cubicBezTo>
                    <a:pt x="460" y="230"/>
                    <a:pt x="452" y="230"/>
                    <a:pt x="450" y="230"/>
                  </a:cubicBezTo>
                  <a:cubicBezTo>
                    <a:pt x="449" y="231"/>
                    <a:pt x="448" y="238"/>
                    <a:pt x="451" y="238"/>
                  </a:cubicBezTo>
                  <a:cubicBezTo>
                    <a:pt x="454" y="238"/>
                    <a:pt x="456" y="241"/>
                    <a:pt x="454" y="242"/>
                  </a:cubicBezTo>
                  <a:cubicBezTo>
                    <a:pt x="451" y="243"/>
                    <a:pt x="454" y="246"/>
                    <a:pt x="452" y="245"/>
                  </a:cubicBezTo>
                  <a:cubicBezTo>
                    <a:pt x="450" y="245"/>
                    <a:pt x="448" y="244"/>
                    <a:pt x="447" y="249"/>
                  </a:cubicBezTo>
                  <a:cubicBezTo>
                    <a:pt x="446" y="254"/>
                    <a:pt x="446" y="255"/>
                    <a:pt x="443" y="257"/>
                  </a:cubicBezTo>
                  <a:cubicBezTo>
                    <a:pt x="440" y="259"/>
                    <a:pt x="442" y="252"/>
                    <a:pt x="440" y="252"/>
                  </a:cubicBezTo>
                  <a:cubicBezTo>
                    <a:pt x="437" y="252"/>
                    <a:pt x="436" y="258"/>
                    <a:pt x="438" y="258"/>
                  </a:cubicBezTo>
                  <a:cubicBezTo>
                    <a:pt x="441" y="259"/>
                    <a:pt x="441" y="261"/>
                    <a:pt x="441" y="263"/>
                  </a:cubicBezTo>
                  <a:cubicBezTo>
                    <a:pt x="442" y="266"/>
                    <a:pt x="438" y="264"/>
                    <a:pt x="436" y="267"/>
                  </a:cubicBezTo>
                  <a:cubicBezTo>
                    <a:pt x="434" y="270"/>
                    <a:pt x="434" y="266"/>
                    <a:pt x="431" y="264"/>
                  </a:cubicBezTo>
                  <a:cubicBezTo>
                    <a:pt x="429" y="262"/>
                    <a:pt x="426" y="258"/>
                    <a:pt x="426" y="255"/>
                  </a:cubicBezTo>
                  <a:cubicBezTo>
                    <a:pt x="426" y="253"/>
                    <a:pt x="427" y="252"/>
                    <a:pt x="429" y="252"/>
                  </a:cubicBezTo>
                  <a:cubicBezTo>
                    <a:pt x="431" y="251"/>
                    <a:pt x="429" y="250"/>
                    <a:pt x="429" y="246"/>
                  </a:cubicBezTo>
                  <a:cubicBezTo>
                    <a:pt x="429" y="243"/>
                    <a:pt x="427" y="244"/>
                    <a:pt x="424" y="241"/>
                  </a:cubicBezTo>
                  <a:cubicBezTo>
                    <a:pt x="421" y="237"/>
                    <a:pt x="418" y="237"/>
                    <a:pt x="416" y="239"/>
                  </a:cubicBezTo>
                  <a:cubicBezTo>
                    <a:pt x="415" y="241"/>
                    <a:pt x="416" y="244"/>
                    <a:pt x="413" y="245"/>
                  </a:cubicBezTo>
                  <a:cubicBezTo>
                    <a:pt x="411" y="246"/>
                    <a:pt x="412" y="251"/>
                    <a:pt x="410" y="251"/>
                  </a:cubicBezTo>
                  <a:cubicBezTo>
                    <a:pt x="408" y="252"/>
                    <a:pt x="409" y="242"/>
                    <a:pt x="407" y="242"/>
                  </a:cubicBezTo>
                  <a:cubicBezTo>
                    <a:pt x="405" y="241"/>
                    <a:pt x="405" y="239"/>
                    <a:pt x="408" y="238"/>
                  </a:cubicBezTo>
                  <a:cubicBezTo>
                    <a:pt x="411" y="238"/>
                    <a:pt x="412" y="235"/>
                    <a:pt x="410" y="235"/>
                  </a:cubicBezTo>
                  <a:cubicBezTo>
                    <a:pt x="408" y="235"/>
                    <a:pt x="404" y="232"/>
                    <a:pt x="402" y="232"/>
                  </a:cubicBezTo>
                  <a:cubicBezTo>
                    <a:pt x="400" y="231"/>
                    <a:pt x="398" y="235"/>
                    <a:pt x="396" y="233"/>
                  </a:cubicBezTo>
                  <a:cubicBezTo>
                    <a:pt x="394" y="232"/>
                    <a:pt x="396" y="228"/>
                    <a:pt x="396" y="226"/>
                  </a:cubicBezTo>
                  <a:cubicBezTo>
                    <a:pt x="397" y="224"/>
                    <a:pt x="399" y="227"/>
                    <a:pt x="401" y="225"/>
                  </a:cubicBezTo>
                  <a:cubicBezTo>
                    <a:pt x="403" y="222"/>
                    <a:pt x="396" y="222"/>
                    <a:pt x="396" y="220"/>
                  </a:cubicBezTo>
                  <a:cubicBezTo>
                    <a:pt x="396" y="217"/>
                    <a:pt x="391" y="216"/>
                    <a:pt x="389" y="215"/>
                  </a:cubicBezTo>
                  <a:cubicBezTo>
                    <a:pt x="387" y="214"/>
                    <a:pt x="390" y="210"/>
                    <a:pt x="389" y="208"/>
                  </a:cubicBezTo>
                  <a:cubicBezTo>
                    <a:pt x="388" y="206"/>
                    <a:pt x="382" y="201"/>
                    <a:pt x="379" y="201"/>
                  </a:cubicBezTo>
                  <a:cubicBezTo>
                    <a:pt x="376" y="202"/>
                    <a:pt x="375" y="197"/>
                    <a:pt x="377" y="198"/>
                  </a:cubicBezTo>
                  <a:cubicBezTo>
                    <a:pt x="379" y="198"/>
                    <a:pt x="380" y="197"/>
                    <a:pt x="383" y="193"/>
                  </a:cubicBezTo>
                  <a:cubicBezTo>
                    <a:pt x="386" y="190"/>
                    <a:pt x="386" y="189"/>
                    <a:pt x="384" y="188"/>
                  </a:cubicBezTo>
                  <a:cubicBezTo>
                    <a:pt x="382" y="187"/>
                    <a:pt x="381" y="185"/>
                    <a:pt x="385" y="185"/>
                  </a:cubicBezTo>
                  <a:cubicBezTo>
                    <a:pt x="388" y="186"/>
                    <a:pt x="395" y="188"/>
                    <a:pt x="397" y="186"/>
                  </a:cubicBezTo>
                  <a:cubicBezTo>
                    <a:pt x="399" y="185"/>
                    <a:pt x="406" y="174"/>
                    <a:pt x="409" y="171"/>
                  </a:cubicBezTo>
                  <a:cubicBezTo>
                    <a:pt x="411" y="167"/>
                    <a:pt x="407" y="166"/>
                    <a:pt x="400" y="167"/>
                  </a:cubicBezTo>
                  <a:cubicBezTo>
                    <a:pt x="394" y="168"/>
                    <a:pt x="392" y="165"/>
                    <a:pt x="387" y="164"/>
                  </a:cubicBezTo>
                  <a:cubicBezTo>
                    <a:pt x="382" y="164"/>
                    <a:pt x="372" y="165"/>
                    <a:pt x="370" y="167"/>
                  </a:cubicBezTo>
                  <a:cubicBezTo>
                    <a:pt x="369" y="168"/>
                    <a:pt x="373" y="170"/>
                    <a:pt x="372" y="172"/>
                  </a:cubicBezTo>
                  <a:cubicBezTo>
                    <a:pt x="372" y="173"/>
                    <a:pt x="369" y="170"/>
                    <a:pt x="367" y="171"/>
                  </a:cubicBezTo>
                  <a:cubicBezTo>
                    <a:pt x="366" y="172"/>
                    <a:pt x="368" y="174"/>
                    <a:pt x="367" y="180"/>
                  </a:cubicBezTo>
                  <a:cubicBezTo>
                    <a:pt x="367" y="187"/>
                    <a:pt x="369" y="187"/>
                    <a:pt x="370" y="189"/>
                  </a:cubicBezTo>
                  <a:cubicBezTo>
                    <a:pt x="372" y="192"/>
                    <a:pt x="372" y="195"/>
                    <a:pt x="372" y="199"/>
                  </a:cubicBezTo>
                  <a:cubicBezTo>
                    <a:pt x="372" y="203"/>
                    <a:pt x="368" y="202"/>
                    <a:pt x="367" y="203"/>
                  </a:cubicBezTo>
                  <a:cubicBezTo>
                    <a:pt x="366" y="204"/>
                    <a:pt x="370" y="206"/>
                    <a:pt x="369" y="208"/>
                  </a:cubicBezTo>
                  <a:cubicBezTo>
                    <a:pt x="369" y="211"/>
                    <a:pt x="365" y="207"/>
                    <a:pt x="363" y="207"/>
                  </a:cubicBezTo>
                  <a:cubicBezTo>
                    <a:pt x="361" y="208"/>
                    <a:pt x="359" y="214"/>
                    <a:pt x="361" y="216"/>
                  </a:cubicBezTo>
                  <a:cubicBezTo>
                    <a:pt x="363" y="218"/>
                    <a:pt x="364" y="218"/>
                    <a:pt x="362" y="220"/>
                  </a:cubicBezTo>
                  <a:cubicBezTo>
                    <a:pt x="361" y="222"/>
                    <a:pt x="359" y="226"/>
                    <a:pt x="363" y="229"/>
                  </a:cubicBezTo>
                  <a:cubicBezTo>
                    <a:pt x="367" y="232"/>
                    <a:pt x="375" y="232"/>
                    <a:pt x="379" y="235"/>
                  </a:cubicBezTo>
                  <a:cubicBezTo>
                    <a:pt x="383" y="237"/>
                    <a:pt x="377" y="236"/>
                    <a:pt x="379" y="239"/>
                  </a:cubicBezTo>
                  <a:cubicBezTo>
                    <a:pt x="381" y="242"/>
                    <a:pt x="376" y="243"/>
                    <a:pt x="377" y="245"/>
                  </a:cubicBezTo>
                  <a:cubicBezTo>
                    <a:pt x="377" y="248"/>
                    <a:pt x="378" y="246"/>
                    <a:pt x="380" y="242"/>
                  </a:cubicBezTo>
                  <a:cubicBezTo>
                    <a:pt x="383" y="239"/>
                    <a:pt x="384" y="244"/>
                    <a:pt x="384" y="247"/>
                  </a:cubicBezTo>
                  <a:cubicBezTo>
                    <a:pt x="384" y="250"/>
                    <a:pt x="381" y="248"/>
                    <a:pt x="379" y="252"/>
                  </a:cubicBezTo>
                  <a:cubicBezTo>
                    <a:pt x="376" y="255"/>
                    <a:pt x="374" y="256"/>
                    <a:pt x="371" y="255"/>
                  </a:cubicBezTo>
                  <a:cubicBezTo>
                    <a:pt x="367" y="254"/>
                    <a:pt x="369" y="260"/>
                    <a:pt x="371" y="263"/>
                  </a:cubicBezTo>
                  <a:cubicBezTo>
                    <a:pt x="372" y="266"/>
                    <a:pt x="370" y="267"/>
                    <a:pt x="366" y="266"/>
                  </a:cubicBezTo>
                  <a:cubicBezTo>
                    <a:pt x="362" y="265"/>
                    <a:pt x="360" y="262"/>
                    <a:pt x="362" y="259"/>
                  </a:cubicBezTo>
                  <a:cubicBezTo>
                    <a:pt x="364" y="256"/>
                    <a:pt x="366" y="253"/>
                    <a:pt x="363" y="253"/>
                  </a:cubicBezTo>
                  <a:cubicBezTo>
                    <a:pt x="361" y="253"/>
                    <a:pt x="356" y="253"/>
                    <a:pt x="354" y="250"/>
                  </a:cubicBezTo>
                  <a:cubicBezTo>
                    <a:pt x="352" y="248"/>
                    <a:pt x="355" y="249"/>
                    <a:pt x="360" y="249"/>
                  </a:cubicBezTo>
                  <a:cubicBezTo>
                    <a:pt x="365" y="250"/>
                    <a:pt x="361" y="246"/>
                    <a:pt x="364" y="246"/>
                  </a:cubicBezTo>
                  <a:cubicBezTo>
                    <a:pt x="368" y="246"/>
                    <a:pt x="370" y="248"/>
                    <a:pt x="373" y="245"/>
                  </a:cubicBezTo>
                  <a:cubicBezTo>
                    <a:pt x="376" y="243"/>
                    <a:pt x="371" y="238"/>
                    <a:pt x="369" y="239"/>
                  </a:cubicBezTo>
                  <a:cubicBezTo>
                    <a:pt x="366" y="239"/>
                    <a:pt x="362" y="241"/>
                    <a:pt x="362" y="238"/>
                  </a:cubicBezTo>
                  <a:cubicBezTo>
                    <a:pt x="362" y="236"/>
                    <a:pt x="367" y="237"/>
                    <a:pt x="369" y="237"/>
                  </a:cubicBezTo>
                  <a:cubicBezTo>
                    <a:pt x="371" y="236"/>
                    <a:pt x="368" y="233"/>
                    <a:pt x="364" y="234"/>
                  </a:cubicBezTo>
                  <a:cubicBezTo>
                    <a:pt x="361" y="235"/>
                    <a:pt x="358" y="235"/>
                    <a:pt x="355" y="232"/>
                  </a:cubicBezTo>
                  <a:cubicBezTo>
                    <a:pt x="352" y="229"/>
                    <a:pt x="347" y="227"/>
                    <a:pt x="346" y="234"/>
                  </a:cubicBezTo>
                  <a:cubicBezTo>
                    <a:pt x="345" y="241"/>
                    <a:pt x="340" y="237"/>
                    <a:pt x="338" y="240"/>
                  </a:cubicBezTo>
                  <a:cubicBezTo>
                    <a:pt x="336" y="242"/>
                    <a:pt x="340" y="244"/>
                    <a:pt x="345" y="244"/>
                  </a:cubicBezTo>
                  <a:cubicBezTo>
                    <a:pt x="350" y="244"/>
                    <a:pt x="353" y="248"/>
                    <a:pt x="351" y="248"/>
                  </a:cubicBezTo>
                  <a:cubicBezTo>
                    <a:pt x="349" y="248"/>
                    <a:pt x="350" y="252"/>
                    <a:pt x="347" y="250"/>
                  </a:cubicBezTo>
                  <a:cubicBezTo>
                    <a:pt x="345" y="249"/>
                    <a:pt x="342" y="250"/>
                    <a:pt x="344" y="253"/>
                  </a:cubicBezTo>
                  <a:cubicBezTo>
                    <a:pt x="346" y="255"/>
                    <a:pt x="343" y="256"/>
                    <a:pt x="344" y="258"/>
                  </a:cubicBezTo>
                  <a:cubicBezTo>
                    <a:pt x="344" y="260"/>
                    <a:pt x="340" y="258"/>
                    <a:pt x="336" y="258"/>
                  </a:cubicBezTo>
                  <a:cubicBezTo>
                    <a:pt x="332" y="257"/>
                    <a:pt x="325" y="259"/>
                    <a:pt x="320" y="260"/>
                  </a:cubicBezTo>
                  <a:cubicBezTo>
                    <a:pt x="315" y="261"/>
                    <a:pt x="310" y="259"/>
                    <a:pt x="308" y="257"/>
                  </a:cubicBezTo>
                  <a:cubicBezTo>
                    <a:pt x="306" y="254"/>
                    <a:pt x="303" y="255"/>
                    <a:pt x="299" y="255"/>
                  </a:cubicBezTo>
                  <a:cubicBezTo>
                    <a:pt x="296" y="255"/>
                    <a:pt x="297" y="251"/>
                    <a:pt x="292" y="251"/>
                  </a:cubicBezTo>
                  <a:cubicBezTo>
                    <a:pt x="287" y="251"/>
                    <a:pt x="288" y="247"/>
                    <a:pt x="288" y="245"/>
                  </a:cubicBezTo>
                  <a:cubicBezTo>
                    <a:pt x="287" y="242"/>
                    <a:pt x="278" y="243"/>
                    <a:pt x="275" y="245"/>
                  </a:cubicBezTo>
                  <a:cubicBezTo>
                    <a:pt x="271" y="247"/>
                    <a:pt x="265" y="246"/>
                    <a:pt x="263" y="250"/>
                  </a:cubicBezTo>
                  <a:cubicBezTo>
                    <a:pt x="261" y="254"/>
                    <a:pt x="265" y="254"/>
                    <a:pt x="267" y="254"/>
                  </a:cubicBezTo>
                  <a:cubicBezTo>
                    <a:pt x="269" y="254"/>
                    <a:pt x="269" y="250"/>
                    <a:pt x="274" y="251"/>
                  </a:cubicBezTo>
                  <a:cubicBezTo>
                    <a:pt x="279" y="252"/>
                    <a:pt x="283" y="246"/>
                    <a:pt x="285" y="248"/>
                  </a:cubicBezTo>
                  <a:cubicBezTo>
                    <a:pt x="287" y="250"/>
                    <a:pt x="276" y="254"/>
                    <a:pt x="272" y="255"/>
                  </a:cubicBezTo>
                  <a:cubicBezTo>
                    <a:pt x="267" y="256"/>
                    <a:pt x="268" y="260"/>
                    <a:pt x="272" y="266"/>
                  </a:cubicBezTo>
                  <a:cubicBezTo>
                    <a:pt x="277" y="273"/>
                    <a:pt x="270" y="269"/>
                    <a:pt x="270" y="272"/>
                  </a:cubicBezTo>
                  <a:cubicBezTo>
                    <a:pt x="270" y="275"/>
                    <a:pt x="262" y="271"/>
                    <a:pt x="265" y="270"/>
                  </a:cubicBezTo>
                  <a:cubicBezTo>
                    <a:pt x="269" y="269"/>
                    <a:pt x="267" y="266"/>
                    <a:pt x="265" y="264"/>
                  </a:cubicBezTo>
                  <a:cubicBezTo>
                    <a:pt x="262" y="261"/>
                    <a:pt x="260" y="264"/>
                    <a:pt x="260" y="261"/>
                  </a:cubicBezTo>
                  <a:cubicBezTo>
                    <a:pt x="261" y="259"/>
                    <a:pt x="258" y="261"/>
                    <a:pt x="255" y="259"/>
                  </a:cubicBezTo>
                  <a:cubicBezTo>
                    <a:pt x="253" y="257"/>
                    <a:pt x="251" y="256"/>
                    <a:pt x="248" y="258"/>
                  </a:cubicBezTo>
                  <a:cubicBezTo>
                    <a:pt x="245" y="259"/>
                    <a:pt x="241" y="259"/>
                    <a:pt x="233" y="260"/>
                  </a:cubicBezTo>
                  <a:cubicBezTo>
                    <a:pt x="226" y="261"/>
                    <a:pt x="212" y="261"/>
                    <a:pt x="209" y="259"/>
                  </a:cubicBezTo>
                  <a:cubicBezTo>
                    <a:pt x="207" y="256"/>
                    <a:pt x="216" y="252"/>
                    <a:pt x="219" y="252"/>
                  </a:cubicBezTo>
                  <a:cubicBezTo>
                    <a:pt x="221" y="253"/>
                    <a:pt x="220" y="249"/>
                    <a:pt x="216" y="246"/>
                  </a:cubicBezTo>
                  <a:cubicBezTo>
                    <a:pt x="211" y="243"/>
                    <a:pt x="202" y="241"/>
                    <a:pt x="202" y="243"/>
                  </a:cubicBezTo>
                  <a:cubicBezTo>
                    <a:pt x="203" y="245"/>
                    <a:pt x="197" y="243"/>
                    <a:pt x="191" y="242"/>
                  </a:cubicBezTo>
                  <a:cubicBezTo>
                    <a:pt x="184" y="241"/>
                    <a:pt x="183" y="238"/>
                    <a:pt x="179" y="238"/>
                  </a:cubicBezTo>
                  <a:cubicBezTo>
                    <a:pt x="175" y="238"/>
                    <a:pt x="168" y="237"/>
                    <a:pt x="163" y="233"/>
                  </a:cubicBezTo>
                  <a:cubicBezTo>
                    <a:pt x="158" y="229"/>
                    <a:pt x="146" y="230"/>
                    <a:pt x="145" y="234"/>
                  </a:cubicBezTo>
                  <a:cubicBezTo>
                    <a:pt x="144" y="237"/>
                    <a:pt x="140" y="237"/>
                    <a:pt x="136" y="237"/>
                  </a:cubicBezTo>
                  <a:cubicBezTo>
                    <a:pt x="132" y="237"/>
                    <a:pt x="138" y="233"/>
                    <a:pt x="136" y="232"/>
                  </a:cubicBezTo>
                  <a:cubicBezTo>
                    <a:pt x="134" y="231"/>
                    <a:pt x="136" y="226"/>
                    <a:pt x="133" y="226"/>
                  </a:cubicBezTo>
                  <a:cubicBezTo>
                    <a:pt x="131" y="225"/>
                    <a:pt x="128" y="237"/>
                    <a:pt x="123" y="237"/>
                  </a:cubicBezTo>
                  <a:cubicBezTo>
                    <a:pt x="117" y="237"/>
                    <a:pt x="115" y="224"/>
                    <a:pt x="110" y="221"/>
                  </a:cubicBezTo>
                  <a:cubicBezTo>
                    <a:pt x="106" y="218"/>
                    <a:pt x="102" y="217"/>
                    <a:pt x="106" y="222"/>
                  </a:cubicBezTo>
                  <a:cubicBezTo>
                    <a:pt x="109" y="227"/>
                    <a:pt x="102" y="224"/>
                    <a:pt x="103" y="227"/>
                  </a:cubicBezTo>
                  <a:cubicBezTo>
                    <a:pt x="103" y="230"/>
                    <a:pt x="97" y="234"/>
                    <a:pt x="97" y="232"/>
                  </a:cubicBezTo>
                  <a:cubicBezTo>
                    <a:pt x="97" y="230"/>
                    <a:pt x="93" y="228"/>
                    <a:pt x="89" y="233"/>
                  </a:cubicBezTo>
                  <a:cubicBezTo>
                    <a:pt x="85" y="238"/>
                    <a:pt x="82" y="238"/>
                    <a:pt x="81" y="236"/>
                  </a:cubicBezTo>
                  <a:cubicBezTo>
                    <a:pt x="81" y="234"/>
                    <a:pt x="68" y="241"/>
                    <a:pt x="69" y="243"/>
                  </a:cubicBezTo>
                  <a:cubicBezTo>
                    <a:pt x="69" y="245"/>
                    <a:pt x="67" y="246"/>
                    <a:pt x="64" y="246"/>
                  </a:cubicBezTo>
                  <a:cubicBezTo>
                    <a:pt x="60" y="246"/>
                    <a:pt x="63" y="243"/>
                    <a:pt x="66" y="242"/>
                  </a:cubicBezTo>
                  <a:cubicBezTo>
                    <a:pt x="69" y="240"/>
                    <a:pt x="77" y="234"/>
                    <a:pt x="81" y="233"/>
                  </a:cubicBezTo>
                  <a:cubicBezTo>
                    <a:pt x="85" y="232"/>
                    <a:pt x="94" y="229"/>
                    <a:pt x="94" y="227"/>
                  </a:cubicBezTo>
                  <a:cubicBezTo>
                    <a:pt x="94" y="225"/>
                    <a:pt x="90" y="226"/>
                    <a:pt x="87" y="226"/>
                  </a:cubicBezTo>
                  <a:cubicBezTo>
                    <a:pt x="84" y="225"/>
                    <a:pt x="79" y="229"/>
                    <a:pt x="74" y="231"/>
                  </a:cubicBezTo>
                  <a:cubicBezTo>
                    <a:pt x="69" y="233"/>
                    <a:pt x="64" y="232"/>
                    <a:pt x="65" y="235"/>
                  </a:cubicBezTo>
                  <a:cubicBezTo>
                    <a:pt x="67" y="238"/>
                    <a:pt x="61" y="235"/>
                    <a:pt x="59" y="237"/>
                  </a:cubicBezTo>
                  <a:cubicBezTo>
                    <a:pt x="58" y="239"/>
                    <a:pt x="56" y="236"/>
                    <a:pt x="58" y="235"/>
                  </a:cubicBezTo>
                  <a:cubicBezTo>
                    <a:pt x="59" y="234"/>
                    <a:pt x="53" y="232"/>
                    <a:pt x="53" y="234"/>
                  </a:cubicBezTo>
                  <a:cubicBezTo>
                    <a:pt x="53" y="235"/>
                    <a:pt x="52" y="236"/>
                    <a:pt x="48" y="236"/>
                  </a:cubicBezTo>
                  <a:cubicBezTo>
                    <a:pt x="44" y="236"/>
                    <a:pt x="39" y="239"/>
                    <a:pt x="42" y="242"/>
                  </a:cubicBezTo>
                  <a:cubicBezTo>
                    <a:pt x="45" y="244"/>
                    <a:pt x="47" y="245"/>
                    <a:pt x="46" y="246"/>
                  </a:cubicBezTo>
                  <a:cubicBezTo>
                    <a:pt x="44" y="248"/>
                    <a:pt x="40" y="242"/>
                    <a:pt x="33" y="243"/>
                  </a:cubicBezTo>
                  <a:cubicBezTo>
                    <a:pt x="27" y="244"/>
                    <a:pt x="15" y="236"/>
                    <a:pt x="15" y="234"/>
                  </a:cubicBezTo>
                  <a:cubicBezTo>
                    <a:pt x="15" y="233"/>
                    <a:pt x="6" y="234"/>
                    <a:pt x="0" y="233"/>
                  </a:cubicBezTo>
                  <a:cubicBezTo>
                    <a:pt x="0" y="356"/>
                    <a:pt x="0" y="356"/>
                    <a:pt x="0" y="356"/>
                  </a:cubicBezTo>
                  <a:cubicBezTo>
                    <a:pt x="0" y="356"/>
                    <a:pt x="3" y="359"/>
                    <a:pt x="4" y="357"/>
                  </a:cubicBezTo>
                  <a:cubicBezTo>
                    <a:pt x="5" y="356"/>
                    <a:pt x="7" y="358"/>
                    <a:pt x="11" y="356"/>
                  </a:cubicBezTo>
                  <a:cubicBezTo>
                    <a:pt x="16" y="354"/>
                    <a:pt x="17" y="358"/>
                    <a:pt x="17" y="360"/>
                  </a:cubicBezTo>
                  <a:cubicBezTo>
                    <a:pt x="17" y="362"/>
                    <a:pt x="23" y="365"/>
                    <a:pt x="25" y="368"/>
                  </a:cubicBezTo>
                  <a:cubicBezTo>
                    <a:pt x="27" y="371"/>
                    <a:pt x="29" y="374"/>
                    <a:pt x="31" y="372"/>
                  </a:cubicBezTo>
                  <a:cubicBezTo>
                    <a:pt x="34" y="370"/>
                    <a:pt x="39" y="369"/>
                    <a:pt x="39" y="366"/>
                  </a:cubicBezTo>
                  <a:cubicBezTo>
                    <a:pt x="39" y="363"/>
                    <a:pt x="50" y="363"/>
                    <a:pt x="50" y="367"/>
                  </a:cubicBezTo>
                  <a:cubicBezTo>
                    <a:pt x="50" y="371"/>
                    <a:pt x="61" y="376"/>
                    <a:pt x="67" y="386"/>
                  </a:cubicBezTo>
                  <a:cubicBezTo>
                    <a:pt x="73" y="397"/>
                    <a:pt x="72" y="400"/>
                    <a:pt x="81" y="403"/>
                  </a:cubicBezTo>
                  <a:cubicBezTo>
                    <a:pt x="90" y="407"/>
                    <a:pt x="90" y="409"/>
                    <a:pt x="89" y="412"/>
                  </a:cubicBezTo>
                  <a:cubicBezTo>
                    <a:pt x="88" y="415"/>
                    <a:pt x="94" y="417"/>
                    <a:pt x="90" y="419"/>
                  </a:cubicBezTo>
                  <a:cubicBezTo>
                    <a:pt x="89" y="420"/>
                    <a:pt x="87" y="422"/>
                    <a:pt x="85" y="423"/>
                  </a:cubicBezTo>
                  <a:cubicBezTo>
                    <a:pt x="85" y="425"/>
                    <a:pt x="87" y="426"/>
                    <a:pt x="88" y="427"/>
                  </a:cubicBezTo>
                  <a:cubicBezTo>
                    <a:pt x="90" y="429"/>
                    <a:pt x="84" y="429"/>
                    <a:pt x="86" y="431"/>
                  </a:cubicBezTo>
                  <a:cubicBezTo>
                    <a:pt x="88" y="432"/>
                    <a:pt x="86" y="435"/>
                    <a:pt x="88" y="437"/>
                  </a:cubicBezTo>
                  <a:cubicBezTo>
                    <a:pt x="89" y="439"/>
                    <a:pt x="93" y="438"/>
                    <a:pt x="95" y="436"/>
                  </a:cubicBezTo>
                  <a:cubicBezTo>
                    <a:pt x="97" y="435"/>
                    <a:pt x="98" y="438"/>
                    <a:pt x="96" y="441"/>
                  </a:cubicBezTo>
                  <a:cubicBezTo>
                    <a:pt x="95" y="444"/>
                    <a:pt x="98" y="446"/>
                    <a:pt x="100" y="444"/>
                  </a:cubicBezTo>
                  <a:cubicBezTo>
                    <a:pt x="101" y="442"/>
                    <a:pt x="105" y="447"/>
                    <a:pt x="106" y="448"/>
                  </a:cubicBezTo>
                  <a:cubicBezTo>
                    <a:pt x="108" y="449"/>
                    <a:pt x="110" y="451"/>
                    <a:pt x="107" y="451"/>
                  </a:cubicBezTo>
                  <a:cubicBezTo>
                    <a:pt x="104" y="451"/>
                    <a:pt x="105" y="456"/>
                    <a:pt x="107" y="456"/>
                  </a:cubicBezTo>
                  <a:cubicBezTo>
                    <a:pt x="109" y="456"/>
                    <a:pt x="108" y="459"/>
                    <a:pt x="108" y="460"/>
                  </a:cubicBezTo>
                  <a:cubicBezTo>
                    <a:pt x="108" y="462"/>
                    <a:pt x="115" y="464"/>
                    <a:pt x="117" y="464"/>
                  </a:cubicBezTo>
                  <a:cubicBezTo>
                    <a:pt x="119" y="463"/>
                    <a:pt x="121" y="465"/>
                    <a:pt x="122" y="467"/>
                  </a:cubicBezTo>
                  <a:cubicBezTo>
                    <a:pt x="123" y="469"/>
                    <a:pt x="128" y="470"/>
                    <a:pt x="129" y="469"/>
                  </a:cubicBezTo>
                  <a:cubicBezTo>
                    <a:pt x="131" y="468"/>
                    <a:pt x="132" y="471"/>
                    <a:pt x="132" y="474"/>
                  </a:cubicBezTo>
                  <a:cubicBezTo>
                    <a:pt x="133" y="476"/>
                    <a:pt x="136" y="475"/>
                    <a:pt x="138" y="475"/>
                  </a:cubicBezTo>
                  <a:cubicBezTo>
                    <a:pt x="141" y="475"/>
                    <a:pt x="142" y="478"/>
                    <a:pt x="143" y="477"/>
                  </a:cubicBezTo>
                  <a:cubicBezTo>
                    <a:pt x="146" y="476"/>
                    <a:pt x="147" y="481"/>
                    <a:pt x="149" y="485"/>
                  </a:cubicBezTo>
                  <a:cubicBezTo>
                    <a:pt x="371" y="484"/>
                    <a:pt x="371" y="484"/>
                    <a:pt x="371" y="484"/>
                  </a:cubicBezTo>
                  <a:cubicBezTo>
                    <a:pt x="371" y="484"/>
                    <a:pt x="371" y="478"/>
                    <a:pt x="374" y="480"/>
                  </a:cubicBezTo>
                  <a:cubicBezTo>
                    <a:pt x="376" y="482"/>
                    <a:pt x="374" y="485"/>
                    <a:pt x="377" y="486"/>
                  </a:cubicBezTo>
                  <a:cubicBezTo>
                    <a:pt x="380" y="487"/>
                    <a:pt x="382" y="489"/>
                    <a:pt x="384" y="488"/>
                  </a:cubicBezTo>
                  <a:cubicBezTo>
                    <a:pt x="386" y="488"/>
                    <a:pt x="389" y="485"/>
                    <a:pt x="391" y="489"/>
                  </a:cubicBezTo>
                  <a:cubicBezTo>
                    <a:pt x="394" y="492"/>
                    <a:pt x="396" y="489"/>
                    <a:pt x="398" y="491"/>
                  </a:cubicBezTo>
                  <a:cubicBezTo>
                    <a:pt x="400" y="493"/>
                    <a:pt x="403" y="495"/>
                    <a:pt x="405" y="493"/>
                  </a:cubicBezTo>
                  <a:cubicBezTo>
                    <a:pt x="407" y="490"/>
                    <a:pt x="413" y="493"/>
                    <a:pt x="417" y="494"/>
                  </a:cubicBezTo>
                  <a:cubicBezTo>
                    <a:pt x="420" y="491"/>
                    <a:pt x="424" y="484"/>
                    <a:pt x="427" y="484"/>
                  </a:cubicBezTo>
                  <a:cubicBezTo>
                    <a:pt x="432" y="484"/>
                    <a:pt x="443" y="485"/>
                    <a:pt x="444" y="491"/>
                  </a:cubicBezTo>
                  <a:cubicBezTo>
                    <a:pt x="445" y="498"/>
                    <a:pt x="452" y="492"/>
                    <a:pt x="453" y="498"/>
                  </a:cubicBezTo>
                  <a:cubicBezTo>
                    <a:pt x="453" y="502"/>
                    <a:pt x="458" y="506"/>
                    <a:pt x="457" y="509"/>
                  </a:cubicBezTo>
                  <a:cubicBezTo>
                    <a:pt x="459" y="510"/>
                    <a:pt x="460" y="511"/>
                    <a:pt x="462" y="512"/>
                  </a:cubicBezTo>
                  <a:cubicBezTo>
                    <a:pt x="464" y="511"/>
                    <a:pt x="470" y="512"/>
                    <a:pt x="474" y="514"/>
                  </a:cubicBezTo>
                  <a:cubicBezTo>
                    <a:pt x="479" y="515"/>
                    <a:pt x="487" y="511"/>
                    <a:pt x="489" y="517"/>
                  </a:cubicBezTo>
                  <a:cubicBezTo>
                    <a:pt x="492" y="524"/>
                    <a:pt x="497" y="528"/>
                    <a:pt x="492" y="529"/>
                  </a:cubicBezTo>
                  <a:cubicBezTo>
                    <a:pt x="487" y="529"/>
                    <a:pt x="481" y="522"/>
                    <a:pt x="482" y="526"/>
                  </a:cubicBezTo>
                  <a:cubicBezTo>
                    <a:pt x="482" y="530"/>
                    <a:pt x="479" y="528"/>
                    <a:pt x="479" y="533"/>
                  </a:cubicBezTo>
                  <a:cubicBezTo>
                    <a:pt x="479" y="539"/>
                    <a:pt x="476" y="546"/>
                    <a:pt x="473" y="546"/>
                  </a:cubicBezTo>
                  <a:cubicBezTo>
                    <a:pt x="473" y="546"/>
                    <a:pt x="473" y="546"/>
                    <a:pt x="473" y="546"/>
                  </a:cubicBezTo>
                  <a:cubicBezTo>
                    <a:pt x="473" y="548"/>
                    <a:pt x="473" y="550"/>
                    <a:pt x="474" y="552"/>
                  </a:cubicBezTo>
                  <a:cubicBezTo>
                    <a:pt x="477" y="550"/>
                    <a:pt x="481" y="547"/>
                    <a:pt x="484" y="547"/>
                  </a:cubicBezTo>
                  <a:cubicBezTo>
                    <a:pt x="490" y="547"/>
                    <a:pt x="491" y="550"/>
                    <a:pt x="495" y="548"/>
                  </a:cubicBezTo>
                  <a:cubicBezTo>
                    <a:pt x="498" y="545"/>
                    <a:pt x="499" y="544"/>
                    <a:pt x="500" y="546"/>
                  </a:cubicBezTo>
                  <a:cubicBezTo>
                    <a:pt x="500" y="546"/>
                    <a:pt x="500" y="547"/>
                    <a:pt x="500" y="547"/>
                  </a:cubicBezTo>
                  <a:cubicBezTo>
                    <a:pt x="501" y="546"/>
                    <a:pt x="502" y="545"/>
                    <a:pt x="502" y="545"/>
                  </a:cubicBezTo>
                  <a:cubicBezTo>
                    <a:pt x="502" y="544"/>
                    <a:pt x="502" y="543"/>
                    <a:pt x="502" y="542"/>
                  </a:cubicBezTo>
                  <a:cubicBezTo>
                    <a:pt x="498" y="542"/>
                    <a:pt x="497" y="542"/>
                    <a:pt x="496" y="540"/>
                  </a:cubicBezTo>
                  <a:cubicBezTo>
                    <a:pt x="494" y="536"/>
                    <a:pt x="507" y="533"/>
                    <a:pt x="512" y="534"/>
                  </a:cubicBezTo>
                  <a:cubicBezTo>
                    <a:pt x="518" y="534"/>
                    <a:pt x="521" y="530"/>
                    <a:pt x="523" y="533"/>
                  </a:cubicBezTo>
                  <a:cubicBezTo>
                    <a:pt x="527" y="530"/>
                    <a:pt x="533" y="525"/>
                    <a:pt x="534" y="525"/>
                  </a:cubicBezTo>
                  <a:cubicBezTo>
                    <a:pt x="536" y="525"/>
                    <a:pt x="562" y="524"/>
                    <a:pt x="562" y="524"/>
                  </a:cubicBezTo>
                  <a:cubicBezTo>
                    <a:pt x="562" y="524"/>
                    <a:pt x="571" y="519"/>
                    <a:pt x="572" y="514"/>
                  </a:cubicBezTo>
                  <a:cubicBezTo>
                    <a:pt x="573" y="509"/>
                    <a:pt x="579" y="497"/>
                    <a:pt x="582" y="500"/>
                  </a:cubicBezTo>
                  <a:cubicBezTo>
                    <a:pt x="585" y="502"/>
                    <a:pt x="592" y="500"/>
                    <a:pt x="593" y="503"/>
                  </a:cubicBezTo>
                  <a:cubicBezTo>
                    <a:pt x="593" y="505"/>
                    <a:pt x="590" y="513"/>
                    <a:pt x="599" y="525"/>
                  </a:cubicBezTo>
                  <a:cubicBezTo>
                    <a:pt x="603" y="523"/>
                    <a:pt x="606" y="521"/>
                    <a:pt x="608" y="522"/>
                  </a:cubicBezTo>
                  <a:cubicBezTo>
                    <a:pt x="611" y="522"/>
                    <a:pt x="616" y="517"/>
                    <a:pt x="617" y="515"/>
                  </a:cubicBezTo>
                  <a:cubicBezTo>
                    <a:pt x="619" y="512"/>
                    <a:pt x="621" y="517"/>
                    <a:pt x="618" y="518"/>
                  </a:cubicBezTo>
                  <a:cubicBezTo>
                    <a:pt x="615" y="519"/>
                    <a:pt x="620" y="521"/>
                    <a:pt x="625" y="521"/>
                  </a:cubicBezTo>
                  <a:cubicBezTo>
                    <a:pt x="630" y="521"/>
                    <a:pt x="623" y="523"/>
                    <a:pt x="619" y="523"/>
                  </a:cubicBezTo>
                  <a:cubicBezTo>
                    <a:pt x="615" y="522"/>
                    <a:pt x="614" y="523"/>
                    <a:pt x="609" y="528"/>
                  </a:cubicBezTo>
                  <a:cubicBezTo>
                    <a:pt x="604" y="533"/>
                    <a:pt x="605" y="534"/>
                    <a:pt x="608" y="537"/>
                  </a:cubicBezTo>
                  <a:cubicBezTo>
                    <a:pt x="611" y="539"/>
                    <a:pt x="614" y="538"/>
                    <a:pt x="618" y="535"/>
                  </a:cubicBezTo>
                  <a:cubicBezTo>
                    <a:pt x="622" y="532"/>
                    <a:pt x="622" y="528"/>
                    <a:pt x="626" y="528"/>
                  </a:cubicBezTo>
                  <a:cubicBezTo>
                    <a:pt x="630" y="529"/>
                    <a:pt x="640" y="525"/>
                    <a:pt x="645" y="523"/>
                  </a:cubicBezTo>
                  <a:cubicBezTo>
                    <a:pt x="649" y="522"/>
                    <a:pt x="646" y="521"/>
                    <a:pt x="646" y="519"/>
                  </a:cubicBezTo>
                  <a:cubicBezTo>
                    <a:pt x="646" y="517"/>
                    <a:pt x="654" y="517"/>
                    <a:pt x="657" y="515"/>
                  </a:cubicBezTo>
                  <a:cubicBezTo>
                    <a:pt x="660" y="513"/>
                    <a:pt x="656" y="512"/>
                    <a:pt x="654" y="512"/>
                  </a:cubicBezTo>
                  <a:close/>
                  <a:moveTo>
                    <a:pt x="190" y="281"/>
                  </a:moveTo>
                  <a:cubicBezTo>
                    <a:pt x="185" y="287"/>
                    <a:pt x="183" y="288"/>
                    <a:pt x="179" y="287"/>
                  </a:cubicBezTo>
                  <a:cubicBezTo>
                    <a:pt x="174" y="286"/>
                    <a:pt x="171" y="288"/>
                    <a:pt x="173" y="290"/>
                  </a:cubicBezTo>
                  <a:cubicBezTo>
                    <a:pt x="176" y="292"/>
                    <a:pt x="176" y="293"/>
                    <a:pt x="171" y="294"/>
                  </a:cubicBezTo>
                  <a:cubicBezTo>
                    <a:pt x="166" y="295"/>
                    <a:pt x="163" y="299"/>
                    <a:pt x="161" y="299"/>
                  </a:cubicBezTo>
                  <a:cubicBezTo>
                    <a:pt x="159" y="298"/>
                    <a:pt x="169" y="291"/>
                    <a:pt x="166" y="289"/>
                  </a:cubicBezTo>
                  <a:cubicBezTo>
                    <a:pt x="164" y="287"/>
                    <a:pt x="157" y="292"/>
                    <a:pt x="157" y="295"/>
                  </a:cubicBezTo>
                  <a:cubicBezTo>
                    <a:pt x="157" y="297"/>
                    <a:pt x="152" y="297"/>
                    <a:pt x="150" y="297"/>
                  </a:cubicBezTo>
                  <a:cubicBezTo>
                    <a:pt x="147" y="297"/>
                    <a:pt x="143" y="294"/>
                    <a:pt x="146" y="294"/>
                  </a:cubicBezTo>
                  <a:cubicBezTo>
                    <a:pt x="149" y="294"/>
                    <a:pt x="147" y="291"/>
                    <a:pt x="151" y="289"/>
                  </a:cubicBezTo>
                  <a:cubicBezTo>
                    <a:pt x="154" y="288"/>
                    <a:pt x="150" y="286"/>
                    <a:pt x="151" y="284"/>
                  </a:cubicBezTo>
                  <a:cubicBezTo>
                    <a:pt x="152" y="283"/>
                    <a:pt x="160" y="286"/>
                    <a:pt x="160" y="283"/>
                  </a:cubicBezTo>
                  <a:cubicBezTo>
                    <a:pt x="160" y="280"/>
                    <a:pt x="152" y="278"/>
                    <a:pt x="150" y="280"/>
                  </a:cubicBezTo>
                  <a:cubicBezTo>
                    <a:pt x="147" y="281"/>
                    <a:pt x="141" y="285"/>
                    <a:pt x="134" y="282"/>
                  </a:cubicBezTo>
                  <a:cubicBezTo>
                    <a:pt x="132" y="281"/>
                    <a:pt x="152" y="279"/>
                    <a:pt x="156" y="276"/>
                  </a:cubicBezTo>
                  <a:cubicBezTo>
                    <a:pt x="159" y="273"/>
                    <a:pt x="174" y="269"/>
                    <a:pt x="175" y="272"/>
                  </a:cubicBezTo>
                  <a:cubicBezTo>
                    <a:pt x="177" y="275"/>
                    <a:pt x="167" y="277"/>
                    <a:pt x="172" y="279"/>
                  </a:cubicBezTo>
                  <a:cubicBezTo>
                    <a:pt x="176" y="282"/>
                    <a:pt x="184" y="280"/>
                    <a:pt x="185" y="277"/>
                  </a:cubicBezTo>
                  <a:cubicBezTo>
                    <a:pt x="187" y="275"/>
                    <a:pt x="194" y="275"/>
                    <a:pt x="190" y="281"/>
                  </a:cubicBezTo>
                  <a:close/>
                  <a:moveTo>
                    <a:pt x="235" y="338"/>
                  </a:moveTo>
                  <a:cubicBezTo>
                    <a:pt x="229" y="343"/>
                    <a:pt x="230" y="342"/>
                    <a:pt x="225" y="343"/>
                  </a:cubicBezTo>
                  <a:cubicBezTo>
                    <a:pt x="220" y="343"/>
                    <a:pt x="224" y="348"/>
                    <a:pt x="218" y="349"/>
                  </a:cubicBezTo>
                  <a:cubicBezTo>
                    <a:pt x="212" y="349"/>
                    <a:pt x="198" y="350"/>
                    <a:pt x="196" y="346"/>
                  </a:cubicBezTo>
                  <a:cubicBezTo>
                    <a:pt x="196" y="345"/>
                    <a:pt x="204" y="346"/>
                    <a:pt x="204" y="344"/>
                  </a:cubicBezTo>
                  <a:cubicBezTo>
                    <a:pt x="205" y="341"/>
                    <a:pt x="207" y="338"/>
                    <a:pt x="211" y="338"/>
                  </a:cubicBezTo>
                  <a:cubicBezTo>
                    <a:pt x="214" y="338"/>
                    <a:pt x="214" y="333"/>
                    <a:pt x="208" y="330"/>
                  </a:cubicBezTo>
                  <a:cubicBezTo>
                    <a:pt x="202" y="327"/>
                    <a:pt x="217" y="325"/>
                    <a:pt x="220" y="330"/>
                  </a:cubicBezTo>
                  <a:cubicBezTo>
                    <a:pt x="223" y="334"/>
                    <a:pt x="229" y="338"/>
                    <a:pt x="232" y="334"/>
                  </a:cubicBezTo>
                  <a:cubicBezTo>
                    <a:pt x="235" y="331"/>
                    <a:pt x="254" y="322"/>
                    <a:pt x="254" y="326"/>
                  </a:cubicBezTo>
                  <a:cubicBezTo>
                    <a:pt x="254" y="331"/>
                    <a:pt x="240" y="333"/>
                    <a:pt x="235" y="338"/>
                  </a:cubicBezTo>
                  <a:close/>
                  <a:moveTo>
                    <a:pt x="359" y="468"/>
                  </a:moveTo>
                  <a:cubicBezTo>
                    <a:pt x="355" y="468"/>
                    <a:pt x="359" y="458"/>
                    <a:pt x="352" y="454"/>
                  </a:cubicBezTo>
                  <a:cubicBezTo>
                    <a:pt x="344" y="449"/>
                    <a:pt x="340" y="440"/>
                    <a:pt x="340" y="436"/>
                  </a:cubicBezTo>
                  <a:cubicBezTo>
                    <a:pt x="340" y="431"/>
                    <a:pt x="347" y="429"/>
                    <a:pt x="350" y="433"/>
                  </a:cubicBezTo>
                  <a:cubicBezTo>
                    <a:pt x="353" y="436"/>
                    <a:pt x="357" y="451"/>
                    <a:pt x="360" y="455"/>
                  </a:cubicBezTo>
                  <a:cubicBezTo>
                    <a:pt x="362" y="460"/>
                    <a:pt x="362" y="468"/>
                    <a:pt x="359" y="46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129">
              <a:extLst>
                <a:ext uri="{FF2B5EF4-FFF2-40B4-BE49-F238E27FC236}">
                  <a16:creationId xmlns:a16="http://schemas.microsoft.com/office/drawing/2014/main" id="{C13E7CB0-F6AC-40EE-94C3-33EF8B08A51A}"/>
                </a:ext>
              </a:extLst>
            </p:cNvPr>
            <p:cNvSpPr>
              <a:spLocks noEditPoints="1"/>
            </p:cNvSpPr>
            <p:nvPr/>
          </p:nvSpPr>
          <p:spPr bwMode="auto">
            <a:xfrm>
              <a:off x="931863" y="1312863"/>
              <a:ext cx="2054225" cy="1400175"/>
            </a:xfrm>
            <a:custGeom>
              <a:avLst/>
              <a:gdLst>
                <a:gd name="T0" fmla="*/ 249 w 817"/>
                <a:gd name="T1" fmla="*/ 164 h 556"/>
                <a:gd name="T2" fmla="*/ 218 w 817"/>
                <a:gd name="T3" fmla="*/ 25 h 556"/>
                <a:gd name="T4" fmla="*/ 132 w 817"/>
                <a:gd name="T5" fmla="*/ 15 h 556"/>
                <a:gd name="T6" fmla="*/ 96 w 817"/>
                <a:gd name="T7" fmla="*/ 8 h 556"/>
                <a:gd name="T8" fmla="*/ 66 w 817"/>
                <a:gd name="T9" fmla="*/ 15 h 556"/>
                <a:gd name="T10" fmla="*/ 13 w 817"/>
                <a:gd name="T11" fmla="*/ 42 h 556"/>
                <a:gd name="T12" fmla="*/ 50 w 817"/>
                <a:gd name="T13" fmla="*/ 74 h 556"/>
                <a:gd name="T14" fmla="*/ 12 w 817"/>
                <a:gd name="T15" fmla="*/ 76 h 556"/>
                <a:gd name="T16" fmla="*/ 42 w 817"/>
                <a:gd name="T17" fmla="*/ 97 h 556"/>
                <a:gd name="T18" fmla="*/ 30 w 817"/>
                <a:gd name="T19" fmla="*/ 113 h 556"/>
                <a:gd name="T20" fmla="*/ 32 w 817"/>
                <a:gd name="T21" fmla="*/ 156 h 556"/>
                <a:gd name="T22" fmla="*/ 68 w 817"/>
                <a:gd name="T23" fmla="*/ 168 h 556"/>
                <a:gd name="T24" fmla="*/ 72 w 817"/>
                <a:gd name="T25" fmla="*/ 192 h 556"/>
                <a:gd name="T26" fmla="*/ 60 w 817"/>
                <a:gd name="T27" fmla="*/ 205 h 556"/>
                <a:gd name="T28" fmla="*/ 104 w 817"/>
                <a:gd name="T29" fmla="*/ 178 h 556"/>
                <a:gd name="T30" fmla="*/ 123 w 817"/>
                <a:gd name="T31" fmla="*/ 152 h 556"/>
                <a:gd name="T32" fmla="*/ 136 w 817"/>
                <a:gd name="T33" fmla="*/ 143 h 556"/>
                <a:gd name="T34" fmla="*/ 161 w 817"/>
                <a:gd name="T35" fmla="*/ 154 h 556"/>
                <a:gd name="T36" fmla="*/ 177 w 817"/>
                <a:gd name="T37" fmla="*/ 144 h 556"/>
                <a:gd name="T38" fmla="*/ 196 w 817"/>
                <a:gd name="T39" fmla="*/ 152 h 556"/>
                <a:gd name="T40" fmla="*/ 242 w 817"/>
                <a:gd name="T41" fmla="*/ 166 h 556"/>
                <a:gd name="T42" fmla="*/ 267 w 817"/>
                <a:gd name="T43" fmla="*/ 177 h 556"/>
                <a:gd name="T44" fmla="*/ 268 w 817"/>
                <a:gd name="T45" fmla="*/ 187 h 556"/>
                <a:gd name="T46" fmla="*/ 277 w 817"/>
                <a:gd name="T47" fmla="*/ 188 h 556"/>
                <a:gd name="T48" fmla="*/ 285 w 817"/>
                <a:gd name="T49" fmla="*/ 196 h 556"/>
                <a:gd name="T50" fmla="*/ 282 w 817"/>
                <a:gd name="T51" fmla="*/ 214 h 556"/>
                <a:gd name="T52" fmla="*/ 300 w 817"/>
                <a:gd name="T53" fmla="*/ 214 h 556"/>
                <a:gd name="T54" fmla="*/ 10 w 817"/>
                <a:gd name="T55" fmla="*/ 223 h 556"/>
                <a:gd name="T56" fmla="*/ 127 w 817"/>
                <a:gd name="T57" fmla="*/ 171 h 556"/>
                <a:gd name="T58" fmla="*/ 126 w 817"/>
                <a:gd name="T59" fmla="*/ 183 h 556"/>
                <a:gd name="T60" fmla="*/ 17 w 817"/>
                <a:gd name="T61" fmla="*/ 156 h 556"/>
                <a:gd name="T62" fmla="*/ 100 w 817"/>
                <a:gd name="T63" fmla="*/ 544 h 556"/>
                <a:gd name="T64" fmla="*/ 66 w 817"/>
                <a:gd name="T65" fmla="*/ 528 h 556"/>
                <a:gd name="T66" fmla="*/ 790 w 817"/>
                <a:gd name="T67" fmla="*/ 306 h 556"/>
                <a:gd name="T68" fmla="*/ 720 w 817"/>
                <a:gd name="T69" fmla="*/ 334 h 556"/>
                <a:gd name="T70" fmla="*/ 692 w 817"/>
                <a:gd name="T71" fmla="*/ 344 h 556"/>
                <a:gd name="T72" fmla="*/ 662 w 817"/>
                <a:gd name="T73" fmla="*/ 319 h 556"/>
                <a:gd name="T74" fmla="*/ 679 w 817"/>
                <a:gd name="T75" fmla="*/ 305 h 556"/>
                <a:gd name="T76" fmla="*/ 646 w 817"/>
                <a:gd name="T77" fmla="*/ 297 h 556"/>
                <a:gd name="T78" fmla="*/ 623 w 817"/>
                <a:gd name="T79" fmla="*/ 285 h 556"/>
                <a:gd name="T80" fmla="*/ 589 w 817"/>
                <a:gd name="T81" fmla="*/ 276 h 556"/>
                <a:gd name="T82" fmla="*/ 365 w 817"/>
                <a:gd name="T83" fmla="*/ 285 h 556"/>
                <a:gd name="T84" fmla="*/ 359 w 817"/>
                <a:gd name="T85" fmla="*/ 304 h 556"/>
                <a:gd name="T86" fmla="*/ 360 w 817"/>
                <a:gd name="T87" fmla="*/ 377 h 556"/>
                <a:gd name="T88" fmla="*/ 387 w 817"/>
                <a:gd name="T89" fmla="*/ 417 h 556"/>
                <a:gd name="T90" fmla="*/ 440 w 817"/>
                <a:gd name="T91" fmla="*/ 439 h 556"/>
                <a:gd name="T92" fmla="*/ 513 w 817"/>
                <a:gd name="T93" fmla="*/ 457 h 556"/>
                <a:gd name="T94" fmla="*/ 556 w 817"/>
                <a:gd name="T95" fmla="*/ 484 h 556"/>
                <a:gd name="T96" fmla="*/ 578 w 817"/>
                <a:gd name="T97" fmla="*/ 471 h 556"/>
                <a:gd name="T98" fmla="*/ 608 w 817"/>
                <a:gd name="T99" fmla="*/ 459 h 556"/>
                <a:gd name="T100" fmla="*/ 635 w 817"/>
                <a:gd name="T101" fmla="*/ 462 h 556"/>
                <a:gd name="T102" fmla="*/ 668 w 817"/>
                <a:gd name="T103" fmla="*/ 459 h 556"/>
                <a:gd name="T104" fmla="*/ 696 w 817"/>
                <a:gd name="T105" fmla="*/ 492 h 556"/>
                <a:gd name="T106" fmla="*/ 699 w 817"/>
                <a:gd name="T107" fmla="*/ 451 h 556"/>
                <a:gd name="T108" fmla="*/ 737 w 817"/>
                <a:gd name="T109" fmla="*/ 411 h 556"/>
                <a:gd name="T110" fmla="*/ 741 w 817"/>
                <a:gd name="T111" fmla="*/ 391 h 556"/>
                <a:gd name="T112" fmla="*/ 744 w 817"/>
                <a:gd name="T113" fmla="*/ 388 h 556"/>
                <a:gd name="T114" fmla="*/ 764 w 817"/>
                <a:gd name="T115" fmla="*/ 360 h 556"/>
                <a:gd name="T116" fmla="*/ 785 w 817"/>
                <a:gd name="T117" fmla="*/ 343 h 556"/>
                <a:gd name="T118" fmla="*/ 817 w 817"/>
                <a:gd name="T119" fmla="*/ 317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17" h="556">
                  <a:moveTo>
                    <a:pt x="307" y="204"/>
                  </a:moveTo>
                  <a:cubicBezTo>
                    <a:pt x="308" y="201"/>
                    <a:pt x="308" y="199"/>
                    <a:pt x="299" y="195"/>
                  </a:cubicBezTo>
                  <a:cubicBezTo>
                    <a:pt x="290" y="192"/>
                    <a:pt x="291" y="189"/>
                    <a:pt x="285" y="178"/>
                  </a:cubicBezTo>
                  <a:cubicBezTo>
                    <a:pt x="279" y="168"/>
                    <a:pt x="268" y="163"/>
                    <a:pt x="268" y="159"/>
                  </a:cubicBezTo>
                  <a:cubicBezTo>
                    <a:pt x="268" y="155"/>
                    <a:pt x="257" y="155"/>
                    <a:pt x="257" y="158"/>
                  </a:cubicBezTo>
                  <a:cubicBezTo>
                    <a:pt x="257" y="161"/>
                    <a:pt x="252" y="162"/>
                    <a:pt x="249" y="164"/>
                  </a:cubicBezTo>
                  <a:cubicBezTo>
                    <a:pt x="247" y="166"/>
                    <a:pt x="245" y="163"/>
                    <a:pt x="243" y="160"/>
                  </a:cubicBezTo>
                  <a:cubicBezTo>
                    <a:pt x="241" y="157"/>
                    <a:pt x="235" y="154"/>
                    <a:pt x="235" y="152"/>
                  </a:cubicBezTo>
                  <a:cubicBezTo>
                    <a:pt x="235" y="150"/>
                    <a:pt x="234" y="146"/>
                    <a:pt x="229" y="148"/>
                  </a:cubicBezTo>
                  <a:cubicBezTo>
                    <a:pt x="225" y="150"/>
                    <a:pt x="223" y="148"/>
                    <a:pt x="222" y="149"/>
                  </a:cubicBezTo>
                  <a:cubicBezTo>
                    <a:pt x="221" y="151"/>
                    <a:pt x="218" y="148"/>
                    <a:pt x="218" y="148"/>
                  </a:cubicBezTo>
                  <a:cubicBezTo>
                    <a:pt x="218" y="25"/>
                    <a:pt x="218" y="25"/>
                    <a:pt x="218" y="25"/>
                  </a:cubicBezTo>
                  <a:cubicBezTo>
                    <a:pt x="216" y="25"/>
                    <a:pt x="215" y="25"/>
                    <a:pt x="214" y="24"/>
                  </a:cubicBezTo>
                  <a:cubicBezTo>
                    <a:pt x="209" y="22"/>
                    <a:pt x="201" y="19"/>
                    <a:pt x="197" y="20"/>
                  </a:cubicBezTo>
                  <a:cubicBezTo>
                    <a:pt x="193" y="21"/>
                    <a:pt x="185" y="22"/>
                    <a:pt x="182" y="20"/>
                  </a:cubicBezTo>
                  <a:cubicBezTo>
                    <a:pt x="179" y="19"/>
                    <a:pt x="175" y="18"/>
                    <a:pt x="169" y="18"/>
                  </a:cubicBezTo>
                  <a:cubicBezTo>
                    <a:pt x="163" y="19"/>
                    <a:pt x="160" y="15"/>
                    <a:pt x="152" y="13"/>
                  </a:cubicBezTo>
                  <a:cubicBezTo>
                    <a:pt x="145" y="12"/>
                    <a:pt x="134" y="14"/>
                    <a:pt x="132" y="15"/>
                  </a:cubicBezTo>
                  <a:cubicBezTo>
                    <a:pt x="129" y="16"/>
                    <a:pt x="130" y="12"/>
                    <a:pt x="127" y="13"/>
                  </a:cubicBezTo>
                  <a:cubicBezTo>
                    <a:pt x="123" y="13"/>
                    <a:pt x="126" y="11"/>
                    <a:pt x="124" y="8"/>
                  </a:cubicBezTo>
                  <a:cubicBezTo>
                    <a:pt x="122" y="6"/>
                    <a:pt x="113" y="8"/>
                    <a:pt x="110" y="9"/>
                  </a:cubicBezTo>
                  <a:cubicBezTo>
                    <a:pt x="107" y="9"/>
                    <a:pt x="106" y="7"/>
                    <a:pt x="106" y="5"/>
                  </a:cubicBezTo>
                  <a:cubicBezTo>
                    <a:pt x="106" y="4"/>
                    <a:pt x="103" y="4"/>
                    <a:pt x="102" y="6"/>
                  </a:cubicBezTo>
                  <a:cubicBezTo>
                    <a:pt x="101" y="9"/>
                    <a:pt x="97" y="9"/>
                    <a:pt x="96" y="8"/>
                  </a:cubicBezTo>
                  <a:cubicBezTo>
                    <a:pt x="94" y="6"/>
                    <a:pt x="99" y="6"/>
                    <a:pt x="99" y="4"/>
                  </a:cubicBezTo>
                  <a:cubicBezTo>
                    <a:pt x="99" y="2"/>
                    <a:pt x="94" y="1"/>
                    <a:pt x="93" y="1"/>
                  </a:cubicBezTo>
                  <a:cubicBezTo>
                    <a:pt x="91" y="0"/>
                    <a:pt x="88" y="3"/>
                    <a:pt x="84" y="6"/>
                  </a:cubicBezTo>
                  <a:cubicBezTo>
                    <a:pt x="81" y="9"/>
                    <a:pt x="75" y="9"/>
                    <a:pt x="72" y="9"/>
                  </a:cubicBezTo>
                  <a:cubicBezTo>
                    <a:pt x="68" y="8"/>
                    <a:pt x="64" y="9"/>
                    <a:pt x="64" y="11"/>
                  </a:cubicBezTo>
                  <a:cubicBezTo>
                    <a:pt x="64" y="13"/>
                    <a:pt x="68" y="13"/>
                    <a:pt x="66" y="15"/>
                  </a:cubicBezTo>
                  <a:cubicBezTo>
                    <a:pt x="63" y="18"/>
                    <a:pt x="63" y="12"/>
                    <a:pt x="60" y="15"/>
                  </a:cubicBezTo>
                  <a:cubicBezTo>
                    <a:pt x="58" y="17"/>
                    <a:pt x="50" y="17"/>
                    <a:pt x="48" y="17"/>
                  </a:cubicBezTo>
                  <a:cubicBezTo>
                    <a:pt x="47" y="16"/>
                    <a:pt x="41" y="23"/>
                    <a:pt x="39" y="25"/>
                  </a:cubicBezTo>
                  <a:cubicBezTo>
                    <a:pt x="37" y="26"/>
                    <a:pt x="40" y="28"/>
                    <a:pt x="35" y="33"/>
                  </a:cubicBezTo>
                  <a:cubicBezTo>
                    <a:pt x="31" y="38"/>
                    <a:pt x="18" y="37"/>
                    <a:pt x="15" y="37"/>
                  </a:cubicBezTo>
                  <a:cubicBezTo>
                    <a:pt x="12" y="37"/>
                    <a:pt x="14" y="40"/>
                    <a:pt x="13" y="42"/>
                  </a:cubicBezTo>
                  <a:cubicBezTo>
                    <a:pt x="12" y="44"/>
                    <a:pt x="15" y="46"/>
                    <a:pt x="22" y="48"/>
                  </a:cubicBezTo>
                  <a:cubicBezTo>
                    <a:pt x="29" y="50"/>
                    <a:pt x="34" y="60"/>
                    <a:pt x="35" y="62"/>
                  </a:cubicBezTo>
                  <a:cubicBezTo>
                    <a:pt x="36" y="64"/>
                    <a:pt x="45" y="62"/>
                    <a:pt x="49" y="62"/>
                  </a:cubicBezTo>
                  <a:cubicBezTo>
                    <a:pt x="52" y="63"/>
                    <a:pt x="48" y="68"/>
                    <a:pt x="51" y="69"/>
                  </a:cubicBezTo>
                  <a:cubicBezTo>
                    <a:pt x="54" y="71"/>
                    <a:pt x="59" y="69"/>
                    <a:pt x="60" y="71"/>
                  </a:cubicBezTo>
                  <a:cubicBezTo>
                    <a:pt x="61" y="74"/>
                    <a:pt x="54" y="71"/>
                    <a:pt x="50" y="74"/>
                  </a:cubicBezTo>
                  <a:cubicBezTo>
                    <a:pt x="47" y="76"/>
                    <a:pt x="45" y="78"/>
                    <a:pt x="43" y="76"/>
                  </a:cubicBezTo>
                  <a:cubicBezTo>
                    <a:pt x="42" y="74"/>
                    <a:pt x="36" y="75"/>
                    <a:pt x="33" y="75"/>
                  </a:cubicBezTo>
                  <a:cubicBezTo>
                    <a:pt x="30" y="76"/>
                    <a:pt x="33" y="72"/>
                    <a:pt x="33" y="70"/>
                  </a:cubicBezTo>
                  <a:cubicBezTo>
                    <a:pt x="33" y="68"/>
                    <a:pt x="29" y="67"/>
                    <a:pt x="23" y="70"/>
                  </a:cubicBezTo>
                  <a:cubicBezTo>
                    <a:pt x="17" y="74"/>
                    <a:pt x="19" y="72"/>
                    <a:pt x="19" y="75"/>
                  </a:cubicBezTo>
                  <a:cubicBezTo>
                    <a:pt x="18" y="78"/>
                    <a:pt x="15" y="73"/>
                    <a:pt x="12" y="76"/>
                  </a:cubicBezTo>
                  <a:cubicBezTo>
                    <a:pt x="8" y="78"/>
                    <a:pt x="2" y="80"/>
                    <a:pt x="1" y="82"/>
                  </a:cubicBezTo>
                  <a:cubicBezTo>
                    <a:pt x="0" y="84"/>
                    <a:pt x="9" y="86"/>
                    <a:pt x="12" y="87"/>
                  </a:cubicBezTo>
                  <a:cubicBezTo>
                    <a:pt x="16" y="87"/>
                    <a:pt x="8" y="90"/>
                    <a:pt x="11" y="90"/>
                  </a:cubicBezTo>
                  <a:cubicBezTo>
                    <a:pt x="14" y="91"/>
                    <a:pt x="13" y="94"/>
                    <a:pt x="17" y="96"/>
                  </a:cubicBezTo>
                  <a:cubicBezTo>
                    <a:pt x="22" y="99"/>
                    <a:pt x="32" y="96"/>
                    <a:pt x="34" y="96"/>
                  </a:cubicBezTo>
                  <a:cubicBezTo>
                    <a:pt x="37" y="96"/>
                    <a:pt x="39" y="100"/>
                    <a:pt x="42" y="97"/>
                  </a:cubicBezTo>
                  <a:cubicBezTo>
                    <a:pt x="44" y="95"/>
                    <a:pt x="52" y="89"/>
                    <a:pt x="56" y="92"/>
                  </a:cubicBezTo>
                  <a:cubicBezTo>
                    <a:pt x="60" y="96"/>
                    <a:pt x="51" y="95"/>
                    <a:pt x="53" y="98"/>
                  </a:cubicBezTo>
                  <a:cubicBezTo>
                    <a:pt x="56" y="100"/>
                    <a:pt x="58" y="106"/>
                    <a:pt x="54" y="108"/>
                  </a:cubicBezTo>
                  <a:cubicBezTo>
                    <a:pt x="50" y="111"/>
                    <a:pt x="47" y="109"/>
                    <a:pt x="45" y="109"/>
                  </a:cubicBezTo>
                  <a:cubicBezTo>
                    <a:pt x="42" y="109"/>
                    <a:pt x="44" y="113"/>
                    <a:pt x="40" y="116"/>
                  </a:cubicBezTo>
                  <a:cubicBezTo>
                    <a:pt x="37" y="118"/>
                    <a:pt x="34" y="113"/>
                    <a:pt x="30" y="113"/>
                  </a:cubicBezTo>
                  <a:cubicBezTo>
                    <a:pt x="26" y="113"/>
                    <a:pt x="27" y="118"/>
                    <a:pt x="27" y="121"/>
                  </a:cubicBezTo>
                  <a:cubicBezTo>
                    <a:pt x="27" y="124"/>
                    <a:pt x="20" y="121"/>
                    <a:pt x="19" y="127"/>
                  </a:cubicBezTo>
                  <a:cubicBezTo>
                    <a:pt x="17" y="133"/>
                    <a:pt x="10" y="128"/>
                    <a:pt x="15" y="134"/>
                  </a:cubicBezTo>
                  <a:cubicBezTo>
                    <a:pt x="19" y="140"/>
                    <a:pt x="19" y="136"/>
                    <a:pt x="22" y="139"/>
                  </a:cubicBezTo>
                  <a:cubicBezTo>
                    <a:pt x="26" y="141"/>
                    <a:pt x="18" y="146"/>
                    <a:pt x="22" y="147"/>
                  </a:cubicBezTo>
                  <a:cubicBezTo>
                    <a:pt x="25" y="147"/>
                    <a:pt x="29" y="154"/>
                    <a:pt x="32" y="156"/>
                  </a:cubicBezTo>
                  <a:cubicBezTo>
                    <a:pt x="34" y="158"/>
                    <a:pt x="38" y="155"/>
                    <a:pt x="41" y="155"/>
                  </a:cubicBezTo>
                  <a:cubicBezTo>
                    <a:pt x="45" y="154"/>
                    <a:pt x="43" y="149"/>
                    <a:pt x="45" y="151"/>
                  </a:cubicBezTo>
                  <a:cubicBezTo>
                    <a:pt x="48" y="153"/>
                    <a:pt x="51" y="159"/>
                    <a:pt x="49" y="160"/>
                  </a:cubicBezTo>
                  <a:cubicBezTo>
                    <a:pt x="47" y="162"/>
                    <a:pt x="48" y="166"/>
                    <a:pt x="48" y="168"/>
                  </a:cubicBezTo>
                  <a:cubicBezTo>
                    <a:pt x="48" y="171"/>
                    <a:pt x="56" y="170"/>
                    <a:pt x="57" y="167"/>
                  </a:cubicBezTo>
                  <a:cubicBezTo>
                    <a:pt x="57" y="165"/>
                    <a:pt x="64" y="164"/>
                    <a:pt x="68" y="168"/>
                  </a:cubicBezTo>
                  <a:cubicBezTo>
                    <a:pt x="71" y="172"/>
                    <a:pt x="73" y="173"/>
                    <a:pt x="73" y="170"/>
                  </a:cubicBezTo>
                  <a:cubicBezTo>
                    <a:pt x="73" y="167"/>
                    <a:pt x="76" y="163"/>
                    <a:pt x="76" y="166"/>
                  </a:cubicBezTo>
                  <a:cubicBezTo>
                    <a:pt x="76" y="168"/>
                    <a:pt x="79" y="169"/>
                    <a:pt x="85" y="167"/>
                  </a:cubicBezTo>
                  <a:cubicBezTo>
                    <a:pt x="90" y="164"/>
                    <a:pt x="88" y="167"/>
                    <a:pt x="85" y="170"/>
                  </a:cubicBezTo>
                  <a:cubicBezTo>
                    <a:pt x="81" y="175"/>
                    <a:pt x="85" y="182"/>
                    <a:pt x="82" y="183"/>
                  </a:cubicBezTo>
                  <a:cubicBezTo>
                    <a:pt x="79" y="184"/>
                    <a:pt x="77" y="191"/>
                    <a:pt x="72" y="192"/>
                  </a:cubicBezTo>
                  <a:cubicBezTo>
                    <a:pt x="68" y="192"/>
                    <a:pt x="60" y="201"/>
                    <a:pt x="59" y="202"/>
                  </a:cubicBezTo>
                  <a:cubicBezTo>
                    <a:pt x="58" y="204"/>
                    <a:pt x="48" y="200"/>
                    <a:pt x="46" y="204"/>
                  </a:cubicBezTo>
                  <a:cubicBezTo>
                    <a:pt x="45" y="208"/>
                    <a:pt x="39" y="211"/>
                    <a:pt x="40" y="212"/>
                  </a:cubicBezTo>
                  <a:cubicBezTo>
                    <a:pt x="42" y="214"/>
                    <a:pt x="50" y="209"/>
                    <a:pt x="50" y="207"/>
                  </a:cubicBezTo>
                  <a:cubicBezTo>
                    <a:pt x="50" y="205"/>
                    <a:pt x="51" y="206"/>
                    <a:pt x="53" y="207"/>
                  </a:cubicBezTo>
                  <a:cubicBezTo>
                    <a:pt x="54" y="209"/>
                    <a:pt x="58" y="206"/>
                    <a:pt x="60" y="205"/>
                  </a:cubicBezTo>
                  <a:cubicBezTo>
                    <a:pt x="61" y="204"/>
                    <a:pt x="64" y="204"/>
                    <a:pt x="65" y="204"/>
                  </a:cubicBezTo>
                  <a:cubicBezTo>
                    <a:pt x="67" y="204"/>
                    <a:pt x="68" y="202"/>
                    <a:pt x="73" y="201"/>
                  </a:cubicBezTo>
                  <a:cubicBezTo>
                    <a:pt x="77" y="201"/>
                    <a:pt x="76" y="199"/>
                    <a:pt x="77" y="197"/>
                  </a:cubicBezTo>
                  <a:cubicBezTo>
                    <a:pt x="78" y="194"/>
                    <a:pt x="90" y="189"/>
                    <a:pt x="92" y="188"/>
                  </a:cubicBezTo>
                  <a:cubicBezTo>
                    <a:pt x="94" y="188"/>
                    <a:pt x="93" y="184"/>
                    <a:pt x="95" y="184"/>
                  </a:cubicBezTo>
                  <a:cubicBezTo>
                    <a:pt x="98" y="184"/>
                    <a:pt x="101" y="181"/>
                    <a:pt x="104" y="178"/>
                  </a:cubicBezTo>
                  <a:cubicBezTo>
                    <a:pt x="107" y="176"/>
                    <a:pt x="108" y="177"/>
                    <a:pt x="110" y="176"/>
                  </a:cubicBezTo>
                  <a:cubicBezTo>
                    <a:pt x="112" y="175"/>
                    <a:pt x="111" y="171"/>
                    <a:pt x="113" y="170"/>
                  </a:cubicBezTo>
                  <a:cubicBezTo>
                    <a:pt x="115" y="170"/>
                    <a:pt x="117" y="168"/>
                    <a:pt x="117" y="166"/>
                  </a:cubicBezTo>
                  <a:cubicBezTo>
                    <a:pt x="117" y="164"/>
                    <a:pt x="111" y="164"/>
                    <a:pt x="111" y="163"/>
                  </a:cubicBezTo>
                  <a:cubicBezTo>
                    <a:pt x="110" y="162"/>
                    <a:pt x="115" y="157"/>
                    <a:pt x="117" y="157"/>
                  </a:cubicBezTo>
                  <a:cubicBezTo>
                    <a:pt x="119" y="157"/>
                    <a:pt x="122" y="155"/>
                    <a:pt x="123" y="152"/>
                  </a:cubicBezTo>
                  <a:cubicBezTo>
                    <a:pt x="123" y="149"/>
                    <a:pt x="126" y="149"/>
                    <a:pt x="128" y="146"/>
                  </a:cubicBezTo>
                  <a:cubicBezTo>
                    <a:pt x="130" y="144"/>
                    <a:pt x="130" y="142"/>
                    <a:pt x="132" y="142"/>
                  </a:cubicBezTo>
                  <a:cubicBezTo>
                    <a:pt x="134" y="141"/>
                    <a:pt x="137" y="138"/>
                    <a:pt x="139" y="137"/>
                  </a:cubicBezTo>
                  <a:cubicBezTo>
                    <a:pt x="142" y="135"/>
                    <a:pt x="139" y="139"/>
                    <a:pt x="144" y="139"/>
                  </a:cubicBezTo>
                  <a:cubicBezTo>
                    <a:pt x="149" y="139"/>
                    <a:pt x="148" y="143"/>
                    <a:pt x="144" y="142"/>
                  </a:cubicBezTo>
                  <a:cubicBezTo>
                    <a:pt x="140" y="140"/>
                    <a:pt x="139" y="140"/>
                    <a:pt x="136" y="143"/>
                  </a:cubicBezTo>
                  <a:cubicBezTo>
                    <a:pt x="132" y="146"/>
                    <a:pt x="135" y="147"/>
                    <a:pt x="132" y="151"/>
                  </a:cubicBezTo>
                  <a:cubicBezTo>
                    <a:pt x="130" y="154"/>
                    <a:pt x="130" y="156"/>
                    <a:pt x="133" y="157"/>
                  </a:cubicBezTo>
                  <a:cubicBezTo>
                    <a:pt x="136" y="157"/>
                    <a:pt x="133" y="159"/>
                    <a:pt x="130" y="160"/>
                  </a:cubicBezTo>
                  <a:cubicBezTo>
                    <a:pt x="127" y="161"/>
                    <a:pt x="129" y="163"/>
                    <a:pt x="133" y="163"/>
                  </a:cubicBezTo>
                  <a:cubicBezTo>
                    <a:pt x="137" y="163"/>
                    <a:pt x="144" y="157"/>
                    <a:pt x="149" y="154"/>
                  </a:cubicBezTo>
                  <a:cubicBezTo>
                    <a:pt x="155" y="151"/>
                    <a:pt x="159" y="154"/>
                    <a:pt x="161" y="154"/>
                  </a:cubicBezTo>
                  <a:cubicBezTo>
                    <a:pt x="162" y="153"/>
                    <a:pt x="159" y="150"/>
                    <a:pt x="161" y="149"/>
                  </a:cubicBezTo>
                  <a:cubicBezTo>
                    <a:pt x="163" y="149"/>
                    <a:pt x="159" y="148"/>
                    <a:pt x="157" y="145"/>
                  </a:cubicBezTo>
                  <a:cubicBezTo>
                    <a:pt x="156" y="141"/>
                    <a:pt x="159" y="143"/>
                    <a:pt x="160" y="141"/>
                  </a:cubicBezTo>
                  <a:cubicBezTo>
                    <a:pt x="161" y="138"/>
                    <a:pt x="163" y="139"/>
                    <a:pt x="165" y="140"/>
                  </a:cubicBezTo>
                  <a:cubicBezTo>
                    <a:pt x="166" y="142"/>
                    <a:pt x="169" y="139"/>
                    <a:pt x="170" y="143"/>
                  </a:cubicBezTo>
                  <a:cubicBezTo>
                    <a:pt x="172" y="146"/>
                    <a:pt x="174" y="142"/>
                    <a:pt x="177" y="144"/>
                  </a:cubicBezTo>
                  <a:cubicBezTo>
                    <a:pt x="180" y="146"/>
                    <a:pt x="176" y="146"/>
                    <a:pt x="173" y="147"/>
                  </a:cubicBezTo>
                  <a:cubicBezTo>
                    <a:pt x="170" y="147"/>
                    <a:pt x="172" y="151"/>
                    <a:pt x="174" y="149"/>
                  </a:cubicBezTo>
                  <a:cubicBezTo>
                    <a:pt x="176" y="148"/>
                    <a:pt x="178" y="146"/>
                    <a:pt x="180" y="148"/>
                  </a:cubicBezTo>
                  <a:cubicBezTo>
                    <a:pt x="183" y="150"/>
                    <a:pt x="183" y="149"/>
                    <a:pt x="185" y="148"/>
                  </a:cubicBezTo>
                  <a:cubicBezTo>
                    <a:pt x="187" y="146"/>
                    <a:pt x="187" y="148"/>
                    <a:pt x="187" y="149"/>
                  </a:cubicBezTo>
                  <a:cubicBezTo>
                    <a:pt x="187" y="151"/>
                    <a:pt x="191" y="151"/>
                    <a:pt x="196" y="152"/>
                  </a:cubicBezTo>
                  <a:cubicBezTo>
                    <a:pt x="201" y="153"/>
                    <a:pt x="211" y="152"/>
                    <a:pt x="214" y="151"/>
                  </a:cubicBezTo>
                  <a:cubicBezTo>
                    <a:pt x="216" y="151"/>
                    <a:pt x="215" y="155"/>
                    <a:pt x="221" y="156"/>
                  </a:cubicBezTo>
                  <a:cubicBezTo>
                    <a:pt x="226" y="157"/>
                    <a:pt x="228" y="151"/>
                    <a:pt x="231" y="153"/>
                  </a:cubicBezTo>
                  <a:cubicBezTo>
                    <a:pt x="233" y="155"/>
                    <a:pt x="231" y="156"/>
                    <a:pt x="229" y="158"/>
                  </a:cubicBezTo>
                  <a:cubicBezTo>
                    <a:pt x="227" y="160"/>
                    <a:pt x="231" y="160"/>
                    <a:pt x="233" y="161"/>
                  </a:cubicBezTo>
                  <a:cubicBezTo>
                    <a:pt x="235" y="162"/>
                    <a:pt x="240" y="163"/>
                    <a:pt x="242" y="166"/>
                  </a:cubicBezTo>
                  <a:cubicBezTo>
                    <a:pt x="245" y="168"/>
                    <a:pt x="246" y="170"/>
                    <a:pt x="252" y="173"/>
                  </a:cubicBezTo>
                  <a:cubicBezTo>
                    <a:pt x="257" y="176"/>
                    <a:pt x="252" y="166"/>
                    <a:pt x="256" y="169"/>
                  </a:cubicBezTo>
                  <a:cubicBezTo>
                    <a:pt x="261" y="173"/>
                    <a:pt x="259" y="169"/>
                    <a:pt x="263" y="173"/>
                  </a:cubicBezTo>
                  <a:cubicBezTo>
                    <a:pt x="266" y="176"/>
                    <a:pt x="265" y="171"/>
                    <a:pt x="264" y="166"/>
                  </a:cubicBezTo>
                  <a:cubicBezTo>
                    <a:pt x="262" y="161"/>
                    <a:pt x="265" y="164"/>
                    <a:pt x="267" y="167"/>
                  </a:cubicBezTo>
                  <a:cubicBezTo>
                    <a:pt x="268" y="169"/>
                    <a:pt x="268" y="174"/>
                    <a:pt x="267" y="177"/>
                  </a:cubicBezTo>
                  <a:cubicBezTo>
                    <a:pt x="266" y="180"/>
                    <a:pt x="261" y="178"/>
                    <a:pt x="261" y="176"/>
                  </a:cubicBezTo>
                  <a:cubicBezTo>
                    <a:pt x="262" y="174"/>
                    <a:pt x="256" y="175"/>
                    <a:pt x="256" y="177"/>
                  </a:cubicBezTo>
                  <a:cubicBezTo>
                    <a:pt x="256" y="180"/>
                    <a:pt x="260" y="185"/>
                    <a:pt x="262" y="185"/>
                  </a:cubicBezTo>
                  <a:cubicBezTo>
                    <a:pt x="265" y="186"/>
                    <a:pt x="263" y="190"/>
                    <a:pt x="265" y="191"/>
                  </a:cubicBezTo>
                  <a:cubicBezTo>
                    <a:pt x="267" y="191"/>
                    <a:pt x="267" y="196"/>
                    <a:pt x="269" y="195"/>
                  </a:cubicBezTo>
                  <a:cubicBezTo>
                    <a:pt x="270" y="195"/>
                    <a:pt x="270" y="189"/>
                    <a:pt x="268" y="187"/>
                  </a:cubicBezTo>
                  <a:cubicBezTo>
                    <a:pt x="266" y="184"/>
                    <a:pt x="267" y="181"/>
                    <a:pt x="269" y="181"/>
                  </a:cubicBezTo>
                  <a:cubicBezTo>
                    <a:pt x="271" y="182"/>
                    <a:pt x="269" y="186"/>
                    <a:pt x="270" y="187"/>
                  </a:cubicBezTo>
                  <a:cubicBezTo>
                    <a:pt x="271" y="188"/>
                    <a:pt x="273" y="186"/>
                    <a:pt x="275" y="184"/>
                  </a:cubicBezTo>
                  <a:cubicBezTo>
                    <a:pt x="278" y="183"/>
                    <a:pt x="274" y="179"/>
                    <a:pt x="275" y="177"/>
                  </a:cubicBezTo>
                  <a:cubicBezTo>
                    <a:pt x="276" y="174"/>
                    <a:pt x="279" y="178"/>
                    <a:pt x="280" y="182"/>
                  </a:cubicBezTo>
                  <a:cubicBezTo>
                    <a:pt x="281" y="186"/>
                    <a:pt x="277" y="186"/>
                    <a:pt x="277" y="188"/>
                  </a:cubicBezTo>
                  <a:cubicBezTo>
                    <a:pt x="277" y="190"/>
                    <a:pt x="274" y="189"/>
                    <a:pt x="273" y="190"/>
                  </a:cubicBezTo>
                  <a:cubicBezTo>
                    <a:pt x="272" y="191"/>
                    <a:pt x="272" y="198"/>
                    <a:pt x="274" y="198"/>
                  </a:cubicBezTo>
                  <a:cubicBezTo>
                    <a:pt x="275" y="198"/>
                    <a:pt x="276" y="192"/>
                    <a:pt x="277" y="195"/>
                  </a:cubicBezTo>
                  <a:cubicBezTo>
                    <a:pt x="278" y="198"/>
                    <a:pt x="281" y="191"/>
                    <a:pt x="282" y="194"/>
                  </a:cubicBezTo>
                  <a:cubicBezTo>
                    <a:pt x="283" y="197"/>
                    <a:pt x="287" y="200"/>
                    <a:pt x="289" y="200"/>
                  </a:cubicBezTo>
                  <a:cubicBezTo>
                    <a:pt x="290" y="199"/>
                    <a:pt x="288" y="196"/>
                    <a:pt x="285" y="196"/>
                  </a:cubicBezTo>
                  <a:cubicBezTo>
                    <a:pt x="283" y="196"/>
                    <a:pt x="283" y="191"/>
                    <a:pt x="286" y="191"/>
                  </a:cubicBezTo>
                  <a:cubicBezTo>
                    <a:pt x="288" y="191"/>
                    <a:pt x="292" y="197"/>
                    <a:pt x="292" y="199"/>
                  </a:cubicBezTo>
                  <a:cubicBezTo>
                    <a:pt x="292" y="201"/>
                    <a:pt x="290" y="201"/>
                    <a:pt x="288" y="203"/>
                  </a:cubicBezTo>
                  <a:cubicBezTo>
                    <a:pt x="286" y="206"/>
                    <a:pt x="283" y="200"/>
                    <a:pt x="281" y="200"/>
                  </a:cubicBezTo>
                  <a:cubicBezTo>
                    <a:pt x="279" y="200"/>
                    <a:pt x="281" y="204"/>
                    <a:pt x="282" y="206"/>
                  </a:cubicBezTo>
                  <a:cubicBezTo>
                    <a:pt x="283" y="209"/>
                    <a:pt x="279" y="212"/>
                    <a:pt x="282" y="214"/>
                  </a:cubicBezTo>
                  <a:cubicBezTo>
                    <a:pt x="285" y="216"/>
                    <a:pt x="284" y="213"/>
                    <a:pt x="285" y="211"/>
                  </a:cubicBezTo>
                  <a:cubicBezTo>
                    <a:pt x="285" y="210"/>
                    <a:pt x="288" y="212"/>
                    <a:pt x="289" y="213"/>
                  </a:cubicBezTo>
                  <a:cubicBezTo>
                    <a:pt x="291" y="214"/>
                    <a:pt x="291" y="210"/>
                    <a:pt x="291" y="209"/>
                  </a:cubicBezTo>
                  <a:cubicBezTo>
                    <a:pt x="291" y="207"/>
                    <a:pt x="294" y="208"/>
                    <a:pt x="295" y="210"/>
                  </a:cubicBezTo>
                  <a:cubicBezTo>
                    <a:pt x="297" y="212"/>
                    <a:pt x="297" y="208"/>
                    <a:pt x="299" y="208"/>
                  </a:cubicBezTo>
                  <a:cubicBezTo>
                    <a:pt x="301" y="208"/>
                    <a:pt x="300" y="212"/>
                    <a:pt x="300" y="214"/>
                  </a:cubicBezTo>
                  <a:cubicBezTo>
                    <a:pt x="300" y="216"/>
                    <a:pt x="303" y="212"/>
                    <a:pt x="303" y="214"/>
                  </a:cubicBezTo>
                  <a:cubicBezTo>
                    <a:pt x="303" y="215"/>
                    <a:pt x="303" y="215"/>
                    <a:pt x="303" y="215"/>
                  </a:cubicBezTo>
                  <a:cubicBezTo>
                    <a:pt x="305" y="214"/>
                    <a:pt x="307" y="212"/>
                    <a:pt x="308" y="211"/>
                  </a:cubicBezTo>
                  <a:cubicBezTo>
                    <a:pt x="312" y="209"/>
                    <a:pt x="306" y="207"/>
                    <a:pt x="307" y="204"/>
                  </a:cubicBezTo>
                  <a:close/>
                  <a:moveTo>
                    <a:pt x="6" y="229"/>
                  </a:moveTo>
                  <a:cubicBezTo>
                    <a:pt x="10" y="227"/>
                    <a:pt x="12" y="225"/>
                    <a:pt x="10" y="223"/>
                  </a:cubicBezTo>
                  <a:cubicBezTo>
                    <a:pt x="8" y="221"/>
                    <a:pt x="3" y="231"/>
                    <a:pt x="6" y="229"/>
                  </a:cubicBezTo>
                  <a:close/>
                  <a:moveTo>
                    <a:pt x="36" y="213"/>
                  </a:moveTo>
                  <a:cubicBezTo>
                    <a:pt x="32" y="212"/>
                    <a:pt x="22" y="218"/>
                    <a:pt x="25" y="219"/>
                  </a:cubicBezTo>
                  <a:cubicBezTo>
                    <a:pt x="28" y="219"/>
                    <a:pt x="29" y="216"/>
                    <a:pt x="32" y="216"/>
                  </a:cubicBezTo>
                  <a:cubicBezTo>
                    <a:pt x="35" y="216"/>
                    <a:pt x="40" y="215"/>
                    <a:pt x="36" y="213"/>
                  </a:cubicBezTo>
                  <a:close/>
                  <a:moveTo>
                    <a:pt x="127" y="171"/>
                  </a:moveTo>
                  <a:cubicBezTo>
                    <a:pt x="127" y="169"/>
                    <a:pt x="124" y="169"/>
                    <a:pt x="120" y="174"/>
                  </a:cubicBezTo>
                  <a:cubicBezTo>
                    <a:pt x="117" y="178"/>
                    <a:pt x="114" y="180"/>
                    <a:pt x="113" y="182"/>
                  </a:cubicBezTo>
                  <a:cubicBezTo>
                    <a:pt x="113" y="184"/>
                    <a:pt x="109" y="181"/>
                    <a:pt x="107" y="184"/>
                  </a:cubicBezTo>
                  <a:cubicBezTo>
                    <a:pt x="106" y="186"/>
                    <a:pt x="108" y="192"/>
                    <a:pt x="111" y="190"/>
                  </a:cubicBezTo>
                  <a:cubicBezTo>
                    <a:pt x="113" y="188"/>
                    <a:pt x="113" y="190"/>
                    <a:pt x="115" y="190"/>
                  </a:cubicBezTo>
                  <a:cubicBezTo>
                    <a:pt x="117" y="190"/>
                    <a:pt x="124" y="185"/>
                    <a:pt x="126" y="183"/>
                  </a:cubicBezTo>
                  <a:cubicBezTo>
                    <a:pt x="127" y="180"/>
                    <a:pt x="123" y="179"/>
                    <a:pt x="122" y="178"/>
                  </a:cubicBezTo>
                  <a:cubicBezTo>
                    <a:pt x="122" y="176"/>
                    <a:pt x="126" y="176"/>
                    <a:pt x="128" y="175"/>
                  </a:cubicBezTo>
                  <a:cubicBezTo>
                    <a:pt x="130" y="174"/>
                    <a:pt x="126" y="173"/>
                    <a:pt x="127" y="171"/>
                  </a:cubicBezTo>
                  <a:close/>
                  <a:moveTo>
                    <a:pt x="13" y="150"/>
                  </a:moveTo>
                  <a:cubicBezTo>
                    <a:pt x="13" y="147"/>
                    <a:pt x="5" y="150"/>
                    <a:pt x="6" y="153"/>
                  </a:cubicBezTo>
                  <a:cubicBezTo>
                    <a:pt x="7" y="155"/>
                    <a:pt x="14" y="157"/>
                    <a:pt x="17" y="156"/>
                  </a:cubicBezTo>
                  <a:cubicBezTo>
                    <a:pt x="20" y="155"/>
                    <a:pt x="21" y="152"/>
                    <a:pt x="19" y="151"/>
                  </a:cubicBezTo>
                  <a:cubicBezTo>
                    <a:pt x="17" y="149"/>
                    <a:pt x="13" y="153"/>
                    <a:pt x="13" y="150"/>
                  </a:cubicBezTo>
                  <a:close/>
                  <a:moveTo>
                    <a:pt x="100" y="544"/>
                  </a:moveTo>
                  <a:cubicBezTo>
                    <a:pt x="95" y="545"/>
                    <a:pt x="98" y="556"/>
                    <a:pt x="100" y="554"/>
                  </a:cubicBezTo>
                  <a:cubicBezTo>
                    <a:pt x="102" y="553"/>
                    <a:pt x="105" y="552"/>
                    <a:pt x="106" y="551"/>
                  </a:cubicBezTo>
                  <a:cubicBezTo>
                    <a:pt x="107" y="548"/>
                    <a:pt x="104" y="543"/>
                    <a:pt x="100" y="544"/>
                  </a:cubicBezTo>
                  <a:close/>
                  <a:moveTo>
                    <a:pt x="94" y="537"/>
                  </a:moveTo>
                  <a:cubicBezTo>
                    <a:pt x="91" y="538"/>
                    <a:pt x="93" y="542"/>
                    <a:pt x="95" y="541"/>
                  </a:cubicBezTo>
                  <a:cubicBezTo>
                    <a:pt x="98" y="539"/>
                    <a:pt x="97" y="537"/>
                    <a:pt x="94" y="537"/>
                  </a:cubicBezTo>
                  <a:close/>
                  <a:moveTo>
                    <a:pt x="66" y="528"/>
                  </a:moveTo>
                  <a:cubicBezTo>
                    <a:pt x="69" y="531"/>
                    <a:pt x="70" y="530"/>
                    <a:pt x="71" y="528"/>
                  </a:cubicBezTo>
                  <a:cubicBezTo>
                    <a:pt x="72" y="526"/>
                    <a:pt x="64" y="525"/>
                    <a:pt x="66" y="528"/>
                  </a:cubicBezTo>
                  <a:close/>
                  <a:moveTo>
                    <a:pt x="79" y="534"/>
                  </a:moveTo>
                  <a:cubicBezTo>
                    <a:pt x="80" y="536"/>
                    <a:pt x="82" y="537"/>
                    <a:pt x="84" y="534"/>
                  </a:cubicBezTo>
                  <a:cubicBezTo>
                    <a:pt x="85" y="532"/>
                    <a:pt x="77" y="530"/>
                    <a:pt x="79" y="534"/>
                  </a:cubicBezTo>
                  <a:close/>
                  <a:moveTo>
                    <a:pt x="811" y="295"/>
                  </a:moveTo>
                  <a:cubicBezTo>
                    <a:pt x="810" y="292"/>
                    <a:pt x="803" y="294"/>
                    <a:pt x="800" y="292"/>
                  </a:cubicBezTo>
                  <a:cubicBezTo>
                    <a:pt x="797" y="289"/>
                    <a:pt x="791" y="301"/>
                    <a:pt x="790" y="306"/>
                  </a:cubicBezTo>
                  <a:cubicBezTo>
                    <a:pt x="789" y="311"/>
                    <a:pt x="780" y="316"/>
                    <a:pt x="780" y="316"/>
                  </a:cubicBezTo>
                  <a:cubicBezTo>
                    <a:pt x="780" y="316"/>
                    <a:pt x="754" y="317"/>
                    <a:pt x="752" y="317"/>
                  </a:cubicBezTo>
                  <a:cubicBezTo>
                    <a:pt x="751" y="317"/>
                    <a:pt x="745" y="322"/>
                    <a:pt x="741" y="325"/>
                  </a:cubicBezTo>
                  <a:cubicBezTo>
                    <a:pt x="741" y="325"/>
                    <a:pt x="742" y="325"/>
                    <a:pt x="742" y="325"/>
                  </a:cubicBezTo>
                  <a:cubicBezTo>
                    <a:pt x="744" y="330"/>
                    <a:pt x="735" y="333"/>
                    <a:pt x="726" y="333"/>
                  </a:cubicBezTo>
                  <a:cubicBezTo>
                    <a:pt x="723" y="333"/>
                    <a:pt x="721" y="333"/>
                    <a:pt x="720" y="334"/>
                  </a:cubicBezTo>
                  <a:cubicBezTo>
                    <a:pt x="720" y="335"/>
                    <a:pt x="720" y="336"/>
                    <a:pt x="720" y="337"/>
                  </a:cubicBezTo>
                  <a:cubicBezTo>
                    <a:pt x="720" y="337"/>
                    <a:pt x="719" y="338"/>
                    <a:pt x="718" y="339"/>
                  </a:cubicBezTo>
                  <a:cubicBezTo>
                    <a:pt x="716" y="342"/>
                    <a:pt x="705" y="347"/>
                    <a:pt x="699" y="350"/>
                  </a:cubicBezTo>
                  <a:cubicBezTo>
                    <a:pt x="692" y="354"/>
                    <a:pt x="683" y="352"/>
                    <a:pt x="683" y="347"/>
                  </a:cubicBezTo>
                  <a:cubicBezTo>
                    <a:pt x="683" y="341"/>
                    <a:pt x="688" y="342"/>
                    <a:pt x="689" y="345"/>
                  </a:cubicBezTo>
                  <a:cubicBezTo>
                    <a:pt x="690" y="346"/>
                    <a:pt x="691" y="345"/>
                    <a:pt x="692" y="344"/>
                  </a:cubicBezTo>
                  <a:cubicBezTo>
                    <a:pt x="691" y="342"/>
                    <a:pt x="691" y="340"/>
                    <a:pt x="691" y="338"/>
                  </a:cubicBezTo>
                  <a:cubicBezTo>
                    <a:pt x="689" y="337"/>
                    <a:pt x="692" y="329"/>
                    <a:pt x="688" y="327"/>
                  </a:cubicBezTo>
                  <a:cubicBezTo>
                    <a:pt x="684" y="326"/>
                    <a:pt x="679" y="333"/>
                    <a:pt x="680" y="329"/>
                  </a:cubicBezTo>
                  <a:cubicBezTo>
                    <a:pt x="680" y="324"/>
                    <a:pt x="687" y="320"/>
                    <a:pt x="683" y="314"/>
                  </a:cubicBezTo>
                  <a:cubicBezTo>
                    <a:pt x="679" y="308"/>
                    <a:pt x="672" y="308"/>
                    <a:pt x="670" y="313"/>
                  </a:cubicBezTo>
                  <a:cubicBezTo>
                    <a:pt x="669" y="317"/>
                    <a:pt x="664" y="315"/>
                    <a:pt x="662" y="319"/>
                  </a:cubicBezTo>
                  <a:cubicBezTo>
                    <a:pt x="660" y="322"/>
                    <a:pt x="659" y="330"/>
                    <a:pt x="660" y="336"/>
                  </a:cubicBezTo>
                  <a:cubicBezTo>
                    <a:pt x="661" y="342"/>
                    <a:pt x="660" y="344"/>
                    <a:pt x="654" y="348"/>
                  </a:cubicBezTo>
                  <a:cubicBezTo>
                    <a:pt x="649" y="351"/>
                    <a:pt x="646" y="343"/>
                    <a:pt x="648" y="332"/>
                  </a:cubicBezTo>
                  <a:cubicBezTo>
                    <a:pt x="650" y="325"/>
                    <a:pt x="654" y="318"/>
                    <a:pt x="650" y="318"/>
                  </a:cubicBezTo>
                  <a:cubicBezTo>
                    <a:pt x="646" y="318"/>
                    <a:pt x="655" y="310"/>
                    <a:pt x="662" y="308"/>
                  </a:cubicBezTo>
                  <a:cubicBezTo>
                    <a:pt x="670" y="306"/>
                    <a:pt x="679" y="307"/>
                    <a:pt x="679" y="305"/>
                  </a:cubicBezTo>
                  <a:cubicBezTo>
                    <a:pt x="679" y="304"/>
                    <a:pt x="679" y="304"/>
                    <a:pt x="680" y="304"/>
                  </a:cubicBezTo>
                  <a:cubicBezTo>
                    <a:pt x="678" y="303"/>
                    <a:pt x="677" y="302"/>
                    <a:pt x="675" y="301"/>
                  </a:cubicBezTo>
                  <a:cubicBezTo>
                    <a:pt x="675" y="301"/>
                    <a:pt x="675" y="302"/>
                    <a:pt x="674" y="302"/>
                  </a:cubicBezTo>
                  <a:cubicBezTo>
                    <a:pt x="671" y="304"/>
                    <a:pt x="672" y="299"/>
                    <a:pt x="667" y="299"/>
                  </a:cubicBezTo>
                  <a:cubicBezTo>
                    <a:pt x="661" y="299"/>
                    <a:pt x="656" y="304"/>
                    <a:pt x="652" y="302"/>
                  </a:cubicBezTo>
                  <a:cubicBezTo>
                    <a:pt x="648" y="299"/>
                    <a:pt x="650" y="297"/>
                    <a:pt x="646" y="297"/>
                  </a:cubicBezTo>
                  <a:cubicBezTo>
                    <a:pt x="642" y="297"/>
                    <a:pt x="649" y="289"/>
                    <a:pt x="643" y="292"/>
                  </a:cubicBezTo>
                  <a:cubicBezTo>
                    <a:pt x="637" y="296"/>
                    <a:pt x="629" y="303"/>
                    <a:pt x="625" y="300"/>
                  </a:cubicBezTo>
                  <a:cubicBezTo>
                    <a:pt x="621" y="296"/>
                    <a:pt x="617" y="301"/>
                    <a:pt x="614" y="298"/>
                  </a:cubicBezTo>
                  <a:cubicBezTo>
                    <a:pt x="612" y="295"/>
                    <a:pt x="624" y="287"/>
                    <a:pt x="630" y="288"/>
                  </a:cubicBezTo>
                  <a:cubicBezTo>
                    <a:pt x="632" y="288"/>
                    <a:pt x="633" y="287"/>
                    <a:pt x="635" y="286"/>
                  </a:cubicBezTo>
                  <a:cubicBezTo>
                    <a:pt x="631" y="285"/>
                    <a:pt x="625" y="282"/>
                    <a:pt x="623" y="285"/>
                  </a:cubicBezTo>
                  <a:cubicBezTo>
                    <a:pt x="621" y="287"/>
                    <a:pt x="618" y="285"/>
                    <a:pt x="616" y="283"/>
                  </a:cubicBezTo>
                  <a:cubicBezTo>
                    <a:pt x="614" y="281"/>
                    <a:pt x="612" y="284"/>
                    <a:pt x="609" y="281"/>
                  </a:cubicBezTo>
                  <a:cubicBezTo>
                    <a:pt x="607" y="277"/>
                    <a:pt x="604" y="280"/>
                    <a:pt x="602" y="280"/>
                  </a:cubicBezTo>
                  <a:cubicBezTo>
                    <a:pt x="600" y="281"/>
                    <a:pt x="598" y="279"/>
                    <a:pt x="595" y="278"/>
                  </a:cubicBezTo>
                  <a:cubicBezTo>
                    <a:pt x="592" y="277"/>
                    <a:pt x="594" y="274"/>
                    <a:pt x="592" y="272"/>
                  </a:cubicBezTo>
                  <a:cubicBezTo>
                    <a:pt x="589" y="270"/>
                    <a:pt x="589" y="276"/>
                    <a:pt x="589" y="276"/>
                  </a:cubicBezTo>
                  <a:cubicBezTo>
                    <a:pt x="367" y="277"/>
                    <a:pt x="367" y="277"/>
                    <a:pt x="367" y="277"/>
                  </a:cubicBezTo>
                  <a:cubicBezTo>
                    <a:pt x="368" y="277"/>
                    <a:pt x="368" y="277"/>
                    <a:pt x="368" y="278"/>
                  </a:cubicBezTo>
                  <a:cubicBezTo>
                    <a:pt x="371" y="281"/>
                    <a:pt x="369" y="283"/>
                    <a:pt x="370" y="286"/>
                  </a:cubicBezTo>
                  <a:cubicBezTo>
                    <a:pt x="371" y="290"/>
                    <a:pt x="370" y="294"/>
                    <a:pt x="367" y="294"/>
                  </a:cubicBezTo>
                  <a:cubicBezTo>
                    <a:pt x="364" y="294"/>
                    <a:pt x="364" y="291"/>
                    <a:pt x="366" y="290"/>
                  </a:cubicBezTo>
                  <a:cubicBezTo>
                    <a:pt x="368" y="289"/>
                    <a:pt x="367" y="285"/>
                    <a:pt x="365" y="285"/>
                  </a:cubicBezTo>
                  <a:cubicBezTo>
                    <a:pt x="364" y="285"/>
                    <a:pt x="363" y="284"/>
                    <a:pt x="363" y="282"/>
                  </a:cubicBezTo>
                  <a:cubicBezTo>
                    <a:pt x="360" y="283"/>
                    <a:pt x="356" y="283"/>
                    <a:pt x="351" y="282"/>
                  </a:cubicBezTo>
                  <a:cubicBezTo>
                    <a:pt x="351" y="282"/>
                    <a:pt x="351" y="283"/>
                    <a:pt x="351" y="283"/>
                  </a:cubicBezTo>
                  <a:cubicBezTo>
                    <a:pt x="351" y="285"/>
                    <a:pt x="352" y="290"/>
                    <a:pt x="355" y="294"/>
                  </a:cubicBezTo>
                  <a:cubicBezTo>
                    <a:pt x="358" y="297"/>
                    <a:pt x="356" y="300"/>
                    <a:pt x="359" y="301"/>
                  </a:cubicBezTo>
                  <a:cubicBezTo>
                    <a:pt x="361" y="303"/>
                    <a:pt x="361" y="304"/>
                    <a:pt x="359" y="304"/>
                  </a:cubicBezTo>
                  <a:cubicBezTo>
                    <a:pt x="356" y="303"/>
                    <a:pt x="358" y="306"/>
                    <a:pt x="357" y="311"/>
                  </a:cubicBezTo>
                  <a:cubicBezTo>
                    <a:pt x="356" y="316"/>
                    <a:pt x="356" y="327"/>
                    <a:pt x="356" y="331"/>
                  </a:cubicBezTo>
                  <a:cubicBezTo>
                    <a:pt x="355" y="334"/>
                    <a:pt x="351" y="340"/>
                    <a:pt x="354" y="343"/>
                  </a:cubicBezTo>
                  <a:cubicBezTo>
                    <a:pt x="356" y="347"/>
                    <a:pt x="358" y="352"/>
                    <a:pt x="356" y="356"/>
                  </a:cubicBezTo>
                  <a:cubicBezTo>
                    <a:pt x="355" y="361"/>
                    <a:pt x="355" y="364"/>
                    <a:pt x="357" y="367"/>
                  </a:cubicBezTo>
                  <a:cubicBezTo>
                    <a:pt x="359" y="370"/>
                    <a:pt x="358" y="376"/>
                    <a:pt x="360" y="377"/>
                  </a:cubicBezTo>
                  <a:cubicBezTo>
                    <a:pt x="362" y="379"/>
                    <a:pt x="364" y="381"/>
                    <a:pt x="366" y="384"/>
                  </a:cubicBezTo>
                  <a:cubicBezTo>
                    <a:pt x="368" y="388"/>
                    <a:pt x="369" y="386"/>
                    <a:pt x="370" y="389"/>
                  </a:cubicBezTo>
                  <a:cubicBezTo>
                    <a:pt x="370" y="392"/>
                    <a:pt x="370" y="393"/>
                    <a:pt x="373" y="394"/>
                  </a:cubicBezTo>
                  <a:cubicBezTo>
                    <a:pt x="376" y="395"/>
                    <a:pt x="374" y="398"/>
                    <a:pt x="374" y="400"/>
                  </a:cubicBezTo>
                  <a:cubicBezTo>
                    <a:pt x="374" y="402"/>
                    <a:pt x="378" y="405"/>
                    <a:pt x="383" y="409"/>
                  </a:cubicBezTo>
                  <a:cubicBezTo>
                    <a:pt x="387" y="413"/>
                    <a:pt x="383" y="417"/>
                    <a:pt x="387" y="417"/>
                  </a:cubicBezTo>
                  <a:cubicBezTo>
                    <a:pt x="390" y="417"/>
                    <a:pt x="393" y="419"/>
                    <a:pt x="397" y="421"/>
                  </a:cubicBezTo>
                  <a:cubicBezTo>
                    <a:pt x="400" y="423"/>
                    <a:pt x="401" y="422"/>
                    <a:pt x="403" y="422"/>
                  </a:cubicBezTo>
                  <a:cubicBezTo>
                    <a:pt x="406" y="423"/>
                    <a:pt x="410" y="428"/>
                    <a:pt x="411" y="431"/>
                  </a:cubicBezTo>
                  <a:cubicBezTo>
                    <a:pt x="411" y="433"/>
                    <a:pt x="412" y="434"/>
                    <a:pt x="413" y="436"/>
                  </a:cubicBezTo>
                  <a:cubicBezTo>
                    <a:pt x="431" y="434"/>
                    <a:pt x="431" y="434"/>
                    <a:pt x="431" y="434"/>
                  </a:cubicBezTo>
                  <a:cubicBezTo>
                    <a:pt x="431" y="434"/>
                    <a:pt x="437" y="438"/>
                    <a:pt x="440" y="439"/>
                  </a:cubicBezTo>
                  <a:cubicBezTo>
                    <a:pt x="443" y="439"/>
                    <a:pt x="461" y="446"/>
                    <a:pt x="461" y="446"/>
                  </a:cubicBezTo>
                  <a:cubicBezTo>
                    <a:pt x="484" y="446"/>
                    <a:pt x="484" y="446"/>
                    <a:pt x="484" y="446"/>
                  </a:cubicBezTo>
                  <a:cubicBezTo>
                    <a:pt x="486" y="442"/>
                    <a:pt x="486" y="442"/>
                    <a:pt x="486" y="442"/>
                  </a:cubicBezTo>
                  <a:cubicBezTo>
                    <a:pt x="499" y="442"/>
                    <a:pt x="499" y="442"/>
                    <a:pt x="499" y="442"/>
                  </a:cubicBezTo>
                  <a:cubicBezTo>
                    <a:pt x="499" y="442"/>
                    <a:pt x="507" y="450"/>
                    <a:pt x="508" y="450"/>
                  </a:cubicBezTo>
                  <a:cubicBezTo>
                    <a:pt x="509" y="451"/>
                    <a:pt x="513" y="454"/>
                    <a:pt x="513" y="457"/>
                  </a:cubicBezTo>
                  <a:cubicBezTo>
                    <a:pt x="513" y="459"/>
                    <a:pt x="514" y="461"/>
                    <a:pt x="516" y="462"/>
                  </a:cubicBezTo>
                  <a:cubicBezTo>
                    <a:pt x="518" y="463"/>
                    <a:pt x="525" y="467"/>
                    <a:pt x="525" y="467"/>
                  </a:cubicBezTo>
                  <a:cubicBezTo>
                    <a:pt x="526" y="466"/>
                    <a:pt x="528" y="459"/>
                    <a:pt x="532" y="459"/>
                  </a:cubicBezTo>
                  <a:cubicBezTo>
                    <a:pt x="535" y="459"/>
                    <a:pt x="545" y="462"/>
                    <a:pt x="546" y="467"/>
                  </a:cubicBezTo>
                  <a:cubicBezTo>
                    <a:pt x="548" y="473"/>
                    <a:pt x="552" y="477"/>
                    <a:pt x="554" y="478"/>
                  </a:cubicBezTo>
                  <a:cubicBezTo>
                    <a:pt x="555" y="479"/>
                    <a:pt x="554" y="483"/>
                    <a:pt x="556" y="484"/>
                  </a:cubicBezTo>
                  <a:cubicBezTo>
                    <a:pt x="557" y="486"/>
                    <a:pt x="557" y="489"/>
                    <a:pt x="558" y="489"/>
                  </a:cubicBezTo>
                  <a:cubicBezTo>
                    <a:pt x="559" y="489"/>
                    <a:pt x="566" y="493"/>
                    <a:pt x="569" y="493"/>
                  </a:cubicBezTo>
                  <a:cubicBezTo>
                    <a:pt x="570" y="493"/>
                    <a:pt x="571" y="494"/>
                    <a:pt x="572" y="494"/>
                  </a:cubicBezTo>
                  <a:cubicBezTo>
                    <a:pt x="573" y="488"/>
                    <a:pt x="566" y="487"/>
                    <a:pt x="570" y="484"/>
                  </a:cubicBezTo>
                  <a:cubicBezTo>
                    <a:pt x="575" y="481"/>
                    <a:pt x="570" y="478"/>
                    <a:pt x="572" y="476"/>
                  </a:cubicBezTo>
                  <a:cubicBezTo>
                    <a:pt x="574" y="475"/>
                    <a:pt x="578" y="474"/>
                    <a:pt x="578" y="471"/>
                  </a:cubicBezTo>
                  <a:cubicBezTo>
                    <a:pt x="578" y="469"/>
                    <a:pt x="580" y="469"/>
                    <a:pt x="583" y="470"/>
                  </a:cubicBezTo>
                  <a:cubicBezTo>
                    <a:pt x="586" y="470"/>
                    <a:pt x="591" y="465"/>
                    <a:pt x="591" y="463"/>
                  </a:cubicBezTo>
                  <a:cubicBezTo>
                    <a:pt x="590" y="461"/>
                    <a:pt x="591" y="461"/>
                    <a:pt x="595" y="461"/>
                  </a:cubicBezTo>
                  <a:cubicBezTo>
                    <a:pt x="598" y="462"/>
                    <a:pt x="597" y="458"/>
                    <a:pt x="600" y="458"/>
                  </a:cubicBezTo>
                  <a:cubicBezTo>
                    <a:pt x="602" y="459"/>
                    <a:pt x="603" y="460"/>
                    <a:pt x="604" y="459"/>
                  </a:cubicBezTo>
                  <a:cubicBezTo>
                    <a:pt x="604" y="457"/>
                    <a:pt x="606" y="457"/>
                    <a:pt x="608" y="459"/>
                  </a:cubicBezTo>
                  <a:cubicBezTo>
                    <a:pt x="609" y="462"/>
                    <a:pt x="614" y="462"/>
                    <a:pt x="614" y="460"/>
                  </a:cubicBezTo>
                  <a:cubicBezTo>
                    <a:pt x="615" y="457"/>
                    <a:pt x="617" y="460"/>
                    <a:pt x="620" y="462"/>
                  </a:cubicBezTo>
                  <a:cubicBezTo>
                    <a:pt x="622" y="465"/>
                    <a:pt x="623" y="464"/>
                    <a:pt x="626" y="464"/>
                  </a:cubicBezTo>
                  <a:cubicBezTo>
                    <a:pt x="630" y="464"/>
                    <a:pt x="630" y="463"/>
                    <a:pt x="630" y="461"/>
                  </a:cubicBezTo>
                  <a:cubicBezTo>
                    <a:pt x="630" y="459"/>
                    <a:pt x="634" y="466"/>
                    <a:pt x="637" y="466"/>
                  </a:cubicBezTo>
                  <a:cubicBezTo>
                    <a:pt x="640" y="467"/>
                    <a:pt x="638" y="464"/>
                    <a:pt x="635" y="462"/>
                  </a:cubicBezTo>
                  <a:cubicBezTo>
                    <a:pt x="633" y="460"/>
                    <a:pt x="636" y="459"/>
                    <a:pt x="634" y="458"/>
                  </a:cubicBezTo>
                  <a:cubicBezTo>
                    <a:pt x="631" y="456"/>
                    <a:pt x="636" y="454"/>
                    <a:pt x="641" y="454"/>
                  </a:cubicBezTo>
                  <a:cubicBezTo>
                    <a:pt x="645" y="454"/>
                    <a:pt x="645" y="455"/>
                    <a:pt x="646" y="453"/>
                  </a:cubicBezTo>
                  <a:cubicBezTo>
                    <a:pt x="648" y="450"/>
                    <a:pt x="649" y="453"/>
                    <a:pt x="649" y="455"/>
                  </a:cubicBezTo>
                  <a:cubicBezTo>
                    <a:pt x="649" y="457"/>
                    <a:pt x="656" y="454"/>
                    <a:pt x="660" y="454"/>
                  </a:cubicBezTo>
                  <a:cubicBezTo>
                    <a:pt x="664" y="454"/>
                    <a:pt x="667" y="457"/>
                    <a:pt x="668" y="459"/>
                  </a:cubicBezTo>
                  <a:cubicBezTo>
                    <a:pt x="668" y="461"/>
                    <a:pt x="671" y="462"/>
                    <a:pt x="673" y="460"/>
                  </a:cubicBezTo>
                  <a:cubicBezTo>
                    <a:pt x="676" y="458"/>
                    <a:pt x="678" y="455"/>
                    <a:pt x="681" y="458"/>
                  </a:cubicBezTo>
                  <a:cubicBezTo>
                    <a:pt x="683" y="460"/>
                    <a:pt x="686" y="463"/>
                    <a:pt x="689" y="466"/>
                  </a:cubicBezTo>
                  <a:cubicBezTo>
                    <a:pt x="692" y="469"/>
                    <a:pt x="687" y="473"/>
                    <a:pt x="689" y="476"/>
                  </a:cubicBezTo>
                  <a:cubicBezTo>
                    <a:pt x="691" y="478"/>
                    <a:pt x="689" y="481"/>
                    <a:pt x="692" y="484"/>
                  </a:cubicBezTo>
                  <a:cubicBezTo>
                    <a:pt x="696" y="486"/>
                    <a:pt x="693" y="491"/>
                    <a:pt x="696" y="492"/>
                  </a:cubicBezTo>
                  <a:cubicBezTo>
                    <a:pt x="698" y="493"/>
                    <a:pt x="701" y="497"/>
                    <a:pt x="701" y="499"/>
                  </a:cubicBezTo>
                  <a:cubicBezTo>
                    <a:pt x="701" y="501"/>
                    <a:pt x="707" y="503"/>
                    <a:pt x="707" y="500"/>
                  </a:cubicBezTo>
                  <a:cubicBezTo>
                    <a:pt x="707" y="497"/>
                    <a:pt x="710" y="493"/>
                    <a:pt x="711" y="490"/>
                  </a:cubicBezTo>
                  <a:cubicBezTo>
                    <a:pt x="711" y="488"/>
                    <a:pt x="709" y="477"/>
                    <a:pt x="706" y="474"/>
                  </a:cubicBezTo>
                  <a:cubicBezTo>
                    <a:pt x="704" y="471"/>
                    <a:pt x="707" y="470"/>
                    <a:pt x="704" y="467"/>
                  </a:cubicBezTo>
                  <a:cubicBezTo>
                    <a:pt x="701" y="463"/>
                    <a:pt x="699" y="456"/>
                    <a:pt x="699" y="451"/>
                  </a:cubicBezTo>
                  <a:cubicBezTo>
                    <a:pt x="700" y="446"/>
                    <a:pt x="706" y="437"/>
                    <a:pt x="709" y="434"/>
                  </a:cubicBezTo>
                  <a:cubicBezTo>
                    <a:pt x="712" y="431"/>
                    <a:pt x="715" y="433"/>
                    <a:pt x="716" y="430"/>
                  </a:cubicBezTo>
                  <a:cubicBezTo>
                    <a:pt x="717" y="427"/>
                    <a:pt x="720" y="424"/>
                    <a:pt x="723" y="424"/>
                  </a:cubicBezTo>
                  <a:cubicBezTo>
                    <a:pt x="725" y="424"/>
                    <a:pt x="727" y="424"/>
                    <a:pt x="727" y="422"/>
                  </a:cubicBezTo>
                  <a:cubicBezTo>
                    <a:pt x="728" y="420"/>
                    <a:pt x="731" y="417"/>
                    <a:pt x="736" y="416"/>
                  </a:cubicBezTo>
                  <a:cubicBezTo>
                    <a:pt x="741" y="415"/>
                    <a:pt x="738" y="413"/>
                    <a:pt x="737" y="411"/>
                  </a:cubicBezTo>
                  <a:cubicBezTo>
                    <a:pt x="735" y="408"/>
                    <a:pt x="738" y="406"/>
                    <a:pt x="739" y="408"/>
                  </a:cubicBezTo>
                  <a:cubicBezTo>
                    <a:pt x="740" y="409"/>
                    <a:pt x="742" y="409"/>
                    <a:pt x="744" y="408"/>
                  </a:cubicBezTo>
                  <a:cubicBezTo>
                    <a:pt x="746" y="407"/>
                    <a:pt x="750" y="403"/>
                    <a:pt x="746" y="403"/>
                  </a:cubicBezTo>
                  <a:cubicBezTo>
                    <a:pt x="742" y="403"/>
                    <a:pt x="741" y="402"/>
                    <a:pt x="744" y="401"/>
                  </a:cubicBezTo>
                  <a:cubicBezTo>
                    <a:pt x="746" y="400"/>
                    <a:pt x="744" y="395"/>
                    <a:pt x="741" y="395"/>
                  </a:cubicBezTo>
                  <a:cubicBezTo>
                    <a:pt x="738" y="395"/>
                    <a:pt x="739" y="393"/>
                    <a:pt x="741" y="391"/>
                  </a:cubicBezTo>
                  <a:cubicBezTo>
                    <a:pt x="743" y="389"/>
                    <a:pt x="738" y="386"/>
                    <a:pt x="735" y="384"/>
                  </a:cubicBezTo>
                  <a:cubicBezTo>
                    <a:pt x="733" y="383"/>
                    <a:pt x="737" y="382"/>
                    <a:pt x="739" y="382"/>
                  </a:cubicBezTo>
                  <a:cubicBezTo>
                    <a:pt x="740" y="381"/>
                    <a:pt x="739" y="373"/>
                    <a:pt x="740" y="371"/>
                  </a:cubicBezTo>
                  <a:cubicBezTo>
                    <a:pt x="741" y="369"/>
                    <a:pt x="744" y="369"/>
                    <a:pt x="743" y="371"/>
                  </a:cubicBezTo>
                  <a:cubicBezTo>
                    <a:pt x="741" y="373"/>
                    <a:pt x="740" y="376"/>
                    <a:pt x="742" y="379"/>
                  </a:cubicBezTo>
                  <a:cubicBezTo>
                    <a:pt x="744" y="382"/>
                    <a:pt x="745" y="384"/>
                    <a:pt x="744" y="388"/>
                  </a:cubicBezTo>
                  <a:cubicBezTo>
                    <a:pt x="743" y="393"/>
                    <a:pt x="745" y="392"/>
                    <a:pt x="748" y="386"/>
                  </a:cubicBezTo>
                  <a:cubicBezTo>
                    <a:pt x="750" y="381"/>
                    <a:pt x="751" y="376"/>
                    <a:pt x="749" y="376"/>
                  </a:cubicBezTo>
                  <a:cubicBezTo>
                    <a:pt x="747" y="375"/>
                    <a:pt x="747" y="370"/>
                    <a:pt x="749" y="372"/>
                  </a:cubicBezTo>
                  <a:cubicBezTo>
                    <a:pt x="751" y="375"/>
                    <a:pt x="752" y="375"/>
                    <a:pt x="755" y="372"/>
                  </a:cubicBezTo>
                  <a:cubicBezTo>
                    <a:pt x="758" y="369"/>
                    <a:pt x="761" y="363"/>
                    <a:pt x="759" y="362"/>
                  </a:cubicBezTo>
                  <a:cubicBezTo>
                    <a:pt x="757" y="361"/>
                    <a:pt x="760" y="359"/>
                    <a:pt x="764" y="360"/>
                  </a:cubicBezTo>
                  <a:cubicBezTo>
                    <a:pt x="767" y="360"/>
                    <a:pt x="775" y="357"/>
                    <a:pt x="775" y="356"/>
                  </a:cubicBezTo>
                  <a:cubicBezTo>
                    <a:pt x="777" y="353"/>
                    <a:pt x="763" y="358"/>
                    <a:pt x="763" y="356"/>
                  </a:cubicBezTo>
                  <a:cubicBezTo>
                    <a:pt x="763" y="354"/>
                    <a:pt x="772" y="352"/>
                    <a:pt x="776" y="352"/>
                  </a:cubicBezTo>
                  <a:cubicBezTo>
                    <a:pt x="780" y="352"/>
                    <a:pt x="778" y="346"/>
                    <a:pt x="780" y="349"/>
                  </a:cubicBezTo>
                  <a:cubicBezTo>
                    <a:pt x="782" y="351"/>
                    <a:pt x="784" y="350"/>
                    <a:pt x="787" y="349"/>
                  </a:cubicBezTo>
                  <a:cubicBezTo>
                    <a:pt x="789" y="348"/>
                    <a:pt x="787" y="344"/>
                    <a:pt x="785" y="343"/>
                  </a:cubicBezTo>
                  <a:cubicBezTo>
                    <a:pt x="782" y="342"/>
                    <a:pt x="787" y="340"/>
                    <a:pt x="786" y="339"/>
                  </a:cubicBezTo>
                  <a:cubicBezTo>
                    <a:pt x="785" y="337"/>
                    <a:pt x="788" y="331"/>
                    <a:pt x="791" y="330"/>
                  </a:cubicBezTo>
                  <a:cubicBezTo>
                    <a:pt x="794" y="329"/>
                    <a:pt x="793" y="327"/>
                    <a:pt x="796" y="327"/>
                  </a:cubicBezTo>
                  <a:cubicBezTo>
                    <a:pt x="798" y="327"/>
                    <a:pt x="799" y="324"/>
                    <a:pt x="801" y="321"/>
                  </a:cubicBezTo>
                  <a:cubicBezTo>
                    <a:pt x="804" y="319"/>
                    <a:pt x="808" y="325"/>
                    <a:pt x="811" y="322"/>
                  </a:cubicBezTo>
                  <a:cubicBezTo>
                    <a:pt x="813" y="320"/>
                    <a:pt x="815" y="319"/>
                    <a:pt x="817" y="317"/>
                  </a:cubicBezTo>
                  <a:cubicBezTo>
                    <a:pt x="808" y="305"/>
                    <a:pt x="811" y="297"/>
                    <a:pt x="811" y="29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9" name="Freeform 130">
              <a:extLst>
                <a:ext uri="{FF2B5EF4-FFF2-40B4-BE49-F238E27FC236}">
                  <a16:creationId xmlns:a16="http://schemas.microsoft.com/office/drawing/2014/main" id="{7812B79C-6388-4719-B695-51F5F710CCFD}"/>
                </a:ext>
              </a:extLst>
            </p:cNvPr>
            <p:cNvSpPr>
              <a:spLocks noEditPoints="1"/>
            </p:cNvSpPr>
            <p:nvPr/>
          </p:nvSpPr>
          <p:spPr bwMode="auto">
            <a:xfrm>
              <a:off x="4162426" y="2141538"/>
              <a:ext cx="258763" cy="185738"/>
            </a:xfrm>
            <a:custGeom>
              <a:avLst/>
              <a:gdLst>
                <a:gd name="T0" fmla="*/ 102 w 103"/>
                <a:gd name="T1" fmla="*/ 13 h 74"/>
                <a:gd name="T2" fmla="*/ 94 w 103"/>
                <a:gd name="T3" fmla="*/ 13 h 74"/>
                <a:gd name="T4" fmla="*/ 84 w 103"/>
                <a:gd name="T5" fmla="*/ 10 h 74"/>
                <a:gd name="T6" fmla="*/ 81 w 103"/>
                <a:gd name="T7" fmla="*/ 10 h 74"/>
                <a:gd name="T8" fmla="*/ 74 w 103"/>
                <a:gd name="T9" fmla="*/ 10 h 74"/>
                <a:gd name="T10" fmla="*/ 66 w 103"/>
                <a:gd name="T11" fmla="*/ 6 h 74"/>
                <a:gd name="T12" fmla="*/ 62 w 103"/>
                <a:gd name="T13" fmla="*/ 4 h 74"/>
                <a:gd name="T14" fmla="*/ 48 w 103"/>
                <a:gd name="T15" fmla="*/ 3 h 74"/>
                <a:gd name="T16" fmla="*/ 21 w 103"/>
                <a:gd name="T17" fmla="*/ 2 h 74"/>
                <a:gd name="T18" fmla="*/ 12 w 103"/>
                <a:gd name="T19" fmla="*/ 0 h 74"/>
                <a:gd name="T20" fmla="*/ 5 w 103"/>
                <a:gd name="T21" fmla="*/ 4 h 74"/>
                <a:gd name="T22" fmla="*/ 3 w 103"/>
                <a:gd name="T23" fmla="*/ 10 h 74"/>
                <a:gd name="T24" fmla="*/ 5 w 103"/>
                <a:gd name="T25" fmla="*/ 18 h 74"/>
                <a:gd name="T26" fmla="*/ 7 w 103"/>
                <a:gd name="T27" fmla="*/ 17 h 74"/>
                <a:gd name="T28" fmla="*/ 10 w 103"/>
                <a:gd name="T29" fmla="*/ 17 h 74"/>
                <a:gd name="T30" fmla="*/ 15 w 103"/>
                <a:gd name="T31" fmla="*/ 18 h 74"/>
                <a:gd name="T32" fmla="*/ 18 w 103"/>
                <a:gd name="T33" fmla="*/ 18 h 74"/>
                <a:gd name="T34" fmla="*/ 23 w 103"/>
                <a:gd name="T35" fmla="*/ 19 h 74"/>
                <a:gd name="T36" fmla="*/ 25 w 103"/>
                <a:gd name="T37" fmla="*/ 22 h 74"/>
                <a:gd name="T38" fmla="*/ 20 w 103"/>
                <a:gd name="T39" fmla="*/ 27 h 74"/>
                <a:gd name="T40" fmla="*/ 20 w 103"/>
                <a:gd name="T41" fmla="*/ 34 h 74"/>
                <a:gd name="T42" fmla="*/ 19 w 103"/>
                <a:gd name="T43" fmla="*/ 40 h 74"/>
                <a:gd name="T44" fmla="*/ 17 w 103"/>
                <a:gd name="T45" fmla="*/ 43 h 74"/>
                <a:gd name="T46" fmla="*/ 19 w 103"/>
                <a:gd name="T47" fmla="*/ 47 h 74"/>
                <a:gd name="T48" fmla="*/ 17 w 103"/>
                <a:gd name="T49" fmla="*/ 52 h 74"/>
                <a:gd name="T50" fmla="*/ 19 w 103"/>
                <a:gd name="T51" fmla="*/ 56 h 74"/>
                <a:gd name="T52" fmla="*/ 16 w 103"/>
                <a:gd name="T53" fmla="*/ 61 h 74"/>
                <a:gd name="T54" fmla="*/ 17 w 103"/>
                <a:gd name="T55" fmla="*/ 63 h 74"/>
                <a:gd name="T56" fmla="*/ 21 w 103"/>
                <a:gd name="T57" fmla="*/ 64 h 74"/>
                <a:gd name="T58" fmla="*/ 31 w 103"/>
                <a:gd name="T59" fmla="*/ 73 h 74"/>
                <a:gd name="T60" fmla="*/ 33 w 103"/>
                <a:gd name="T61" fmla="*/ 70 h 74"/>
                <a:gd name="T62" fmla="*/ 37 w 103"/>
                <a:gd name="T63" fmla="*/ 70 h 74"/>
                <a:gd name="T64" fmla="*/ 45 w 103"/>
                <a:gd name="T65" fmla="*/ 67 h 74"/>
                <a:gd name="T66" fmla="*/ 55 w 103"/>
                <a:gd name="T67" fmla="*/ 67 h 74"/>
                <a:gd name="T68" fmla="*/ 61 w 103"/>
                <a:gd name="T69" fmla="*/ 64 h 74"/>
                <a:gd name="T70" fmla="*/ 67 w 103"/>
                <a:gd name="T71" fmla="*/ 60 h 74"/>
                <a:gd name="T72" fmla="*/ 70 w 103"/>
                <a:gd name="T73" fmla="*/ 54 h 74"/>
                <a:gd name="T74" fmla="*/ 76 w 103"/>
                <a:gd name="T75" fmla="*/ 48 h 74"/>
                <a:gd name="T76" fmla="*/ 76 w 103"/>
                <a:gd name="T77" fmla="*/ 36 h 74"/>
                <a:gd name="T78" fmla="*/ 83 w 103"/>
                <a:gd name="T79" fmla="*/ 28 h 74"/>
                <a:gd name="T80" fmla="*/ 90 w 103"/>
                <a:gd name="T81" fmla="*/ 24 h 74"/>
                <a:gd name="T82" fmla="*/ 99 w 103"/>
                <a:gd name="T83" fmla="*/ 20 h 74"/>
                <a:gd name="T84" fmla="*/ 102 w 103"/>
                <a:gd name="T85" fmla="*/ 13 h 74"/>
                <a:gd name="T86" fmla="*/ 103 w 103"/>
                <a:gd name="T87" fmla="*/ 39 h 74"/>
                <a:gd name="T88" fmla="*/ 96 w 103"/>
                <a:gd name="T89" fmla="*/ 41 h 74"/>
                <a:gd name="T90" fmla="*/ 103 w 103"/>
                <a:gd name="T91" fmla="*/ 3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3" h="74">
                  <a:moveTo>
                    <a:pt x="102" y="13"/>
                  </a:moveTo>
                  <a:cubicBezTo>
                    <a:pt x="99" y="13"/>
                    <a:pt x="96" y="13"/>
                    <a:pt x="94" y="13"/>
                  </a:cubicBezTo>
                  <a:cubicBezTo>
                    <a:pt x="91" y="12"/>
                    <a:pt x="86" y="12"/>
                    <a:pt x="84" y="10"/>
                  </a:cubicBezTo>
                  <a:cubicBezTo>
                    <a:pt x="83" y="9"/>
                    <a:pt x="81" y="8"/>
                    <a:pt x="81" y="10"/>
                  </a:cubicBezTo>
                  <a:cubicBezTo>
                    <a:pt x="81" y="11"/>
                    <a:pt x="77" y="12"/>
                    <a:pt x="74" y="10"/>
                  </a:cubicBezTo>
                  <a:cubicBezTo>
                    <a:pt x="72" y="9"/>
                    <a:pt x="68" y="8"/>
                    <a:pt x="66" y="6"/>
                  </a:cubicBezTo>
                  <a:cubicBezTo>
                    <a:pt x="66" y="6"/>
                    <a:pt x="64" y="5"/>
                    <a:pt x="62" y="4"/>
                  </a:cubicBezTo>
                  <a:cubicBezTo>
                    <a:pt x="59" y="5"/>
                    <a:pt x="53" y="2"/>
                    <a:pt x="48" y="3"/>
                  </a:cubicBezTo>
                  <a:cubicBezTo>
                    <a:pt x="43" y="3"/>
                    <a:pt x="28" y="2"/>
                    <a:pt x="21" y="2"/>
                  </a:cubicBezTo>
                  <a:cubicBezTo>
                    <a:pt x="15" y="3"/>
                    <a:pt x="15" y="0"/>
                    <a:pt x="12" y="0"/>
                  </a:cubicBezTo>
                  <a:cubicBezTo>
                    <a:pt x="8" y="0"/>
                    <a:pt x="10" y="4"/>
                    <a:pt x="5" y="4"/>
                  </a:cubicBezTo>
                  <a:cubicBezTo>
                    <a:pt x="0" y="4"/>
                    <a:pt x="0" y="7"/>
                    <a:pt x="3" y="10"/>
                  </a:cubicBezTo>
                  <a:cubicBezTo>
                    <a:pt x="5" y="11"/>
                    <a:pt x="5" y="15"/>
                    <a:pt x="5" y="18"/>
                  </a:cubicBezTo>
                  <a:cubicBezTo>
                    <a:pt x="6" y="18"/>
                    <a:pt x="6" y="17"/>
                    <a:pt x="7" y="17"/>
                  </a:cubicBezTo>
                  <a:cubicBezTo>
                    <a:pt x="8" y="15"/>
                    <a:pt x="10" y="15"/>
                    <a:pt x="10" y="17"/>
                  </a:cubicBezTo>
                  <a:cubicBezTo>
                    <a:pt x="10" y="19"/>
                    <a:pt x="13" y="18"/>
                    <a:pt x="15" y="18"/>
                  </a:cubicBezTo>
                  <a:cubicBezTo>
                    <a:pt x="16" y="18"/>
                    <a:pt x="16" y="20"/>
                    <a:pt x="18" y="18"/>
                  </a:cubicBezTo>
                  <a:cubicBezTo>
                    <a:pt x="20" y="17"/>
                    <a:pt x="23" y="17"/>
                    <a:pt x="23" y="19"/>
                  </a:cubicBezTo>
                  <a:cubicBezTo>
                    <a:pt x="23" y="21"/>
                    <a:pt x="27" y="20"/>
                    <a:pt x="25" y="22"/>
                  </a:cubicBezTo>
                  <a:cubicBezTo>
                    <a:pt x="22" y="25"/>
                    <a:pt x="20" y="25"/>
                    <a:pt x="20" y="27"/>
                  </a:cubicBezTo>
                  <a:cubicBezTo>
                    <a:pt x="20" y="29"/>
                    <a:pt x="22" y="32"/>
                    <a:pt x="20" y="34"/>
                  </a:cubicBezTo>
                  <a:cubicBezTo>
                    <a:pt x="18" y="36"/>
                    <a:pt x="21" y="40"/>
                    <a:pt x="19" y="40"/>
                  </a:cubicBezTo>
                  <a:cubicBezTo>
                    <a:pt x="17" y="40"/>
                    <a:pt x="14" y="41"/>
                    <a:pt x="17" y="43"/>
                  </a:cubicBezTo>
                  <a:cubicBezTo>
                    <a:pt x="19" y="45"/>
                    <a:pt x="21" y="47"/>
                    <a:pt x="19" y="47"/>
                  </a:cubicBezTo>
                  <a:cubicBezTo>
                    <a:pt x="17" y="47"/>
                    <a:pt x="16" y="51"/>
                    <a:pt x="17" y="52"/>
                  </a:cubicBezTo>
                  <a:cubicBezTo>
                    <a:pt x="18" y="53"/>
                    <a:pt x="22" y="55"/>
                    <a:pt x="19" y="56"/>
                  </a:cubicBezTo>
                  <a:cubicBezTo>
                    <a:pt x="16" y="56"/>
                    <a:pt x="16" y="59"/>
                    <a:pt x="16" y="61"/>
                  </a:cubicBezTo>
                  <a:cubicBezTo>
                    <a:pt x="16" y="61"/>
                    <a:pt x="16" y="62"/>
                    <a:pt x="17" y="63"/>
                  </a:cubicBezTo>
                  <a:cubicBezTo>
                    <a:pt x="18" y="63"/>
                    <a:pt x="20" y="63"/>
                    <a:pt x="21" y="64"/>
                  </a:cubicBezTo>
                  <a:cubicBezTo>
                    <a:pt x="24" y="65"/>
                    <a:pt x="26" y="74"/>
                    <a:pt x="31" y="73"/>
                  </a:cubicBezTo>
                  <a:cubicBezTo>
                    <a:pt x="33" y="73"/>
                    <a:pt x="32" y="71"/>
                    <a:pt x="33" y="70"/>
                  </a:cubicBezTo>
                  <a:cubicBezTo>
                    <a:pt x="34" y="69"/>
                    <a:pt x="35" y="70"/>
                    <a:pt x="37" y="70"/>
                  </a:cubicBezTo>
                  <a:cubicBezTo>
                    <a:pt x="39" y="70"/>
                    <a:pt x="40" y="67"/>
                    <a:pt x="45" y="67"/>
                  </a:cubicBezTo>
                  <a:cubicBezTo>
                    <a:pt x="49" y="67"/>
                    <a:pt x="52" y="67"/>
                    <a:pt x="55" y="67"/>
                  </a:cubicBezTo>
                  <a:cubicBezTo>
                    <a:pt x="58" y="67"/>
                    <a:pt x="60" y="66"/>
                    <a:pt x="61" y="64"/>
                  </a:cubicBezTo>
                  <a:cubicBezTo>
                    <a:pt x="61" y="62"/>
                    <a:pt x="64" y="60"/>
                    <a:pt x="67" y="60"/>
                  </a:cubicBezTo>
                  <a:cubicBezTo>
                    <a:pt x="70" y="59"/>
                    <a:pt x="70" y="56"/>
                    <a:pt x="70" y="54"/>
                  </a:cubicBezTo>
                  <a:cubicBezTo>
                    <a:pt x="70" y="52"/>
                    <a:pt x="76" y="49"/>
                    <a:pt x="76" y="48"/>
                  </a:cubicBezTo>
                  <a:cubicBezTo>
                    <a:pt x="76" y="46"/>
                    <a:pt x="73" y="41"/>
                    <a:pt x="76" y="36"/>
                  </a:cubicBezTo>
                  <a:cubicBezTo>
                    <a:pt x="79" y="31"/>
                    <a:pt x="83" y="31"/>
                    <a:pt x="83" y="28"/>
                  </a:cubicBezTo>
                  <a:cubicBezTo>
                    <a:pt x="83" y="26"/>
                    <a:pt x="86" y="25"/>
                    <a:pt x="90" y="24"/>
                  </a:cubicBezTo>
                  <a:cubicBezTo>
                    <a:pt x="94" y="24"/>
                    <a:pt x="95" y="21"/>
                    <a:pt x="99" y="20"/>
                  </a:cubicBezTo>
                  <a:cubicBezTo>
                    <a:pt x="102" y="19"/>
                    <a:pt x="103" y="16"/>
                    <a:pt x="102" y="13"/>
                  </a:cubicBezTo>
                  <a:close/>
                  <a:moveTo>
                    <a:pt x="103" y="39"/>
                  </a:moveTo>
                  <a:cubicBezTo>
                    <a:pt x="102" y="35"/>
                    <a:pt x="94" y="40"/>
                    <a:pt x="96" y="41"/>
                  </a:cubicBezTo>
                  <a:cubicBezTo>
                    <a:pt x="99" y="44"/>
                    <a:pt x="103" y="43"/>
                    <a:pt x="103" y="3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131">
              <a:extLst>
                <a:ext uri="{FF2B5EF4-FFF2-40B4-BE49-F238E27FC236}">
                  <a16:creationId xmlns:a16="http://schemas.microsoft.com/office/drawing/2014/main" id="{09654D49-5A85-4A9F-9738-D16DB1C73F96}"/>
                </a:ext>
              </a:extLst>
            </p:cNvPr>
            <p:cNvSpPr>
              <a:spLocks/>
            </p:cNvSpPr>
            <p:nvPr/>
          </p:nvSpPr>
          <p:spPr bwMode="auto">
            <a:xfrm>
              <a:off x="4614863" y="2060575"/>
              <a:ext cx="68263" cy="38100"/>
            </a:xfrm>
            <a:custGeom>
              <a:avLst/>
              <a:gdLst>
                <a:gd name="T0" fmla="*/ 0 w 27"/>
                <a:gd name="T1" fmla="*/ 13 h 15"/>
                <a:gd name="T2" fmla="*/ 5 w 27"/>
                <a:gd name="T3" fmla="*/ 13 h 15"/>
                <a:gd name="T4" fmla="*/ 6 w 27"/>
                <a:gd name="T5" fmla="*/ 15 h 15"/>
                <a:gd name="T6" fmla="*/ 12 w 27"/>
                <a:gd name="T7" fmla="*/ 14 h 15"/>
                <a:gd name="T8" fmla="*/ 17 w 27"/>
                <a:gd name="T9" fmla="*/ 14 h 15"/>
                <a:gd name="T10" fmla="*/ 20 w 27"/>
                <a:gd name="T11" fmla="*/ 11 h 15"/>
                <a:gd name="T12" fmla="*/ 22 w 27"/>
                <a:gd name="T13" fmla="*/ 7 h 15"/>
                <a:gd name="T14" fmla="*/ 27 w 27"/>
                <a:gd name="T15" fmla="*/ 3 h 15"/>
                <a:gd name="T16" fmla="*/ 25 w 27"/>
                <a:gd name="T17" fmla="*/ 0 h 15"/>
                <a:gd name="T18" fmla="*/ 19 w 27"/>
                <a:gd name="T19" fmla="*/ 2 h 15"/>
                <a:gd name="T20" fmla="*/ 12 w 27"/>
                <a:gd name="T21" fmla="*/ 4 h 15"/>
                <a:gd name="T22" fmla="*/ 3 w 27"/>
                <a:gd name="T23" fmla="*/ 3 h 15"/>
                <a:gd name="T24" fmla="*/ 0 w 27"/>
                <a:gd name="T25" fmla="*/ 3 h 15"/>
                <a:gd name="T26" fmla="*/ 0 w 27"/>
                <a:gd name="T27" fmla="*/ 1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5">
                  <a:moveTo>
                    <a:pt x="0" y="13"/>
                  </a:moveTo>
                  <a:cubicBezTo>
                    <a:pt x="2" y="12"/>
                    <a:pt x="4" y="12"/>
                    <a:pt x="5" y="13"/>
                  </a:cubicBezTo>
                  <a:cubicBezTo>
                    <a:pt x="6" y="13"/>
                    <a:pt x="6" y="14"/>
                    <a:pt x="6" y="15"/>
                  </a:cubicBezTo>
                  <a:cubicBezTo>
                    <a:pt x="8" y="15"/>
                    <a:pt x="11" y="14"/>
                    <a:pt x="12" y="14"/>
                  </a:cubicBezTo>
                  <a:cubicBezTo>
                    <a:pt x="13" y="13"/>
                    <a:pt x="17" y="15"/>
                    <a:pt x="17" y="14"/>
                  </a:cubicBezTo>
                  <a:cubicBezTo>
                    <a:pt x="17" y="13"/>
                    <a:pt x="18" y="11"/>
                    <a:pt x="20" y="11"/>
                  </a:cubicBezTo>
                  <a:cubicBezTo>
                    <a:pt x="21" y="11"/>
                    <a:pt x="20" y="7"/>
                    <a:pt x="22" y="7"/>
                  </a:cubicBezTo>
                  <a:cubicBezTo>
                    <a:pt x="23" y="6"/>
                    <a:pt x="27" y="3"/>
                    <a:pt x="27" y="3"/>
                  </a:cubicBezTo>
                  <a:cubicBezTo>
                    <a:pt x="27" y="3"/>
                    <a:pt x="25" y="0"/>
                    <a:pt x="25" y="0"/>
                  </a:cubicBezTo>
                  <a:cubicBezTo>
                    <a:pt x="24" y="0"/>
                    <a:pt x="23" y="2"/>
                    <a:pt x="19" y="2"/>
                  </a:cubicBezTo>
                  <a:cubicBezTo>
                    <a:pt x="16" y="2"/>
                    <a:pt x="14" y="4"/>
                    <a:pt x="12" y="4"/>
                  </a:cubicBezTo>
                  <a:cubicBezTo>
                    <a:pt x="11" y="4"/>
                    <a:pt x="6" y="3"/>
                    <a:pt x="3" y="3"/>
                  </a:cubicBezTo>
                  <a:cubicBezTo>
                    <a:pt x="2" y="3"/>
                    <a:pt x="1" y="3"/>
                    <a:pt x="0" y="3"/>
                  </a:cubicBezTo>
                  <a:cubicBezTo>
                    <a:pt x="0" y="5"/>
                    <a:pt x="0" y="9"/>
                    <a:pt x="0" y="1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1" name="Freeform 132">
              <a:extLst>
                <a:ext uri="{FF2B5EF4-FFF2-40B4-BE49-F238E27FC236}">
                  <a16:creationId xmlns:a16="http://schemas.microsoft.com/office/drawing/2014/main" id="{9B14CD34-65E2-4204-9561-0821BFE55F1D}"/>
                </a:ext>
              </a:extLst>
            </p:cNvPr>
            <p:cNvSpPr>
              <a:spLocks noEditPoints="1"/>
            </p:cNvSpPr>
            <p:nvPr/>
          </p:nvSpPr>
          <p:spPr bwMode="auto">
            <a:xfrm>
              <a:off x="4752976" y="2189163"/>
              <a:ext cx="128588" cy="160338"/>
            </a:xfrm>
            <a:custGeom>
              <a:avLst/>
              <a:gdLst>
                <a:gd name="T0" fmla="*/ 51 w 51"/>
                <a:gd name="T1" fmla="*/ 0 h 64"/>
                <a:gd name="T2" fmla="*/ 47 w 51"/>
                <a:gd name="T3" fmla="*/ 2 h 64"/>
                <a:gd name="T4" fmla="*/ 44 w 51"/>
                <a:gd name="T5" fmla="*/ 4 h 64"/>
                <a:gd name="T6" fmla="*/ 35 w 51"/>
                <a:gd name="T7" fmla="*/ 2 h 64"/>
                <a:gd name="T8" fmla="*/ 24 w 51"/>
                <a:gd name="T9" fmla="*/ 2 h 64"/>
                <a:gd name="T10" fmla="*/ 24 w 51"/>
                <a:gd name="T11" fmla="*/ 3 h 64"/>
                <a:gd name="T12" fmla="*/ 17 w 51"/>
                <a:gd name="T13" fmla="*/ 6 h 64"/>
                <a:gd name="T14" fmla="*/ 13 w 51"/>
                <a:gd name="T15" fmla="*/ 8 h 64"/>
                <a:gd name="T16" fmla="*/ 7 w 51"/>
                <a:gd name="T17" fmla="*/ 9 h 64"/>
                <a:gd name="T18" fmla="*/ 5 w 51"/>
                <a:gd name="T19" fmla="*/ 14 h 64"/>
                <a:gd name="T20" fmla="*/ 3 w 51"/>
                <a:gd name="T21" fmla="*/ 17 h 64"/>
                <a:gd name="T22" fmla="*/ 0 w 51"/>
                <a:gd name="T23" fmla="*/ 21 h 64"/>
                <a:gd name="T24" fmla="*/ 1 w 51"/>
                <a:gd name="T25" fmla="*/ 21 h 64"/>
                <a:gd name="T26" fmla="*/ 5 w 51"/>
                <a:gd name="T27" fmla="*/ 28 h 64"/>
                <a:gd name="T28" fmla="*/ 11 w 51"/>
                <a:gd name="T29" fmla="*/ 30 h 64"/>
                <a:gd name="T30" fmla="*/ 18 w 51"/>
                <a:gd name="T31" fmla="*/ 33 h 64"/>
                <a:gd name="T32" fmla="*/ 9 w 51"/>
                <a:gd name="T33" fmla="*/ 33 h 64"/>
                <a:gd name="T34" fmla="*/ 11 w 51"/>
                <a:gd name="T35" fmla="*/ 40 h 64"/>
                <a:gd name="T36" fmla="*/ 15 w 51"/>
                <a:gd name="T37" fmla="*/ 46 h 64"/>
                <a:gd name="T38" fmla="*/ 23 w 51"/>
                <a:gd name="T39" fmla="*/ 49 h 64"/>
                <a:gd name="T40" fmla="*/ 21 w 51"/>
                <a:gd name="T41" fmla="*/ 41 h 64"/>
                <a:gd name="T42" fmla="*/ 27 w 51"/>
                <a:gd name="T43" fmla="*/ 41 h 64"/>
                <a:gd name="T44" fmla="*/ 23 w 51"/>
                <a:gd name="T45" fmla="*/ 38 h 64"/>
                <a:gd name="T46" fmla="*/ 26 w 51"/>
                <a:gd name="T47" fmla="*/ 36 h 64"/>
                <a:gd name="T48" fmla="*/ 32 w 51"/>
                <a:gd name="T49" fmla="*/ 36 h 64"/>
                <a:gd name="T50" fmla="*/ 29 w 51"/>
                <a:gd name="T51" fmla="*/ 29 h 64"/>
                <a:gd name="T52" fmla="*/ 23 w 51"/>
                <a:gd name="T53" fmla="*/ 29 h 64"/>
                <a:gd name="T54" fmla="*/ 25 w 51"/>
                <a:gd name="T55" fmla="*/ 25 h 64"/>
                <a:gd name="T56" fmla="*/ 19 w 51"/>
                <a:gd name="T57" fmla="*/ 16 h 64"/>
                <a:gd name="T58" fmla="*/ 23 w 51"/>
                <a:gd name="T59" fmla="*/ 14 h 64"/>
                <a:gd name="T60" fmla="*/ 29 w 51"/>
                <a:gd name="T61" fmla="*/ 15 h 64"/>
                <a:gd name="T62" fmla="*/ 31 w 51"/>
                <a:gd name="T63" fmla="*/ 9 h 64"/>
                <a:gd name="T64" fmla="*/ 36 w 51"/>
                <a:gd name="T65" fmla="*/ 10 h 64"/>
                <a:gd name="T66" fmla="*/ 42 w 51"/>
                <a:gd name="T67" fmla="*/ 7 h 64"/>
                <a:gd name="T68" fmla="*/ 47 w 51"/>
                <a:gd name="T69" fmla="*/ 10 h 64"/>
                <a:gd name="T70" fmla="*/ 49 w 51"/>
                <a:gd name="T71" fmla="*/ 7 h 64"/>
                <a:gd name="T72" fmla="*/ 51 w 51"/>
                <a:gd name="T73" fmla="*/ 3 h 64"/>
                <a:gd name="T74" fmla="*/ 51 w 51"/>
                <a:gd name="T75" fmla="*/ 0 h 64"/>
                <a:gd name="T76" fmla="*/ 44 w 51"/>
                <a:gd name="T77" fmla="*/ 60 h 64"/>
                <a:gd name="T78" fmla="*/ 31 w 51"/>
                <a:gd name="T79" fmla="*/ 59 h 64"/>
                <a:gd name="T80" fmla="*/ 26 w 51"/>
                <a:gd name="T81" fmla="*/ 61 h 64"/>
                <a:gd name="T82" fmla="*/ 38 w 51"/>
                <a:gd name="T83" fmla="*/ 64 h 64"/>
                <a:gd name="T84" fmla="*/ 49 w 51"/>
                <a:gd name="T85" fmla="*/ 60 h 64"/>
                <a:gd name="T86" fmla="*/ 44 w 51"/>
                <a:gd name="T8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 h="64">
                  <a:moveTo>
                    <a:pt x="51" y="0"/>
                  </a:moveTo>
                  <a:cubicBezTo>
                    <a:pt x="49" y="0"/>
                    <a:pt x="46" y="1"/>
                    <a:pt x="47" y="2"/>
                  </a:cubicBezTo>
                  <a:cubicBezTo>
                    <a:pt x="47" y="3"/>
                    <a:pt x="46" y="4"/>
                    <a:pt x="44" y="4"/>
                  </a:cubicBezTo>
                  <a:cubicBezTo>
                    <a:pt x="44" y="4"/>
                    <a:pt x="37" y="3"/>
                    <a:pt x="35" y="2"/>
                  </a:cubicBezTo>
                  <a:cubicBezTo>
                    <a:pt x="34" y="2"/>
                    <a:pt x="27" y="2"/>
                    <a:pt x="24" y="2"/>
                  </a:cubicBezTo>
                  <a:cubicBezTo>
                    <a:pt x="24" y="2"/>
                    <a:pt x="24" y="2"/>
                    <a:pt x="24" y="3"/>
                  </a:cubicBezTo>
                  <a:cubicBezTo>
                    <a:pt x="24" y="4"/>
                    <a:pt x="18" y="7"/>
                    <a:pt x="17" y="6"/>
                  </a:cubicBezTo>
                  <a:cubicBezTo>
                    <a:pt x="16" y="6"/>
                    <a:pt x="15" y="8"/>
                    <a:pt x="13" y="8"/>
                  </a:cubicBezTo>
                  <a:cubicBezTo>
                    <a:pt x="11" y="9"/>
                    <a:pt x="8" y="8"/>
                    <a:pt x="7" y="9"/>
                  </a:cubicBezTo>
                  <a:cubicBezTo>
                    <a:pt x="7" y="10"/>
                    <a:pt x="6" y="12"/>
                    <a:pt x="5" y="14"/>
                  </a:cubicBezTo>
                  <a:cubicBezTo>
                    <a:pt x="3" y="15"/>
                    <a:pt x="4" y="16"/>
                    <a:pt x="3" y="17"/>
                  </a:cubicBezTo>
                  <a:cubicBezTo>
                    <a:pt x="1" y="17"/>
                    <a:pt x="1" y="19"/>
                    <a:pt x="0" y="21"/>
                  </a:cubicBezTo>
                  <a:cubicBezTo>
                    <a:pt x="0" y="21"/>
                    <a:pt x="1" y="21"/>
                    <a:pt x="1" y="21"/>
                  </a:cubicBezTo>
                  <a:cubicBezTo>
                    <a:pt x="3" y="22"/>
                    <a:pt x="5" y="25"/>
                    <a:pt x="5" y="28"/>
                  </a:cubicBezTo>
                  <a:cubicBezTo>
                    <a:pt x="5" y="31"/>
                    <a:pt x="9" y="32"/>
                    <a:pt x="11" y="30"/>
                  </a:cubicBezTo>
                  <a:cubicBezTo>
                    <a:pt x="13" y="28"/>
                    <a:pt x="18" y="31"/>
                    <a:pt x="18" y="33"/>
                  </a:cubicBezTo>
                  <a:cubicBezTo>
                    <a:pt x="18" y="34"/>
                    <a:pt x="12" y="31"/>
                    <a:pt x="9" y="33"/>
                  </a:cubicBezTo>
                  <a:cubicBezTo>
                    <a:pt x="6" y="36"/>
                    <a:pt x="12" y="38"/>
                    <a:pt x="11" y="40"/>
                  </a:cubicBezTo>
                  <a:cubicBezTo>
                    <a:pt x="10" y="43"/>
                    <a:pt x="12" y="46"/>
                    <a:pt x="15" y="46"/>
                  </a:cubicBezTo>
                  <a:cubicBezTo>
                    <a:pt x="18" y="46"/>
                    <a:pt x="21" y="50"/>
                    <a:pt x="23" y="49"/>
                  </a:cubicBezTo>
                  <a:cubicBezTo>
                    <a:pt x="24" y="49"/>
                    <a:pt x="21" y="42"/>
                    <a:pt x="21" y="41"/>
                  </a:cubicBezTo>
                  <a:cubicBezTo>
                    <a:pt x="22" y="40"/>
                    <a:pt x="25" y="43"/>
                    <a:pt x="27" y="41"/>
                  </a:cubicBezTo>
                  <a:cubicBezTo>
                    <a:pt x="29" y="39"/>
                    <a:pt x="26" y="38"/>
                    <a:pt x="23" y="38"/>
                  </a:cubicBezTo>
                  <a:cubicBezTo>
                    <a:pt x="21" y="38"/>
                    <a:pt x="23" y="34"/>
                    <a:pt x="26" y="36"/>
                  </a:cubicBezTo>
                  <a:cubicBezTo>
                    <a:pt x="29" y="38"/>
                    <a:pt x="30" y="36"/>
                    <a:pt x="32" y="36"/>
                  </a:cubicBezTo>
                  <a:cubicBezTo>
                    <a:pt x="33" y="35"/>
                    <a:pt x="34" y="30"/>
                    <a:pt x="29" y="29"/>
                  </a:cubicBezTo>
                  <a:cubicBezTo>
                    <a:pt x="25" y="28"/>
                    <a:pt x="25" y="32"/>
                    <a:pt x="23" y="29"/>
                  </a:cubicBezTo>
                  <a:cubicBezTo>
                    <a:pt x="20" y="26"/>
                    <a:pt x="25" y="27"/>
                    <a:pt x="25" y="25"/>
                  </a:cubicBezTo>
                  <a:cubicBezTo>
                    <a:pt x="25" y="22"/>
                    <a:pt x="21" y="19"/>
                    <a:pt x="19" y="16"/>
                  </a:cubicBezTo>
                  <a:cubicBezTo>
                    <a:pt x="17" y="13"/>
                    <a:pt x="22" y="12"/>
                    <a:pt x="23" y="14"/>
                  </a:cubicBezTo>
                  <a:cubicBezTo>
                    <a:pt x="24" y="16"/>
                    <a:pt x="27" y="15"/>
                    <a:pt x="29" y="15"/>
                  </a:cubicBezTo>
                  <a:cubicBezTo>
                    <a:pt x="31" y="14"/>
                    <a:pt x="27" y="10"/>
                    <a:pt x="31" y="9"/>
                  </a:cubicBezTo>
                  <a:cubicBezTo>
                    <a:pt x="34" y="7"/>
                    <a:pt x="34" y="10"/>
                    <a:pt x="36" y="10"/>
                  </a:cubicBezTo>
                  <a:cubicBezTo>
                    <a:pt x="37" y="11"/>
                    <a:pt x="38" y="7"/>
                    <a:pt x="42" y="7"/>
                  </a:cubicBezTo>
                  <a:cubicBezTo>
                    <a:pt x="44" y="7"/>
                    <a:pt x="45" y="8"/>
                    <a:pt x="47" y="10"/>
                  </a:cubicBezTo>
                  <a:cubicBezTo>
                    <a:pt x="48" y="9"/>
                    <a:pt x="49" y="8"/>
                    <a:pt x="49" y="7"/>
                  </a:cubicBezTo>
                  <a:cubicBezTo>
                    <a:pt x="49" y="6"/>
                    <a:pt x="51" y="5"/>
                    <a:pt x="51" y="3"/>
                  </a:cubicBezTo>
                  <a:cubicBezTo>
                    <a:pt x="51" y="2"/>
                    <a:pt x="51" y="1"/>
                    <a:pt x="51" y="0"/>
                  </a:cubicBezTo>
                  <a:close/>
                  <a:moveTo>
                    <a:pt x="44" y="60"/>
                  </a:moveTo>
                  <a:cubicBezTo>
                    <a:pt x="42" y="59"/>
                    <a:pt x="34" y="61"/>
                    <a:pt x="31" y="59"/>
                  </a:cubicBezTo>
                  <a:cubicBezTo>
                    <a:pt x="29" y="56"/>
                    <a:pt x="24" y="60"/>
                    <a:pt x="26" y="61"/>
                  </a:cubicBezTo>
                  <a:cubicBezTo>
                    <a:pt x="29" y="61"/>
                    <a:pt x="34" y="64"/>
                    <a:pt x="38" y="64"/>
                  </a:cubicBezTo>
                  <a:cubicBezTo>
                    <a:pt x="43" y="64"/>
                    <a:pt x="49" y="62"/>
                    <a:pt x="49" y="60"/>
                  </a:cubicBezTo>
                  <a:cubicBezTo>
                    <a:pt x="49" y="59"/>
                    <a:pt x="46" y="61"/>
                    <a:pt x="44" y="6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133">
              <a:extLst>
                <a:ext uri="{FF2B5EF4-FFF2-40B4-BE49-F238E27FC236}">
                  <a16:creationId xmlns:a16="http://schemas.microsoft.com/office/drawing/2014/main" id="{899FAA4B-E1EB-4CA1-8D9E-5E5C41B76D07}"/>
                </a:ext>
              </a:extLst>
            </p:cNvPr>
            <p:cNvSpPr>
              <a:spLocks/>
            </p:cNvSpPr>
            <p:nvPr/>
          </p:nvSpPr>
          <p:spPr bwMode="auto">
            <a:xfrm>
              <a:off x="4992688" y="2327275"/>
              <a:ext cx="52388" cy="33338"/>
            </a:xfrm>
            <a:custGeom>
              <a:avLst/>
              <a:gdLst>
                <a:gd name="T0" fmla="*/ 14 w 21"/>
                <a:gd name="T1" fmla="*/ 8 h 13"/>
                <a:gd name="T2" fmla="*/ 19 w 21"/>
                <a:gd name="T3" fmla="*/ 3 h 13"/>
                <a:gd name="T4" fmla="*/ 18 w 21"/>
                <a:gd name="T5" fmla="*/ 2 h 13"/>
                <a:gd name="T6" fmla="*/ 7 w 21"/>
                <a:gd name="T7" fmla="*/ 5 h 13"/>
                <a:gd name="T8" fmla="*/ 3 w 21"/>
                <a:gd name="T9" fmla="*/ 11 h 13"/>
                <a:gd name="T10" fmla="*/ 14 w 21"/>
                <a:gd name="T11" fmla="*/ 8 h 13"/>
              </a:gdLst>
              <a:ahLst/>
              <a:cxnLst>
                <a:cxn ang="0">
                  <a:pos x="T0" y="T1"/>
                </a:cxn>
                <a:cxn ang="0">
                  <a:pos x="T2" y="T3"/>
                </a:cxn>
                <a:cxn ang="0">
                  <a:pos x="T4" y="T5"/>
                </a:cxn>
                <a:cxn ang="0">
                  <a:pos x="T6" y="T7"/>
                </a:cxn>
                <a:cxn ang="0">
                  <a:pos x="T8" y="T9"/>
                </a:cxn>
                <a:cxn ang="0">
                  <a:pos x="T10" y="T11"/>
                </a:cxn>
              </a:cxnLst>
              <a:rect l="0" t="0" r="r" b="b"/>
              <a:pathLst>
                <a:path w="21" h="13">
                  <a:moveTo>
                    <a:pt x="14" y="8"/>
                  </a:moveTo>
                  <a:cubicBezTo>
                    <a:pt x="14" y="7"/>
                    <a:pt x="16" y="4"/>
                    <a:pt x="19" y="3"/>
                  </a:cubicBezTo>
                  <a:cubicBezTo>
                    <a:pt x="21" y="2"/>
                    <a:pt x="20" y="0"/>
                    <a:pt x="18" y="2"/>
                  </a:cubicBezTo>
                  <a:cubicBezTo>
                    <a:pt x="17" y="3"/>
                    <a:pt x="12" y="5"/>
                    <a:pt x="7" y="5"/>
                  </a:cubicBezTo>
                  <a:cubicBezTo>
                    <a:pt x="2" y="5"/>
                    <a:pt x="0" y="9"/>
                    <a:pt x="3" y="11"/>
                  </a:cubicBezTo>
                  <a:cubicBezTo>
                    <a:pt x="8" y="13"/>
                    <a:pt x="14" y="10"/>
                    <a:pt x="14" y="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3" name="Freeform 134">
              <a:extLst>
                <a:ext uri="{FF2B5EF4-FFF2-40B4-BE49-F238E27FC236}">
                  <a16:creationId xmlns:a16="http://schemas.microsoft.com/office/drawing/2014/main" id="{66B5215D-2C91-4BC2-AB6D-FADE9781D06A}"/>
                </a:ext>
              </a:extLst>
            </p:cNvPr>
            <p:cNvSpPr>
              <a:spLocks/>
            </p:cNvSpPr>
            <p:nvPr/>
          </p:nvSpPr>
          <p:spPr bwMode="auto">
            <a:xfrm>
              <a:off x="3860801" y="1481138"/>
              <a:ext cx="219075" cy="111125"/>
            </a:xfrm>
            <a:custGeom>
              <a:avLst/>
              <a:gdLst>
                <a:gd name="T0" fmla="*/ 73 w 87"/>
                <a:gd name="T1" fmla="*/ 31 h 44"/>
                <a:gd name="T2" fmla="*/ 79 w 87"/>
                <a:gd name="T3" fmla="*/ 26 h 44"/>
                <a:gd name="T4" fmla="*/ 86 w 87"/>
                <a:gd name="T5" fmla="*/ 20 h 44"/>
                <a:gd name="T6" fmla="*/ 81 w 87"/>
                <a:gd name="T7" fmla="*/ 14 h 44"/>
                <a:gd name="T8" fmla="*/ 77 w 87"/>
                <a:gd name="T9" fmla="*/ 10 h 44"/>
                <a:gd name="T10" fmla="*/ 76 w 87"/>
                <a:gd name="T11" fmla="*/ 5 h 44"/>
                <a:gd name="T12" fmla="*/ 70 w 87"/>
                <a:gd name="T13" fmla="*/ 5 h 44"/>
                <a:gd name="T14" fmla="*/ 62 w 87"/>
                <a:gd name="T15" fmla="*/ 1 h 44"/>
                <a:gd name="T16" fmla="*/ 61 w 87"/>
                <a:gd name="T17" fmla="*/ 6 h 44"/>
                <a:gd name="T18" fmla="*/ 57 w 87"/>
                <a:gd name="T19" fmla="*/ 7 h 44"/>
                <a:gd name="T20" fmla="*/ 53 w 87"/>
                <a:gd name="T21" fmla="*/ 7 h 44"/>
                <a:gd name="T22" fmla="*/ 49 w 87"/>
                <a:gd name="T23" fmla="*/ 7 h 44"/>
                <a:gd name="T24" fmla="*/ 45 w 87"/>
                <a:gd name="T25" fmla="*/ 6 h 44"/>
                <a:gd name="T26" fmla="*/ 39 w 87"/>
                <a:gd name="T27" fmla="*/ 10 h 44"/>
                <a:gd name="T28" fmla="*/ 36 w 87"/>
                <a:gd name="T29" fmla="*/ 8 h 44"/>
                <a:gd name="T30" fmla="*/ 32 w 87"/>
                <a:gd name="T31" fmla="*/ 11 h 44"/>
                <a:gd name="T32" fmla="*/ 31 w 87"/>
                <a:gd name="T33" fmla="*/ 14 h 44"/>
                <a:gd name="T34" fmla="*/ 26 w 87"/>
                <a:gd name="T35" fmla="*/ 17 h 44"/>
                <a:gd name="T36" fmla="*/ 24 w 87"/>
                <a:gd name="T37" fmla="*/ 10 h 44"/>
                <a:gd name="T38" fmla="*/ 12 w 87"/>
                <a:gd name="T39" fmla="*/ 2 h 44"/>
                <a:gd name="T40" fmla="*/ 13 w 87"/>
                <a:gd name="T41" fmla="*/ 7 h 44"/>
                <a:gd name="T42" fmla="*/ 10 w 87"/>
                <a:gd name="T43" fmla="*/ 6 h 44"/>
                <a:gd name="T44" fmla="*/ 5 w 87"/>
                <a:gd name="T45" fmla="*/ 8 h 44"/>
                <a:gd name="T46" fmla="*/ 1 w 87"/>
                <a:gd name="T47" fmla="*/ 14 h 44"/>
                <a:gd name="T48" fmla="*/ 8 w 87"/>
                <a:gd name="T49" fmla="*/ 16 h 44"/>
                <a:gd name="T50" fmla="*/ 18 w 87"/>
                <a:gd name="T51" fmla="*/ 16 h 44"/>
                <a:gd name="T52" fmla="*/ 17 w 87"/>
                <a:gd name="T53" fmla="*/ 20 h 44"/>
                <a:gd name="T54" fmla="*/ 12 w 87"/>
                <a:gd name="T55" fmla="*/ 22 h 44"/>
                <a:gd name="T56" fmla="*/ 3 w 87"/>
                <a:gd name="T57" fmla="*/ 24 h 44"/>
                <a:gd name="T58" fmla="*/ 15 w 87"/>
                <a:gd name="T59" fmla="*/ 25 h 44"/>
                <a:gd name="T60" fmla="*/ 18 w 87"/>
                <a:gd name="T61" fmla="*/ 28 h 44"/>
                <a:gd name="T62" fmla="*/ 20 w 87"/>
                <a:gd name="T63" fmla="*/ 30 h 44"/>
                <a:gd name="T64" fmla="*/ 17 w 87"/>
                <a:gd name="T65" fmla="*/ 34 h 44"/>
                <a:gd name="T66" fmla="*/ 13 w 87"/>
                <a:gd name="T67" fmla="*/ 37 h 44"/>
                <a:gd name="T68" fmla="*/ 24 w 87"/>
                <a:gd name="T69" fmla="*/ 36 h 44"/>
                <a:gd name="T70" fmla="*/ 38 w 87"/>
                <a:gd name="T71" fmla="*/ 42 h 44"/>
                <a:gd name="T72" fmla="*/ 52 w 87"/>
                <a:gd name="T73" fmla="*/ 39 h 44"/>
                <a:gd name="T74" fmla="*/ 62 w 87"/>
                <a:gd name="T75" fmla="*/ 35 h 44"/>
                <a:gd name="T76" fmla="*/ 73 w 87"/>
                <a:gd name="T77" fmla="*/ 3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7" h="44">
                  <a:moveTo>
                    <a:pt x="73" y="31"/>
                  </a:moveTo>
                  <a:cubicBezTo>
                    <a:pt x="78" y="31"/>
                    <a:pt x="77" y="26"/>
                    <a:pt x="79" y="26"/>
                  </a:cubicBezTo>
                  <a:cubicBezTo>
                    <a:pt x="81" y="26"/>
                    <a:pt x="84" y="23"/>
                    <a:pt x="86" y="20"/>
                  </a:cubicBezTo>
                  <a:cubicBezTo>
                    <a:pt x="87" y="18"/>
                    <a:pt x="84" y="14"/>
                    <a:pt x="81" y="14"/>
                  </a:cubicBezTo>
                  <a:cubicBezTo>
                    <a:pt x="79" y="14"/>
                    <a:pt x="76" y="11"/>
                    <a:pt x="77" y="10"/>
                  </a:cubicBezTo>
                  <a:cubicBezTo>
                    <a:pt x="78" y="8"/>
                    <a:pt x="75" y="6"/>
                    <a:pt x="76" y="5"/>
                  </a:cubicBezTo>
                  <a:cubicBezTo>
                    <a:pt x="76" y="3"/>
                    <a:pt x="72" y="5"/>
                    <a:pt x="70" y="5"/>
                  </a:cubicBezTo>
                  <a:cubicBezTo>
                    <a:pt x="68" y="6"/>
                    <a:pt x="64" y="0"/>
                    <a:pt x="62" y="1"/>
                  </a:cubicBezTo>
                  <a:cubicBezTo>
                    <a:pt x="61" y="2"/>
                    <a:pt x="62" y="5"/>
                    <a:pt x="61" y="6"/>
                  </a:cubicBezTo>
                  <a:cubicBezTo>
                    <a:pt x="61" y="8"/>
                    <a:pt x="57" y="5"/>
                    <a:pt x="57" y="7"/>
                  </a:cubicBezTo>
                  <a:cubicBezTo>
                    <a:pt x="57" y="8"/>
                    <a:pt x="55" y="8"/>
                    <a:pt x="53" y="7"/>
                  </a:cubicBezTo>
                  <a:cubicBezTo>
                    <a:pt x="52" y="5"/>
                    <a:pt x="49" y="6"/>
                    <a:pt x="49" y="7"/>
                  </a:cubicBezTo>
                  <a:cubicBezTo>
                    <a:pt x="49" y="9"/>
                    <a:pt x="47" y="8"/>
                    <a:pt x="45" y="6"/>
                  </a:cubicBezTo>
                  <a:cubicBezTo>
                    <a:pt x="42" y="4"/>
                    <a:pt x="39" y="8"/>
                    <a:pt x="39" y="10"/>
                  </a:cubicBezTo>
                  <a:cubicBezTo>
                    <a:pt x="40" y="11"/>
                    <a:pt x="38" y="12"/>
                    <a:pt x="36" y="8"/>
                  </a:cubicBezTo>
                  <a:cubicBezTo>
                    <a:pt x="34" y="4"/>
                    <a:pt x="31" y="8"/>
                    <a:pt x="32" y="11"/>
                  </a:cubicBezTo>
                  <a:cubicBezTo>
                    <a:pt x="34" y="13"/>
                    <a:pt x="33" y="15"/>
                    <a:pt x="31" y="14"/>
                  </a:cubicBezTo>
                  <a:cubicBezTo>
                    <a:pt x="30" y="13"/>
                    <a:pt x="27" y="15"/>
                    <a:pt x="26" y="17"/>
                  </a:cubicBezTo>
                  <a:cubicBezTo>
                    <a:pt x="25" y="18"/>
                    <a:pt x="21" y="12"/>
                    <a:pt x="24" y="10"/>
                  </a:cubicBezTo>
                  <a:cubicBezTo>
                    <a:pt x="27" y="9"/>
                    <a:pt x="15" y="2"/>
                    <a:pt x="12" y="2"/>
                  </a:cubicBezTo>
                  <a:cubicBezTo>
                    <a:pt x="8" y="2"/>
                    <a:pt x="11" y="5"/>
                    <a:pt x="13" y="7"/>
                  </a:cubicBezTo>
                  <a:cubicBezTo>
                    <a:pt x="15" y="8"/>
                    <a:pt x="11" y="8"/>
                    <a:pt x="10" y="6"/>
                  </a:cubicBezTo>
                  <a:cubicBezTo>
                    <a:pt x="9" y="5"/>
                    <a:pt x="6" y="6"/>
                    <a:pt x="5" y="8"/>
                  </a:cubicBezTo>
                  <a:cubicBezTo>
                    <a:pt x="3" y="11"/>
                    <a:pt x="1" y="12"/>
                    <a:pt x="1" y="14"/>
                  </a:cubicBezTo>
                  <a:cubicBezTo>
                    <a:pt x="0" y="15"/>
                    <a:pt x="5" y="17"/>
                    <a:pt x="8" y="16"/>
                  </a:cubicBezTo>
                  <a:cubicBezTo>
                    <a:pt x="12" y="14"/>
                    <a:pt x="16" y="14"/>
                    <a:pt x="18" y="16"/>
                  </a:cubicBezTo>
                  <a:cubicBezTo>
                    <a:pt x="20" y="17"/>
                    <a:pt x="15" y="18"/>
                    <a:pt x="17" y="20"/>
                  </a:cubicBezTo>
                  <a:cubicBezTo>
                    <a:pt x="19" y="21"/>
                    <a:pt x="17" y="22"/>
                    <a:pt x="12" y="22"/>
                  </a:cubicBezTo>
                  <a:cubicBezTo>
                    <a:pt x="8" y="21"/>
                    <a:pt x="2" y="23"/>
                    <a:pt x="3" y="24"/>
                  </a:cubicBezTo>
                  <a:cubicBezTo>
                    <a:pt x="4" y="26"/>
                    <a:pt x="15" y="23"/>
                    <a:pt x="15" y="25"/>
                  </a:cubicBezTo>
                  <a:cubicBezTo>
                    <a:pt x="15" y="26"/>
                    <a:pt x="15" y="29"/>
                    <a:pt x="18" y="28"/>
                  </a:cubicBezTo>
                  <a:cubicBezTo>
                    <a:pt x="21" y="26"/>
                    <a:pt x="19" y="30"/>
                    <a:pt x="20" y="30"/>
                  </a:cubicBezTo>
                  <a:cubicBezTo>
                    <a:pt x="22" y="31"/>
                    <a:pt x="21" y="34"/>
                    <a:pt x="17" y="34"/>
                  </a:cubicBezTo>
                  <a:cubicBezTo>
                    <a:pt x="14" y="34"/>
                    <a:pt x="12" y="35"/>
                    <a:pt x="13" y="37"/>
                  </a:cubicBezTo>
                  <a:cubicBezTo>
                    <a:pt x="15" y="39"/>
                    <a:pt x="20" y="37"/>
                    <a:pt x="24" y="36"/>
                  </a:cubicBezTo>
                  <a:cubicBezTo>
                    <a:pt x="28" y="35"/>
                    <a:pt x="33" y="40"/>
                    <a:pt x="38" y="42"/>
                  </a:cubicBezTo>
                  <a:cubicBezTo>
                    <a:pt x="43" y="44"/>
                    <a:pt x="51" y="41"/>
                    <a:pt x="52" y="39"/>
                  </a:cubicBezTo>
                  <a:cubicBezTo>
                    <a:pt x="53" y="36"/>
                    <a:pt x="60" y="37"/>
                    <a:pt x="62" y="35"/>
                  </a:cubicBezTo>
                  <a:cubicBezTo>
                    <a:pt x="65" y="34"/>
                    <a:pt x="68" y="32"/>
                    <a:pt x="73" y="3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135">
              <a:extLst>
                <a:ext uri="{FF2B5EF4-FFF2-40B4-BE49-F238E27FC236}">
                  <a16:creationId xmlns:a16="http://schemas.microsoft.com/office/drawing/2014/main" id="{055AC4D4-8395-4EA7-B832-23DF9224E86E}"/>
                </a:ext>
              </a:extLst>
            </p:cNvPr>
            <p:cNvSpPr>
              <a:spLocks/>
            </p:cNvSpPr>
            <p:nvPr/>
          </p:nvSpPr>
          <p:spPr bwMode="auto">
            <a:xfrm>
              <a:off x="4140201" y="1836738"/>
              <a:ext cx="92075" cy="103188"/>
            </a:xfrm>
            <a:custGeom>
              <a:avLst/>
              <a:gdLst>
                <a:gd name="T0" fmla="*/ 33 w 37"/>
                <a:gd name="T1" fmla="*/ 13 h 41"/>
                <a:gd name="T2" fmla="*/ 30 w 37"/>
                <a:gd name="T3" fmla="*/ 11 h 41"/>
                <a:gd name="T4" fmla="*/ 25 w 37"/>
                <a:gd name="T5" fmla="*/ 12 h 41"/>
                <a:gd name="T6" fmla="*/ 20 w 37"/>
                <a:gd name="T7" fmla="*/ 11 h 41"/>
                <a:gd name="T8" fmla="*/ 22 w 37"/>
                <a:gd name="T9" fmla="*/ 6 h 41"/>
                <a:gd name="T10" fmla="*/ 24 w 37"/>
                <a:gd name="T11" fmla="*/ 2 h 41"/>
                <a:gd name="T12" fmla="*/ 23 w 37"/>
                <a:gd name="T13" fmla="*/ 1 h 41"/>
                <a:gd name="T14" fmla="*/ 15 w 37"/>
                <a:gd name="T15" fmla="*/ 3 h 41"/>
                <a:gd name="T16" fmla="*/ 19 w 37"/>
                <a:gd name="T17" fmla="*/ 7 h 41"/>
                <a:gd name="T18" fmla="*/ 13 w 37"/>
                <a:gd name="T19" fmla="*/ 10 h 41"/>
                <a:gd name="T20" fmla="*/ 4 w 37"/>
                <a:gd name="T21" fmla="*/ 10 h 41"/>
                <a:gd name="T22" fmla="*/ 5 w 37"/>
                <a:gd name="T23" fmla="*/ 16 h 41"/>
                <a:gd name="T24" fmla="*/ 9 w 37"/>
                <a:gd name="T25" fmla="*/ 22 h 41"/>
                <a:gd name="T26" fmla="*/ 7 w 37"/>
                <a:gd name="T27" fmla="*/ 29 h 41"/>
                <a:gd name="T28" fmla="*/ 1 w 37"/>
                <a:gd name="T29" fmla="*/ 34 h 41"/>
                <a:gd name="T30" fmla="*/ 9 w 37"/>
                <a:gd name="T31" fmla="*/ 41 h 41"/>
                <a:gd name="T32" fmla="*/ 23 w 37"/>
                <a:gd name="T33" fmla="*/ 35 h 41"/>
                <a:gd name="T34" fmla="*/ 33 w 37"/>
                <a:gd name="T35" fmla="*/ 33 h 41"/>
                <a:gd name="T36" fmla="*/ 33 w 37"/>
                <a:gd name="T37" fmla="*/ 14 h 41"/>
                <a:gd name="T38" fmla="*/ 33 w 37"/>
                <a:gd name="T39" fmla="*/ 1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 h="41">
                  <a:moveTo>
                    <a:pt x="33" y="13"/>
                  </a:moveTo>
                  <a:cubicBezTo>
                    <a:pt x="32" y="12"/>
                    <a:pt x="31" y="11"/>
                    <a:pt x="30" y="11"/>
                  </a:cubicBezTo>
                  <a:cubicBezTo>
                    <a:pt x="27" y="7"/>
                    <a:pt x="26" y="10"/>
                    <a:pt x="25" y="12"/>
                  </a:cubicBezTo>
                  <a:cubicBezTo>
                    <a:pt x="25" y="14"/>
                    <a:pt x="22" y="11"/>
                    <a:pt x="20" y="11"/>
                  </a:cubicBezTo>
                  <a:cubicBezTo>
                    <a:pt x="19" y="11"/>
                    <a:pt x="21" y="7"/>
                    <a:pt x="22" y="6"/>
                  </a:cubicBezTo>
                  <a:cubicBezTo>
                    <a:pt x="23" y="6"/>
                    <a:pt x="24" y="4"/>
                    <a:pt x="24" y="2"/>
                  </a:cubicBezTo>
                  <a:cubicBezTo>
                    <a:pt x="24" y="2"/>
                    <a:pt x="24" y="2"/>
                    <a:pt x="23" y="1"/>
                  </a:cubicBezTo>
                  <a:cubicBezTo>
                    <a:pt x="20" y="0"/>
                    <a:pt x="15" y="0"/>
                    <a:pt x="15" y="3"/>
                  </a:cubicBezTo>
                  <a:cubicBezTo>
                    <a:pt x="15" y="6"/>
                    <a:pt x="19" y="5"/>
                    <a:pt x="19" y="7"/>
                  </a:cubicBezTo>
                  <a:cubicBezTo>
                    <a:pt x="19" y="9"/>
                    <a:pt x="15" y="8"/>
                    <a:pt x="13" y="10"/>
                  </a:cubicBezTo>
                  <a:cubicBezTo>
                    <a:pt x="10" y="12"/>
                    <a:pt x="7" y="9"/>
                    <a:pt x="4" y="10"/>
                  </a:cubicBezTo>
                  <a:cubicBezTo>
                    <a:pt x="1" y="12"/>
                    <a:pt x="7" y="13"/>
                    <a:pt x="5" y="16"/>
                  </a:cubicBezTo>
                  <a:cubicBezTo>
                    <a:pt x="3" y="19"/>
                    <a:pt x="5" y="19"/>
                    <a:pt x="9" y="22"/>
                  </a:cubicBezTo>
                  <a:cubicBezTo>
                    <a:pt x="12" y="25"/>
                    <a:pt x="7" y="26"/>
                    <a:pt x="7" y="29"/>
                  </a:cubicBezTo>
                  <a:cubicBezTo>
                    <a:pt x="7" y="32"/>
                    <a:pt x="2" y="32"/>
                    <a:pt x="1" y="34"/>
                  </a:cubicBezTo>
                  <a:cubicBezTo>
                    <a:pt x="0" y="36"/>
                    <a:pt x="5" y="41"/>
                    <a:pt x="9" y="41"/>
                  </a:cubicBezTo>
                  <a:cubicBezTo>
                    <a:pt x="12" y="41"/>
                    <a:pt x="19" y="39"/>
                    <a:pt x="23" y="35"/>
                  </a:cubicBezTo>
                  <a:cubicBezTo>
                    <a:pt x="27" y="31"/>
                    <a:pt x="29" y="35"/>
                    <a:pt x="33" y="33"/>
                  </a:cubicBezTo>
                  <a:cubicBezTo>
                    <a:pt x="37" y="31"/>
                    <a:pt x="34" y="17"/>
                    <a:pt x="33" y="14"/>
                  </a:cubicBezTo>
                  <a:cubicBezTo>
                    <a:pt x="33" y="14"/>
                    <a:pt x="33" y="13"/>
                    <a:pt x="33" y="1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136">
              <a:extLst>
                <a:ext uri="{FF2B5EF4-FFF2-40B4-BE49-F238E27FC236}">
                  <a16:creationId xmlns:a16="http://schemas.microsoft.com/office/drawing/2014/main" id="{C7C6CDD8-B4FD-4B00-993C-F0795AAFF67E}"/>
                </a:ext>
              </a:extLst>
            </p:cNvPr>
            <p:cNvSpPr>
              <a:spLocks noEditPoints="1"/>
            </p:cNvSpPr>
            <p:nvPr/>
          </p:nvSpPr>
          <p:spPr bwMode="auto">
            <a:xfrm>
              <a:off x="4187826" y="1670050"/>
              <a:ext cx="203200" cy="312738"/>
            </a:xfrm>
            <a:custGeom>
              <a:avLst/>
              <a:gdLst>
                <a:gd name="T0" fmla="*/ 5 w 81"/>
                <a:gd name="T1" fmla="*/ 68 h 124"/>
                <a:gd name="T2" fmla="*/ 1 w 81"/>
                <a:gd name="T3" fmla="*/ 77 h 124"/>
                <a:gd name="T4" fmla="*/ 11 w 81"/>
                <a:gd name="T5" fmla="*/ 77 h 124"/>
                <a:gd name="T6" fmla="*/ 20 w 81"/>
                <a:gd name="T7" fmla="*/ 75 h 124"/>
                <a:gd name="T8" fmla="*/ 81 w 81"/>
                <a:gd name="T9" fmla="*/ 96 h 124"/>
                <a:gd name="T10" fmla="*/ 68 w 81"/>
                <a:gd name="T11" fmla="*/ 91 h 124"/>
                <a:gd name="T12" fmla="*/ 65 w 81"/>
                <a:gd name="T13" fmla="*/ 82 h 124"/>
                <a:gd name="T14" fmla="*/ 54 w 81"/>
                <a:gd name="T15" fmla="*/ 63 h 124"/>
                <a:gd name="T16" fmla="*/ 41 w 81"/>
                <a:gd name="T17" fmla="*/ 57 h 124"/>
                <a:gd name="T18" fmla="*/ 50 w 81"/>
                <a:gd name="T19" fmla="*/ 38 h 124"/>
                <a:gd name="T20" fmla="*/ 33 w 81"/>
                <a:gd name="T21" fmla="*/ 35 h 124"/>
                <a:gd name="T22" fmla="*/ 40 w 81"/>
                <a:gd name="T23" fmla="*/ 23 h 124"/>
                <a:gd name="T24" fmla="*/ 28 w 81"/>
                <a:gd name="T25" fmla="*/ 27 h 124"/>
                <a:gd name="T26" fmla="*/ 19 w 81"/>
                <a:gd name="T27" fmla="*/ 39 h 124"/>
                <a:gd name="T28" fmla="*/ 12 w 81"/>
                <a:gd name="T29" fmla="*/ 39 h 124"/>
                <a:gd name="T30" fmla="*/ 15 w 81"/>
                <a:gd name="T31" fmla="*/ 50 h 124"/>
                <a:gd name="T32" fmla="*/ 13 w 81"/>
                <a:gd name="T33" fmla="*/ 59 h 124"/>
                <a:gd name="T34" fmla="*/ 22 w 81"/>
                <a:gd name="T35" fmla="*/ 62 h 124"/>
                <a:gd name="T36" fmla="*/ 27 w 81"/>
                <a:gd name="T37" fmla="*/ 62 h 124"/>
                <a:gd name="T38" fmla="*/ 36 w 81"/>
                <a:gd name="T39" fmla="*/ 69 h 124"/>
                <a:gd name="T40" fmla="*/ 39 w 81"/>
                <a:gd name="T41" fmla="*/ 76 h 124"/>
                <a:gd name="T42" fmla="*/ 41 w 81"/>
                <a:gd name="T43" fmla="*/ 86 h 124"/>
                <a:gd name="T44" fmla="*/ 30 w 81"/>
                <a:gd name="T45" fmla="*/ 88 h 124"/>
                <a:gd name="T46" fmla="*/ 32 w 81"/>
                <a:gd name="T47" fmla="*/ 96 h 124"/>
                <a:gd name="T48" fmla="*/ 28 w 81"/>
                <a:gd name="T49" fmla="*/ 105 h 124"/>
                <a:gd name="T50" fmla="*/ 41 w 81"/>
                <a:gd name="T51" fmla="*/ 107 h 124"/>
                <a:gd name="T52" fmla="*/ 33 w 81"/>
                <a:gd name="T53" fmla="*/ 110 h 124"/>
                <a:gd name="T54" fmla="*/ 28 w 81"/>
                <a:gd name="T55" fmla="*/ 119 h 124"/>
                <a:gd name="T56" fmla="*/ 38 w 81"/>
                <a:gd name="T57" fmla="*/ 117 h 124"/>
                <a:gd name="T58" fmla="*/ 50 w 81"/>
                <a:gd name="T59" fmla="*/ 114 h 124"/>
                <a:gd name="T60" fmla="*/ 66 w 81"/>
                <a:gd name="T61" fmla="*/ 114 h 124"/>
                <a:gd name="T62" fmla="*/ 73 w 81"/>
                <a:gd name="T63" fmla="*/ 108 h 124"/>
                <a:gd name="T64" fmla="*/ 81 w 81"/>
                <a:gd name="T65" fmla="*/ 96 h 124"/>
                <a:gd name="T66" fmla="*/ 14 w 81"/>
                <a:gd name="T67" fmla="*/ 29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2" y="63"/>
                    <a:pt x="9" y="68"/>
                    <a:pt x="5" y="68"/>
                  </a:cubicBezTo>
                  <a:cubicBezTo>
                    <a:pt x="5" y="70"/>
                    <a:pt x="4" y="72"/>
                    <a:pt x="3" y="72"/>
                  </a:cubicBezTo>
                  <a:cubicBezTo>
                    <a:pt x="2" y="73"/>
                    <a:pt x="0" y="77"/>
                    <a:pt x="1" y="77"/>
                  </a:cubicBezTo>
                  <a:cubicBezTo>
                    <a:pt x="3" y="77"/>
                    <a:pt x="6" y="80"/>
                    <a:pt x="6" y="78"/>
                  </a:cubicBezTo>
                  <a:cubicBezTo>
                    <a:pt x="7" y="76"/>
                    <a:pt x="8" y="73"/>
                    <a:pt x="11" y="77"/>
                  </a:cubicBezTo>
                  <a:cubicBezTo>
                    <a:pt x="12" y="77"/>
                    <a:pt x="13" y="78"/>
                    <a:pt x="14" y="79"/>
                  </a:cubicBezTo>
                  <a:cubicBezTo>
                    <a:pt x="14" y="77"/>
                    <a:pt x="18" y="77"/>
                    <a:pt x="20" y="75"/>
                  </a:cubicBezTo>
                  <a:cubicBezTo>
                    <a:pt x="22" y="73"/>
                    <a:pt x="19" y="69"/>
                    <a:pt x="16" y="66"/>
                  </a:cubicBezTo>
                  <a:close/>
                  <a:moveTo>
                    <a:pt x="81" y="96"/>
                  </a:moveTo>
                  <a:cubicBezTo>
                    <a:pt x="81" y="92"/>
                    <a:pt x="73" y="89"/>
                    <a:pt x="72" y="91"/>
                  </a:cubicBezTo>
                  <a:cubicBezTo>
                    <a:pt x="71" y="93"/>
                    <a:pt x="69" y="93"/>
                    <a:pt x="68" y="91"/>
                  </a:cubicBezTo>
                  <a:cubicBezTo>
                    <a:pt x="67" y="89"/>
                    <a:pt x="69" y="87"/>
                    <a:pt x="68" y="87"/>
                  </a:cubicBezTo>
                  <a:cubicBezTo>
                    <a:pt x="67" y="86"/>
                    <a:pt x="65" y="83"/>
                    <a:pt x="65" y="82"/>
                  </a:cubicBezTo>
                  <a:cubicBezTo>
                    <a:pt x="66" y="81"/>
                    <a:pt x="63" y="73"/>
                    <a:pt x="59" y="72"/>
                  </a:cubicBezTo>
                  <a:cubicBezTo>
                    <a:pt x="55" y="71"/>
                    <a:pt x="55" y="66"/>
                    <a:pt x="54" y="63"/>
                  </a:cubicBezTo>
                  <a:cubicBezTo>
                    <a:pt x="53" y="60"/>
                    <a:pt x="51" y="61"/>
                    <a:pt x="49" y="59"/>
                  </a:cubicBezTo>
                  <a:cubicBezTo>
                    <a:pt x="47" y="56"/>
                    <a:pt x="43" y="57"/>
                    <a:pt x="41" y="57"/>
                  </a:cubicBezTo>
                  <a:cubicBezTo>
                    <a:pt x="40" y="57"/>
                    <a:pt x="41" y="54"/>
                    <a:pt x="44" y="52"/>
                  </a:cubicBezTo>
                  <a:cubicBezTo>
                    <a:pt x="47" y="50"/>
                    <a:pt x="50" y="40"/>
                    <a:pt x="50" y="38"/>
                  </a:cubicBezTo>
                  <a:cubicBezTo>
                    <a:pt x="50" y="36"/>
                    <a:pt x="38" y="36"/>
                    <a:pt x="36" y="37"/>
                  </a:cubicBezTo>
                  <a:cubicBezTo>
                    <a:pt x="33" y="39"/>
                    <a:pt x="31" y="36"/>
                    <a:pt x="33" y="35"/>
                  </a:cubicBezTo>
                  <a:cubicBezTo>
                    <a:pt x="35" y="34"/>
                    <a:pt x="39" y="30"/>
                    <a:pt x="39" y="28"/>
                  </a:cubicBezTo>
                  <a:cubicBezTo>
                    <a:pt x="39" y="26"/>
                    <a:pt x="42" y="25"/>
                    <a:pt x="40" y="23"/>
                  </a:cubicBezTo>
                  <a:cubicBezTo>
                    <a:pt x="38" y="22"/>
                    <a:pt x="38" y="25"/>
                    <a:pt x="37" y="27"/>
                  </a:cubicBezTo>
                  <a:cubicBezTo>
                    <a:pt x="35" y="28"/>
                    <a:pt x="32" y="27"/>
                    <a:pt x="28" y="27"/>
                  </a:cubicBezTo>
                  <a:cubicBezTo>
                    <a:pt x="24" y="26"/>
                    <a:pt x="23" y="31"/>
                    <a:pt x="23" y="33"/>
                  </a:cubicBezTo>
                  <a:cubicBezTo>
                    <a:pt x="23" y="36"/>
                    <a:pt x="19" y="37"/>
                    <a:pt x="19" y="39"/>
                  </a:cubicBezTo>
                  <a:cubicBezTo>
                    <a:pt x="20" y="41"/>
                    <a:pt x="18" y="42"/>
                    <a:pt x="17" y="41"/>
                  </a:cubicBezTo>
                  <a:cubicBezTo>
                    <a:pt x="16" y="40"/>
                    <a:pt x="15" y="38"/>
                    <a:pt x="12" y="39"/>
                  </a:cubicBezTo>
                  <a:cubicBezTo>
                    <a:pt x="10" y="41"/>
                    <a:pt x="15" y="44"/>
                    <a:pt x="18" y="44"/>
                  </a:cubicBezTo>
                  <a:cubicBezTo>
                    <a:pt x="21" y="45"/>
                    <a:pt x="16" y="47"/>
                    <a:pt x="15" y="50"/>
                  </a:cubicBezTo>
                  <a:cubicBezTo>
                    <a:pt x="15" y="53"/>
                    <a:pt x="19" y="52"/>
                    <a:pt x="20" y="54"/>
                  </a:cubicBezTo>
                  <a:cubicBezTo>
                    <a:pt x="20" y="57"/>
                    <a:pt x="13" y="57"/>
                    <a:pt x="13" y="59"/>
                  </a:cubicBezTo>
                  <a:cubicBezTo>
                    <a:pt x="13" y="62"/>
                    <a:pt x="17" y="58"/>
                    <a:pt x="19" y="57"/>
                  </a:cubicBezTo>
                  <a:cubicBezTo>
                    <a:pt x="20" y="56"/>
                    <a:pt x="18" y="63"/>
                    <a:pt x="22" y="62"/>
                  </a:cubicBezTo>
                  <a:cubicBezTo>
                    <a:pt x="26" y="62"/>
                    <a:pt x="25" y="56"/>
                    <a:pt x="27" y="56"/>
                  </a:cubicBezTo>
                  <a:cubicBezTo>
                    <a:pt x="28" y="56"/>
                    <a:pt x="26" y="59"/>
                    <a:pt x="27" y="62"/>
                  </a:cubicBezTo>
                  <a:cubicBezTo>
                    <a:pt x="28" y="64"/>
                    <a:pt x="24" y="68"/>
                    <a:pt x="24" y="70"/>
                  </a:cubicBezTo>
                  <a:cubicBezTo>
                    <a:pt x="25" y="71"/>
                    <a:pt x="33" y="71"/>
                    <a:pt x="36" y="69"/>
                  </a:cubicBezTo>
                  <a:cubicBezTo>
                    <a:pt x="39" y="66"/>
                    <a:pt x="40" y="69"/>
                    <a:pt x="38" y="71"/>
                  </a:cubicBezTo>
                  <a:cubicBezTo>
                    <a:pt x="36" y="73"/>
                    <a:pt x="37" y="75"/>
                    <a:pt x="39" y="76"/>
                  </a:cubicBezTo>
                  <a:cubicBezTo>
                    <a:pt x="42" y="77"/>
                    <a:pt x="42" y="77"/>
                    <a:pt x="41" y="79"/>
                  </a:cubicBezTo>
                  <a:cubicBezTo>
                    <a:pt x="40" y="81"/>
                    <a:pt x="41" y="84"/>
                    <a:pt x="41" y="86"/>
                  </a:cubicBezTo>
                  <a:cubicBezTo>
                    <a:pt x="40" y="88"/>
                    <a:pt x="33" y="88"/>
                    <a:pt x="33" y="87"/>
                  </a:cubicBezTo>
                  <a:cubicBezTo>
                    <a:pt x="32" y="85"/>
                    <a:pt x="29" y="86"/>
                    <a:pt x="30" y="88"/>
                  </a:cubicBezTo>
                  <a:cubicBezTo>
                    <a:pt x="31" y="89"/>
                    <a:pt x="27" y="91"/>
                    <a:pt x="28" y="93"/>
                  </a:cubicBezTo>
                  <a:cubicBezTo>
                    <a:pt x="28" y="94"/>
                    <a:pt x="32" y="94"/>
                    <a:pt x="32" y="96"/>
                  </a:cubicBezTo>
                  <a:cubicBezTo>
                    <a:pt x="32" y="98"/>
                    <a:pt x="29" y="100"/>
                    <a:pt x="25" y="101"/>
                  </a:cubicBezTo>
                  <a:cubicBezTo>
                    <a:pt x="20" y="103"/>
                    <a:pt x="26" y="106"/>
                    <a:pt x="28" y="105"/>
                  </a:cubicBezTo>
                  <a:cubicBezTo>
                    <a:pt x="30" y="103"/>
                    <a:pt x="29" y="106"/>
                    <a:pt x="33" y="106"/>
                  </a:cubicBezTo>
                  <a:cubicBezTo>
                    <a:pt x="36" y="106"/>
                    <a:pt x="37" y="108"/>
                    <a:pt x="41" y="107"/>
                  </a:cubicBezTo>
                  <a:cubicBezTo>
                    <a:pt x="44" y="106"/>
                    <a:pt x="44" y="107"/>
                    <a:pt x="42" y="109"/>
                  </a:cubicBezTo>
                  <a:cubicBezTo>
                    <a:pt x="39" y="111"/>
                    <a:pt x="35" y="109"/>
                    <a:pt x="33" y="110"/>
                  </a:cubicBezTo>
                  <a:cubicBezTo>
                    <a:pt x="30" y="111"/>
                    <a:pt x="21" y="121"/>
                    <a:pt x="23" y="123"/>
                  </a:cubicBezTo>
                  <a:cubicBezTo>
                    <a:pt x="24" y="124"/>
                    <a:pt x="25" y="121"/>
                    <a:pt x="28" y="119"/>
                  </a:cubicBezTo>
                  <a:cubicBezTo>
                    <a:pt x="32" y="118"/>
                    <a:pt x="32" y="120"/>
                    <a:pt x="34" y="121"/>
                  </a:cubicBezTo>
                  <a:cubicBezTo>
                    <a:pt x="36" y="121"/>
                    <a:pt x="36" y="117"/>
                    <a:pt x="38" y="117"/>
                  </a:cubicBezTo>
                  <a:cubicBezTo>
                    <a:pt x="40" y="117"/>
                    <a:pt x="41" y="116"/>
                    <a:pt x="44" y="116"/>
                  </a:cubicBezTo>
                  <a:cubicBezTo>
                    <a:pt x="47" y="117"/>
                    <a:pt x="49" y="116"/>
                    <a:pt x="50" y="114"/>
                  </a:cubicBezTo>
                  <a:cubicBezTo>
                    <a:pt x="52" y="113"/>
                    <a:pt x="55" y="117"/>
                    <a:pt x="57" y="116"/>
                  </a:cubicBezTo>
                  <a:cubicBezTo>
                    <a:pt x="58" y="115"/>
                    <a:pt x="63" y="114"/>
                    <a:pt x="66" y="114"/>
                  </a:cubicBezTo>
                  <a:cubicBezTo>
                    <a:pt x="68" y="114"/>
                    <a:pt x="75" y="111"/>
                    <a:pt x="77" y="110"/>
                  </a:cubicBezTo>
                  <a:cubicBezTo>
                    <a:pt x="79" y="108"/>
                    <a:pt x="76" y="108"/>
                    <a:pt x="73" y="108"/>
                  </a:cubicBezTo>
                  <a:cubicBezTo>
                    <a:pt x="71" y="108"/>
                    <a:pt x="71" y="106"/>
                    <a:pt x="74" y="103"/>
                  </a:cubicBezTo>
                  <a:cubicBezTo>
                    <a:pt x="76" y="101"/>
                    <a:pt x="80" y="99"/>
                    <a:pt x="81" y="96"/>
                  </a:cubicBezTo>
                  <a:close/>
                  <a:moveTo>
                    <a:pt x="9" y="36"/>
                  </a:moveTo>
                  <a:cubicBezTo>
                    <a:pt x="12" y="36"/>
                    <a:pt x="16" y="30"/>
                    <a:pt x="14" y="29"/>
                  </a:cubicBezTo>
                  <a:cubicBezTo>
                    <a:pt x="13" y="27"/>
                    <a:pt x="7" y="36"/>
                    <a:pt x="9" y="36"/>
                  </a:cubicBezTo>
                  <a:close/>
                  <a:moveTo>
                    <a:pt x="55" y="10"/>
                  </a:moveTo>
                  <a:cubicBezTo>
                    <a:pt x="57" y="8"/>
                    <a:pt x="59" y="0"/>
                    <a:pt x="56" y="1"/>
                  </a:cubicBezTo>
                  <a:cubicBezTo>
                    <a:pt x="53" y="2"/>
                    <a:pt x="54" y="11"/>
                    <a:pt x="55" y="1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137">
              <a:extLst>
                <a:ext uri="{FF2B5EF4-FFF2-40B4-BE49-F238E27FC236}">
                  <a16:creationId xmlns:a16="http://schemas.microsoft.com/office/drawing/2014/main" id="{85A0AE0A-9BE4-4D68-AE2A-0F380FFF00F6}"/>
                </a:ext>
              </a:extLst>
            </p:cNvPr>
            <p:cNvSpPr>
              <a:spLocks noEditPoints="1"/>
            </p:cNvSpPr>
            <p:nvPr/>
          </p:nvSpPr>
          <p:spPr bwMode="auto">
            <a:xfrm>
              <a:off x="4187826" y="1670050"/>
              <a:ext cx="203200" cy="312738"/>
            </a:xfrm>
            <a:custGeom>
              <a:avLst/>
              <a:gdLst>
                <a:gd name="T0" fmla="*/ 5 w 81"/>
                <a:gd name="T1" fmla="*/ 68 h 124"/>
                <a:gd name="T2" fmla="*/ 1 w 81"/>
                <a:gd name="T3" fmla="*/ 77 h 124"/>
                <a:gd name="T4" fmla="*/ 11 w 81"/>
                <a:gd name="T5" fmla="*/ 77 h 124"/>
                <a:gd name="T6" fmla="*/ 20 w 81"/>
                <a:gd name="T7" fmla="*/ 75 h 124"/>
                <a:gd name="T8" fmla="*/ 81 w 81"/>
                <a:gd name="T9" fmla="*/ 96 h 124"/>
                <a:gd name="T10" fmla="*/ 68 w 81"/>
                <a:gd name="T11" fmla="*/ 91 h 124"/>
                <a:gd name="T12" fmla="*/ 65 w 81"/>
                <a:gd name="T13" fmla="*/ 82 h 124"/>
                <a:gd name="T14" fmla="*/ 54 w 81"/>
                <a:gd name="T15" fmla="*/ 63 h 124"/>
                <a:gd name="T16" fmla="*/ 41 w 81"/>
                <a:gd name="T17" fmla="*/ 57 h 124"/>
                <a:gd name="T18" fmla="*/ 50 w 81"/>
                <a:gd name="T19" fmla="*/ 38 h 124"/>
                <a:gd name="T20" fmla="*/ 33 w 81"/>
                <a:gd name="T21" fmla="*/ 35 h 124"/>
                <a:gd name="T22" fmla="*/ 40 w 81"/>
                <a:gd name="T23" fmla="*/ 23 h 124"/>
                <a:gd name="T24" fmla="*/ 28 w 81"/>
                <a:gd name="T25" fmla="*/ 27 h 124"/>
                <a:gd name="T26" fmla="*/ 19 w 81"/>
                <a:gd name="T27" fmla="*/ 39 h 124"/>
                <a:gd name="T28" fmla="*/ 12 w 81"/>
                <a:gd name="T29" fmla="*/ 39 h 124"/>
                <a:gd name="T30" fmla="*/ 15 w 81"/>
                <a:gd name="T31" fmla="*/ 50 h 124"/>
                <a:gd name="T32" fmla="*/ 13 w 81"/>
                <a:gd name="T33" fmla="*/ 59 h 124"/>
                <a:gd name="T34" fmla="*/ 22 w 81"/>
                <a:gd name="T35" fmla="*/ 62 h 124"/>
                <a:gd name="T36" fmla="*/ 27 w 81"/>
                <a:gd name="T37" fmla="*/ 62 h 124"/>
                <a:gd name="T38" fmla="*/ 36 w 81"/>
                <a:gd name="T39" fmla="*/ 69 h 124"/>
                <a:gd name="T40" fmla="*/ 39 w 81"/>
                <a:gd name="T41" fmla="*/ 76 h 124"/>
                <a:gd name="T42" fmla="*/ 41 w 81"/>
                <a:gd name="T43" fmla="*/ 86 h 124"/>
                <a:gd name="T44" fmla="*/ 30 w 81"/>
                <a:gd name="T45" fmla="*/ 88 h 124"/>
                <a:gd name="T46" fmla="*/ 32 w 81"/>
                <a:gd name="T47" fmla="*/ 96 h 124"/>
                <a:gd name="T48" fmla="*/ 28 w 81"/>
                <a:gd name="T49" fmla="*/ 105 h 124"/>
                <a:gd name="T50" fmla="*/ 41 w 81"/>
                <a:gd name="T51" fmla="*/ 107 h 124"/>
                <a:gd name="T52" fmla="*/ 33 w 81"/>
                <a:gd name="T53" fmla="*/ 110 h 124"/>
                <a:gd name="T54" fmla="*/ 28 w 81"/>
                <a:gd name="T55" fmla="*/ 119 h 124"/>
                <a:gd name="T56" fmla="*/ 38 w 81"/>
                <a:gd name="T57" fmla="*/ 117 h 124"/>
                <a:gd name="T58" fmla="*/ 50 w 81"/>
                <a:gd name="T59" fmla="*/ 114 h 124"/>
                <a:gd name="T60" fmla="*/ 66 w 81"/>
                <a:gd name="T61" fmla="*/ 114 h 124"/>
                <a:gd name="T62" fmla="*/ 73 w 81"/>
                <a:gd name="T63" fmla="*/ 108 h 124"/>
                <a:gd name="T64" fmla="*/ 81 w 81"/>
                <a:gd name="T65" fmla="*/ 96 h 124"/>
                <a:gd name="T66" fmla="*/ 14 w 81"/>
                <a:gd name="T67" fmla="*/ 29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2" y="63"/>
                    <a:pt x="9" y="68"/>
                    <a:pt x="5" y="68"/>
                  </a:cubicBezTo>
                  <a:cubicBezTo>
                    <a:pt x="5" y="70"/>
                    <a:pt x="4" y="72"/>
                    <a:pt x="3" y="72"/>
                  </a:cubicBezTo>
                  <a:cubicBezTo>
                    <a:pt x="2" y="73"/>
                    <a:pt x="0" y="77"/>
                    <a:pt x="1" y="77"/>
                  </a:cubicBezTo>
                  <a:cubicBezTo>
                    <a:pt x="3" y="77"/>
                    <a:pt x="6" y="80"/>
                    <a:pt x="6" y="78"/>
                  </a:cubicBezTo>
                  <a:cubicBezTo>
                    <a:pt x="7" y="76"/>
                    <a:pt x="8" y="73"/>
                    <a:pt x="11" y="77"/>
                  </a:cubicBezTo>
                  <a:cubicBezTo>
                    <a:pt x="12" y="77"/>
                    <a:pt x="13" y="78"/>
                    <a:pt x="14" y="79"/>
                  </a:cubicBezTo>
                  <a:cubicBezTo>
                    <a:pt x="14" y="77"/>
                    <a:pt x="18" y="77"/>
                    <a:pt x="20" y="75"/>
                  </a:cubicBezTo>
                  <a:cubicBezTo>
                    <a:pt x="22" y="73"/>
                    <a:pt x="19" y="69"/>
                    <a:pt x="16" y="66"/>
                  </a:cubicBezTo>
                  <a:close/>
                  <a:moveTo>
                    <a:pt x="81" y="96"/>
                  </a:moveTo>
                  <a:cubicBezTo>
                    <a:pt x="81" y="92"/>
                    <a:pt x="73" y="89"/>
                    <a:pt x="72" y="91"/>
                  </a:cubicBezTo>
                  <a:cubicBezTo>
                    <a:pt x="71" y="93"/>
                    <a:pt x="69" y="93"/>
                    <a:pt x="68" y="91"/>
                  </a:cubicBezTo>
                  <a:cubicBezTo>
                    <a:pt x="67" y="89"/>
                    <a:pt x="69" y="87"/>
                    <a:pt x="68" y="87"/>
                  </a:cubicBezTo>
                  <a:cubicBezTo>
                    <a:pt x="67" y="86"/>
                    <a:pt x="65" y="83"/>
                    <a:pt x="65" y="82"/>
                  </a:cubicBezTo>
                  <a:cubicBezTo>
                    <a:pt x="66" y="81"/>
                    <a:pt x="63" y="73"/>
                    <a:pt x="59" y="72"/>
                  </a:cubicBezTo>
                  <a:cubicBezTo>
                    <a:pt x="55" y="71"/>
                    <a:pt x="55" y="66"/>
                    <a:pt x="54" y="63"/>
                  </a:cubicBezTo>
                  <a:cubicBezTo>
                    <a:pt x="53" y="60"/>
                    <a:pt x="51" y="61"/>
                    <a:pt x="49" y="59"/>
                  </a:cubicBezTo>
                  <a:cubicBezTo>
                    <a:pt x="47" y="56"/>
                    <a:pt x="43" y="57"/>
                    <a:pt x="41" y="57"/>
                  </a:cubicBezTo>
                  <a:cubicBezTo>
                    <a:pt x="40" y="57"/>
                    <a:pt x="41" y="54"/>
                    <a:pt x="44" y="52"/>
                  </a:cubicBezTo>
                  <a:cubicBezTo>
                    <a:pt x="47" y="50"/>
                    <a:pt x="50" y="40"/>
                    <a:pt x="50" y="38"/>
                  </a:cubicBezTo>
                  <a:cubicBezTo>
                    <a:pt x="50" y="36"/>
                    <a:pt x="38" y="36"/>
                    <a:pt x="36" y="37"/>
                  </a:cubicBezTo>
                  <a:cubicBezTo>
                    <a:pt x="33" y="39"/>
                    <a:pt x="31" y="36"/>
                    <a:pt x="33" y="35"/>
                  </a:cubicBezTo>
                  <a:cubicBezTo>
                    <a:pt x="35" y="34"/>
                    <a:pt x="39" y="30"/>
                    <a:pt x="39" y="28"/>
                  </a:cubicBezTo>
                  <a:cubicBezTo>
                    <a:pt x="39" y="26"/>
                    <a:pt x="42" y="25"/>
                    <a:pt x="40" y="23"/>
                  </a:cubicBezTo>
                  <a:cubicBezTo>
                    <a:pt x="38" y="22"/>
                    <a:pt x="38" y="25"/>
                    <a:pt x="37" y="27"/>
                  </a:cubicBezTo>
                  <a:cubicBezTo>
                    <a:pt x="35" y="28"/>
                    <a:pt x="32" y="27"/>
                    <a:pt x="28" y="27"/>
                  </a:cubicBezTo>
                  <a:cubicBezTo>
                    <a:pt x="24" y="26"/>
                    <a:pt x="23" y="31"/>
                    <a:pt x="23" y="33"/>
                  </a:cubicBezTo>
                  <a:cubicBezTo>
                    <a:pt x="23" y="36"/>
                    <a:pt x="19" y="37"/>
                    <a:pt x="19" y="39"/>
                  </a:cubicBezTo>
                  <a:cubicBezTo>
                    <a:pt x="20" y="41"/>
                    <a:pt x="18" y="42"/>
                    <a:pt x="17" y="41"/>
                  </a:cubicBezTo>
                  <a:cubicBezTo>
                    <a:pt x="16" y="40"/>
                    <a:pt x="15" y="38"/>
                    <a:pt x="12" y="39"/>
                  </a:cubicBezTo>
                  <a:cubicBezTo>
                    <a:pt x="10" y="41"/>
                    <a:pt x="15" y="44"/>
                    <a:pt x="18" y="44"/>
                  </a:cubicBezTo>
                  <a:cubicBezTo>
                    <a:pt x="21" y="45"/>
                    <a:pt x="16" y="47"/>
                    <a:pt x="15" y="50"/>
                  </a:cubicBezTo>
                  <a:cubicBezTo>
                    <a:pt x="15" y="53"/>
                    <a:pt x="19" y="52"/>
                    <a:pt x="20" y="54"/>
                  </a:cubicBezTo>
                  <a:cubicBezTo>
                    <a:pt x="20" y="57"/>
                    <a:pt x="13" y="57"/>
                    <a:pt x="13" y="59"/>
                  </a:cubicBezTo>
                  <a:cubicBezTo>
                    <a:pt x="13" y="62"/>
                    <a:pt x="17" y="58"/>
                    <a:pt x="19" y="57"/>
                  </a:cubicBezTo>
                  <a:cubicBezTo>
                    <a:pt x="20" y="56"/>
                    <a:pt x="18" y="63"/>
                    <a:pt x="22" y="62"/>
                  </a:cubicBezTo>
                  <a:cubicBezTo>
                    <a:pt x="26" y="62"/>
                    <a:pt x="25" y="56"/>
                    <a:pt x="27" y="56"/>
                  </a:cubicBezTo>
                  <a:cubicBezTo>
                    <a:pt x="28" y="56"/>
                    <a:pt x="26" y="59"/>
                    <a:pt x="27" y="62"/>
                  </a:cubicBezTo>
                  <a:cubicBezTo>
                    <a:pt x="28" y="64"/>
                    <a:pt x="24" y="68"/>
                    <a:pt x="24" y="70"/>
                  </a:cubicBezTo>
                  <a:cubicBezTo>
                    <a:pt x="25" y="71"/>
                    <a:pt x="33" y="71"/>
                    <a:pt x="36" y="69"/>
                  </a:cubicBezTo>
                  <a:cubicBezTo>
                    <a:pt x="39" y="66"/>
                    <a:pt x="40" y="69"/>
                    <a:pt x="38" y="71"/>
                  </a:cubicBezTo>
                  <a:cubicBezTo>
                    <a:pt x="36" y="73"/>
                    <a:pt x="37" y="75"/>
                    <a:pt x="39" y="76"/>
                  </a:cubicBezTo>
                  <a:cubicBezTo>
                    <a:pt x="42" y="77"/>
                    <a:pt x="42" y="77"/>
                    <a:pt x="41" y="79"/>
                  </a:cubicBezTo>
                  <a:cubicBezTo>
                    <a:pt x="40" y="81"/>
                    <a:pt x="41" y="84"/>
                    <a:pt x="41" y="86"/>
                  </a:cubicBezTo>
                  <a:cubicBezTo>
                    <a:pt x="40" y="88"/>
                    <a:pt x="33" y="88"/>
                    <a:pt x="33" y="87"/>
                  </a:cubicBezTo>
                  <a:cubicBezTo>
                    <a:pt x="32" y="85"/>
                    <a:pt x="29" y="86"/>
                    <a:pt x="30" y="88"/>
                  </a:cubicBezTo>
                  <a:cubicBezTo>
                    <a:pt x="31" y="89"/>
                    <a:pt x="27" y="91"/>
                    <a:pt x="28" y="93"/>
                  </a:cubicBezTo>
                  <a:cubicBezTo>
                    <a:pt x="28" y="94"/>
                    <a:pt x="32" y="94"/>
                    <a:pt x="32" y="96"/>
                  </a:cubicBezTo>
                  <a:cubicBezTo>
                    <a:pt x="32" y="98"/>
                    <a:pt x="29" y="100"/>
                    <a:pt x="25" y="101"/>
                  </a:cubicBezTo>
                  <a:cubicBezTo>
                    <a:pt x="20" y="103"/>
                    <a:pt x="26" y="106"/>
                    <a:pt x="28" y="105"/>
                  </a:cubicBezTo>
                  <a:cubicBezTo>
                    <a:pt x="30" y="103"/>
                    <a:pt x="29" y="106"/>
                    <a:pt x="33" y="106"/>
                  </a:cubicBezTo>
                  <a:cubicBezTo>
                    <a:pt x="36" y="106"/>
                    <a:pt x="37" y="108"/>
                    <a:pt x="41" y="107"/>
                  </a:cubicBezTo>
                  <a:cubicBezTo>
                    <a:pt x="44" y="106"/>
                    <a:pt x="44" y="107"/>
                    <a:pt x="42" y="109"/>
                  </a:cubicBezTo>
                  <a:cubicBezTo>
                    <a:pt x="39" y="111"/>
                    <a:pt x="35" y="109"/>
                    <a:pt x="33" y="110"/>
                  </a:cubicBezTo>
                  <a:cubicBezTo>
                    <a:pt x="30" y="111"/>
                    <a:pt x="21" y="121"/>
                    <a:pt x="23" y="123"/>
                  </a:cubicBezTo>
                  <a:cubicBezTo>
                    <a:pt x="24" y="124"/>
                    <a:pt x="25" y="121"/>
                    <a:pt x="28" y="119"/>
                  </a:cubicBezTo>
                  <a:cubicBezTo>
                    <a:pt x="32" y="118"/>
                    <a:pt x="32" y="120"/>
                    <a:pt x="34" y="121"/>
                  </a:cubicBezTo>
                  <a:cubicBezTo>
                    <a:pt x="36" y="121"/>
                    <a:pt x="36" y="117"/>
                    <a:pt x="38" y="117"/>
                  </a:cubicBezTo>
                  <a:cubicBezTo>
                    <a:pt x="40" y="117"/>
                    <a:pt x="41" y="116"/>
                    <a:pt x="44" y="116"/>
                  </a:cubicBezTo>
                  <a:cubicBezTo>
                    <a:pt x="47" y="117"/>
                    <a:pt x="49" y="116"/>
                    <a:pt x="50" y="114"/>
                  </a:cubicBezTo>
                  <a:cubicBezTo>
                    <a:pt x="52" y="113"/>
                    <a:pt x="55" y="117"/>
                    <a:pt x="57" y="116"/>
                  </a:cubicBezTo>
                  <a:cubicBezTo>
                    <a:pt x="58" y="115"/>
                    <a:pt x="63" y="114"/>
                    <a:pt x="66" y="114"/>
                  </a:cubicBezTo>
                  <a:cubicBezTo>
                    <a:pt x="68" y="114"/>
                    <a:pt x="75" y="111"/>
                    <a:pt x="77" y="110"/>
                  </a:cubicBezTo>
                  <a:cubicBezTo>
                    <a:pt x="79" y="108"/>
                    <a:pt x="76" y="108"/>
                    <a:pt x="73" y="108"/>
                  </a:cubicBezTo>
                  <a:cubicBezTo>
                    <a:pt x="71" y="108"/>
                    <a:pt x="71" y="106"/>
                    <a:pt x="74" y="103"/>
                  </a:cubicBezTo>
                  <a:cubicBezTo>
                    <a:pt x="76" y="101"/>
                    <a:pt x="80" y="99"/>
                    <a:pt x="81" y="96"/>
                  </a:cubicBezTo>
                  <a:close/>
                  <a:moveTo>
                    <a:pt x="9" y="36"/>
                  </a:moveTo>
                  <a:cubicBezTo>
                    <a:pt x="12" y="36"/>
                    <a:pt x="16" y="30"/>
                    <a:pt x="14" y="29"/>
                  </a:cubicBezTo>
                  <a:cubicBezTo>
                    <a:pt x="13" y="27"/>
                    <a:pt x="7" y="36"/>
                    <a:pt x="9" y="36"/>
                  </a:cubicBezTo>
                  <a:close/>
                  <a:moveTo>
                    <a:pt x="55" y="10"/>
                  </a:moveTo>
                  <a:cubicBezTo>
                    <a:pt x="57" y="8"/>
                    <a:pt x="59" y="0"/>
                    <a:pt x="56" y="1"/>
                  </a:cubicBezTo>
                  <a:cubicBezTo>
                    <a:pt x="53" y="2"/>
                    <a:pt x="54" y="11"/>
                    <a:pt x="55" y="1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7" name="Freeform 138">
              <a:extLst>
                <a:ext uri="{FF2B5EF4-FFF2-40B4-BE49-F238E27FC236}">
                  <a16:creationId xmlns:a16="http://schemas.microsoft.com/office/drawing/2014/main" id="{20577DF5-FFF3-40B6-8A91-BE06A97D5558}"/>
                </a:ext>
              </a:extLst>
            </p:cNvPr>
            <p:cNvSpPr>
              <a:spLocks noEditPoints="1"/>
            </p:cNvSpPr>
            <p:nvPr/>
          </p:nvSpPr>
          <p:spPr bwMode="auto">
            <a:xfrm>
              <a:off x="4514851" y="1760538"/>
              <a:ext cx="96838" cy="93663"/>
            </a:xfrm>
            <a:custGeom>
              <a:avLst/>
              <a:gdLst>
                <a:gd name="T0" fmla="*/ 20 w 39"/>
                <a:gd name="T1" fmla="*/ 14 h 37"/>
                <a:gd name="T2" fmla="*/ 20 w 39"/>
                <a:gd name="T3" fmla="*/ 8 h 37"/>
                <a:gd name="T4" fmla="*/ 21 w 39"/>
                <a:gd name="T5" fmla="*/ 1 h 37"/>
                <a:gd name="T6" fmla="*/ 15 w 39"/>
                <a:gd name="T7" fmla="*/ 4 h 37"/>
                <a:gd name="T8" fmla="*/ 10 w 39"/>
                <a:gd name="T9" fmla="*/ 7 h 37"/>
                <a:gd name="T10" fmla="*/ 10 w 39"/>
                <a:gd name="T11" fmla="*/ 11 h 37"/>
                <a:gd name="T12" fmla="*/ 6 w 39"/>
                <a:gd name="T13" fmla="*/ 8 h 37"/>
                <a:gd name="T14" fmla="*/ 2 w 39"/>
                <a:gd name="T15" fmla="*/ 14 h 37"/>
                <a:gd name="T16" fmla="*/ 2 w 39"/>
                <a:gd name="T17" fmla="*/ 23 h 37"/>
                <a:gd name="T18" fmla="*/ 5 w 39"/>
                <a:gd name="T19" fmla="*/ 30 h 37"/>
                <a:gd name="T20" fmla="*/ 6 w 39"/>
                <a:gd name="T21" fmla="*/ 34 h 37"/>
                <a:gd name="T22" fmla="*/ 13 w 39"/>
                <a:gd name="T23" fmla="*/ 34 h 37"/>
                <a:gd name="T24" fmla="*/ 16 w 39"/>
                <a:gd name="T25" fmla="*/ 34 h 37"/>
                <a:gd name="T26" fmla="*/ 13 w 39"/>
                <a:gd name="T27" fmla="*/ 30 h 37"/>
                <a:gd name="T28" fmla="*/ 17 w 39"/>
                <a:gd name="T29" fmla="*/ 31 h 37"/>
                <a:gd name="T30" fmla="*/ 23 w 39"/>
                <a:gd name="T31" fmla="*/ 31 h 37"/>
                <a:gd name="T32" fmla="*/ 20 w 39"/>
                <a:gd name="T33" fmla="*/ 26 h 37"/>
                <a:gd name="T34" fmla="*/ 17 w 39"/>
                <a:gd name="T35" fmla="*/ 25 h 37"/>
                <a:gd name="T36" fmla="*/ 19 w 39"/>
                <a:gd name="T37" fmla="*/ 20 h 37"/>
                <a:gd name="T38" fmla="*/ 24 w 39"/>
                <a:gd name="T39" fmla="*/ 18 h 37"/>
                <a:gd name="T40" fmla="*/ 20 w 39"/>
                <a:gd name="T41" fmla="*/ 14 h 37"/>
                <a:gd name="T42" fmla="*/ 38 w 39"/>
                <a:gd name="T43" fmla="*/ 21 h 37"/>
                <a:gd name="T44" fmla="*/ 35 w 39"/>
                <a:gd name="T45" fmla="*/ 23 h 37"/>
                <a:gd name="T46" fmla="*/ 33 w 39"/>
                <a:gd name="T47" fmla="*/ 21 h 37"/>
                <a:gd name="T48" fmla="*/ 27 w 39"/>
                <a:gd name="T49" fmla="*/ 23 h 37"/>
                <a:gd name="T50" fmla="*/ 30 w 39"/>
                <a:gd name="T51" fmla="*/ 31 h 37"/>
                <a:gd name="T52" fmla="*/ 28 w 39"/>
                <a:gd name="T53" fmla="*/ 33 h 37"/>
                <a:gd name="T54" fmla="*/ 30 w 39"/>
                <a:gd name="T55" fmla="*/ 36 h 37"/>
                <a:gd name="T56" fmla="*/ 36 w 39"/>
                <a:gd name="T57" fmla="*/ 30 h 37"/>
                <a:gd name="T58" fmla="*/ 38 w 39"/>
                <a:gd name="T59" fmla="*/ 2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 h="37">
                  <a:moveTo>
                    <a:pt x="20" y="14"/>
                  </a:moveTo>
                  <a:cubicBezTo>
                    <a:pt x="19" y="13"/>
                    <a:pt x="18" y="9"/>
                    <a:pt x="20" y="8"/>
                  </a:cubicBezTo>
                  <a:cubicBezTo>
                    <a:pt x="21" y="7"/>
                    <a:pt x="22" y="2"/>
                    <a:pt x="21" y="1"/>
                  </a:cubicBezTo>
                  <a:cubicBezTo>
                    <a:pt x="19" y="0"/>
                    <a:pt x="15" y="1"/>
                    <a:pt x="15" y="4"/>
                  </a:cubicBezTo>
                  <a:cubicBezTo>
                    <a:pt x="14" y="8"/>
                    <a:pt x="11" y="6"/>
                    <a:pt x="10" y="7"/>
                  </a:cubicBezTo>
                  <a:cubicBezTo>
                    <a:pt x="9" y="8"/>
                    <a:pt x="12" y="9"/>
                    <a:pt x="10" y="11"/>
                  </a:cubicBezTo>
                  <a:cubicBezTo>
                    <a:pt x="9" y="12"/>
                    <a:pt x="8" y="8"/>
                    <a:pt x="6" y="8"/>
                  </a:cubicBezTo>
                  <a:cubicBezTo>
                    <a:pt x="3" y="8"/>
                    <a:pt x="3" y="12"/>
                    <a:pt x="2" y="14"/>
                  </a:cubicBezTo>
                  <a:cubicBezTo>
                    <a:pt x="0" y="16"/>
                    <a:pt x="1" y="20"/>
                    <a:pt x="2" y="23"/>
                  </a:cubicBezTo>
                  <a:cubicBezTo>
                    <a:pt x="2" y="26"/>
                    <a:pt x="6" y="28"/>
                    <a:pt x="5" y="30"/>
                  </a:cubicBezTo>
                  <a:cubicBezTo>
                    <a:pt x="4" y="31"/>
                    <a:pt x="5" y="33"/>
                    <a:pt x="6" y="34"/>
                  </a:cubicBezTo>
                  <a:cubicBezTo>
                    <a:pt x="9" y="34"/>
                    <a:pt x="12" y="34"/>
                    <a:pt x="13" y="34"/>
                  </a:cubicBezTo>
                  <a:cubicBezTo>
                    <a:pt x="14" y="35"/>
                    <a:pt x="15" y="35"/>
                    <a:pt x="16" y="34"/>
                  </a:cubicBezTo>
                  <a:cubicBezTo>
                    <a:pt x="15" y="33"/>
                    <a:pt x="13" y="31"/>
                    <a:pt x="13" y="30"/>
                  </a:cubicBezTo>
                  <a:cubicBezTo>
                    <a:pt x="13" y="28"/>
                    <a:pt x="16" y="29"/>
                    <a:pt x="17" y="31"/>
                  </a:cubicBezTo>
                  <a:cubicBezTo>
                    <a:pt x="19" y="32"/>
                    <a:pt x="23" y="33"/>
                    <a:pt x="23" y="31"/>
                  </a:cubicBezTo>
                  <a:cubicBezTo>
                    <a:pt x="23" y="30"/>
                    <a:pt x="22" y="25"/>
                    <a:pt x="20" y="26"/>
                  </a:cubicBezTo>
                  <a:cubicBezTo>
                    <a:pt x="18" y="27"/>
                    <a:pt x="17" y="26"/>
                    <a:pt x="17" y="25"/>
                  </a:cubicBezTo>
                  <a:cubicBezTo>
                    <a:pt x="16" y="24"/>
                    <a:pt x="18" y="22"/>
                    <a:pt x="19" y="20"/>
                  </a:cubicBezTo>
                  <a:cubicBezTo>
                    <a:pt x="19" y="18"/>
                    <a:pt x="23" y="19"/>
                    <a:pt x="24" y="18"/>
                  </a:cubicBezTo>
                  <a:cubicBezTo>
                    <a:pt x="24" y="16"/>
                    <a:pt x="21" y="14"/>
                    <a:pt x="20" y="14"/>
                  </a:cubicBezTo>
                  <a:close/>
                  <a:moveTo>
                    <a:pt x="38" y="21"/>
                  </a:moveTo>
                  <a:cubicBezTo>
                    <a:pt x="37" y="20"/>
                    <a:pt x="36" y="23"/>
                    <a:pt x="35" y="23"/>
                  </a:cubicBezTo>
                  <a:cubicBezTo>
                    <a:pt x="34" y="23"/>
                    <a:pt x="33" y="18"/>
                    <a:pt x="33" y="21"/>
                  </a:cubicBezTo>
                  <a:cubicBezTo>
                    <a:pt x="32" y="24"/>
                    <a:pt x="30" y="20"/>
                    <a:pt x="27" y="23"/>
                  </a:cubicBezTo>
                  <a:cubicBezTo>
                    <a:pt x="25" y="27"/>
                    <a:pt x="29" y="30"/>
                    <a:pt x="30" y="31"/>
                  </a:cubicBezTo>
                  <a:cubicBezTo>
                    <a:pt x="32" y="32"/>
                    <a:pt x="30" y="33"/>
                    <a:pt x="28" y="33"/>
                  </a:cubicBezTo>
                  <a:cubicBezTo>
                    <a:pt x="26" y="32"/>
                    <a:pt x="27" y="36"/>
                    <a:pt x="30" y="36"/>
                  </a:cubicBezTo>
                  <a:cubicBezTo>
                    <a:pt x="33" y="37"/>
                    <a:pt x="36" y="31"/>
                    <a:pt x="36" y="30"/>
                  </a:cubicBezTo>
                  <a:cubicBezTo>
                    <a:pt x="36" y="28"/>
                    <a:pt x="39" y="22"/>
                    <a:pt x="38" y="2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139">
              <a:extLst>
                <a:ext uri="{FF2B5EF4-FFF2-40B4-BE49-F238E27FC236}">
                  <a16:creationId xmlns:a16="http://schemas.microsoft.com/office/drawing/2014/main" id="{6A77ABB0-D7C8-457C-8ED6-ED218B052667}"/>
                </a:ext>
              </a:extLst>
            </p:cNvPr>
            <p:cNvSpPr>
              <a:spLocks noEditPoints="1"/>
            </p:cNvSpPr>
            <p:nvPr/>
          </p:nvSpPr>
          <p:spPr bwMode="auto">
            <a:xfrm>
              <a:off x="4581526" y="1390650"/>
              <a:ext cx="252413" cy="442913"/>
            </a:xfrm>
            <a:custGeom>
              <a:avLst/>
              <a:gdLst>
                <a:gd name="T0" fmla="*/ 98 w 100"/>
                <a:gd name="T1" fmla="*/ 37 h 176"/>
                <a:gd name="T2" fmla="*/ 96 w 100"/>
                <a:gd name="T3" fmla="*/ 23 h 176"/>
                <a:gd name="T4" fmla="*/ 84 w 100"/>
                <a:gd name="T5" fmla="*/ 9 h 176"/>
                <a:gd name="T6" fmla="*/ 70 w 100"/>
                <a:gd name="T7" fmla="*/ 8 h 176"/>
                <a:gd name="T8" fmla="*/ 56 w 100"/>
                <a:gd name="T9" fmla="*/ 8 h 176"/>
                <a:gd name="T10" fmla="*/ 48 w 100"/>
                <a:gd name="T11" fmla="*/ 16 h 176"/>
                <a:gd name="T12" fmla="*/ 40 w 100"/>
                <a:gd name="T13" fmla="*/ 26 h 176"/>
                <a:gd name="T14" fmla="*/ 34 w 100"/>
                <a:gd name="T15" fmla="*/ 37 h 176"/>
                <a:gd name="T16" fmla="*/ 26 w 100"/>
                <a:gd name="T17" fmla="*/ 43 h 176"/>
                <a:gd name="T18" fmla="*/ 20 w 100"/>
                <a:gd name="T19" fmla="*/ 60 h 176"/>
                <a:gd name="T20" fmla="*/ 22 w 100"/>
                <a:gd name="T21" fmla="*/ 69 h 176"/>
                <a:gd name="T22" fmla="*/ 9 w 100"/>
                <a:gd name="T23" fmla="*/ 75 h 176"/>
                <a:gd name="T24" fmla="*/ 8 w 100"/>
                <a:gd name="T25" fmla="*/ 91 h 176"/>
                <a:gd name="T26" fmla="*/ 13 w 100"/>
                <a:gd name="T27" fmla="*/ 104 h 176"/>
                <a:gd name="T28" fmla="*/ 10 w 100"/>
                <a:gd name="T29" fmla="*/ 112 h 176"/>
                <a:gd name="T30" fmla="*/ 5 w 100"/>
                <a:gd name="T31" fmla="*/ 122 h 176"/>
                <a:gd name="T32" fmla="*/ 2 w 100"/>
                <a:gd name="T33" fmla="*/ 134 h 176"/>
                <a:gd name="T34" fmla="*/ 0 w 100"/>
                <a:gd name="T35" fmla="*/ 134 h 176"/>
                <a:gd name="T36" fmla="*/ 6 w 100"/>
                <a:gd name="T37" fmla="*/ 150 h 176"/>
                <a:gd name="T38" fmla="*/ 12 w 100"/>
                <a:gd name="T39" fmla="*/ 164 h 176"/>
                <a:gd name="T40" fmla="*/ 14 w 100"/>
                <a:gd name="T41" fmla="*/ 174 h 176"/>
                <a:gd name="T42" fmla="*/ 24 w 100"/>
                <a:gd name="T43" fmla="*/ 169 h 176"/>
                <a:gd name="T44" fmla="*/ 33 w 100"/>
                <a:gd name="T45" fmla="*/ 166 h 176"/>
                <a:gd name="T46" fmla="*/ 40 w 100"/>
                <a:gd name="T47" fmla="*/ 164 h 176"/>
                <a:gd name="T48" fmla="*/ 42 w 100"/>
                <a:gd name="T49" fmla="*/ 156 h 176"/>
                <a:gd name="T50" fmla="*/ 43 w 100"/>
                <a:gd name="T51" fmla="*/ 139 h 176"/>
                <a:gd name="T52" fmla="*/ 55 w 100"/>
                <a:gd name="T53" fmla="*/ 128 h 176"/>
                <a:gd name="T54" fmla="*/ 52 w 100"/>
                <a:gd name="T55" fmla="*/ 113 h 176"/>
                <a:gd name="T56" fmla="*/ 45 w 100"/>
                <a:gd name="T57" fmla="*/ 102 h 176"/>
                <a:gd name="T58" fmla="*/ 51 w 100"/>
                <a:gd name="T59" fmla="*/ 88 h 176"/>
                <a:gd name="T60" fmla="*/ 60 w 100"/>
                <a:gd name="T61" fmla="*/ 78 h 176"/>
                <a:gd name="T62" fmla="*/ 80 w 100"/>
                <a:gd name="T63" fmla="*/ 65 h 176"/>
                <a:gd name="T64" fmla="*/ 82 w 100"/>
                <a:gd name="T65" fmla="*/ 50 h 176"/>
                <a:gd name="T66" fmla="*/ 96 w 100"/>
                <a:gd name="T67" fmla="*/ 45 h 176"/>
                <a:gd name="T68" fmla="*/ 99 w 100"/>
                <a:gd name="T69" fmla="*/ 42 h 176"/>
                <a:gd name="T70" fmla="*/ 53 w 100"/>
                <a:gd name="T71" fmla="*/ 15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6">
                  <a:moveTo>
                    <a:pt x="99" y="42"/>
                  </a:moveTo>
                  <a:cubicBezTo>
                    <a:pt x="98" y="40"/>
                    <a:pt x="96" y="37"/>
                    <a:pt x="98" y="37"/>
                  </a:cubicBezTo>
                  <a:cubicBezTo>
                    <a:pt x="99" y="37"/>
                    <a:pt x="100" y="32"/>
                    <a:pt x="98" y="30"/>
                  </a:cubicBezTo>
                  <a:cubicBezTo>
                    <a:pt x="96" y="29"/>
                    <a:pt x="98" y="24"/>
                    <a:pt x="96" y="23"/>
                  </a:cubicBezTo>
                  <a:cubicBezTo>
                    <a:pt x="94" y="22"/>
                    <a:pt x="95" y="18"/>
                    <a:pt x="96" y="16"/>
                  </a:cubicBezTo>
                  <a:cubicBezTo>
                    <a:pt x="96" y="13"/>
                    <a:pt x="88" y="11"/>
                    <a:pt x="84" y="9"/>
                  </a:cubicBezTo>
                  <a:cubicBezTo>
                    <a:pt x="80" y="7"/>
                    <a:pt x="78" y="4"/>
                    <a:pt x="75" y="2"/>
                  </a:cubicBezTo>
                  <a:cubicBezTo>
                    <a:pt x="71" y="0"/>
                    <a:pt x="70" y="5"/>
                    <a:pt x="70" y="8"/>
                  </a:cubicBezTo>
                  <a:cubicBezTo>
                    <a:pt x="70" y="11"/>
                    <a:pt x="67" y="11"/>
                    <a:pt x="65" y="9"/>
                  </a:cubicBezTo>
                  <a:cubicBezTo>
                    <a:pt x="62" y="8"/>
                    <a:pt x="60" y="9"/>
                    <a:pt x="56" y="8"/>
                  </a:cubicBezTo>
                  <a:cubicBezTo>
                    <a:pt x="53" y="6"/>
                    <a:pt x="54" y="11"/>
                    <a:pt x="54" y="14"/>
                  </a:cubicBezTo>
                  <a:cubicBezTo>
                    <a:pt x="54" y="16"/>
                    <a:pt x="51" y="16"/>
                    <a:pt x="48" y="16"/>
                  </a:cubicBezTo>
                  <a:cubicBezTo>
                    <a:pt x="46" y="16"/>
                    <a:pt x="42" y="18"/>
                    <a:pt x="42" y="21"/>
                  </a:cubicBezTo>
                  <a:cubicBezTo>
                    <a:pt x="42" y="23"/>
                    <a:pt x="39" y="25"/>
                    <a:pt x="40" y="26"/>
                  </a:cubicBezTo>
                  <a:cubicBezTo>
                    <a:pt x="41" y="28"/>
                    <a:pt x="39" y="29"/>
                    <a:pt x="38" y="30"/>
                  </a:cubicBezTo>
                  <a:cubicBezTo>
                    <a:pt x="36" y="32"/>
                    <a:pt x="35" y="35"/>
                    <a:pt x="34" y="37"/>
                  </a:cubicBezTo>
                  <a:cubicBezTo>
                    <a:pt x="33" y="38"/>
                    <a:pt x="34" y="40"/>
                    <a:pt x="32" y="41"/>
                  </a:cubicBezTo>
                  <a:cubicBezTo>
                    <a:pt x="30" y="43"/>
                    <a:pt x="27" y="42"/>
                    <a:pt x="26" y="43"/>
                  </a:cubicBezTo>
                  <a:cubicBezTo>
                    <a:pt x="25" y="44"/>
                    <a:pt x="26" y="47"/>
                    <a:pt x="26" y="50"/>
                  </a:cubicBezTo>
                  <a:cubicBezTo>
                    <a:pt x="25" y="53"/>
                    <a:pt x="23" y="57"/>
                    <a:pt x="20" y="60"/>
                  </a:cubicBezTo>
                  <a:cubicBezTo>
                    <a:pt x="18" y="63"/>
                    <a:pt x="21" y="64"/>
                    <a:pt x="22" y="64"/>
                  </a:cubicBezTo>
                  <a:cubicBezTo>
                    <a:pt x="23" y="65"/>
                    <a:pt x="23" y="67"/>
                    <a:pt x="22" y="69"/>
                  </a:cubicBezTo>
                  <a:cubicBezTo>
                    <a:pt x="21" y="71"/>
                    <a:pt x="18" y="70"/>
                    <a:pt x="17" y="69"/>
                  </a:cubicBezTo>
                  <a:cubicBezTo>
                    <a:pt x="15" y="69"/>
                    <a:pt x="11" y="71"/>
                    <a:pt x="9" y="75"/>
                  </a:cubicBezTo>
                  <a:cubicBezTo>
                    <a:pt x="7" y="79"/>
                    <a:pt x="7" y="81"/>
                    <a:pt x="8" y="83"/>
                  </a:cubicBezTo>
                  <a:cubicBezTo>
                    <a:pt x="9" y="85"/>
                    <a:pt x="6" y="87"/>
                    <a:pt x="8" y="91"/>
                  </a:cubicBezTo>
                  <a:cubicBezTo>
                    <a:pt x="10" y="95"/>
                    <a:pt x="7" y="95"/>
                    <a:pt x="8" y="98"/>
                  </a:cubicBezTo>
                  <a:cubicBezTo>
                    <a:pt x="8" y="102"/>
                    <a:pt x="13" y="101"/>
                    <a:pt x="13" y="104"/>
                  </a:cubicBezTo>
                  <a:cubicBezTo>
                    <a:pt x="13" y="107"/>
                    <a:pt x="12" y="108"/>
                    <a:pt x="10" y="108"/>
                  </a:cubicBezTo>
                  <a:cubicBezTo>
                    <a:pt x="8" y="108"/>
                    <a:pt x="9" y="111"/>
                    <a:pt x="10" y="112"/>
                  </a:cubicBezTo>
                  <a:cubicBezTo>
                    <a:pt x="12" y="113"/>
                    <a:pt x="12" y="118"/>
                    <a:pt x="11" y="120"/>
                  </a:cubicBezTo>
                  <a:cubicBezTo>
                    <a:pt x="10" y="121"/>
                    <a:pt x="5" y="120"/>
                    <a:pt x="5" y="122"/>
                  </a:cubicBezTo>
                  <a:cubicBezTo>
                    <a:pt x="6" y="124"/>
                    <a:pt x="4" y="127"/>
                    <a:pt x="4" y="128"/>
                  </a:cubicBezTo>
                  <a:cubicBezTo>
                    <a:pt x="4" y="130"/>
                    <a:pt x="4" y="135"/>
                    <a:pt x="2" y="134"/>
                  </a:cubicBezTo>
                  <a:cubicBezTo>
                    <a:pt x="2" y="133"/>
                    <a:pt x="1" y="133"/>
                    <a:pt x="0" y="133"/>
                  </a:cubicBezTo>
                  <a:cubicBezTo>
                    <a:pt x="0" y="133"/>
                    <a:pt x="0" y="134"/>
                    <a:pt x="0" y="134"/>
                  </a:cubicBezTo>
                  <a:cubicBezTo>
                    <a:pt x="0" y="137"/>
                    <a:pt x="1" y="140"/>
                    <a:pt x="3" y="142"/>
                  </a:cubicBezTo>
                  <a:cubicBezTo>
                    <a:pt x="6" y="144"/>
                    <a:pt x="4" y="147"/>
                    <a:pt x="6" y="150"/>
                  </a:cubicBezTo>
                  <a:cubicBezTo>
                    <a:pt x="9" y="153"/>
                    <a:pt x="8" y="156"/>
                    <a:pt x="10" y="158"/>
                  </a:cubicBezTo>
                  <a:cubicBezTo>
                    <a:pt x="13" y="160"/>
                    <a:pt x="13" y="161"/>
                    <a:pt x="12" y="164"/>
                  </a:cubicBezTo>
                  <a:cubicBezTo>
                    <a:pt x="11" y="166"/>
                    <a:pt x="14" y="166"/>
                    <a:pt x="14" y="167"/>
                  </a:cubicBezTo>
                  <a:cubicBezTo>
                    <a:pt x="14" y="169"/>
                    <a:pt x="14" y="173"/>
                    <a:pt x="14" y="174"/>
                  </a:cubicBezTo>
                  <a:cubicBezTo>
                    <a:pt x="15" y="176"/>
                    <a:pt x="17" y="174"/>
                    <a:pt x="21" y="174"/>
                  </a:cubicBezTo>
                  <a:cubicBezTo>
                    <a:pt x="24" y="174"/>
                    <a:pt x="24" y="172"/>
                    <a:pt x="24" y="169"/>
                  </a:cubicBezTo>
                  <a:cubicBezTo>
                    <a:pt x="24" y="167"/>
                    <a:pt x="26" y="168"/>
                    <a:pt x="26" y="167"/>
                  </a:cubicBezTo>
                  <a:cubicBezTo>
                    <a:pt x="27" y="165"/>
                    <a:pt x="30" y="165"/>
                    <a:pt x="33" y="166"/>
                  </a:cubicBezTo>
                  <a:cubicBezTo>
                    <a:pt x="36" y="167"/>
                    <a:pt x="37" y="165"/>
                    <a:pt x="37" y="162"/>
                  </a:cubicBezTo>
                  <a:cubicBezTo>
                    <a:pt x="38" y="160"/>
                    <a:pt x="39" y="163"/>
                    <a:pt x="40" y="164"/>
                  </a:cubicBezTo>
                  <a:cubicBezTo>
                    <a:pt x="41" y="164"/>
                    <a:pt x="44" y="159"/>
                    <a:pt x="45" y="156"/>
                  </a:cubicBezTo>
                  <a:cubicBezTo>
                    <a:pt x="46" y="153"/>
                    <a:pt x="45" y="153"/>
                    <a:pt x="42" y="156"/>
                  </a:cubicBezTo>
                  <a:cubicBezTo>
                    <a:pt x="39" y="160"/>
                    <a:pt x="41" y="153"/>
                    <a:pt x="42" y="151"/>
                  </a:cubicBezTo>
                  <a:cubicBezTo>
                    <a:pt x="43" y="148"/>
                    <a:pt x="43" y="141"/>
                    <a:pt x="43" y="139"/>
                  </a:cubicBezTo>
                  <a:cubicBezTo>
                    <a:pt x="44" y="138"/>
                    <a:pt x="44" y="135"/>
                    <a:pt x="48" y="135"/>
                  </a:cubicBezTo>
                  <a:cubicBezTo>
                    <a:pt x="51" y="134"/>
                    <a:pt x="56" y="130"/>
                    <a:pt x="55" y="128"/>
                  </a:cubicBezTo>
                  <a:cubicBezTo>
                    <a:pt x="54" y="126"/>
                    <a:pt x="60" y="123"/>
                    <a:pt x="60" y="121"/>
                  </a:cubicBezTo>
                  <a:cubicBezTo>
                    <a:pt x="60" y="120"/>
                    <a:pt x="54" y="114"/>
                    <a:pt x="52" y="113"/>
                  </a:cubicBezTo>
                  <a:cubicBezTo>
                    <a:pt x="50" y="112"/>
                    <a:pt x="46" y="113"/>
                    <a:pt x="46" y="111"/>
                  </a:cubicBezTo>
                  <a:cubicBezTo>
                    <a:pt x="47" y="110"/>
                    <a:pt x="46" y="105"/>
                    <a:pt x="45" y="102"/>
                  </a:cubicBezTo>
                  <a:cubicBezTo>
                    <a:pt x="45" y="100"/>
                    <a:pt x="48" y="97"/>
                    <a:pt x="48" y="94"/>
                  </a:cubicBezTo>
                  <a:cubicBezTo>
                    <a:pt x="48" y="92"/>
                    <a:pt x="48" y="89"/>
                    <a:pt x="51" y="88"/>
                  </a:cubicBezTo>
                  <a:cubicBezTo>
                    <a:pt x="53" y="87"/>
                    <a:pt x="51" y="85"/>
                    <a:pt x="54" y="85"/>
                  </a:cubicBezTo>
                  <a:cubicBezTo>
                    <a:pt x="57" y="84"/>
                    <a:pt x="57" y="80"/>
                    <a:pt x="60" y="78"/>
                  </a:cubicBezTo>
                  <a:cubicBezTo>
                    <a:pt x="63" y="77"/>
                    <a:pt x="63" y="76"/>
                    <a:pt x="68" y="74"/>
                  </a:cubicBezTo>
                  <a:cubicBezTo>
                    <a:pt x="72" y="72"/>
                    <a:pt x="79" y="67"/>
                    <a:pt x="80" y="65"/>
                  </a:cubicBezTo>
                  <a:cubicBezTo>
                    <a:pt x="81" y="62"/>
                    <a:pt x="76" y="59"/>
                    <a:pt x="79" y="57"/>
                  </a:cubicBezTo>
                  <a:cubicBezTo>
                    <a:pt x="83" y="54"/>
                    <a:pt x="80" y="51"/>
                    <a:pt x="82" y="50"/>
                  </a:cubicBezTo>
                  <a:cubicBezTo>
                    <a:pt x="85" y="49"/>
                    <a:pt x="86" y="48"/>
                    <a:pt x="87" y="46"/>
                  </a:cubicBezTo>
                  <a:cubicBezTo>
                    <a:pt x="89" y="44"/>
                    <a:pt x="92" y="46"/>
                    <a:pt x="96" y="45"/>
                  </a:cubicBezTo>
                  <a:cubicBezTo>
                    <a:pt x="97" y="45"/>
                    <a:pt x="99" y="45"/>
                    <a:pt x="100" y="46"/>
                  </a:cubicBezTo>
                  <a:cubicBezTo>
                    <a:pt x="100" y="44"/>
                    <a:pt x="100" y="42"/>
                    <a:pt x="99" y="42"/>
                  </a:cubicBezTo>
                  <a:close/>
                  <a:moveTo>
                    <a:pt x="59" y="146"/>
                  </a:moveTo>
                  <a:cubicBezTo>
                    <a:pt x="54" y="146"/>
                    <a:pt x="52" y="155"/>
                    <a:pt x="53" y="157"/>
                  </a:cubicBezTo>
                  <a:cubicBezTo>
                    <a:pt x="54" y="158"/>
                    <a:pt x="63" y="146"/>
                    <a:pt x="59" y="14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140">
              <a:extLst>
                <a:ext uri="{FF2B5EF4-FFF2-40B4-BE49-F238E27FC236}">
                  <a16:creationId xmlns:a16="http://schemas.microsoft.com/office/drawing/2014/main" id="{3FD42A38-928C-41EE-9601-B8486DFBB19E}"/>
                </a:ext>
              </a:extLst>
            </p:cNvPr>
            <p:cNvSpPr>
              <a:spLocks noEditPoints="1"/>
            </p:cNvSpPr>
            <p:nvPr/>
          </p:nvSpPr>
          <p:spPr bwMode="auto">
            <a:xfrm>
              <a:off x="4787901" y="1703388"/>
              <a:ext cx="128588" cy="63500"/>
            </a:xfrm>
            <a:custGeom>
              <a:avLst/>
              <a:gdLst>
                <a:gd name="T0" fmla="*/ 47 w 51"/>
                <a:gd name="T1" fmla="*/ 7 h 25"/>
                <a:gd name="T2" fmla="*/ 49 w 51"/>
                <a:gd name="T3" fmla="*/ 2 h 25"/>
                <a:gd name="T4" fmla="*/ 47 w 51"/>
                <a:gd name="T5" fmla="*/ 3 h 25"/>
                <a:gd name="T6" fmla="*/ 32 w 51"/>
                <a:gd name="T7" fmla="*/ 1 h 25"/>
                <a:gd name="T8" fmla="*/ 17 w 51"/>
                <a:gd name="T9" fmla="*/ 4 h 25"/>
                <a:gd name="T10" fmla="*/ 12 w 51"/>
                <a:gd name="T11" fmla="*/ 9 h 25"/>
                <a:gd name="T12" fmla="*/ 14 w 51"/>
                <a:gd name="T13" fmla="*/ 14 h 25"/>
                <a:gd name="T14" fmla="*/ 19 w 51"/>
                <a:gd name="T15" fmla="*/ 16 h 25"/>
                <a:gd name="T16" fmla="*/ 20 w 51"/>
                <a:gd name="T17" fmla="*/ 20 h 25"/>
                <a:gd name="T18" fmla="*/ 20 w 51"/>
                <a:gd name="T19" fmla="*/ 20 h 25"/>
                <a:gd name="T20" fmla="*/ 29 w 51"/>
                <a:gd name="T21" fmla="*/ 20 h 25"/>
                <a:gd name="T22" fmla="*/ 37 w 51"/>
                <a:gd name="T23" fmla="*/ 24 h 25"/>
                <a:gd name="T24" fmla="*/ 45 w 51"/>
                <a:gd name="T25" fmla="*/ 25 h 25"/>
                <a:gd name="T26" fmla="*/ 45 w 51"/>
                <a:gd name="T27" fmla="*/ 23 h 25"/>
                <a:gd name="T28" fmla="*/ 47 w 51"/>
                <a:gd name="T29" fmla="*/ 20 h 25"/>
                <a:gd name="T30" fmla="*/ 45 w 51"/>
                <a:gd name="T31" fmla="*/ 16 h 25"/>
                <a:gd name="T32" fmla="*/ 45 w 51"/>
                <a:gd name="T33" fmla="*/ 11 h 25"/>
                <a:gd name="T34" fmla="*/ 47 w 51"/>
                <a:gd name="T35" fmla="*/ 7 h 25"/>
                <a:gd name="T36" fmla="*/ 5 w 51"/>
                <a:gd name="T37" fmla="*/ 13 h 25"/>
                <a:gd name="T38" fmla="*/ 2 w 51"/>
                <a:gd name="T39" fmla="*/ 20 h 25"/>
                <a:gd name="T40" fmla="*/ 10 w 51"/>
                <a:gd name="T41" fmla="*/ 14 h 25"/>
                <a:gd name="T42" fmla="*/ 5 w 51"/>
                <a:gd name="T43" fmla="*/ 13 h 25"/>
                <a:gd name="T44" fmla="*/ 9 w 51"/>
                <a:gd name="T45" fmla="*/ 9 h 25"/>
                <a:gd name="T46" fmla="*/ 4 w 51"/>
                <a:gd name="T47" fmla="*/ 10 h 25"/>
                <a:gd name="T48" fmla="*/ 9 w 51"/>
                <a:gd name="T4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1" h="25">
                  <a:moveTo>
                    <a:pt x="47" y="7"/>
                  </a:moveTo>
                  <a:cubicBezTo>
                    <a:pt x="48" y="5"/>
                    <a:pt x="51" y="4"/>
                    <a:pt x="49" y="2"/>
                  </a:cubicBezTo>
                  <a:cubicBezTo>
                    <a:pt x="49" y="2"/>
                    <a:pt x="48" y="2"/>
                    <a:pt x="47" y="3"/>
                  </a:cubicBezTo>
                  <a:cubicBezTo>
                    <a:pt x="44" y="3"/>
                    <a:pt x="36" y="0"/>
                    <a:pt x="32" y="1"/>
                  </a:cubicBezTo>
                  <a:cubicBezTo>
                    <a:pt x="28" y="2"/>
                    <a:pt x="19" y="2"/>
                    <a:pt x="17" y="4"/>
                  </a:cubicBezTo>
                  <a:cubicBezTo>
                    <a:pt x="15" y="6"/>
                    <a:pt x="10" y="7"/>
                    <a:pt x="12" y="9"/>
                  </a:cubicBezTo>
                  <a:cubicBezTo>
                    <a:pt x="14" y="10"/>
                    <a:pt x="12" y="11"/>
                    <a:pt x="14" y="14"/>
                  </a:cubicBezTo>
                  <a:cubicBezTo>
                    <a:pt x="15" y="16"/>
                    <a:pt x="16" y="17"/>
                    <a:pt x="19" y="16"/>
                  </a:cubicBezTo>
                  <a:cubicBezTo>
                    <a:pt x="21" y="16"/>
                    <a:pt x="23" y="17"/>
                    <a:pt x="20" y="20"/>
                  </a:cubicBezTo>
                  <a:cubicBezTo>
                    <a:pt x="20" y="20"/>
                    <a:pt x="20" y="20"/>
                    <a:pt x="20" y="20"/>
                  </a:cubicBezTo>
                  <a:cubicBezTo>
                    <a:pt x="24" y="19"/>
                    <a:pt x="28" y="19"/>
                    <a:pt x="29" y="20"/>
                  </a:cubicBezTo>
                  <a:cubicBezTo>
                    <a:pt x="30" y="20"/>
                    <a:pt x="35" y="25"/>
                    <a:pt x="37" y="24"/>
                  </a:cubicBezTo>
                  <a:cubicBezTo>
                    <a:pt x="38" y="24"/>
                    <a:pt x="42" y="25"/>
                    <a:pt x="45" y="25"/>
                  </a:cubicBezTo>
                  <a:cubicBezTo>
                    <a:pt x="44" y="24"/>
                    <a:pt x="44" y="23"/>
                    <a:pt x="45" y="23"/>
                  </a:cubicBezTo>
                  <a:cubicBezTo>
                    <a:pt x="46" y="22"/>
                    <a:pt x="48" y="22"/>
                    <a:pt x="47" y="20"/>
                  </a:cubicBezTo>
                  <a:cubicBezTo>
                    <a:pt x="46" y="18"/>
                    <a:pt x="45" y="18"/>
                    <a:pt x="45" y="16"/>
                  </a:cubicBezTo>
                  <a:cubicBezTo>
                    <a:pt x="45" y="14"/>
                    <a:pt x="44" y="13"/>
                    <a:pt x="45" y="11"/>
                  </a:cubicBezTo>
                  <a:cubicBezTo>
                    <a:pt x="45" y="10"/>
                    <a:pt x="46" y="9"/>
                    <a:pt x="47" y="7"/>
                  </a:cubicBezTo>
                  <a:close/>
                  <a:moveTo>
                    <a:pt x="5" y="13"/>
                  </a:moveTo>
                  <a:cubicBezTo>
                    <a:pt x="1" y="14"/>
                    <a:pt x="0" y="20"/>
                    <a:pt x="2" y="20"/>
                  </a:cubicBezTo>
                  <a:cubicBezTo>
                    <a:pt x="4" y="20"/>
                    <a:pt x="9" y="16"/>
                    <a:pt x="10" y="14"/>
                  </a:cubicBezTo>
                  <a:cubicBezTo>
                    <a:pt x="12" y="13"/>
                    <a:pt x="10" y="12"/>
                    <a:pt x="5" y="13"/>
                  </a:cubicBezTo>
                  <a:close/>
                  <a:moveTo>
                    <a:pt x="9" y="9"/>
                  </a:moveTo>
                  <a:cubicBezTo>
                    <a:pt x="10" y="8"/>
                    <a:pt x="2" y="8"/>
                    <a:pt x="4" y="10"/>
                  </a:cubicBezTo>
                  <a:cubicBezTo>
                    <a:pt x="5" y="11"/>
                    <a:pt x="8" y="11"/>
                    <a:pt x="9" y="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141">
              <a:extLst>
                <a:ext uri="{FF2B5EF4-FFF2-40B4-BE49-F238E27FC236}">
                  <a16:creationId xmlns:a16="http://schemas.microsoft.com/office/drawing/2014/main" id="{DB4BAED7-F6DA-42EB-ADCC-E580D6139586}"/>
                </a:ext>
              </a:extLst>
            </p:cNvPr>
            <p:cNvSpPr>
              <a:spLocks/>
            </p:cNvSpPr>
            <p:nvPr/>
          </p:nvSpPr>
          <p:spPr bwMode="auto">
            <a:xfrm>
              <a:off x="5022851" y="2994025"/>
              <a:ext cx="161925" cy="196850"/>
            </a:xfrm>
            <a:custGeom>
              <a:avLst/>
              <a:gdLst>
                <a:gd name="T0" fmla="*/ 58 w 65"/>
                <a:gd name="T1" fmla="*/ 18 h 78"/>
                <a:gd name="T2" fmla="*/ 61 w 65"/>
                <a:gd name="T3" fmla="*/ 12 h 78"/>
                <a:gd name="T4" fmla="*/ 65 w 65"/>
                <a:gd name="T5" fmla="*/ 6 h 78"/>
                <a:gd name="T6" fmla="*/ 61 w 65"/>
                <a:gd name="T7" fmla="*/ 7 h 78"/>
                <a:gd name="T8" fmla="*/ 57 w 65"/>
                <a:gd name="T9" fmla="*/ 6 h 78"/>
                <a:gd name="T10" fmla="*/ 50 w 65"/>
                <a:gd name="T11" fmla="*/ 7 h 78"/>
                <a:gd name="T12" fmla="*/ 45 w 65"/>
                <a:gd name="T13" fmla="*/ 12 h 78"/>
                <a:gd name="T14" fmla="*/ 36 w 65"/>
                <a:gd name="T15" fmla="*/ 10 h 78"/>
                <a:gd name="T16" fmla="*/ 26 w 65"/>
                <a:gd name="T17" fmla="*/ 5 h 78"/>
                <a:gd name="T18" fmla="*/ 18 w 65"/>
                <a:gd name="T19" fmla="*/ 3 h 78"/>
                <a:gd name="T20" fmla="*/ 14 w 65"/>
                <a:gd name="T21" fmla="*/ 1 h 78"/>
                <a:gd name="T22" fmla="*/ 9 w 65"/>
                <a:gd name="T23" fmla="*/ 0 h 78"/>
                <a:gd name="T24" fmla="*/ 2 w 65"/>
                <a:gd name="T25" fmla="*/ 4 h 78"/>
                <a:gd name="T26" fmla="*/ 1 w 65"/>
                <a:gd name="T27" fmla="*/ 6 h 78"/>
                <a:gd name="T28" fmla="*/ 5 w 65"/>
                <a:gd name="T29" fmla="*/ 9 h 78"/>
                <a:gd name="T30" fmla="*/ 6 w 65"/>
                <a:gd name="T31" fmla="*/ 15 h 78"/>
                <a:gd name="T32" fmla="*/ 9 w 65"/>
                <a:gd name="T33" fmla="*/ 18 h 78"/>
                <a:gd name="T34" fmla="*/ 9 w 65"/>
                <a:gd name="T35" fmla="*/ 24 h 78"/>
                <a:gd name="T36" fmla="*/ 3 w 65"/>
                <a:gd name="T37" fmla="*/ 34 h 78"/>
                <a:gd name="T38" fmla="*/ 1 w 65"/>
                <a:gd name="T39" fmla="*/ 39 h 78"/>
                <a:gd name="T40" fmla="*/ 6 w 65"/>
                <a:gd name="T41" fmla="*/ 42 h 78"/>
                <a:gd name="T42" fmla="*/ 1 w 65"/>
                <a:gd name="T43" fmla="*/ 47 h 78"/>
                <a:gd name="T44" fmla="*/ 0 w 65"/>
                <a:gd name="T45" fmla="*/ 48 h 78"/>
                <a:gd name="T46" fmla="*/ 31 w 65"/>
                <a:gd name="T47" fmla="*/ 64 h 78"/>
                <a:gd name="T48" fmla="*/ 30 w 65"/>
                <a:gd name="T49" fmla="*/ 69 h 78"/>
                <a:gd name="T50" fmla="*/ 44 w 65"/>
                <a:gd name="T51" fmla="*/ 78 h 78"/>
                <a:gd name="T52" fmla="*/ 52 w 65"/>
                <a:gd name="T53" fmla="*/ 61 h 78"/>
                <a:gd name="T54" fmla="*/ 57 w 65"/>
                <a:gd name="T55" fmla="*/ 57 h 78"/>
                <a:gd name="T56" fmla="*/ 61 w 65"/>
                <a:gd name="T57" fmla="*/ 54 h 78"/>
                <a:gd name="T58" fmla="*/ 62 w 65"/>
                <a:gd name="T59" fmla="*/ 53 h 78"/>
                <a:gd name="T60" fmla="*/ 58 w 65"/>
                <a:gd name="T61" fmla="*/ 47 h 78"/>
                <a:gd name="T62" fmla="*/ 58 w 65"/>
                <a:gd name="T63" fmla="*/ 1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5" h="78">
                  <a:moveTo>
                    <a:pt x="58" y="18"/>
                  </a:moveTo>
                  <a:cubicBezTo>
                    <a:pt x="61" y="12"/>
                    <a:pt x="61" y="12"/>
                    <a:pt x="61" y="12"/>
                  </a:cubicBezTo>
                  <a:cubicBezTo>
                    <a:pt x="65" y="6"/>
                    <a:pt x="65" y="6"/>
                    <a:pt x="65" y="6"/>
                  </a:cubicBezTo>
                  <a:cubicBezTo>
                    <a:pt x="63" y="7"/>
                    <a:pt x="62" y="7"/>
                    <a:pt x="61" y="7"/>
                  </a:cubicBezTo>
                  <a:cubicBezTo>
                    <a:pt x="60" y="8"/>
                    <a:pt x="58" y="7"/>
                    <a:pt x="57" y="6"/>
                  </a:cubicBezTo>
                  <a:cubicBezTo>
                    <a:pt x="57" y="5"/>
                    <a:pt x="53" y="6"/>
                    <a:pt x="50" y="7"/>
                  </a:cubicBezTo>
                  <a:cubicBezTo>
                    <a:pt x="47" y="9"/>
                    <a:pt x="46" y="12"/>
                    <a:pt x="45" y="12"/>
                  </a:cubicBezTo>
                  <a:cubicBezTo>
                    <a:pt x="44" y="11"/>
                    <a:pt x="37" y="10"/>
                    <a:pt x="36" y="10"/>
                  </a:cubicBezTo>
                  <a:cubicBezTo>
                    <a:pt x="34" y="10"/>
                    <a:pt x="28" y="6"/>
                    <a:pt x="26" y="5"/>
                  </a:cubicBezTo>
                  <a:cubicBezTo>
                    <a:pt x="25" y="3"/>
                    <a:pt x="19" y="4"/>
                    <a:pt x="18" y="3"/>
                  </a:cubicBezTo>
                  <a:cubicBezTo>
                    <a:pt x="17" y="2"/>
                    <a:pt x="14" y="2"/>
                    <a:pt x="14" y="1"/>
                  </a:cubicBezTo>
                  <a:cubicBezTo>
                    <a:pt x="13" y="0"/>
                    <a:pt x="11" y="0"/>
                    <a:pt x="9" y="0"/>
                  </a:cubicBezTo>
                  <a:cubicBezTo>
                    <a:pt x="7" y="0"/>
                    <a:pt x="3" y="3"/>
                    <a:pt x="2" y="4"/>
                  </a:cubicBezTo>
                  <a:cubicBezTo>
                    <a:pt x="2" y="5"/>
                    <a:pt x="2" y="5"/>
                    <a:pt x="1" y="6"/>
                  </a:cubicBezTo>
                  <a:cubicBezTo>
                    <a:pt x="5" y="9"/>
                    <a:pt x="5" y="9"/>
                    <a:pt x="5" y="9"/>
                  </a:cubicBezTo>
                  <a:cubicBezTo>
                    <a:pt x="6" y="15"/>
                    <a:pt x="6" y="15"/>
                    <a:pt x="6" y="15"/>
                  </a:cubicBezTo>
                  <a:cubicBezTo>
                    <a:pt x="9" y="18"/>
                    <a:pt x="9" y="18"/>
                    <a:pt x="9" y="18"/>
                  </a:cubicBezTo>
                  <a:cubicBezTo>
                    <a:pt x="9" y="18"/>
                    <a:pt x="9" y="21"/>
                    <a:pt x="9" y="24"/>
                  </a:cubicBezTo>
                  <a:cubicBezTo>
                    <a:pt x="8" y="28"/>
                    <a:pt x="5" y="32"/>
                    <a:pt x="3" y="34"/>
                  </a:cubicBezTo>
                  <a:cubicBezTo>
                    <a:pt x="3" y="34"/>
                    <a:pt x="2" y="36"/>
                    <a:pt x="1" y="39"/>
                  </a:cubicBezTo>
                  <a:cubicBezTo>
                    <a:pt x="4" y="40"/>
                    <a:pt x="6" y="41"/>
                    <a:pt x="6" y="42"/>
                  </a:cubicBezTo>
                  <a:cubicBezTo>
                    <a:pt x="6" y="44"/>
                    <a:pt x="1" y="43"/>
                    <a:pt x="1" y="47"/>
                  </a:cubicBezTo>
                  <a:cubicBezTo>
                    <a:pt x="1" y="47"/>
                    <a:pt x="1" y="47"/>
                    <a:pt x="0" y="48"/>
                  </a:cubicBezTo>
                  <a:cubicBezTo>
                    <a:pt x="31" y="64"/>
                    <a:pt x="31" y="64"/>
                    <a:pt x="31" y="64"/>
                  </a:cubicBezTo>
                  <a:cubicBezTo>
                    <a:pt x="30" y="69"/>
                    <a:pt x="30" y="69"/>
                    <a:pt x="30" y="69"/>
                  </a:cubicBezTo>
                  <a:cubicBezTo>
                    <a:pt x="30" y="69"/>
                    <a:pt x="37" y="74"/>
                    <a:pt x="44" y="78"/>
                  </a:cubicBezTo>
                  <a:cubicBezTo>
                    <a:pt x="47" y="71"/>
                    <a:pt x="51" y="62"/>
                    <a:pt x="52" y="61"/>
                  </a:cubicBezTo>
                  <a:cubicBezTo>
                    <a:pt x="54" y="58"/>
                    <a:pt x="55" y="59"/>
                    <a:pt x="57" y="57"/>
                  </a:cubicBezTo>
                  <a:cubicBezTo>
                    <a:pt x="58" y="55"/>
                    <a:pt x="59" y="58"/>
                    <a:pt x="61" y="54"/>
                  </a:cubicBezTo>
                  <a:cubicBezTo>
                    <a:pt x="62" y="54"/>
                    <a:pt x="62" y="53"/>
                    <a:pt x="62" y="53"/>
                  </a:cubicBezTo>
                  <a:cubicBezTo>
                    <a:pt x="58" y="47"/>
                    <a:pt x="58" y="47"/>
                    <a:pt x="58" y="47"/>
                  </a:cubicBezTo>
                  <a:lnTo>
                    <a:pt x="58" y="18"/>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1" name="Freeform 142">
              <a:extLst>
                <a:ext uri="{FF2B5EF4-FFF2-40B4-BE49-F238E27FC236}">
                  <a16:creationId xmlns:a16="http://schemas.microsoft.com/office/drawing/2014/main" id="{595311FB-7E67-4257-9BE7-F789B37B3111}"/>
                </a:ext>
              </a:extLst>
            </p:cNvPr>
            <p:cNvSpPr>
              <a:spLocks/>
            </p:cNvSpPr>
            <p:nvPr/>
          </p:nvSpPr>
          <p:spPr bwMode="auto">
            <a:xfrm>
              <a:off x="4933951" y="3009900"/>
              <a:ext cx="111125" cy="112713"/>
            </a:xfrm>
            <a:custGeom>
              <a:avLst/>
              <a:gdLst>
                <a:gd name="T0" fmla="*/ 41 w 44"/>
                <a:gd name="T1" fmla="*/ 9 h 45"/>
                <a:gd name="T2" fmla="*/ 40 w 44"/>
                <a:gd name="T3" fmla="*/ 3 h 45"/>
                <a:gd name="T4" fmla="*/ 36 w 44"/>
                <a:gd name="T5" fmla="*/ 0 h 45"/>
                <a:gd name="T6" fmla="*/ 34 w 44"/>
                <a:gd name="T7" fmla="*/ 2 h 45"/>
                <a:gd name="T8" fmla="*/ 29 w 44"/>
                <a:gd name="T9" fmla="*/ 3 h 45"/>
                <a:gd name="T10" fmla="*/ 23 w 44"/>
                <a:gd name="T11" fmla="*/ 5 h 45"/>
                <a:gd name="T12" fmla="*/ 18 w 44"/>
                <a:gd name="T13" fmla="*/ 3 h 45"/>
                <a:gd name="T14" fmla="*/ 12 w 44"/>
                <a:gd name="T15" fmla="*/ 5 h 45"/>
                <a:gd name="T16" fmla="*/ 11 w 44"/>
                <a:gd name="T17" fmla="*/ 12 h 45"/>
                <a:gd name="T18" fmla="*/ 14 w 44"/>
                <a:gd name="T19" fmla="*/ 16 h 45"/>
                <a:gd name="T20" fmla="*/ 11 w 44"/>
                <a:gd name="T21" fmla="*/ 20 h 45"/>
                <a:gd name="T22" fmla="*/ 8 w 44"/>
                <a:gd name="T23" fmla="*/ 22 h 45"/>
                <a:gd name="T24" fmla="*/ 5 w 44"/>
                <a:gd name="T25" fmla="*/ 26 h 45"/>
                <a:gd name="T26" fmla="*/ 3 w 44"/>
                <a:gd name="T27" fmla="*/ 32 h 45"/>
                <a:gd name="T28" fmla="*/ 1 w 44"/>
                <a:gd name="T29" fmla="*/ 39 h 45"/>
                <a:gd name="T30" fmla="*/ 0 w 44"/>
                <a:gd name="T31" fmla="*/ 45 h 45"/>
                <a:gd name="T32" fmla="*/ 4 w 44"/>
                <a:gd name="T33" fmla="*/ 44 h 45"/>
                <a:gd name="T34" fmla="*/ 12 w 44"/>
                <a:gd name="T35" fmla="*/ 42 h 45"/>
                <a:gd name="T36" fmla="*/ 19 w 44"/>
                <a:gd name="T37" fmla="*/ 41 h 45"/>
                <a:gd name="T38" fmla="*/ 25 w 44"/>
                <a:gd name="T39" fmla="*/ 32 h 45"/>
                <a:gd name="T40" fmla="*/ 36 w 44"/>
                <a:gd name="T41" fmla="*/ 33 h 45"/>
                <a:gd name="T42" fmla="*/ 38 w 44"/>
                <a:gd name="T43" fmla="*/ 28 h 45"/>
                <a:gd name="T44" fmla="*/ 44 w 44"/>
                <a:gd name="T45" fmla="*/ 18 h 45"/>
                <a:gd name="T46" fmla="*/ 44 w 44"/>
                <a:gd name="T47" fmla="*/ 12 h 45"/>
                <a:gd name="T48" fmla="*/ 41 w 44"/>
                <a:gd name="T49" fmla="*/ 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 h="45">
                  <a:moveTo>
                    <a:pt x="41" y="9"/>
                  </a:moveTo>
                  <a:cubicBezTo>
                    <a:pt x="40" y="3"/>
                    <a:pt x="40" y="3"/>
                    <a:pt x="40" y="3"/>
                  </a:cubicBezTo>
                  <a:cubicBezTo>
                    <a:pt x="36" y="0"/>
                    <a:pt x="36" y="0"/>
                    <a:pt x="36" y="0"/>
                  </a:cubicBezTo>
                  <a:cubicBezTo>
                    <a:pt x="35" y="1"/>
                    <a:pt x="34" y="1"/>
                    <a:pt x="34" y="2"/>
                  </a:cubicBezTo>
                  <a:cubicBezTo>
                    <a:pt x="33" y="4"/>
                    <a:pt x="30" y="3"/>
                    <a:pt x="29" y="3"/>
                  </a:cubicBezTo>
                  <a:cubicBezTo>
                    <a:pt x="27" y="2"/>
                    <a:pt x="23" y="4"/>
                    <a:pt x="23" y="5"/>
                  </a:cubicBezTo>
                  <a:cubicBezTo>
                    <a:pt x="22" y="6"/>
                    <a:pt x="19" y="3"/>
                    <a:pt x="18" y="3"/>
                  </a:cubicBezTo>
                  <a:cubicBezTo>
                    <a:pt x="16" y="3"/>
                    <a:pt x="12" y="5"/>
                    <a:pt x="12" y="5"/>
                  </a:cubicBezTo>
                  <a:cubicBezTo>
                    <a:pt x="12" y="5"/>
                    <a:pt x="11" y="10"/>
                    <a:pt x="11" y="12"/>
                  </a:cubicBezTo>
                  <a:cubicBezTo>
                    <a:pt x="11" y="14"/>
                    <a:pt x="14" y="14"/>
                    <a:pt x="14" y="16"/>
                  </a:cubicBezTo>
                  <a:cubicBezTo>
                    <a:pt x="14" y="17"/>
                    <a:pt x="11" y="19"/>
                    <a:pt x="11" y="20"/>
                  </a:cubicBezTo>
                  <a:cubicBezTo>
                    <a:pt x="11" y="21"/>
                    <a:pt x="10" y="21"/>
                    <a:pt x="8" y="22"/>
                  </a:cubicBezTo>
                  <a:cubicBezTo>
                    <a:pt x="6" y="22"/>
                    <a:pt x="6" y="25"/>
                    <a:pt x="5" y="26"/>
                  </a:cubicBezTo>
                  <a:cubicBezTo>
                    <a:pt x="3" y="27"/>
                    <a:pt x="4" y="30"/>
                    <a:pt x="3" y="32"/>
                  </a:cubicBezTo>
                  <a:cubicBezTo>
                    <a:pt x="2" y="34"/>
                    <a:pt x="1" y="37"/>
                    <a:pt x="1" y="39"/>
                  </a:cubicBezTo>
                  <a:cubicBezTo>
                    <a:pt x="1" y="41"/>
                    <a:pt x="1" y="44"/>
                    <a:pt x="0" y="45"/>
                  </a:cubicBezTo>
                  <a:cubicBezTo>
                    <a:pt x="2" y="45"/>
                    <a:pt x="3" y="45"/>
                    <a:pt x="4" y="44"/>
                  </a:cubicBezTo>
                  <a:cubicBezTo>
                    <a:pt x="6" y="43"/>
                    <a:pt x="12" y="42"/>
                    <a:pt x="12" y="42"/>
                  </a:cubicBezTo>
                  <a:cubicBezTo>
                    <a:pt x="19" y="41"/>
                    <a:pt x="19" y="41"/>
                    <a:pt x="19" y="41"/>
                  </a:cubicBezTo>
                  <a:cubicBezTo>
                    <a:pt x="21" y="37"/>
                    <a:pt x="23" y="33"/>
                    <a:pt x="25" y="32"/>
                  </a:cubicBezTo>
                  <a:cubicBezTo>
                    <a:pt x="28" y="32"/>
                    <a:pt x="33" y="32"/>
                    <a:pt x="36" y="33"/>
                  </a:cubicBezTo>
                  <a:cubicBezTo>
                    <a:pt x="37" y="30"/>
                    <a:pt x="38" y="28"/>
                    <a:pt x="38" y="28"/>
                  </a:cubicBezTo>
                  <a:cubicBezTo>
                    <a:pt x="40" y="26"/>
                    <a:pt x="43" y="22"/>
                    <a:pt x="44" y="18"/>
                  </a:cubicBezTo>
                  <a:cubicBezTo>
                    <a:pt x="44" y="15"/>
                    <a:pt x="44" y="12"/>
                    <a:pt x="44" y="12"/>
                  </a:cubicBezTo>
                  <a:lnTo>
                    <a:pt x="41" y="9"/>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143">
              <a:extLst>
                <a:ext uri="{FF2B5EF4-FFF2-40B4-BE49-F238E27FC236}">
                  <a16:creationId xmlns:a16="http://schemas.microsoft.com/office/drawing/2014/main" id="{8A5385D3-6FD6-4B48-B713-03131C6E8B45}"/>
                </a:ext>
              </a:extLst>
            </p:cNvPr>
            <p:cNvSpPr>
              <a:spLocks/>
            </p:cNvSpPr>
            <p:nvPr/>
          </p:nvSpPr>
          <p:spPr bwMode="auto">
            <a:xfrm>
              <a:off x="5480051" y="2095500"/>
              <a:ext cx="357188" cy="209550"/>
            </a:xfrm>
            <a:custGeom>
              <a:avLst/>
              <a:gdLst>
                <a:gd name="T0" fmla="*/ 138 w 142"/>
                <a:gd name="T1" fmla="*/ 47 h 83"/>
                <a:gd name="T2" fmla="*/ 127 w 142"/>
                <a:gd name="T3" fmla="*/ 42 h 83"/>
                <a:gd name="T4" fmla="*/ 121 w 142"/>
                <a:gd name="T5" fmla="*/ 42 h 83"/>
                <a:gd name="T6" fmla="*/ 113 w 142"/>
                <a:gd name="T7" fmla="*/ 40 h 83"/>
                <a:gd name="T8" fmla="*/ 105 w 142"/>
                <a:gd name="T9" fmla="*/ 46 h 83"/>
                <a:gd name="T10" fmla="*/ 101 w 142"/>
                <a:gd name="T11" fmla="*/ 47 h 83"/>
                <a:gd name="T12" fmla="*/ 94 w 142"/>
                <a:gd name="T13" fmla="*/ 43 h 83"/>
                <a:gd name="T14" fmla="*/ 87 w 142"/>
                <a:gd name="T15" fmla="*/ 41 h 83"/>
                <a:gd name="T16" fmla="*/ 83 w 142"/>
                <a:gd name="T17" fmla="*/ 33 h 83"/>
                <a:gd name="T18" fmla="*/ 81 w 142"/>
                <a:gd name="T19" fmla="*/ 25 h 83"/>
                <a:gd name="T20" fmla="*/ 75 w 142"/>
                <a:gd name="T21" fmla="*/ 21 h 83"/>
                <a:gd name="T22" fmla="*/ 59 w 142"/>
                <a:gd name="T23" fmla="*/ 20 h 83"/>
                <a:gd name="T24" fmla="*/ 48 w 142"/>
                <a:gd name="T25" fmla="*/ 21 h 83"/>
                <a:gd name="T26" fmla="*/ 39 w 142"/>
                <a:gd name="T27" fmla="*/ 10 h 83"/>
                <a:gd name="T28" fmla="*/ 36 w 142"/>
                <a:gd name="T29" fmla="*/ 14 h 83"/>
                <a:gd name="T30" fmla="*/ 27 w 142"/>
                <a:gd name="T31" fmla="*/ 12 h 83"/>
                <a:gd name="T32" fmla="*/ 26 w 142"/>
                <a:gd name="T33" fmla="*/ 1 h 83"/>
                <a:gd name="T34" fmla="*/ 22 w 142"/>
                <a:gd name="T35" fmla="*/ 13 h 83"/>
                <a:gd name="T36" fmla="*/ 21 w 142"/>
                <a:gd name="T37" fmla="*/ 0 h 83"/>
                <a:gd name="T38" fmla="*/ 1 w 142"/>
                <a:gd name="T39" fmla="*/ 5 h 83"/>
                <a:gd name="T40" fmla="*/ 0 w 142"/>
                <a:gd name="T41" fmla="*/ 41 h 83"/>
                <a:gd name="T42" fmla="*/ 0 w 142"/>
                <a:gd name="T43" fmla="*/ 41 h 83"/>
                <a:gd name="T44" fmla="*/ 5 w 142"/>
                <a:gd name="T45" fmla="*/ 42 h 83"/>
                <a:gd name="T46" fmla="*/ 8 w 142"/>
                <a:gd name="T47" fmla="*/ 39 h 83"/>
                <a:gd name="T48" fmla="*/ 14 w 142"/>
                <a:gd name="T49" fmla="*/ 34 h 83"/>
                <a:gd name="T50" fmla="*/ 17 w 142"/>
                <a:gd name="T51" fmla="*/ 31 h 83"/>
                <a:gd name="T52" fmla="*/ 20 w 142"/>
                <a:gd name="T53" fmla="*/ 30 h 83"/>
                <a:gd name="T54" fmla="*/ 26 w 142"/>
                <a:gd name="T55" fmla="*/ 31 h 83"/>
                <a:gd name="T56" fmla="*/ 32 w 142"/>
                <a:gd name="T57" fmla="*/ 33 h 83"/>
                <a:gd name="T58" fmla="*/ 35 w 142"/>
                <a:gd name="T59" fmla="*/ 42 h 83"/>
                <a:gd name="T60" fmla="*/ 47 w 142"/>
                <a:gd name="T61" fmla="*/ 43 h 83"/>
                <a:gd name="T62" fmla="*/ 50 w 142"/>
                <a:gd name="T63" fmla="*/ 48 h 83"/>
                <a:gd name="T64" fmla="*/ 54 w 142"/>
                <a:gd name="T65" fmla="*/ 55 h 83"/>
                <a:gd name="T66" fmla="*/ 62 w 142"/>
                <a:gd name="T67" fmla="*/ 61 h 83"/>
                <a:gd name="T68" fmla="*/ 71 w 142"/>
                <a:gd name="T69" fmla="*/ 66 h 83"/>
                <a:gd name="T70" fmla="*/ 79 w 142"/>
                <a:gd name="T71" fmla="*/ 72 h 83"/>
                <a:gd name="T72" fmla="*/ 86 w 142"/>
                <a:gd name="T73" fmla="*/ 74 h 83"/>
                <a:gd name="T74" fmla="*/ 87 w 142"/>
                <a:gd name="T75" fmla="*/ 80 h 83"/>
                <a:gd name="T76" fmla="*/ 88 w 142"/>
                <a:gd name="T77" fmla="*/ 79 h 83"/>
                <a:gd name="T78" fmla="*/ 94 w 142"/>
                <a:gd name="T79" fmla="*/ 82 h 83"/>
                <a:gd name="T80" fmla="*/ 98 w 142"/>
                <a:gd name="T81" fmla="*/ 83 h 83"/>
                <a:gd name="T82" fmla="*/ 101 w 142"/>
                <a:gd name="T83" fmla="*/ 75 h 83"/>
                <a:gd name="T84" fmla="*/ 100 w 142"/>
                <a:gd name="T85" fmla="*/ 68 h 83"/>
                <a:gd name="T86" fmla="*/ 95 w 142"/>
                <a:gd name="T87" fmla="*/ 61 h 83"/>
                <a:gd name="T88" fmla="*/ 103 w 142"/>
                <a:gd name="T89" fmla="*/ 59 h 83"/>
                <a:gd name="T90" fmla="*/ 105 w 142"/>
                <a:gd name="T91" fmla="*/ 54 h 83"/>
                <a:gd name="T92" fmla="*/ 109 w 142"/>
                <a:gd name="T93" fmla="*/ 50 h 83"/>
                <a:gd name="T94" fmla="*/ 115 w 142"/>
                <a:gd name="T95" fmla="*/ 48 h 83"/>
                <a:gd name="T96" fmla="*/ 121 w 142"/>
                <a:gd name="T97" fmla="*/ 47 h 83"/>
                <a:gd name="T98" fmla="*/ 118 w 142"/>
                <a:gd name="T99" fmla="*/ 54 h 83"/>
                <a:gd name="T100" fmla="*/ 127 w 142"/>
                <a:gd name="T101" fmla="*/ 52 h 83"/>
                <a:gd name="T102" fmla="*/ 135 w 142"/>
                <a:gd name="T103" fmla="*/ 51 h 83"/>
                <a:gd name="T104" fmla="*/ 138 w 142"/>
                <a:gd name="T105"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2" h="83">
                  <a:moveTo>
                    <a:pt x="138" y="47"/>
                  </a:moveTo>
                  <a:cubicBezTo>
                    <a:pt x="134" y="44"/>
                    <a:pt x="128" y="40"/>
                    <a:pt x="127" y="42"/>
                  </a:cubicBezTo>
                  <a:cubicBezTo>
                    <a:pt x="127" y="44"/>
                    <a:pt x="122" y="44"/>
                    <a:pt x="121" y="42"/>
                  </a:cubicBezTo>
                  <a:cubicBezTo>
                    <a:pt x="119" y="40"/>
                    <a:pt x="118" y="38"/>
                    <a:pt x="113" y="40"/>
                  </a:cubicBezTo>
                  <a:cubicBezTo>
                    <a:pt x="108" y="42"/>
                    <a:pt x="105" y="44"/>
                    <a:pt x="105" y="46"/>
                  </a:cubicBezTo>
                  <a:cubicBezTo>
                    <a:pt x="105" y="48"/>
                    <a:pt x="101" y="50"/>
                    <a:pt x="101" y="47"/>
                  </a:cubicBezTo>
                  <a:cubicBezTo>
                    <a:pt x="101" y="45"/>
                    <a:pt x="97" y="44"/>
                    <a:pt x="94" y="43"/>
                  </a:cubicBezTo>
                  <a:cubicBezTo>
                    <a:pt x="92" y="43"/>
                    <a:pt x="88" y="44"/>
                    <a:pt x="87" y="41"/>
                  </a:cubicBezTo>
                  <a:cubicBezTo>
                    <a:pt x="87" y="39"/>
                    <a:pt x="83" y="36"/>
                    <a:pt x="83" y="33"/>
                  </a:cubicBezTo>
                  <a:cubicBezTo>
                    <a:pt x="83" y="30"/>
                    <a:pt x="84" y="26"/>
                    <a:pt x="81" y="25"/>
                  </a:cubicBezTo>
                  <a:cubicBezTo>
                    <a:pt x="79" y="25"/>
                    <a:pt x="77" y="21"/>
                    <a:pt x="75" y="21"/>
                  </a:cubicBezTo>
                  <a:cubicBezTo>
                    <a:pt x="73" y="21"/>
                    <a:pt x="60" y="21"/>
                    <a:pt x="59" y="20"/>
                  </a:cubicBezTo>
                  <a:cubicBezTo>
                    <a:pt x="57" y="19"/>
                    <a:pt x="49" y="23"/>
                    <a:pt x="48" y="21"/>
                  </a:cubicBezTo>
                  <a:cubicBezTo>
                    <a:pt x="48" y="19"/>
                    <a:pt x="42" y="13"/>
                    <a:pt x="39" y="10"/>
                  </a:cubicBezTo>
                  <a:cubicBezTo>
                    <a:pt x="38" y="12"/>
                    <a:pt x="38" y="13"/>
                    <a:pt x="36" y="14"/>
                  </a:cubicBezTo>
                  <a:cubicBezTo>
                    <a:pt x="30" y="18"/>
                    <a:pt x="25" y="17"/>
                    <a:pt x="27" y="12"/>
                  </a:cubicBezTo>
                  <a:cubicBezTo>
                    <a:pt x="28" y="7"/>
                    <a:pt x="29" y="1"/>
                    <a:pt x="26" y="1"/>
                  </a:cubicBezTo>
                  <a:cubicBezTo>
                    <a:pt x="23" y="1"/>
                    <a:pt x="25" y="12"/>
                    <a:pt x="22" y="13"/>
                  </a:cubicBezTo>
                  <a:cubicBezTo>
                    <a:pt x="20" y="13"/>
                    <a:pt x="19" y="5"/>
                    <a:pt x="21" y="0"/>
                  </a:cubicBezTo>
                  <a:cubicBezTo>
                    <a:pt x="1" y="5"/>
                    <a:pt x="1" y="5"/>
                    <a:pt x="1" y="5"/>
                  </a:cubicBezTo>
                  <a:cubicBezTo>
                    <a:pt x="0" y="41"/>
                    <a:pt x="0" y="41"/>
                    <a:pt x="0" y="41"/>
                  </a:cubicBezTo>
                  <a:cubicBezTo>
                    <a:pt x="0" y="41"/>
                    <a:pt x="0" y="41"/>
                    <a:pt x="0" y="41"/>
                  </a:cubicBezTo>
                  <a:cubicBezTo>
                    <a:pt x="2" y="42"/>
                    <a:pt x="4" y="42"/>
                    <a:pt x="5" y="42"/>
                  </a:cubicBezTo>
                  <a:cubicBezTo>
                    <a:pt x="8" y="43"/>
                    <a:pt x="8" y="40"/>
                    <a:pt x="8" y="39"/>
                  </a:cubicBezTo>
                  <a:cubicBezTo>
                    <a:pt x="8" y="37"/>
                    <a:pt x="12" y="34"/>
                    <a:pt x="14" y="34"/>
                  </a:cubicBezTo>
                  <a:cubicBezTo>
                    <a:pt x="16" y="35"/>
                    <a:pt x="16" y="31"/>
                    <a:pt x="17" y="31"/>
                  </a:cubicBezTo>
                  <a:cubicBezTo>
                    <a:pt x="18" y="31"/>
                    <a:pt x="19" y="31"/>
                    <a:pt x="20" y="30"/>
                  </a:cubicBezTo>
                  <a:cubicBezTo>
                    <a:pt x="21" y="28"/>
                    <a:pt x="25" y="30"/>
                    <a:pt x="26" y="31"/>
                  </a:cubicBezTo>
                  <a:cubicBezTo>
                    <a:pt x="27" y="32"/>
                    <a:pt x="30" y="33"/>
                    <a:pt x="32" y="33"/>
                  </a:cubicBezTo>
                  <a:cubicBezTo>
                    <a:pt x="34" y="34"/>
                    <a:pt x="35" y="40"/>
                    <a:pt x="35" y="42"/>
                  </a:cubicBezTo>
                  <a:cubicBezTo>
                    <a:pt x="35" y="43"/>
                    <a:pt x="45" y="43"/>
                    <a:pt x="47" y="43"/>
                  </a:cubicBezTo>
                  <a:cubicBezTo>
                    <a:pt x="48" y="43"/>
                    <a:pt x="48" y="46"/>
                    <a:pt x="50" y="48"/>
                  </a:cubicBezTo>
                  <a:cubicBezTo>
                    <a:pt x="52" y="51"/>
                    <a:pt x="53" y="53"/>
                    <a:pt x="54" y="55"/>
                  </a:cubicBezTo>
                  <a:cubicBezTo>
                    <a:pt x="54" y="57"/>
                    <a:pt x="60" y="59"/>
                    <a:pt x="62" y="61"/>
                  </a:cubicBezTo>
                  <a:cubicBezTo>
                    <a:pt x="63" y="63"/>
                    <a:pt x="68" y="65"/>
                    <a:pt x="71" y="66"/>
                  </a:cubicBezTo>
                  <a:cubicBezTo>
                    <a:pt x="74" y="68"/>
                    <a:pt x="77" y="72"/>
                    <a:pt x="79" y="72"/>
                  </a:cubicBezTo>
                  <a:cubicBezTo>
                    <a:pt x="81" y="72"/>
                    <a:pt x="86" y="74"/>
                    <a:pt x="86" y="74"/>
                  </a:cubicBezTo>
                  <a:cubicBezTo>
                    <a:pt x="87" y="80"/>
                    <a:pt x="87" y="80"/>
                    <a:pt x="87" y="80"/>
                  </a:cubicBezTo>
                  <a:cubicBezTo>
                    <a:pt x="87" y="80"/>
                    <a:pt x="88" y="80"/>
                    <a:pt x="88" y="79"/>
                  </a:cubicBezTo>
                  <a:cubicBezTo>
                    <a:pt x="91" y="79"/>
                    <a:pt x="92" y="82"/>
                    <a:pt x="94" y="82"/>
                  </a:cubicBezTo>
                  <a:cubicBezTo>
                    <a:pt x="95" y="82"/>
                    <a:pt x="97" y="82"/>
                    <a:pt x="98" y="83"/>
                  </a:cubicBezTo>
                  <a:cubicBezTo>
                    <a:pt x="98" y="79"/>
                    <a:pt x="99" y="76"/>
                    <a:pt x="101" y="75"/>
                  </a:cubicBezTo>
                  <a:cubicBezTo>
                    <a:pt x="103" y="73"/>
                    <a:pt x="100" y="70"/>
                    <a:pt x="100" y="68"/>
                  </a:cubicBezTo>
                  <a:cubicBezTo>
                    <a:pt x="100" y="65"/>
                    <a:pt x="95" y="64"/>
                    <a:pt x="95" y="61"/>
                  </a:cubicBezTo>
                  <a:cubicBezTo>
                    <a:pt x="96" y="59"/>
                    <a:pt x="100" y="60"/>
                    <a:pt x="103" y="59"/>
                  </a:cubicBezTo>
                  <a:cubicBezTo>
                    <a:pt x="105" y="58"/>
                    <a:pt x="103" y="54"/>
                    <a:pt x="105" y="54"/>
                  </a:cubicBezTo>
                  <a:cubicBezTo>
                    <a:pt x="107" y="54"/>
                    <a:pt x="108" y="52"/>
                    <a:pt x="109" y="50"/>
                  </a:cubicBezTo>
                  <a:cubicBezTo>
                    <a:pt x="110" y="48"/>
                    <a:pt x="113" y="50"/>
                    <a:pt x="115" y="48"/>
                  </a:cubicBezTo>
                  <a:cubicBezTo>
                    <a:pt x="117" y="47"/>
                    <a:pt x="120" y="46"/>
                    <a:pt x="121" y="47"/>
                  </a:cubicBezTo>
                  <a:cubicBezTo>
                    <a:pt x="121" y="48"/>
                    <a:pt x="119" y="52"/>
                    <a:pt x="118" y="54"/>
                  </a:cubicBezTo>
                  <a:cubicBezTo>
                    <a:pt x="121" y="54"/>
                    <a:pt x="126" y="53"/>
                    <a:pt x="127" y="52"/>
                  </a:cubicBezTo>
                  <a:cubicBezTo>
                    <a:pt x="128" y="51"/>
                    <a:pt x="133" y="54"/>
                    <a:pt x="135" y="51"/>
                  </a:cubicBezTo>
                  <a:cubicBezTo>
                    <a:pt x="136" y="48"/>
                    <a:pt x="142" y="50"/>
                    <a:pt x="138" y="4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44">
              <a:extLst>
                <a:ext uri="{FF2B5EF4-FFF2-40B4-BE49-F238E27FC236}">
                  <a16:creationId xmlns:a16="http://schemas.microsoft.com/office/drawing/2014/main" id="{18522F13-E8CF-4BE4-A844-BE2194284B58}"/>
                </a:ext>
              </a:extLst>
            </p:cNvPr>
            <p:cNvSpPr>
              <a:spLocks noEditPoints="1"/>
            </p:cNvSpPr>
            <p:nvPr/>
          </p:nvSpPr>
          <p:spPr bwMode="auto">
            <a:xfrm>
              <a:off x="4451351" y="925513"/>
              <a:ext cx="525463" cy="828675"/>
            </a:xfrm>
            <a:custGeom>
              <a:avLst/>
              <a:gdLst>
                <a:gd name="T0" fmla="*/ 198 w 209"/>
                <a:gd name="T1" fmla="*/ 172 h 329"/>
                <a:gd name="T2" fmla="*/ 198 w 209"/>
                <a:gd name="T3" fmla="*/ 162 h 329"/>
                <a:gd name="T4" fmla="*/ 187 w 209"/>
                <a:gd name="T5" fmla="*/ 160 h 329"/>
                <a:gd name="T6" fmla="*/ 174 w 209"/>
                <a:gd name="T7" fmla="*/ 160 h 329"/>
                <a:gd name="T8" fmla="*/ 167 w 209"/>
                <a:gd name="T9" fmla="*/ 159 h 329"/>
                <a:gd name="T10" fmla="*/ 155 w 209"/>
                <a:gd name="T11" fmla="*/ 162 h 329"/>
                <a:gd name="T12" fmla="*/ 145 w 209"/>
                <a:gd name="T13" fmla="*/ 173 h 329"/>
                <a:gd name="T14" fmla="*/ 145 w 209"/>
                <a:gd name="T15" fmla="*/ 161 h 329"/>
                <a:gd name="T16" fmla="*/ 131 w 209"/>
                <a:gd name="T17" fmla="*/ 169 h 329"/>
                <a:gd name="T18" fmla="*/ 124 w 209"/>
                <a:gd name="T19" fmla="*/ 172 h 329"/>
                <a:gd name="T20" fmla="*/ 118 w 209"/>
                <a:gd name="T21" fmla="*/ 170 h 329"/>
                <a:gd name="T22" fmla="*/ 107 w 209"/>
                <a:gd name="T23" fmla="*/ 179 h 329"/>
                <a:gd name="T24" fmla="*/ 100 w 209"/>
                <a:gd name="T25" fmla="*/ 185 h 329"/>
                <a:gd name="T26" fmla="*/ 93 w 209"/>
                <a:gd name="T27" fmla="*/ 188 h 329"/>
                <a:gd name="T28" fmla="*/ 80 w 209"/>
                <a:gd name="T29" fmla="*/ 191 h 329"/>
                <a:gd name="T30" fmla="*/ 76 w 209"/>
                <a:gd name="T31" fmla="*/ 198 h 329"/>
                <a:gd name="T32" fmla="*/ 92 w 209"/>
                <a:gd name="T33" fmla="*/ 199 h 329"/>
                <a:gd name="T34" fmla="*/ 80 w 209"/>
                <a:gd name="T35" fmla="*/ 208 h 329"/>
                <a:gd name="T36" fmla="*/ 62 w 209"/>
                <a:gd name="T37" fmla="*/ 227 h 329"/>
                <a:gd name="T38" fmla="*/ 50 w 209"/>
                <a:gd name="T39" fmla="*/ 243 h 329"/>
                <a:gd name="T40" fmla="*/ 40 w 209"/>
                <a:gd name="T41" fmla="*/ 257 h 329"/>
                <a:gd name="T42" fmla="*/ 27 w 209"/>
                <a:gd name="T43" fmla="*/ 266 h 329"/>
                <a:gd name="T44" fmla="*/ 12 w 209"/>
                <a:gd name="T45" fmla="*/ 275 h 329"/>
                <a:gd name="T46" fmla="*/ 5 w 209"/>
                <a:gd name="T47" fmla="*/ 288 h 329"/>
                <a:gd name="T48" fmla="*/ 2 w 209"/>
                <a:gd name="T49" fmla="*/ 302 h 329"/>
                <a:gd name="T50" fmla="*/ 9 w 209"/>
                <a:gd name="T51" fmla="*/ 307 h 329"/>
                <a:gd name="T52" fmla="*/ 7 w 209"/>
                <a:gd name="T53" fmla="*/ 313 h 329"/>
                <a:gd name="T54" fmla="*/ 15 w 209"/>
                <a:gd name="T55" fmla="*/ 326 h 329"/>
                <a:gd name="T56" fmla="*/ 47 w 209"/>
                <a:gd name="T57" fmla="*/ 310 h 329"/>
                <a:gd name="T58" fmla="*/ 56 w 209"/>
                <a:gd name="T59" fmla="*/ 313 h 329"/>
                <a:gd name="T60" fmla="*/ 62 w 209"/>
                <a:gd name="T61" fmla="*/ 293 h 329"/>
                <a:gd name="T62" fmla="*/ 60 w 209"/>
                <a:gd name="T63" fmla="*/ 268 h 329"/>
                <a:gd name="T64" fmla="*/ 74 w 209"/>
                <a:gd name="T65" fmla="*/ 249 h 329"/>
                <a:gd name="T66" fmla="*/ 84 w 209"/>
                <a:gd name="T67" fmla="*/ 226 h 329"/>
                <a:gd name="T68" fmla="*/ 94 w 209"/>
                <a:gd name="T69" fmla="*/ 206 h 329"/>
                <a:gd name="T70" fmla="*/ 117 w 209"/>
                <a:gd name="T71" fmla="*/ 194 h 329"/>
                <a:gd name="T72" fmla="*/ 133 w 209"/>
                <a:gd name="T73" fmla="*/ 183 h 329"/>
                <a:gd name="T74" fmla="*/ 161 w 209"/>
                <a:gd name="T75" fmla="*/ 192 h 329"/>
                <a:gd name="T76" fmla="*/ 179 w 209"/>
                <a:gd name="T77" fmla="*/ 173 h 329"/>
                <a:gd name="T78" fmla="*/ 198 w 209"/>
                <a:gd name="T79" fmla="*/ 181 h 329"/>
                <a:gd name="T80" fmla="*/ 58 w 209"/>
                <a:gd name="T81" fmla="*/ 23 h 329"/>
                <a:gd name="T82" fmla="*/ 78 w 209"/>
                <a:gd name="T83" fmla="*/ 35 h 329"/>
                <a:gd name="T84" fmla="*/ 93 w 209"/>
                <a:gd name="T85" fmla="*/ 38 h 329"/>
                <a:gd name="T86" fmla="*/ 94 w 209"/>
                <a:gd name="T87" fmla="*/ 49 h 329"/>
                <a:gd name="T88" fmla="*/ 80 w 209"/>
                <a:gd name="T89" fmla="*/ 61 h 329"/>
                <a:gd name="T90" fmla="*/ 96 w 209"/>
                <a:gd name="T91" fmla="*/ 68 h 329"/>
                <a:gd name="T92" fmla="*/ 114 w 209"/>
                <a:gd name="T93" fmla="*/ 37 h 329"/>
                <a:gd name="T94" fmla="*/ 130 w 209"/>
                <a:gd name="T95" fmla="*/ 45 h 329"/>
                <a:gd name="T96" fmla="*/ 151 w 209"/>
                <a:gd name="T97" fmla="*/ 53 h 329"/>
                <a:gd name="T98" fmla="*/ 144 w 209"/>
                <a:gd name="T99" fmla="*/ 42 h 329"/>
                <a:gd name="T100" fmla="*/ 126 w 209"/>
                <a:gd name="T101" fmla="*/ 27 h 329"/>
                <a:gd name="T102" fmla="*/ 108 w 209"/>
                <a:gd name="T103" fmla="*/ 18 h 329"/>
                <a:gd name="T104" fmla="*/ 91 w 209"/>
                <a:gd name="T105" fmla="*/ 8 h 329"/>
                <a:gd name="T106" fmla="*/ 84 w 209"/>
                <a:gd name="T107" fmla="*/ 18 h 329"/>
                <a:gd name="T108" fmla="*/ 67 w 209"/>
                <a:gd name="T109" fmla="*/ 17 h 329"/>
                <a:gd name="T110" fmla="*/ 57 w 209"/>
                <a:gd name="T111" fmla="*/ 13 h 329"/>
                <a:gd name="T112" fmla="*/ 51 w 209"/>
                <a:gd name="T113" fmla="*/ 38 h 329"/>
                <a:gd name="T114" fmla="*/ 51 w 209"/>
                <a:gd name="T115" fmla="*/ 38 h 329"/>
                <a:gd name="T116" fmla="*/ 119 w 209"/>
                <a:gd name="T117" fmla="*/ 18 h 329"/>
                <a:gd name="T118" fmla="*/ 167 w 209"/>
                <a:gd name="T119" fmla="*/ 17 h 329"/>
                <a:gd name="T120" fmla="*/ 146 w 209"/>
                <a:gd name="T121" fmla="*/ 6 h 329"/>
                <a:gd name="T122" fmla="*/ 127 w 209"/>
                <a:gd name="T123" fmla="*/ 5 h 329"/>
                <a:gd name="T124" fmla="*/ 113 w 209"/>
                <a:gd name="T125" fmla="*/ 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9" h="329">
                  <a:moveTo>
                    <a:pt x="202" y="176"/>
                  </a:moveTo>
                  <a:cubicBezTo>
                    <a:pt x="202" y="178"/>
                    <a:pt x="199" y="177"/>
                    <a:pt x="199" y="175"/>
                  </a:cubicBezTo>
                  <a:cubicBezTo>
                    <a:pt x="199" y="174"/>
                    <a:pt x="194" y="172"/>
                    <a:pt x="193" y="171"/>
                  </a:cubicBezTo>
                  <a:cubicBezTo>
                    <a:pt x="193" y="171"/>
                    <a:pt x="196" y="171"/>
                    <a:pt x="198" y="172"/>
                  </a:cubicBezTo>
                  <a:cubicBezTo>
                    <a:pt x="199" y="173"/>
                    <a:pt x="201" y="172"/>
                    <a:pt x="203" y="170"/>
                  </a:cubicBezTo>
                  <a:cubicBezTo>
                    <a:pt x="205" y="168"/>
                    <a:pt x="208" y="170"/>
                    <a:pt x="208" y="168"/>
                  </a:cubicBezTo>
                  <a:cubicBezTo>
                    <a:pt x="209" y="166"/>
                    <a:pt x="205" y="165"/>
                    <a:pt x="204" y="164"/>
                  </a:cubicBezTo>
                  <a:cubicBezTo>
                    <a:pt x="203" y="163"/>
                    <a:pt x="201" y="161"/>
                    <a:pt x="198" y="162"/>
                  </a:cubicBezTo>
                  <a:cubicBezTo>
                    <a:pt x="195" y="162"/>
                    <a:pt x="195" y="161"/>
                    <a:pt x="194" y="160"/>
                  </a:cubicBezTo>
                  <a:cubicBezTo>
                    <a:pt x="192" y="158"/>
                    <a:pt x="188" y="161"/>
                    <a:pt x="188" y="164"/>
                  </a:cubicBezTo>
                  <a:cubicBezTo>
                    <a:pt x="188" y="167"/>
                    <a:pt x="185" y="167"/>
                    <a:pt x="186" y="165"/>
                  </a:cubicBezTo>
                  <a:cubicBezTo>
                    <a:pt x="187" y="163"/>
                    <a:pt x="184" y="161"/>
                    <a:pt x="187" y="160"/>
                  </a:cubicBezTo>
                  <a:cubicBezTo>
                    <a:pt x="189" y="160"/>
                    <a:pt x="188" y="156"/>
                    <a:pt x="183" y="156"/>
                  </a:cubicBezTo>
                  <a:cubicBezTo>
                    <a:pt x="179" y="155"/>
                    <a:pt x="177" y="159"/>
                    <a:pt x="178" y="160"/>
                  </a:cubicBezTo>
                  <a:cubicBezTo>
                    <a:pt x="179" y="161"/>
                    <a:pt x="175" y="167"/>
                    <a:pt x="173" y="167"/>
                  </a:cubicBezTo>
                  <a:cubicBezTo>
                    <a:pt x="172" y="167"/>
                    <a:pt x="174" y="162"/>
                    <a:pt x="174" y="160"/>
                  </a:cubicBezTo>
                  <a:cubicBezTo>
                    <a:pt x="173" y="157"/>
                    <a:pt x="172" y="159"/>
                    <a:pt x="169" y="163"/>
                  </a:cubicBezTo>
                  <a:cubicBezTo>
                    <a:pt x="165" y="166"/>
                    <a:pt x="163" y="170"/>
                    <a:pt x="161" y="170"/>
                  </a:cubicBezTo>
                  <a:cubicBezTo>
                    <a:pt x="159" y="171"/>
                    <a:pt x="159" y="167"/>
                    <a:pt x="162" y="165"/>
                  </a:cubicBezTo>
                  <a:cubicBezTo>
                    <a:pt x="165" y="163"/>
                    <a:pt x="165" y="159"/>
                    <a:pt x="167" y="159"/>
                  </a:cubicBezTo>
                  <a:cubicBezTo>
                    <a:pt x="169" y="159"/>
                    <a:pt x="169" y="156"/>
                    <a:pt x="166" y="156"/>
                  </a:cubicBezTo>
                  <a:cubicBezTo>
                    <a:pt x="164" y="155"/>
                    <a:pt x="163" y="158"/>
                    <a:pt x="162" y="159"/>
                  </a:cubicBezTo>
                  <a:cubicBezTo>
                    <a:pt x="161" y="160"/>
                    <a:pt x="156" y="158"/>
                    <a:pt x="156" y="159"/>
                  </a:cubicBezTo>
                  <a:cubicBezTo>
                    <a:pt x="156" y="160"/>
                    <a:pt x="154" y="160"/>
                    <a:pt x="155" y="162"/>
                  </a:cubicBezTo>
                  <a:cubicBezTo>
                    <a:pt x="156" y="163"/>
                    <a:pt x="154" y="165"/>
                    <a:pt x="153" y="163"/>
                  </a:cubicBezTo>
                  <a:cubicBezTo>
                    <a:pt x="152" y="161"/>
                    <a:pt x="149" y="162"/>
                    <a:pt x="148" y="165"/>
                  </a:cubicBezTo>
                  <a:cubicBezTo>
                    <a:pt x="146" y="167"/>
                    <a:pt x="144" y="167"/>
                    <a:pt x="146" y="168"/>
                  </a:cubicBezTo>
                  <a:cubicBezTo>
                    <a:pt x="147" y="169"/>
                    <a:pt x="147" y="172"/>
                    <a:pt x="145" y="173"/>
                  </a:cubicBezTo>
                  <a:cubicBezTo>
                    <a:pt x="143" y="173"/>
                    <a:pt x="144" y="167"/>
                    <a:pt x="142" y="167"/>
                  </a:cubicBezTo>
                  <a:cubicBezTo>
                    <a:pt x="140" y="168"/>
                    <a:pt x="141" y="164"/>
                    <a:pt x="144" y="164"/>
                  </a:cubicBezTo>
                  <a:cubicBezTo>
                    <a:pt x="146" y="164"/>
                    <a:pt x="148" y="161"/>
                    <a:pt x="148" y="160"/>
                  </a:cubicBezTo>
                  <a:cubicBezTo>
                    <a:pt x="147" y="159"/>
                    <a:pt x="145" y="159"/>
                    <a:pt x="145" y="161"/>
                  </a:cubicBezTo>
                  <a:cubicBezTo>
                    <a:pt x="145" y="163"/>
                    <a:pt x="141" y="162"/>
                    <a:pt x="138" y="162"/>
                  </a:cubicBezTo>
                  <a:cubicBezTo>
                    <a:pt x="135" y="162"/>
                    <a:pt x="136" y="166"/>
                    <a:pt x="139" y="167"/>
                  </a:cubicBezTo>
                  <a:cubicBezTo>
                    <a:pt x="142" y="169"/>
                    <a:pt x="138" y="171"/>
                    <a:pt x="137" y="169"/>
                  </a:cubicBezTo>
                  <a:cubicBezTo>
                    <a:pt x="135" y="168"/>
                    <a:pt x="132" y="168"/>
                    <a:pt x="131" y="169"/>
                  </a:cubicBezTo>
                  <a:cubicBezTo>
                    <a:pt x="129" y="170"/>
                    <a:pt x="135" y="172"/>
                    <a:pt x="135" y="173"/>
                  </a:cubicBezTo>
                  <a:cubicBezTo>
                    <a:pt x="135" y="174"/>
                    <a:pt x="132" y="172"/>
                    <a:pt x="131" y="173"/>
                  </a:cubicBezTo>
                  <a:cubicBezTo>
                    <a:pt x="131" y="174"/>
                    <a:pt x="127" y="172"/>
                    <a:pt x="127" y="170"/>
                  </a:cubicBezTo>
                  <a:cubicBezTo>
                    <a:pt x="127" y="168"/>
                    <a:pt x="121" y="171"/>
                    <a:pt x="124" y="172"/>
                  </a:cubicBezTo>
                  <a:cubicBezTo>
                    <a:pt x="127" y="172"/>
                    <a:pt x="126" y="174"/>
                    <a:pt x="126" y="177"/>
                  </a:cubicBezTo>
                  <a:cubicBezTo>
                    <a:pt x="126" y="180"/>
                    <a:pt x="123" y="178"/>
                    <a:pt x="124" y="175"/>
                  </a:cubicBezTo>
                  <a:cubicBezTo>
                    <a:pt x="124" y="173"/>
                    <a:pt x="121" y="173"/>
                    <a:pt x="119" y="175"/>
                  </a:cubicBezTo>
                  <a:cubicBezTo>
                    <a:pt x="117" y="176"/>
                    <a:pt x="119" y="172"/>
                    <a:pt x="118" y="170"/>
                  </a:cubicBezTo>
                  <a:cubicBezTo>
                    <a:pt x="117" y="168"/>
                    <a:pt x="115" y="170"/>
                    <a:pt x="113" y="171"/>
                  </a:cubicBezTo>
                  <a:cubicBezTo>
                    <a:pt x="110" y="171"/>
                    <a:pt x="109" y="171"/>
                    <a:pt x="111" y="173"/>
                  </a:cubicBezTo>
                  <a:cubicBezTo>
                    <a:pt x="112" y="175"/>
                    <a:pt x="112" y="177"/>
                    <a:pt x="110" y="177"/>
                  </a:cubicBezTo>
                  <a:cubicBezTo>
                    <a:pt x="108" y="176"/>
                    <a:pt x="107" y="177"/>
                    <a:pt x="107" y="179"/>
                  </a:cubicBezTo>
                  <a:cubicBezTo>
                    <a:pt x="108" y="180"/>
                    <a:pt x="105" y="181"/>
                    <a:pt x="104" y="179"/>
                  </a:cubicBezTo>
                  <a:cubicBezTo>
                    <a:pt x="104" y="177"/>
                    <a:pt x="100" y="178"/>
                    <a:pt x="99" y="180"/>
                  </a:cubicBezTo>
                  <a:cubicBezTo>
                    <a:pt x="98" y="182"/>
                    <a:pt x="94" y="183"/>
                    <a:pt x="95" y="185"/>
                  </a:cubicBezTo>
                  <a:cubicBezTo>
                    <a:pt x="95" y="187"/>
                    <a:pt x="98" y="184"/>
                    <a:pt x="100" y="185"/>
                  </a:cubicBezTo>
                  <a:cubicBezTo>
                    <a:pt x="102" y="185"/>
                    <a:pt x="100" y="187"/>
                    <a:pt x="101" y="188"/>
                  </a:cubicBezTo>
                  <a:cubicBezTo>
                    <a:pt x="102" y="189"/>
                    <a:pt x="102" y="191"/>
                    <a:pt x="100" y="190"/>
                  </a:cubicBezTo>
                  <a:cubicBezTo>
                    <a:pt x="99" y="188"/>
                    <a:pt x="96" y="188"/>
                    <a:pt x="96" y="190"/>
                  </a:cubicBezTo>
                  <a:cubicBezTo>
                    <a:pt x="96" y="193"/>
                    <a:pt x="94" y="190"/>
                    <a:pt x="93" y="188"/>
                  </a:cubicBezTo>
                  <a:cubicBezTo>
                    <a:pt x="91" y="186"/>
                    <a:pt x="90" y="191"/>
                    <a:pt x="88" y="190"/>
                  </a:cubicBezTo>
                  <a:cubicBezTo>
                    <a:pt x="87" y="189"/>
                    <a:pt x="91" y="185"/>
                    <a:pt x="90" y="184"/>
                  </a:cubicBezTo>
                  <a:cubicBezTo>
                    <a:pt x="89" y="182"/>
                    <a:pt x="88" y="185"/>
                    <a:pt x="85" y="187"/>
                  </a:cubicBezTo>
                  <a:cubicBezTo>
                    <a:pt x="83" y="190"/>
                    <a:pt x="79" y="190"/>
                    <a:pt x="80" y="191"/>
                  </a:cubicBezTo>
                  <a:cubicBezTo>
                    <a:pt x="81" y="193"/>
                    <a:pt x="77" y="193"/>
                    <a:pt x="77" y="196"/>
                  </a:cubicBezTo>
                  <a:cubicBezTo>
                    <a:pt x="76" y="198"/>
                    <a:pt x="70" y="199"/>
                    <a:pt x="67" y="201"/>
                  </a:cubicBezTo>
                  <a:cubicBezTo>
                    <a:pt x="63" y="203"/>
                    <a:pt x="68" y="204"/>
                    <a:pt x="70" y="201"/>
                  </a:cubicBezTo>
                  <a:cubicBezTo>
                    <a:pt x="72" y="199"/>
                    <a:pt x="72" y="200"/>
                    <a:pt x="76" y="198"/>
                  </a:cubicBezTo>
                  <a:cubicBezTo>
                    <a:pt x="79" y="196"/>
                    <a:pt x="82" y="195"/>
                    <a:pt x="83" y="195"/>
                  </a:cubicBezTo>
                  <a:cubicBezTo>
                    <a:pt x="85" y="196"/>
                    <a:pt x="87" y="197"/>
                    <a:pt x="88" y="195"/>
                  </a:cubicBezTo>
                  <a:cubicBezTo>
                    <a:pt x="90" y="193"/>
                    <a:pt x="92" y="193"/>
                    <a:pt x="93" y="194"/>
                  </a:cubicBezTo>
                  <a:cubicBezTo>
                    <a:pt x="95" y="196"/>
                    <a:pt x="91" y="197"/>
                    <a:pt x="92" y="199"/>
                  </a:cubicBezTo>
                  <a:cubicBezTo>
                    <a:pt x="94" y="201"/>
                    <a:pt x="90" y="202"/>
                    <a:pt x="90" y="200"/>
                  </a:cubicBezTo>
                  <a:cubicBezTo>
                    <a:pt x="90" y="198"/>
                    <a:pt x="88" y="197"/>
                    <a:pt x="87" y="198"/>
                  </a:cubicBezTo>
                  <a:cubicBezTo>
                    <a:pt x="86" y="200"/>
                    <a:pt x="85" y="202"/>
                    <a:pt x="83" y="202"/>
                  </a:cubicBezTo>
                  <a:cubicBezTo>
                    <a:pt x="82" y="202"/>
                    <a:pt x="80" y="205"/>
                    <a:pt x="80" y="208"/>
                  </a:cubicBezTo>
                  <a:cubicBezTo>
                    <a:pt x="80" y="210"/>
                    <a:pt x="77" y="208"/>
                    <a:pt x="77" y="210"/>
                  </a:cubicBezTo>
                  <a:cubicBezTo>
                    <a:pt x="77" y="213"/>
                    <a:pt x="73" y="217"/>
                    <a:pt x="70" y="220"/>
                  </a:cubicBezTo>
                  <a:cubicBezTo>
                    <a:pt x="66" y="223"/>
                    <a:pt x="69" y="224"/>
                    <a:pt x="68" y="226"/>
                  </a:cubicBezTo>
                  <a:cubicBezTo>
                    <a:pt x="67" y="228"/>
                    <a:pt x="63" y="226"/>
                    <a:pt x="62" y="227"/>
                  </a:cubicBezTo>
                  <a:cubicBezTo>
                    <a:pt x="61" y="228"/>
                    <a:pt x="63" y="233"/>
                    <a:pt x="61" y="235"/>
                  </a:cubicBezTo>
                  <a:cubicBezTo>
                    <a:pt x="59" y="236"/>
                    <a:pt x="61" y="238"/>
                    <a:pt x="61" y="240"/>
                  </a:cubicBezTo>
                  <a:cubicBezTo>
                    <a:pt x="61" y="242"/>
                    <a:pt x="56" y="239"/>
                    <a:pt x="56" y="241"/>
                  </a:cubicBezTo>
                  <a:cubicBezTo>
                    <a:pt x="56" y="243"/>
                    <a:pt x="52" y="242"/>
                    <a:pt x="50" y="243"/>
                  </a:cubicBezTo>
                  <a:cubicBezTo>
                    <a:pt x="49" y="243"/>
                    <a:pt x="53" y="246"/>
                    <a:pt x="55" y="248"/>
                  </a:cubicBezTo>
                  <a:cubicBezTo>
                    <a:pt x="57" y="249"/>
                    <a:pt x="53" y="251"/>
                    <a:pt x="52" y="249"/>
                  </a:cubicBezTo>
                  <a:cubicBezTo>
                    <a:pt x="52" y="247"/>
                    <a:pt x="49" y="250"/>
                    <a:pt x="45" y="251"/>
                  </a:cubicBezTo>
                  <a:cubicBezTo>
                    <a:pt x="42" y="253"/>
                    <a:pt x="43" y="256"/>
                    <a:pt x="40" y="257"/>
                  </a:cubicBezTo>
                  <a:cubicBezTo>
                    <a:pt x="37" y="257"/>
                    <a:pt x="38" y="261"/>
                    <a:pt x="36" y="263"/>
                  </a:cubicBezTo>
                  <a:cubicBezTo>
                    <a:pt x="34" y="264"/>
                    <a:pt x="35" y="259"/>
                    <a:pt x="32" y="259"/>
                  </a:cubicBezTo>
                  <a:cubicBezTo>
                    <a:pt x="29" y="259"/>
                    <a:pt x="29" y="261"/>
                    <a:pt x="31" y="264"/>
                  </a:cubicBezTo>
                  <a:cubicBezTo>
                    <a:pt x="33" y="266"/>
                    <a:pt x="28" y="264"/>
                    <a:pt x="27" y="266"/>
                  </a:cubicBezTo>
                  <a:cubicBezTo>
                    <a:pt x="25" y="269"/>
                    <a:pt x="20" y="268"/>
                    <a:pt x="19" y="269"/>
                  </a:cubicBezTo>
                  <a:cubicBezTo>
                    <a:pt x="18" y="271"/>
                    <a:pt x="22" y="271"/>
                    <a:pt x="23" y="273"/>
                  </a:cubicBezTo>
                  <a:cubicBezTo>
                    <a:pt x="24" y="274"/>
                    <a:pt x="19" y="273"/>
                    <a:pt x="16" y="273"/>
                  </a:cubicBezTo>
                  <a:cubicBezTo>
                    <a:pt x="14" y="272"/>
                    <a:pt x="14" y="276"/>
                    <a:pt x="12" y="275"/>
                  </a:cubicBezTo>
                  <a:cubicBezTo>
                    <a:pt x="10" y="275"/>
                    <a:pt x="7" y="278"/>
                    <a:pt x="8" y="279"/>
                  </a:cubicBezTo>
                  <a:cubicBezTo>
                    <a:pt x="10" y="281"/>
                    <a:pt x="7" y="281"/>
                    <a:pt x="5" y="280"/>
                  </a:cubicBezTo>
                  <a:cubicBezTo>
                    <a:pt x="4" y="279"/>
                    <a:pt x="2" y="282"/>
                    <a:pt x="2" y="284"/>
                  </a:cubicBezTo>
                  <a:cubicBezTo>
                    <a:pt x="1" y="286"/>
                    <a:pt x="5" y="287"/>
                    <a:pt x="5" y="288"/>
                  </a:cubicBezTo>
                  <a:cubicBezTo>
                    <a:pt x="5" y="289"/>
                    <a:pt x="2" y="290"/>
                    <a:pt x="4" y="291"/>
                  </a:cubicBezTo>
                  <a:cubicBezTo>
                    <a:pt x="6" y="291"/>
                    <a:pt x="4" y="293"/>
                    <a:pt x="3" y="294"/>
                  </a:cubicBezTo>
                  <a:cubicBezTo>
                    <a:pt x="1" y="294"/>
                    <a:pt x="1" y="296"/>
                    <a:pt x="3" y="297"/>
                  </a:cubicBezTo>
                  <a:cubicBezTo>
                    <a:pt x="4" y="299"/>
                    <a:pt x="0" y="300"/>
                    <a:pt x="2" y="302"/>
                  </a:cubicBezTo>
                  <a:cubicBezTo>
                    <a:pt x="4" y="305"/>
                    <a:pt x="6" y="302"/>
                    <a:pt x="6" y="304"/>
                  </a:cubicBezTo>
                  <a:cubicBezTo>
                    <a:pt x="7" y="306"/>
                    <a:pt x="10" y="304"/>
                    <a:pt x="12" y="301"/>
                  </a:cubicBezTo>
                  <a:cubicBezTo>
                    <a:pt x="15" y="299"/>
                    <a:pt x="16" y="304"/>
                    <a:pt x="14" y="304"/>
                  </a:cubicBezTo>
                  <a:cubicBezTo>
                    <a:pt x="11" y="304"/>
                    <a:pt x="9" y="305"/>
                    <a:pt x="9" y="307"/>
                  </a:cubicBezTo>
                  <a:cubicBezTo>
                    <a:pt x="10" y="309"/>
                    <a:pt x="6" y="309"/>
                    <a:pt x="6" y="306"/>
                  </a:cubicBezTo>
                  <a:cubicBezTo>
                    <a:pt x="6" y="304"/>
                    <a:pt x="2" y="307"/>
                    <a:pt x="3" y="309"/>
                  </a:cubicBezTo>
                  <a:cubicBezTo>
                    <a:pt x="5" y="311"/>
                    <a:pt x="3" y="312"/>
                    <a:pt x="3" y="314"/>
                  </a:cubicBezTo>
                  <a:cubicBezTo>
                    <a:pt x="3" y="315"/>
                    <a:pt x="6" y="315"/>
                    <a:pt x="7" y="313"/>
                  </a:cubicBezTo>
                  <a:cubicBezTo>
                    <a:pt x="9" y="311"/>
                    <a:pt x="11" y="311"/>
                    <a:pt x="12" y="313"/>
                  </a:cubicBezTo>
                  <a:cubicBezTo>
                    <a:pt x="13" y="315"/>
                    <a:pt x="10" y="314"/>
                    <a:pt x="10" y="317"/>
                  </a:cubicBezTo>
                  <a:cubicBezTo>
                    <a:pt x="10" y="319"/>
                    <a:pt x="8" y="317"/>
                    <a:pt x="6" y="319"/>
                  </a:cubicBezTo>
                  <a:cubicBezTo>
                    <a:pt x="5" y="321"/>
                    <a:pt x="12" y="325"/>
                    <a:pt x="15" y="326"/>
                  </a:cubicBezTo>
                  <a:cubicBezTo>
                    <a:pt x="17" y="326"/>
                    <a:pt x="19" y="329"/>
                    <a:pt x="24" y="328"/>
                  </a:cubicBezTo>
                  <a:cubicBezTo>
                    <a:pt x="29" y="328"/>
                    <a:pt x="38" y="319"/>
                    <a:pt x="39" y="317"/>
                  </a:cubicBezTo>
                  <a:cubicBezTo>
                    <a:pt x="40" y="316"/>
                    <a:pt x="43" y="317"/>
                    <a:pt x="45" y="316"/>
                  </a:cubicBezTo>
                  <a:cubicBezTo>
                    <a:pt x="47" y="315"/>
                    <a:pt x="45" y="311"/>
                    <a:pt x="47" y="310"/>
                  </a:cubicBezTo>
                  <a:cubicBezTo>
                    <a:pt x="48" y="310"/>
                    <a:pt x="49" y="314"/>
                    <a:pt x="50" y="315"/>
                  </a:cubicBezTo>
                  <a:cubicBezTo>
                    <a:pt x="51" y="315"/>
                    <a:pt x="52" y="316"/>
                    <a:pt x="52" y="318"/>
                  </a:cubicBezTo>
                  <a:cubicBezTo>
                    <a:pt x="53" y="318"/>
                    <a:pt x="54" y="318"/>
                    <a:pt x="54" y="319"/>
                  </a:cubicBezTo>
                  <a:cubicBezTo>
                    <a:pt x="56" y="320"/>
                    <a:pt x="56" y="315"/>
                    <a:pt x="56" y="313"/>
                  </a:cubicBezTo>
                  <a:cubicBezTo>
                    <a:pt x="56" y="312"/>
                    <a:pt x="58" y="309"/>
                    <a:pt x="57" y="307"/>
                  </a:cubicBezTo>
                  <a:cubicBezTo>
                    <a:pt x="57" y="305"/>
                    <a:pt x="62" y="306"/>
                    <a:pt x="63" y="305"/>
                  </a:cubicBezTo>
                  <a:cubicBezTo>
                    <a:pt x="64" y="303"/>
                    <a:pt x="64" y="298"/>
                    <a:pt x="62" y="297"/>
                  </a:cubicBezTo>
                  <a:cubicBezTo>
                    <a:pt x="61" y="296"/>
                    <a:pt x="60" y="293"/>
                    <a:pt x="62" y="293"/>
                  </a:cubicBezTo>
                  <a:cubicBezTo>
                    <a:pt x="64" y="293"/>
                    <a:pt x="65" y="292"/>
                    <a:pt x="65" y="289"/>
                  </a:cubicBezTo>
                  <a:cubicBezTo>
                    <a:pt x="65" y="286"/>
                    <a:pt x="60" y="287"/>
                    <a:pt x="60" y="283"/>
                  </a:cubicBezTo>
                  <a:cubicBezTo>
                    <a:pt x="59" y="280"/>
                    <a:pt x="62" y="280"/>
                    <a:pt x="60" y="276"/>
                  </a:cubicBezTo>
                  <a:cubicBezTo>
                    <a:pt x="58" y="272"/>
                    <a:pt x="61" y="270"/>
                    <a:pt x="60" y="268"/>
                  </a:cubicBezTo>
                  <a:cubicBezTo>
                    <a:pt x="59" y="266"/>
                    <a:pt x="59" y="264"/>
                    <a:pt x="61" y="260"/>
                  </a:cubicBezTo>
                  <a:cubicBezTo>
                    <a:pt x="63" y="256"/>
                    <a:pt x="67" y="254"/>
                    <a:pt x="69" y="254"/>
                  </a:cubicBezTo>
                  <a:cubicBezTo>
                    <a:pt x="70" y="255"/>
                    <a:pt x="73" y="256"/>
                    <a:pt x="74" y="254"/>
                  </a:cubicBezTo>
                  <a:cubicBezTo>
                    <a:pt x="75" y="252"/>
                    <a:pt x="75" y="250"/>
                    <a:pt x="74" y="249"/>
                  </a:cubicBezTo>
                  <a:cubicBezTo>
                    <a:pt x="73" y="249"/>
                    <a:pt x="70" y="248"/>
                    <a:pt x="72" y="245"/>
                  </a:cubicBezTo>
                  <a:cubicBezTo>
                    <a:pt x="75" y="242"/>
                    <a:pt x="77" y="238"/>
                    <a:pt x="78" y="235"/>
                  </a:cubicBezTo>
                  <a:cubicBezTo>
                    <a:pt x="78" y="232"/>
                    <a:pt x="77" y="229"/>
                    <a:pt x="78" y="228"/>
                  </a:cubicBezTo>
                  <a:cubicBezTo>
                    <a:pt x="79" y="227"/>
                    <a:pt x="82" y="228"/>
                    <a:pt x="84" y="226"/>
                  </a:cubicBezTo>
                  <a:cubicBezTo>
                    <a:pt x="86" y="225"/>
                    <a:pt x="85" y="223"/>
                    <a:pt x="86" y="222"/>
                  </a:cubicBezTo>
                  <a:cubicBezTo>
                    <a:pt x="87" y="220"/>
                    <a:pt x="88" y="217"/>
                    <a:pt x="90" y="215"/>
                  </a:cubicBezTo>
                  <a:cubicBezTo>
                    <a:pt x="91" y="214"/>
                    <a:pt x="93" y="213"/>
                    <a:pt x="92" y="211"/>
                  </a:cubicBezTo>
                  <a:cubicBezTo>
                    <a:pt x="91" y="210"/>
                    <a:pt x="94" y="208"/>
                    <a:pt x="94" y="206"/>
                  </a:cubicBezTo>
                  <a:cubicBezTo>
                    <a:pt x="94" y="203"/>
                    <a:pt x="98" y="201"/>
                    <a:pt x="100" y="201"/>
                  </a:cubicBezTo>
                  <a:cubicBezTo>
                    <a:pt x="103" y="201"/>
                    <a:pt x="106" y="201"/>
                    <a:pt x="106" y="199"/>
                  </a:cubicBezTo>
                  <a:cubicBezTo>
                    <a:pt x="106" y="196"/>
                    <a:pt x="105" y="191"/>
                    <a:pt x="108" y="193"/>
                  </a:cubicBezTo>
                  <a:cubicBezTo>
                    <a:pt x="112" y="194"/>
                    <a:pt x="114" y="193"/>
                    <a:pt x="117" y="194"/>
                  </a:cubicBezTo>
                  <a:cubicBezTo>
                    <a:pt x="119" y="196"/>
                    <a:pt x="122" y="196"/>
                    <a:pt x="122" y="193"/>
                  </a:cubicBezTo>
                  <a:cubicBezTo>
                    <a:pt x="122" y="190"/>
                    <a:pt x="123" y="185"/>
                    <a:pt x="127" y="187"/>
                  </a:cubicBezTo>
                  <a:cubicBezTo>
                    <a:pt x="127" y="187"/>
                    <a:pt x="127" y="187"/>
                    <a:pt x="127" y="187"/>
                  </a:cubicBezTo>
                  <a:cubicBezTo>
                    <a:pt x="128" y="185"/>
                    <a:pt x="131" y="183"/>
                    <a:pt x="133" y="183"/>
                  </a:cubicBezTo>
                  <a:cubicBezTo>
                    <a:pt x="136" y="184"/>
                    <a:pt x="138" y="189"/>
                    <a:pt x="141" y="190"/>
                  </a:cubicBezTo>
                  <a:cubicBezTo>
                    <a:pt x="145" y="191"/>
                    <a:pt x="149" y="192"/>
                    <a:pt x="150" y="190"/>
                  </a:cubicBezTo>
                  <a:cubicBezTo>
                    <a:pt x="151" y="188"/>
                    <a:pt x="154" y="191"/>
                    <a:pt x="156" y="191"/>
                  </a:cubicBezTo>
                  <a:cubicBezTo>
                    <a:pt x="159" y="190"/>
                    <a:pt x="159" y="195"/>
                    <a:pt x="161" y="192"/>
                  </a:cubicBezTo>
                  <a:cubicBezTo>
                    <a:pt x="163" y="189"/>
                    <a:pt x="161" y="187"/>
                    <a:pt x="164" y="187"/>
                  </a:cubicBezTo>
                  <a:cubicBezTo>
                    <a:pt x="168" y="188"/>
                    <a:pt x="166" y="183"/>
                    <a:pt x="166" y="180"/>
                  </a:cubicBezTo>
                  <a:cubicBezTo>
                    <a:pt x="166" y="178"/>
                    <a:pt x="171" y="177"/>
                    <a:pt x="171" y="175"/>
                  </a:cubicBezTo>
                  <a:cubicBezTo>
                    <a:pt x="171" y="173"/>
                    <a:pt x="178" y="175"/>
                    <a:pt x="179" y="173"/>
                  </a:cubicBezTo>
                  <a:cubicBezTo>
                    <a:pt x="180" y="172"/>
                    <a:pt x="184" y="170"/>
                    <a:pt x="185" y="173"/>
                  </a:cubicBezTo>
                  <a:cubicBezTo>
                    <a:pt x="187" y="176"/>
                    <a:pt x="193" y="177"/>
                    <a:pt x="194" y="179"/>
                  </a:cubicBezTo>
                  <a:cubicBezTo>
                    <a:pt x="194" y="180"/>
                    <a:pt x="194" y="182"/>
                    <a:pt x="194" y="183"/>
                  </a:cubicBezTo>
                  <a:cubicBezTo>
                    <a:pt x="195" y="182"/>
                    <a:pt x="196" y="181"/>
                    <a:pt x="198" y="181"/>
                  </a:cubicBezTo>
                  <a:cubicBezTo>
                    <a:pt x="200" y="181"/>
                    <a:pt x="202" y="178"/>
                    <a:pt x="204" y="178"/>
                  </a:cubicBezTo>
                  <a:cubicBezTo>
                    <a:pt x="206" y="179"/>
                    <a:pt x="208" y="178"/>
                    <a:pt x="208" y="175"/>
                  </a:cubicBezTo>
                  <a:cubicBezTo>
                    <a:pt x="206" y="174"/>
                    <a:pt x="203" y="174"/>
                    <a:pt x="202" y="176"/>
                  </a:cubicBezTo>
                  <a:close/>
                  <a:moveTo>
                    <a:pt x="58" y="23"/>
                  </a:moveTo>
                  <a:cubicBezTo>
                    <a:pt x="62" y="24"/>
                    <a:pt x="55" y="28"/>
                    <a:pt x="54" y="31"/>
                  </a:cubicBezTo>
                  <a:cubicBezTo>
                    <a:pt x="53" y="35"/>
                    <a:pt x="59" y="38"/>
                    <a:pt x="62" y="40"/>
                  </a:cubicBezTo>
                  <a:cubicBezTo>
                    <a:pt x="65" y="43"/>
                    <a:pt x="71" y="42"/>
                    <a:pt x="73" y="41"/>
                  </a:cubicBezTo>
                  <a:cubicBezTo>
                    <a:pt x="76" y="39"/>
                    <a:pt x="75" y="34"/>
                    <a:pt x="78" y="35"/>
                  </a:cubicBezTo>
                  <a:cubicBezTo>
                    <a:pt x="81" y="35"/>
                    <a:pt x="79" y="32"/>
                    <a:pt x="82" y="31"/>
                  </a:cubicBezTo>
                  <a:cubicBezTo>
                    <a:pt x="84" y="30"/>
                    <a:pt x="85" y="33"/>
                    <a:pt x="83" y="36"/>
                  </a:cubicBezTo>
                  <a:cubicBezTo>
                    <a:pt x="80" y="38"/>
                    <a:pt x="86" y="38"/>
                    <a:pt x="89" y="35"/>
                  </a:cubicBezTo>
                  <a:cubicBezTo>
                    <a:pt x="93" y="32"/>
                    <a:pt x="93" y="35"/>
                    <a:pt x="93" y="38"/>
                  </a:cubicBezTo>
                  <a:cubicBezTo>
                    <a:pt x="92" y="41"/>
                    <a:pt x="85" y="39"/>
                    <a:pt x="83" y="42"/>
                  </a:cubicBezTo>
                  <a:cubicBezTo>
                    <a:pt x="81" y="45"/>
                    <a:pt x="74" y="43"/>
                    <a:pt x="70" y="46"/>
                  </a:cubicBezTo>
                  <a:cubicBezTo>
                    <a:pt x="67" y="50"/>
                    <a:pt x="73" y="50"/>
                    <a:pt x="78" y="49"/>
                  </a:cubicBezTo>
                  <a:cubicBezTo>
                    <a:pt x="82" y="48"/>
                    <a:pt x="91" y="48"/>
                    <a:pt x="94" y="49"/>
                  </a:cubicBezTo>
                  <a:cubicBezTo>
                    <a:pt x="97" y="49"/>
                    <a:pt x="92" y="50"/>
                    <a:pt x="86" y="50"/>
                  </a:cubicBezTo>
                  <a:cubicBezTo>
                    <a:pt x="81" y="50"/>
                    <a:pt x="79" y="52"/>
                    <a:pt x="80" y="53"/>
                  </a:cubicBezTo>
                  <a:cubicBezTo>
                    <a:pt x="80" y="55"/>
                    <a:pt x="72" y="52"/>
                    <a:pt x="72" y="55"/>
                  </a:cubicBezTo>
                  <a:cubicBezTo>
                    <a:pt x="71" y="58"/>
                    <a:pt x="79" y="60"/>
                    <a:pt x="80" y="61"/>
                  </a:cubicBezTo>
                  <a:cubicBezTo>
                    <a:pt x="81" y="63"/>
                    <a:pt x="86" y="62"/>
                    <a:pt x="88" y="62"/>
                  </a:cubicBezTo>
                  <a:cubicBezTo>
                    <a:pt x="89" y="63"/>
                    <a:pt x="84" y="65"/>
                    <a:pt x="84" y="65"/>
                  </a:cubicBezTo>
                  <a:cubicBezTo>
                    <a:pt x="83" y="66"/>
                    <a:pt x="89" y="68"/>
                    <a:pt x="90" y="69"/>
                  </a:cubicBezTo>
                  <a:cubicBezTo>
                    <a:pt x="91" y="71"/>
                    <a:pt x="96" y="70"/>
                    <a:pt x="96" y="68"/>
                  </a:cubicBezTo>
                  <a:cubicBezTo>
                    <a:pt x="95" y="65"/>
                    <a:pt x="99" y="55"/>
                    <a:pt x="105" y="53"/>
                  </a:cubicBezTo>
                  <a:cubicBezTo>
                    <a:pt x="110" y="51"/>
                    <a:pt x="107" y="50"/>
                    <a:pt x="108" y="46"/>
                  </a:cubicBezTo>
                  <a:cubicBezTo>
                    <a:pt x="109" y="43"/>
                    <a:pt x="113" y="46"/>
                    <a:pt x="112" y="43"/>
                  </a:cubicBezTo>
                  <a:cubicBezTo>
                    <a:pt x="110" y="41"/>
                    <a:pt x="111" y="40"/>
                    <a:pt x="114" y="37"/>
                  </a:cubicBezTo>
                  <a:cubicBezTo>
                    <a:pt x="118" y="33"/>
                    <a:pt x="120" y="36"/>
                    <a:pt x="124" y="34"/>
                  </a:cubicBezTo>
                  <a:cubicBezTo>
                    <a:pt x="128" y="32"/>
                    <a:pt x="130" y="35"/>
                    <a:pt x="126" y="36"/>
                  </a:cubicBezTo>
                  <a:cubicBezTo>
                    <a:pt x="122" y="36"/>
                    <a:pt x="124" y="40"/>
                    <a:pt x="127" y="42"/>
                  </a:cubicBezTo>
                  <a:cubicBezTo>
                    <a:pt x="130" y="43"/>
                    <a:pt x="127" y="44"/>
                    <a:pt x="130" y="45"/>
                  </a:cubicBezTo>
                  <a:cubicBezTo>
                    <a:pt x="132" y="45"/>
                    <a:pt x="132" y="49"/>
                    <a:pt x="128" y="52"/>
                  </a:cubicBezTo>
                  <a:cubicBezTo>
                    <a:pt x="125" y="56"/>
                    <a:pt x="129" y="56"/>
                    <a:pt x="136" y="54"/>
                  </a:cubicBezTo>
                  <a:cubicBezTo>
                    <a:pt x="143" y="51"/>
                    <a:pt x="139" y="56"/>
                    <a:pt x="141" y="58"/>
                  </a:cubicBezTo>
                  <a:cubicBezTo>
                    <a:pt x="142" y="60"/>
                    <a:pt x="148" y="56"/>
                    <a:pt x="151" y="53"/>
                  </a:cubicBezTo>
                  <a:cubicBezTo>
                    <a:pt x="154" y="50"/>
                    <a:pt x="158" y="50"/>
                    <a:pt x="158" y="48"/>
                  </a:cubicBezTo>
                  <a:cubicBezTo>
                    <a:pt x="157" y="46"/>
                    <a:pt x="154" y="46"/>
                    <a:pt x="152" y="47"/>
                  </a:cubicBezTo>
                  <a:cubicBezTo>
                    <a:pt x="149" y="48"/>
                    <a:pt x="143" y="47"/>
                    <a:pt x="145" y="45"/>
                  </a:cubicBezTo>
                  <a:cubicBezTo>
                    <a:pt x="147" y="43"/>
                    <a:pt x="147" y="42"/>
                    <a:pt x="144" y="42"/>
                  </a:cubicBezTo>
                  <a:cubicBezTo>
                    <a:pt x="141" y="43"/>
                    <a:pt x="135" y="41"/>
                    <a:pt x="138" y="40"/>
                  </a:cubicBezTo>
                  <a:cubicBezTo>
                    <a:pt x="140" y="39"/>
                    <a:pt x="136" y="35"/>
                    <a:pt x="133" y="35"/>
                  </a:cubicBezTo>
                  <a:cubicBezTo>
                    <a:pt x="131" y="36"/>
                    <a:pt x="131" y="33"/>
                    <a:pt x="132" y="31"/>
                  </a:cubicBezTo>
                  <a:cubicBezTo>
                    <a:pt x="132" y="29"/>
                    <a:pt x="124" y="28"/>
                    <a:pt x="126" y="27"/>
                  </a:cubicBezTo>
                  <a:cubicBezTo>
                    <a:pt x="127" y="27"/>
                    <a:pt x="123" y="25"/>
                    <a:pt x="122" y="26"/>
                  </a:cubicBezTo>
                  <a:cubicBezTo>
                    <a:pt x="121" y="28"/>
                    <a:pt x="119" y="27"/>
                    <a:pt x="119" y="25"/>
                  </a:cubicBezTo>
                  <a:cubicBezTo>
                    <a:pt x="119" y="23"/>
                    <a:pt x="113" y="24"/>
                    <a:pt x="111" y="24"/>
                  </a:cubicBezTo>
                  <a:cubicBezTo>
                    <a:pt x="109" y="24"/>
                    <a:pt x="110" y="19"/>
                    <a:pt x="108" y="18"/>
                  </a:cubicBezTo>
                  <a:cubicBezTo>
                    <a:pt x="106" y="16"/>
                    <a:pt x="103" y="21"/>
                    <a:pt x="101" y="20"/>
                  </a:cubicBezTo>
                  <a:cubicBezTo>
                    <a:pt x="100" y="20"/>
                    <a:pt x="103" y="17"/>
                    <a:pt x="103" y="15"/>
                  </a:cubicBezTo>
                  <a:cubicBezTo>
                    <a:pt x="104" y="13"/>
                    <a:pt x="96" y="10"/>
                    <a:pt x="95" y="12"/>
                  </a:cubicBezTo>
                  <a:cubicBezTo>
                    <a:pt x="94" y="14"/>
                    <a:pt x="93" y="9"/>
                    <a:pt x="91" y="8"/>
                  </a:cubicBezTo>
                  <a:cubicBezTo>
                    <a:pt x="89" y="8"/>
                    <a:pt x="90" y="12"/>
                    <a:pt x="89" y="12"/>
                  </a:cubicBezTo>
                  <a:cubicBezTo>
                    <a:pt x="87" y="12"/>
                    <a:pt x="85" y="14"/>
                    <a:pt x="88" y="16"/>
                  </a:cubicBezTo>
                  <a:cubicBezTo>
                    <a:pt x="90" y="18"/>
                    <a:pt x="93" y="27"/>
                    <a:pt x="93" y="28"/>
                  </a:cubicBezTo>
                  <a:cubicBezTo>
                    <a:pt x="92" y="29"/>
                    <a:pt x="84" y="22"/>
                    <a:pt x="84" y="18"/>
                  </a:cubicBezTo>
                  <a:cubicBezTo>
                    <a:pt x="83" y="14"/>
                    <a:pt x="79" y="11"/>
                    <a:pt x="78" y="14"/>
                  </a:cubicBezTo>
                  <a:cubicBezTo>
                    <a:pt x="77" y="16"/>
                    <a:pt x="74" y="17"/>
                    <a:pt x="75" y="20"/>
                  </a:cubicBezTo>
                  <a:cubicBezTo>
                    <a:pt x="76" y="23"/>
                    <a:pt x="73" y="24"/>
                    <a:pt x="73" y="22"/>
                  </a:cubicBezTo>
                  <a:cubicBezTo>
                    <a:pt x="73" y="19"/>
                    <a:pt x="68" y="17"/>
                    <a:pt x="67" y="17"/>
                  </a:cubicBezTo>
                  <a:cubicBezTo>
                    <a:pt x="65" y="17"/>
                    <a:pt x="71" y="15"/>
                    <a:pt x="74" y="14"/>
                  </a:cubicBezTo>
                  <a:cubicBezTo>
                    <a:pt x="76" y="13"/>
                    <a:pt x="71" y="11"/>
                    <a:pt x="69" y="13"/>
                  </a:cubicBezTo>
                  <a:cubicBezTo>
                    <a:pt x="67" y="14"/>
                    <a:pt x="64" y="12"/>
                    <a:pt x="62" y="14"/>
                  </a:cubicBezTo>
                  <a:cubicBezTo>
                    <a:pt x="61" y="16"/>
                    <a:pt x="59" y="14"/>
                    <a:pt x="57" y="13"/>
                  </a:cubicBezTo>
                  <a:cubicBezTo>
                    <a:pt x="54" y="13"/>
                    <a:pt x="52" y="17"/>
                    <a:pt x="50" y="16"/>
                  </a:cubicBezTo>
                  <a:cubicBezTo>
                    <a:pt x="48" y="15"/>
                    <a:pt x="47" y="20"/>
                    <a:pt x="50" y="24"/>
                  </a:cubicBezTo>
                  <a:cubicBezTo>
                    <a:pt x="53" y="28"/>
                    <a:pt x="55" y="23"/>
                    <a:pt x="58" y="23"/>
                  </a:cubicBezTo>
                  <a:close/>
                  <a:moveTo>
                    <a:pt x="51" y="38"/>
                  </a:moveTo>
                  <a:cubicBezTo>
                    <a:pt x="53" y="38"/>
                    <a:pt x="55" y="42"/>
                    <a:pt x="57" y="42"/>
                  </a:cubicBezTo>
                  <a:cubicBezTo>
                    <a:pt x="58" y="42"/>
                    <a:pt x="54" y="37"/>
                    <a:pt x="52" y="35"/>
                  </a:cubicBezTo>
                  <a:cubicBezTo>
                    <a:pt x="49" y="32"/>
                    <a:pt x="49" y="30"/>
                    <a:pt x="46" y="31"/>
                  </a:cubicBezTo>
                  <a:cubicBezTo>
                    <a:pt x="43" y="32"/>
                    <a:pt x="49" y="37"/>
                    <a:pt x="51" y="38"/>
                  </a:cubicBezTo>
                  <a:close/>
                  <a:moveTo>
                    <a:pt x="108" y="9"/>
                  </a:moveTo>
                  <a:cubicBezTo>
                    <a:pt x="109" y="10"/>
                    <a:pt x="105" y="10"/>
                    <a:pt x="107" y="12"/>
                  </a:cubicBezTo>
                  <a:cubicBezTo>
                    <a:pt x="112" y="17"/>
                    <a:pt x="133" y="11"/>
                    <a:pt x="136" y="13"/>
                  </a:cubicBezTo>
                  <a:cubicBezTo>
                    <a:pt x="139" y="14"/>
                    <a:pt x="119" y="16"/>
                    <a:pt x="119" y="18"/>
                  </a:cubicBezTo>
                  <a:cubicBezTo>
                    <a:pt x="120" y="21"/>
                    <a:pt x="137" y="22"/>
                    <a:pt x="138" y="21"/>
                  </a:cubicBezTo>
                  <a:cubicBezTo>
                    <a:pt x="140" y="20"/>
                    <a:pt x="142" y="24"/>
                    <a:pt x="148" y="24"/>
                  </a:cubicBezTo>
                  <a:cubicBezTo>
                    <a:pt x="154" y="25"/>
                    <a:pt x="153" y="22"/>
                    <a:pt x="157" y="22"/>
                  </a:cubicBezTo>
                  <a:cubicBezTo>
                    <a:pt x="161" y="22"/>
                    <a:pt x="167" y="20"/>
                    <a:pt x="167" y="17"/>
                  </a:cubicBezTo>
                  <a:cubicBezTo>
                    <a:pt x="168" y="15"/>
                    <a:pt x="180" y="12"/>
                    <a:pt x="178" y="8"/>
                  </a:cubicBezTo>
                  <a:cubicBezTo>
                    <a:pt x="177" y="4"/>
                    <a:pt x="166" y="7"/>
                    <a:pt x="163" y="5"/>
                  </a:cubicBezTo>
                  <a:cubicBezTo>
                    <a:pt x="159" y="4"/>
                    <a:pt x="152" y="2"/>
                    <a:pt x="151" y="4"/>
                  </a:cubicBezTo>
                  <a:cubicBezTo>
                    <a:pt x="149" y="7"/>
                    <a:pt x="147" y="7"/>
                    <a:pt x="146" y="6"/>
                  </a:cubicBezTo>
                  <a:cubicBezTo>
                    <a:pt x="145" y="5"/>
                    <a:pt x="147" y="0"/>
                    <a:pt x="142" y="1"/>
                  </a:cubicBezTo>
                  <a:cubicBezTo>
                    <a:pt x="136" y="3"/>
                    <a:pt x="141" y="8"/>
                    <a:pt x="140" y="9"/>
                  </a:cubicBezTo>
                  <a:cubicBezTo>
                    <a:pt x="139" y="10"/>
                    <a:pt x="134" y="8"/>
                    <a:pt x="134" y="5"/>
                  </a:cubicBezTo>
                  <a:cubicBezTo>
                    <a:pt x="133" y="3"/>
                    <a:pt x="128" y="8"/>
                    <a:pt x="127" y="5"/>
                  </a:cubicBezTo>
                  <a:cubicBezTo>
                    <a:pt x="126" y="2"/>
                    <a:pt x="120" y="0"/>
                    <a:pt x="118" y="0"/>
                  </a:cubicBezTo>
                  <a:cubicBezTo>
                    <a:pt x="117" y="0"/>
                    <a:pt x="120" y="2"/>
                    <a:pt x="119" y="4"/>
                  </a:cubicBezTo>
                  <a:cubicBezTo>
                    <a:pt x="118" y="5"/>
                    <a:pt x="114" y="2"/>
                    <a:pt x="113" y="2"/>
                  </a:cubicBezTo>
                  <a:cubicBezTo>
                    <a:pt x="112" y="2"/>
                    <a:pt x="114" y="5"/>
                    <a:pt x="113" y="7"/>
                  </a:cubicBezTo>
                  <a:cubicBezTo>
                    <a:pt x="113" y="8"/>
                    <a:pt x="110" y="2"/>
                    <a:pt x="107" y="2"/>
                  </a:cubicBezTo>
                  <a:cubicBezTo>
                    <a:pt x="105" y="2"/>
                    <a:pt x="106" y="5"/>
                    <a:pt x="104" y="5"/>
                  </a:cubicBezTo>
                  <a:cubicBezTo>
                    <a:pt x="102" y="5"/>
                    <a:pt x="106" y="8"/>
                    <a:pt x="108" y="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145">
              <a:extLst>
                <a:ext uri="{FF2B5EF4-FFF2-40B4-BE49-F238E27FC236}">
                  <a16:creationId xmlns:a16="http://schemas.microsoft.com/office/drawing/2014/main" id="{257AE85A-D77D-49D3-8885-6BE1317B32CB}"/>
                </a:ext>
              </a:extLst>
            </p:cNvPr>
            <p:cNvSpPr>
              <a:spLocks/>
            </p:cNvSpPr>
            <p:nvPr/>
          </p:nvSpPr>
          <p:spPr bwMode="auto">
            <a:xfrm>
              <a:off x="8150226" y="1587500"/>
              <a:ext cx="68263" cy="25400"/>
            </a:xfrm>
            <a:custGeom>
              <a:avLst/>
              <a:gdLst>
                <a:gd name="T0" fmla="*/ 12 w 27"/>
                <a:gd name="T1" fmla="*/ 1 h 10"/>
                <a:gd name="T2" fmla="*/ 2 w 27"/>
                <a:gd name="T3" fmla="*/ 4 h 10"/>
                <a:gd name="T4" fmla="*/ 17 w 27"/>
                <a:gd name="T5" fmla="*/ 7 h 10"/>
                <a:gd name="T6" fmla="*/ 27 w 27"/>
                <a:gd name="T7" fmla="*/ 6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10" y="2"/>
                    <a:pt x="0" y="1"/>
                    <a:pt x="2" y="4"/>
                  </a:cubicBezTo>
                  <a:cubicBezTo>
                    <a:pt x="4" y="6"/>
                    <a:pt x="13" y="5"/>
                    <a:pt x="17" y="7"/>
                  </a:cubicBezTo>
                  <a:cubicBezTo>
                    <a:pt x="21" y="10"/>
                    <a:pt x="27" y="8"/>
                    <a:pt x="27" y="6"/>
                  </a:cubicBezTo>
                  <a:cubicBezTo>
                    <a:pt x="27" y="4"/>
                    <a:pt x="14" y="0"/>
                    <a:pt x="12" y="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146">
              <a:extLst>
                <a:ext uri="{FF2B5EF4-FFF2-40B4-BE49-F238E27FC236}">
                  <a16:creationId xmlns:a16="http://schemas.microsoft.com/office/drawing/2014/main" id="{71C78719-9D61-4932-BE51-6C3882986023}"/>
                </a:ext>
              </a:extLst>
            </p:cNvPr>
            <p:cNvSpPr>
              <a:spLocks noEditPoints="1"/>
            </p:cNvSpPr>
            <p:nvPr/>
          </p:nvSpPr>
          <p:spPr bwMode="auto">
            <a:xfrm>
              <a:off x="6950076" y="2098675"/>
              <a:ext cx="347663" cy="347663"/>
            </a:xfrm>
            <a:custGeom>
              <a:avLst/>
              <a:gdLst>
                <a:gd name="T0" fmla="*/ 122 w 138"/>
                <a:gd name="T1" fmla="*/ 17 h 138"/>
                <a:gd name="T2" fmla="*/ 100 w 138"/>
                <a:gd name="T3" fmla="*/ 6 h 138"/>
                <a:gd name="T4" fmla="*/ 97 w 138"/>
                <a:gd name="T5" fmla="*/ 22 h 138"/>
                <a:gd name="T6" fmla="*/ 87 w 138"/>
                <a:gd name="T7" fmla="*/ 29 h 138"/>
                <a:gd name="T8" fmla="*/ 85 w 138"/>
                <a:gd name="T9" fmla="*/ 40 h 138"/>
                <a:gd name="T10" fmla="*/ 94 w 138"/>
                <a:gd name="T11" fmla="*/ 38 h 138"/>
                <a:gd name="T12" fmla="*/ 96 w 138"/>
                <a:gd name="T13" fmla="*/ 31 h 138"/>
                <a:gd name="T14" fmla="*/ 113 w 138"/>
                <a:gd name="T15" fmla="*/ 32 h 138"/>
                <a:gd name="T16" fmla="*/ 129 w 138"/>
                <a:gd name="T17" fmla="*/ 23 h 138"/>
                <a:gd name="T18" fmla="*/ 130 w 138"/>
                <a:gd name="T19" fmla="*/ 15 h 138"/>
                <a:gd name="T20" fmla="*/ 85 w 138"/>
                <a:gd name="T21" fmla="*/ 58 h 138"/>
                <a:gd name="T22" fmla="*/ 76 w 138"/>
                <a:gd name="T23" fmla="*/ 77 h 138"/>
                <a:gd name="T24" fmla="*/ 64 w 138"/>
                <a:gd name="T25" fmla="*/ 80 h 138"/>
                <a:gd name="T26" fmla="*/ 53 w 138"/>
                <a:gd name="T27" fmla="*/ 94 h 138"/>
                <a:gd name="T28" fmla="*/ 38 w 138"/>
                <a:gd name="T29" fmla="*/ 97 h 138"/>
                <a:gd name="T30" fmla="*/ 14 w 138"/>
                <a:gd name="T31" fmla="*/ 107 h 138"/>
                <a:gd name="T32" fmla="*/ 22 w 138"/>
                <a:gd name="T33" fmla="*/ 110 h 138"/>
                <a:gd name="T34" fmla="*/ 46 w 138"/>
                <a:gd name="T35" fmla="*/ 112 h 138"/>
                <a:gd name="T36" fmla="*/ 58 w 138"/>
                <a:gd name="T37" fmla="*/ 106 h 138"/>
                <a:gd name="T38" fmla="*/ 71 w 138"/>
                <a:gd name="T39" fmla="*/ 104 h 138"/>
                <a:gd name="T40" fmla="*/ 82 w 138"/>
                <a:gd name="T41" fmla="*/ 100 h 138"/>
                <a:gd name="T42" fmla="*/ 91 w 138"/>
                <a:gd name="T43" fmla="*/ 87 h 138"/>
                <a:gd name="T44" fmla="*/ 101 w 138"/>
                <a:gd name="T45" fmla="*/ 66 h 138"/>
                <a:gd name="T46" fmla="*/ 87 w 138"/>
                <a:gd name="T47" fmla="*/ 47 h 138"/>
                <a:gd name="T48" fmla="*/ 27 w 138"/>
                <a:gd name="T49" fmla="*/ 111 h 138"/>
                <a:gd name="T50" fmla="*/ 30 w 138"/>
                <a:gd name="T51" fmla="*/ 120 h 138"/>
                <a:gd name="T52" fmla="*/ 42 w 138"/>
                <a:gd name="T53" fmla="*/ 110 h 138"/>
                <a:gd name="T54" fmla="*/ 18 w 138"/>
                <a:gd name="T55" fmla="*/ 119 h 138"/>
                <a:gd name="T56" fmla="*/ 5 w 138"/>
                <a:gd name="T57" fmla="*/ 116 h 138"/>
                <a:gd name="T58" fmla="*/ 6 w 138"/>
                <a:gd name="T59" fmla="*/ 119 h 138"/>
                <a:gd name="T60" fmla="*/ 11 w 138"/>
                <a:gd name="T61" fmla="*/ 137 h 138"/>
                <a:gd name="T62" fmla="*/ 18 w 138"/>
                <a:gd name="T63" fmla="*/ 11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8" h="138">
                  <a:moveTo>
                    <a:pt x="130" y="15"/>
                  </a:moveTo>
                  <a:cubicBezTo>
                    <a:pt x="129" y="13"/>
                    <a:pt x="126" y="16"/>
                    <a:pt x="122" y="17"/>
                  </a:cubicBezTo>
                  <a:cubicBezTo>
                    <a:pt x="119" y="17"/>
                    <a:pt x="108" y="8"/>
                    <a:pt x="105" y="4"/>
                  </a:cubicBezTo>
                  <a:cubicBezTo>
                    <a:pt x="102" y="0"/>
                    <a:pt x="97" y="3"/>
                    <a:pt x="100" y="6"/>
                  </a:cubicBezTo>
                  <a:cubicBezTo>
                    <a:pt x="102" y="9"/>
                    <a:pt x="99" y="10"/>
                    <a:pt x="99" y="15"/>
                  </a:cubicBezTo>
                  <a:cubicBezTo>
                    <a:pt x="99" y="19"/>
                    <a:pt x="96" y="19"/>
                    <a:pt x="97" y="22"/>
                  </a:cubicBezTo>
                  <a:cubicBezTo>
                    <a:pt x="97" y="25"/>
                    <a:pt x="93" y="24"/>
                    <a:pt x="90" y="25"/>
                  </a:cubicBezTo>
                  <a:cubicBezTo>
                    <a:pt x="87" y="25"/>
                    <a:pt x="90" y="28"/>
                    <a:pt x="87" y="29"/>
                  </a:cubicBezTo>
                  <a:cubicBezTo>
                    <a:pt x="84" y="31"/>
                    <a:pt x="84" y="33"/>
                    <a:pt x="85" y="34"/>
                  </a:cubicBezTo>
                  <a:cubicBezTo>
                    <a:pt x="87" y="35"/>
                    <a:pt x="86" y="38"/>
                    <a:pt x="85" y="40"/>
                  </a:cubicBezTo>
                  <a:cubicBezTo>
                    <a:pt x="85" y="42"/>
                    <a:pt x="88" y="41"/>
                    <a:pt x="90" y="39"/>
                  </a:cubicBezTo>
                  <a:cubicBezTo>
                    <a:pt x="91" y="36"/>
                    <a:pt x="93" y="40"/>
                    <a:pt x="94" y="38"/>
                  </a:cubicBezTo>
                  <a:cubicBezTo>
                    <a:pt x="94" y="35"/>
                    <a:pt x="89" y="34"/>
                    <a:pt x="89" y="32"/>
                  </a:cubicBezTo>
                  <a:cubicBezTo>
                    <a:pt x="89" y="29"/>
                    <a:pt x="93" y="32"/>
                    <a:pt x="96" y="31"/>
                  </a:cubicBezTo>
                  <a:cubicBezTo>
                    <a:pt x="99" y="30"/>
                    <a:pt x="104" y="31"/>
                    <a:pt x="108" y="34"/>
                  </a:cubicBezTo>
                  <a:cubicBezTo>
                    <a:pt x="111" y="37"/>
                    <a:pt x="112" y="36"/>
                    <a:pt x="113" y="32"/>
                  </a:cubicBezTo>
                  <a:cubicBezTo>
                    <a:pt x="114" y="28"/>
                    <a:pt x="119" y="26"/>
                    <a:pt x="125" y="26"/>
                  </a:cubicBezTo>
                  <a:cubicBezTo>
                    <a:pt x="130" y="26"/>
                    <a:pt x="131" y="24"/>
                    <a:pt x="129" y="23"/>
                  </a:cubicBezTo>
                  <a:cubicBezTo>
                    <a:pt x="127" y="21"/>
                    <a:pt x="138" y="15"/>
                    <a:pt x="138" y="13"/>
                  </a:cubicBezTo>
                  <a:cubicBezTo>
                    <a:pt x="138" y="11"/>
                    <a:pt x="132" y="17"/>
                    <a:pt x="130" y="15"/>
                  </a:cubicBezTo>
                  <a:close/>
                  <a:moveTo>
                    <a:pt x="87" y="47"/>
                  </a:moveTo>
                  <a:cubicBezTo>
                    <a:pt x="84" y="49"/>
                    <a:pt x="83" y="56"/>
                    <a:pt x="85" y="58"/>
                  </a:cubicBezTo>
                  <a:cubicBezTo>
                    <a:pt x="88" y="60"/>
                    <a:pt x="81" y="64"/>
                    <a:pt x="81" y="69"/>
                  </a:cubicBezTo>
                  <a:cubicBezTo>
                    <a:pt x="81" y="73"/>
                    <a:pt x="77" y="73"/>
                    <a:pt x="76" y="77"/>
                  </a:cubicBezTo>
                  <a:cubicBezTo>
                    <a:pt x="76" y="80"/>
                    <a:pt x="73" y="79"/>
                    <a:pt x="69" y="82"/>
                  </a:cubicBezTo>
                  <a:cubicBezTo>
                    <a:pt x="65" y="85"/>
                    <a:pt x="63" y="82"/>
                    <a:pt x="64" y="80"/>
                  </a:cubicBezTo>
                  <a:cubicBezTo>
                    <a:pt x="65" y="78"/>
                    <a:pt x="57" y="81"/>
                    <a:pt x="58" y="86"/>
                  </a:cubicBezTo>
                  <a:cubicBezTo>
                    <a:pt x="58" y="91"/>
                    <a:pt x="51" y="92"/>
                    <a:pt x="53" y="94"/>
                  </a:cubicBezTo>
                  <a:cubicBezTo>
                    <a:pt x="54" y="97"/>
                    <a:pt x="47" y="98"/>
                    <a:pt x="48" y="96"/>
                  </a:cubicBezTo>
                  <a:cubicBezTo>
                    <a:pt x="48" y="94"/>
                    <a:pt x="43" y="95"/>
                    <a:pt x="38" y="97"/>
                  </a:cubicBezTo>
                  <a:cubicBezTo>
                    <a:pt x="32" y="99"/>
                    <a:pt x="29" y="95"/>
                    <a:pt x="26" y="98"/>
                  </a:cubicBezTo>
                  <a:cubicBezTo>
                    <a:pt x="23" y="101"/>
                    <a:pt x="18" y="106"/>
                    <a:pt x="14" y="107"/>
                  </a:cubicBezTo>
                  <a:cubicBezTo>
                    <a:pt x="10" y="108"/>
                    <a:pt x="12" y="113"/>
                    <a:pt x="14" y="112"/>
                  </a:cubicBezTo>
                  <a:cubicBezTo>
                    <a:pt x="17" y="110"/>
                    <a:pt x="21" y="112"/>
                    <a:pt x="22" y="110"/>
                  </a:cubicBezTo>
                  <a:cubicBezTo>
                    <a:pt x="24" y="108"/>
                    <a:pt x="36" y="105"/>
                    <a:pt x="43" y="105"/>
                  </a:cubicBezTo>
                  <a:cubicBezTo>
                    <a:pt x="50" y="104"/>
                    <a:pt x="46" y="108"/>
                    <a:pt x="46" y="112"/>
                  </a:cubicBezTo>
                  <a:cubicBezTo>
                    <a:pt x="46" y="116"/>
                    <a:pt x="52" y="115"/>
                    <a:pt x="56" y="111"/>
                  </a:cubicBezTo>
                  <a:cubicBezTo>
                    <a:pt x="59" y="108"/>
                    <a:pt x="61" y="108"/>
                    <a:pt x="58" y="106"/>
                  </a:cubicBezTo>
                  <a:cubicBezTo>
                    <a:pt x="56" y="104"/>
                    <a:pt x="59" y="102"/>
                    <a:pt x="61" y="105"/>
                  </a:cubicBezTo>
                  <a:cubicBezTo>
                    <a:pt x="63" y="108"/>
                    <a:pt x="69" y="108"/>
                    <a:pt x="71" y="104"/>
                  </a:cubicBezTo>
                  <a:cubicBezTo>
                    <a:pt x="73" y="100"/>
                    <a:pt x="74" y="105"/>
                    <a:pt x="77" y="104"/>
                  </a:cubicBezTo>
                  <a:cubicBezTo>
                    <a:pt x="80" y="104"/>
                    <a:pt x="81" y="97"/>
                    <a:pt x="82" y="100"/>
                  </a:cubicBezTo>
                  <a:cubicBezTo>
                    <a:pt x="82" y="102"/>
                    <a:pt x="86" y="102"/>
                    <a:pt x="89" y="99"/>
                  </a:cubicBezTo>
                  <a:cubicBezTo>
                    <a:pt x="92" y="95"/>
                    <a:pt x="90" y="90"/>
                    <a:pt x="91" y="87"/>
                  </a:cubicBezTo>
                  <a:cubicBezTo>
                    <a:pt x="93" y="84"/>
                    <a:pt x="95" y="78"/>
                    <a:pt x="93" y="75"/>
                  </a:cubicBezTo>
                  <a:cubicBezTo>
                    <a:pt x="91" y="71"/>
                    <a:pt x="98" y="69"/>
                    <a:pt x="101" y="66"/>
                  </a:cubicBezTo>
                  <a:cubicBezTo>
                    <a:pt x="104" y="63"/>
                    <a:pt x="97" y="49"/>
                    <a:pt x="97" y="45"/>
                  </a:cubicBezTo>
                  <a:cubicBezTo>
                    <a:pt x="97" y="40"/>
                    <a:pt x="89" y="46"/>
                    <a:pt x="87" y="47"/>
                  </a:cubicBezTo>
                  <a:close/>
                  <a:moveTo>
                    <a:pt x="34" y="109"/>
                  </a:moveTo>
                  <a:cubicBezTo>
                    <a:pt x="33" y="112"/>
                    <a:pt x="31" y="111"/>
                    <a:pt x="27" y="111"/>
                  </a:cubicBezTo>
                  <a:cubicBezTo>
                    <a:pt x="23" y="112"/>
                    <a:pt x="23" y="121"/>
                    <a:pt x="26" y="122"/>
                  </a:cubicBezTo>
                  <a:cubicBezTo>
                    <a:pt x="28" y="123"/>
                    <a:pt x="29" y="123"/>
                    <a:pt x="30" y="120"/>
                  </a:cubicBezTo>
                  <a:cubicBezTo>
                    <a:pt x="31" y="117"/>
                    <a:pt x="35" y="116"/>
                    <a:pt x="37" y="117"/>
                  </a:cubicBezTo>
                  <a:cubicBezTo>
                    <a:pt x="39" y="119"/>
                    <a:pt x="42" y="114"/>
                    <a:pt x="42" y="110"/>
                  </a:cubicBezTo>
                  <a:cubicBezTo>
                    <a:pt x="42" y="107"/>
                    <a:pt x="35" y="107"/>
                    <a:pt x="34" y="109"/>
                  </a:cubicBezTo>
                  <a:close/>
                  <a:moveTo>
                    <a:pt x="18" y="119"/>
                  </a:moveTo>
                  <a:cubicBezTo>
                    <a:pt x="18" y="116"/>
                    <a:pt x="13" y="117"/>
                    <a:pt x="12" y="114"/>
                  </a:cubicBezTo>
                  <a:cubicBezTo>
                    <a:pt x="12" y="112"/>
                    <a:pt x="9" y="114"/>
                    <a:pt x="5" y="116"/>
                  </a:cubicBezTo>
                  <a:cubicBezTo>
                    <a:pt x="2" y="119"/>
                    <a:pt x="0" y="119"/>
                    <a:pt x="2" y="122"/>
                  </a:cubicBezTo>
                  <a:cubicBezTo>
                    <a:pt x="3" y="124"/>
                    <a:pt x="5" y="122"/>
                    <a:pt x="6" y="119"/>
                  </a:cubicBezTo>
                  <a:cubicBezTo>
                    <a:pt x="7" y="117"/>
                    <a:pt x="10" y="123"/>
                    <a:pt x="8" y="128"/>
                  </a:cubicBezTo>
                  <a:cubicBezTo>
                    <a:pt x="5" y="132"/>
                    <a:pt x="8" y="138"/>
                    <a:pt x="11" y="137"/>
                  </a:cubicBezTo>
                  <a:cubicBezTo>
                    <a:pt x="13" y="137"/>
                    <a:pt x="16" y="128"/>
                    <a:pt x="20" y="124"/>
                  </a:cubicBezTo>
                  <a:cubicBezTo>
                    <a:pt x="23" y="119"/>
                    <a:pt x="18" y="121"/>
                    <a:pt x="18" y="11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147">
              <a:extLst>
                <a:ext uri="{FF2B5EF4-FFF2-40B4-BE49-F238E27FC236}">
                  <a16:creationId xmlns:a16="http://schemas.microsoft.com/office/drawing/2014/main" id="{F2EFB7B6-535E-4055-B562-F8B077CA86C0}"/>
                </a:ext>
              </a:extLst>
            </p:cNvPr>
            <p:cNvSpPr>
              <a:spLocks noEditPoints="1"/>
            </p:cNvSpPr>
            <p:nvPr/>
          </p:nvSpPr>
          <p:spPr bwMode="auto">
            <a:xfrm>
              <a:off x="5846763" y="1887538"/>
              <a:ext cx="1214438" cy="842963"/>
            </a:xfrm>
            <a:custGeom>
              <a:avLst/>
              <a:gdLst>
                <a:gd name="T0" fmla="*/ 459 w 483"/>
                <a:gd name="T1" fmla="*/ 63 h 335"/>
                <a:gd name="T2" fmla="*/ 435 w 483"/>
                <a:gd name="T3" fmla="*/ 45 h 335"/>
                <a:gd name="T4" fmla="*/ 416 w 483"/>
                <a:gd name="T5" fmla="*/ 19 h 335"/>
                <a:gd name="T6" fmla="*/ 388 w 483"/>
                <a:gd name="T7" fmla="*/ 1 h 335"/>
                <a:gd name="T8" fmla="*/ 369 w 483"/>
                <a:gd name="T9" fmla="*/ 15 h 335"/>
                <a:gd name="T10" fmla="*/ 353 w 483"/>
                <a:gd name="T11" fmla="*/ 39 h 335"/>
                <a:gd name="T12" fmla="*/ 329 w 483"/>
                <a:gd name="T13" fmla="*/ 52 h 335"/>
                <a:gd name="T14" fmla="*/ 344 w 483"/>
                <a:gd name="T15" fmla="*/ 62 h 335"/>
                <a:gd name="T16" fmla="*/ 343 w 483"/>
                <a:gd name="T17" fmla="*/ 75 h 335"/>
                <a:gd name="T18" fmla="*/ 301 w 483"/>
                <a:gd name="T19" fmla="*/ 91 h 335"/>
                <a:gd name="T20" fmla="*/ 271 w 483"/>
                <a:gd name="T21" fmla="*/ 116 h 335"/>
                <a:gd name="T22" fmla="*/ 224 w 483"/>
                <a:gd name="T23" fmla="*/ 119 h 335"/>
                <a:gd name="T24" fmla="*/ 172 w 483"/>
                <a:gd name="T25" fmla="*/ 112 h 335"/>
                <a:gd name="T26" fmla="*/ 150 w 483"/>
                <a:gd name="T27" fmla="*/ 90 h 335"/>
                <a:gd name="T28" fmla="*/ 129 w 483"/>
                <a:gd name="T29" fmla="*/ 64 h 335"/>
                <a:gd name="T30" fmla="*/ 109 w 483"/>
                <a:gd name="T31" fmla="*/ 47 h 335"/>
                <a:gd name="T32" fmla="*/ 98 w 483"/>
                <a:gd name="T33" fmla="*/ 54 h 335"/>
                <a:gd name="T34" fmla="*/ 79 w 483"/>
                <a:gd name="T35" fmla="*/ 69 h 335"/>
                <a:gd name="T36" fmla="*/ 63 w 483"/>
                <a:gd name="T37" fmla="*/ 87 h 335"/>
                <a:gd name="T38" fmla="*/ 55 w 483"/>
                <a:gd name="T39" fmla="*/ 107 h 335"/>
                <a:gd name="T40" fmla="*/ 37 w 483"/>
                <a:gd name="T41" fmla="*/ 126 h 335"/>
                <a:gd name="T42" fmla="*/ 14 w 483"/>
                <a:gd name="T43" fmla="*/ 133 h 335"/>
                <a:gd name="T44" fmla="*/ 0 w 483"/>
                <a:gd name="T45" fmla="*/ 143 h 335"/>
                <a:gd name="T46" fmla="*/ 10 w 483"/>
                <a:gd name="T47" fmla="*/ 166 h 335"/>
                <a:gd name="T48" fmla="*/ 28 w 483"/>
                <a:gd name="T49" fmla="*/ 182 h 335"/>
                <a:gd name="T50" fmla="*/ 42 w 483"/>
                <a:gd name="T51" fmla="*/ 177 h 335"/>
                <a:gd name="T52" fmla="*/ 40 w 483"/>
                <a:gd name="T53" fmla="*/ 197 h 335"/>
                <a:gd name="T54" fmla="*/ 40 w 483"/>
                <a:gd name="T55" fmla="*/ 217 h 335"/>
                <a:gd name="T56" fmla="*/ 55 w 483"/>
                <a:gd name="T57" fmla="*/ 230 h 335"/>
                <a:gd name="T58" fmla="*/ 98 w 483"/>
                <a:gd name="T59" fmla="*/ 248 h 335"/>
                <a:gd name="T60" fmla="*/ 116 w 483"/>
                <a:gd name="T61" fmla="*/ 252 h 335"/>
                <a:gd name="T62" fmla="*/ 130 w 483"/>
                <a:gd name="T63" fmla="*/ 248 h 335"/>
                <a:gd name="T64" fmla="*/ 149 w 483"/>
                <a:gd name="T65" fmla="*/ 243 h 335"/>
                <a:gd name="T66" fmla="*/ 173 w 483"/>
                <a:gd name="T67" fmla="*/ 243 h 335"/>
                <a:gd name="T68" fmla="*/ 186 w 483"/>
                <a:gd name="T69" fmla="*/ 252 h 335"/>
                <a:gd name="T70" fmla="*/ 182 w 483"/>
                <a:gd name="T71" fmla="*/ 282 h 335"/>
                <a:gd name="T72" fmla="*/ 195 w 483"/>
                <a:gd name="T73" fmla="*/ 299 h 335"/>
                <a:gd name="T74" fmla="*/ 212 w 483"/>
                <a:gd name="T75" fmla="*/ 307 h 335"/>
                <a:gd name="T76" fmla="*/ 225 w 483"/>
                <a:gd name="T77" fmla="*/ 294 h 335"/>
                <a:gd name="T78" fmla="*/ 251 w 483"/>
                <a:gd name="T79" fmla="*/ 293 h 335"/>
                <a:gd name="T80" fmla="*/ 267 w 483"/>
                <a:gd name="T81" fmla="*/ 303 h 335"/>
                <a:gd name="T82" fmla="*/ 280 w 483"/>
                <a:gd name="T83" fmla="*/ 314 h 335"/>
                <a:gd name="T84" fmla="*/ 317 w 483"/>
                <a:gd name="T85" fmla="*/ 295 h 335"/>
                <a:gd name="T86" fmla="*/ 345 w 483"/>
                <a:gd name="T87" fmla="*/ 280 h 335"/>
                <a:gd name="T88" fmla="*/ 359 w 483"/>
                <a:gd name="T89" fmla="*/ 263 h 335"/>
                <a:gd name="T90" fmla="*/ 373 w 483"/>
                <a:gd name="T91" fmla="*/ 246 h 335"/>
                <a:gd name="T92" fmla="*/ 376 w 483"/>
                <a:gd name="T93" fmla="*/ 231 h 335"/>
                <a:gd name="T94" fmla="*/ 372 w 483"/>
                <a:gd name="T95" fmla="*/ 219 h 335"/>
                <a:gd name="T96" fmla="*/ 370 w 483"/>
                <a:gd name="T97" fmla="*/ 207 h 335"/>
                <a:gd name="T98" fmla="*/ 360 w 483"/>
                <a:gd name="T99" fmla="*/ 180 h 335"/>
                <a:gd name="T100" fmla="*/ 382 w 483"/>
                <a:gd name="T101" fmla="*/ 168 h 335"/>
                <a:gd name="T102" fmla="*/ 354 w 483"/>
                <a:gd name="T103" fmla="*/ 160 h 335"/>
                <a:gd name="T104" fmla="*/ 365 w 483"/>
                <a:gd name="T105" fmla="*/ 137 h 335"/>
                <a:gd name="T106" fmla="*/ 378 w 483"/>
                <a:gd name="T107" fmla="*/ 149 h 335"/>
                <a:gd name="T108" fmla="*/ 414 w 483"/>
                <a:gd name="T109" fmla="*/ 128 h 335"/>
                <a:gd name="T110" fmla="*/ 432 w 483"/>
                <a:gd name="T111" fmla="*/ 120 h 335"/>
                <a:gd name="T112" fmla="*/ 452 w 483"/>
                <a:gd name="T113" fmla="*/ 113 h 335"/>
                <a:gd name="T114" fmla="*/ 454 w 483"/>
                <a:gd name="T115" fmla="*/ 91 h 335"/>
                <a:gd name="T116" fmla="*/ 476 w 483"/>
                <a:gd name="T117" fmla="*/ 77 h 335"/>
                <a:gd name="T118" fmla="*/ 368 w 483"/>
                <a:gd name="T119" fmla="*/ 299 h 335"/>
                <a:gd name="T120" fmla="*/ 271 w 483"/>
                <a:gd name="T121" fmla="*/ 328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3" h="335">
                  <a:moveTo>
                    <a:pt x="480" y="60"/>
                  </a:moveTo>
                  <a:cubicBezTo>
                    <a:pt x="480" y="56"/>
                    <a:pt x="475" y="57"/>
                    <a:pt x="474" y="58"/>
                  </a:cubicBezTo>
                  <a:cubicBezTo>
                    <a:pt x="472" y="59"/>
                    <a:pt x="467" y="58"/>
                    <a:pt x="466" y="61"/>
                  </a:cubicBezTo>
                  <a:cubicBezTo>
                    <a:pt x="464" y="64"/>
                    <a:pt x="462" y="62"/>
                    <a:pt x="459" y="63"/>
                  </a:cubicBezTo>
                  <a:cubicBezTo>
                    <a:pt x="455" y="63"/>
                    <a:pt x="451" y="62"/>
                    <a:pt x="451" y="60"/>
                  </a:cubicBezTo>
                  <a:cubicBezTo>
                    <a:pt x="451" y="57"/>
                    <a:pt x="449" y="55"/>
                    <a:pt x="449" y="53"/>
                  </a:cubicBezTo>
                  <a:cubicBezTo>
                    <a:pt x="449" y="50"/>
                    <a:pt x="446" y="51"/>
                    <a:pt x="443" y="49"/>
                  </a:cubicBezTo>
                  <a:cubicBezTo>
                    <a:pt x="441" y="47"/>
                    <a:pt x="436" y="45"/>
                    <a:pt x="435" y="45"/>
                  </a:cubicBezTo>
                  <a:cubicBezTo>
                    <a:pt x="434" y="46"/>
                    <a:pt x="432" y="43"/>
                    <a:pt x="427" y="42"/>
                  </a:cubicBezTo>
                  <a:cubicBezTo>
                    <a:pt x="423" y="42"/>
                    <a:pt x="424" y="40"/>
                    <a:pt x="424" y="38"/>
                  </a:cubicBezTo>
                  <a:cubicBezTo>
                    <a:pt x="425" y="36"/>
                    <a:pt x="421" y="31"/>
                    <a:pt x="420" y="28"/>
                  </a:cubicBezTo>
                  <a:cubicBezTo>
                    <a:pt x="420" y="25"/>
                    <a:pt x="417" y="25"/>
                    <a:pt x="416" y="19"/>
                  </a:cubicBezTo>
                  <a:cubicBezTo>
                    <a:pt x="414" y="13"/>
                    <a:pt x="411" y="14"/>
                    <a:pt x="412" y="11"/>
                  </a:cubicBezTo>
                  <a:cubicBezTo>
                    <a:pt x="412" y="8"/>
                    <a:pt x="408" y="7"/>
                    <a:pt x="407" y="5"/>
                  </a:cubicBezTo>
                  <a:cubicBezTo>
                    <a:pt x="405" y="4"/>
                    <a:pt x="400" y="4"/>
                    <a:pt x="397" y="3"/>
                  </a:cubicBezTo>
                  <a:cubicBezTo>
                    <a:pt x="393" y="1"/>
                    <a:pt x="391" y="2"/>
                    <a:pt x="388" y="1"/>
                  </a:cubicBezTo>
                  <a:cubicBezTo>
                    <a:pt x="384" y="0"/>
                    <a:pt x="377" y="2"/>
                    <a:pt x="376" y="2"/>
                  </a:cubicBezTo>
                  <a:cubicBezTo>
                    <a:pt x="375" y="2"/>
                    <a:pt x="369" y="1"/>
                    <a:pt x="366" y="5"/>
                  </a:cubicBezTo>
                  <a:cubicBezTo>
                    <a:pt x="362" y="10"/>
                    <a:pt x="365" y="10"/>
                    <a:pt x="366" y="10"/>
                  </a:cubicBezTo>
                  <a:cubicBezTo>
                    <a:pt x="368" y="10"/>
                    <a:pt x="369" y="14"/>
                    <a:pt x="369" y="15"/>
                  </a:cubicBezTo>
                  <a:cubicBezTo>
                    <a:pt x="369" y="17"/>
                    <a:pt x="366" y="19"/>
                    <a:pt x="365" y="19"/>
                  </a:cubicBezTo>
                  <a:cubicBezTo>
                    <a:pt x="364" y="20"/>
                    <a:pt x="361" y="25"/>
                    <a:pt x="360" y="27"/>
                  </a:cubicBezTo>
                  <a:cubicBezTo>
                    <a:pt x="360" y="29"/>
                    <a:pt x="356" y="34"/>
                    <a:pt x="356" y="35"/>
                  </a:cubicBezTo>
                  <a:cubicBezTo>
                    <a:pt x="357" y="37"/>
                    <a:pt x="354" y="39"/>
                    <a:pt x="353" y="39"/>
                  </a:cubicBezTo>
                  <a:cubicBezTo>
                    <a:pt x="351" y="39"/>
                    <a:pt x="347" y="42"/>
                    <a:pt x="345" y="43"/>
                  </a:cubicBezTo>
                  <a:cubicBezTo>
                    <a:pt x="344" y="43"/>
                    <a:pt x="338" y="42"/>
                    <a:pt x="337" y="41"/>
                  </a:cubicBezTo>
                  <a:cubicBezTo>
                    <a:pt x="337" y="40"/>
                    <a:pt x="336" y="40"/>
                    <a:pt x="336" y="39"/>
                  </a:cubicBezTo>
                  <a:cubicBezTo>
                    <a:pt x="329" y="52"/>
                    <a:pt x="329" y="52"/>
                    <a:pt x="329" y="52"/>
                  </a:cubicBezTo>
                  <a:cubicBezTo>
                    <a:pt x="329" y="56"/>
                    <a:pt x="329" y="56"/>
                    <a:pt x="329" y="56"/>
                  </a:cubicBezTo>
                  <a:cubicBezTo>
                    <a:pt x="329" y="56"/>
                    <a:pt x="324" y="58"/>
                    <a:pt x="328" y="61"/>
                  </a:cubicBezTo>
                  <a:cubicBezTo>
                    <a:pt x="331" y="64"/>
                    <a:pt x="331" y="61"/>
                    <a:pt x="336" y="61"/>
                  </a:cubicBezTo>
                  <a:cubicBezTo>
                    <a:pt x="341" y="61"/>
                    <a:pt x="343" y="65"/>
                    <a:pt x="344" y="62"/>
                  </a:cubicBezTo>
                  <a:cubicBezTo>
                    <a:pt x="345" y="60"/>
                    <a:pt x="349" y="58"/>
                    <a:pt x="351" y="61"/>
                  </a:cubicBezTo>
                  <a:cubicBezTo>
                    <a:pt x="354" y="64"/>
                    <a:pt x="362" y="69"/>
                    <a:pt x="362" y="72"/>
                  </a:cubicBezTo>
                  <a:cubicBezTo>
                    <a:pt x="361" y="75"/>
                    <a:pt x="357" y="74"/>
                    <a:pt x="353" y="73"/>
                  </a:cubicBezTo>
                  <a:cubicBezTo>
                    <a:pt x="350" y="72"/>
                    <a:pt x="346" y="75"/>
                    <a:pt x="343" y="75"/>
                  </a:cubicBezTo>
                  <a:cubicBezTo>
                    <a:pt x="340" y="75"/>
                    <a:pt x="336" y="76"/>
                    <a:pt x="333" y="79"/>
                  </a:cubicBezTo>
                  <a:cubicBezTo>
                    <a:pt x="330" y="82"/>
                    <a:pt x="331" y="85"/>
                    <a:pt x="326" y="86"/>
                  </a:cubicBezTo>
                  <a:cubicBezTo>
                    <a:pt x="321" y="87"/>
                    <a:pt x="319" y="86"/>
                    <a:pt x="314" y="90"/>
                  </a:cubicBezTo>
                  <a:cubicBezTo>
                    <a:pt x="309" y="93"/>
                    <a:pt x="303" y="92"/>
                    <a:pt x="301" y="91"/>
                  </a:cubicBezTo>
                  <a:cubicBezTo>
                    <a:pt x="299" y="90"/>
                    <a:pt x="295" y="89"/>
                    <a:pt x="293" y="93"/>
                  </a:cubicBezTo>
                  <a:cubicBezTo>
                    <a:pt x="291" y="96"/>
                    <a:pt x="296" y="98"/>
                    <a:pt x="295" y="102"/>
                  </a:cubicBezTo>
                  <a:cubicBezTo>
                    <a:pt x="295" y="106"/>
                    <a:pt x="290" y="105"/>
                    <a:pt x="286" y="110"/>
                  </a:cubicBezTo>
                  <a:cubicBezTo>
                    <a:pt x="281" y="115"/>
                    <a:pt x="275" y="117"/>
                    <a:pt x="271" y="116"/>
                  </a:cubicBezTo>
                  <a:cubicBezTo>
                    <a:pt x="267" y="116"/>
                    <a:pt x="260" y="113"/>
                    <a:pt x="253" y="117"/>
                  </a:cubicBezTo>
                  <a:cubicBezTo>
                    <a:pt x="246" y="120"/>
                    <a:pt x="242" y="124"/>
                    <a:pt x="239" y="124"/>
                  </a:cubicBezTo>
                  <a:cubicBezTo>
                    <a:pt x="236" y="123"/>
                    <a:pt x="236" y="120"/>
                    <a:pt x="233" y="121"/>
                  </a:cubicBezTo>
                  <a:cubicBezTo>
                    <a:pt x="229" y="121"/>
                    <a:pt x="227" y="120"/>
                    <a:pt x="224" y="119"/>
                  </a:cubicBezTo>
                  <a:cubicBezTo>
                    <a:pt x="222" y="117"/>
                    <a:pt x="220" y="120"/>
                    <a:pt x="216" y="117"/>
                  </a:cubicBezTo>
                  <a:cubicBezTo>
                    <a:pt x="212" y="113"/>
                    <a:pt x="204" y="114"/>
                    <a:pt x="201" y="113"/>
                  </a:cubicBezTo>
                  <a:cubicBezTo>
                    <a:pt x="198" y="113"/>
                    <a:pt x="186" y="113"/>
                    <a:pt x="182" y="113"/>
                  </a:cubicBezTo>
                  <a:cubicBezTo>
                    <a:pt x="178" y="112"/>
                    <a:pt x="172" y="114"/>
                    <a:pt x="172" y="112"/>
                  </a:cubicBezTo>
                  <a:cubicBezTo>
                    <a:pt x="171" y="110"/>
                    <a:pt x="168" y="108"/>
                    <a:pt x="167" y="104"/>
                  </a:cubicBezTo>
                  <a:cubicBezTo>
                    <a:pt x="166" y="99"/>
                    <a:pt x="163" y="97"/>
                    <a:pt x="161" y="97"/>
                  </a:cubicBezTo>
                  <a:cubicBezTo>
                    <a:pt x="158" y="96"/>
                    <a:pt x="158" y="94"/>
                    <a:pt x="156" y="93"/>
                  </a:cubicBezTo>
                  <a:cubicBezTo>
                    <a:pt x="154" y="93"/>
                    <a:pt x="153" y="90"/>
                    <a:pt x="150" y="90"/>
                  </a:cubicBezTo>
                  <a:cubicBezTo>
                    <a:pt x="146" y="90"/>
                    <a:pt x="133" y="88"/>
                    <a:pt x="131" y="85"/>
                  </a:cubicBezTo>
                  <a:cubicBezTo>
                    <a:pt x="130" y="82"/>
                    <a:pt x="133" y="82"/>
                    <a:pt x="133" y="79"/>
                  </a:cubicBezTo>
                  <a:cubicBezTo>
                    <a:pt x="133" y="76"/>
                    <a:pt x="135" y="72"/>
                    <a:pt x="134" y="71"/>
                  </a:cubicBezTo>
                  <a:cubicBezTo>
                    <a:pt x="132" y="69"/>
                    <a:pt x="130" y="67"/>
                    <a:pt x="129" y="64"/>
                  </a:cubicBezTo>
                  <a:cubicBezTo>
                    <a:pt x="129" y="62"/>
                    <a:pt x="125" y="59"/>
                    <a:pt x="123" y="59"/>
                  </a:cubicBezTo>
                  <a:cubicBezTo>
                    <a:pt x="120" y="59"/>
                    <a:pt x="118" y="57"/>
                    <a:pt x="115" y="55"/>
                  </a:cubicBezTo>
                  <a:cubicBezTo>
                    <a:pt x="113" y="53"/>
                    <a:pt x="111" y="53"/>
                    <a:pt x="110" y="47"/>
                  </a:cubicBezTo>
                  <a:cubicBezTo>
                    <a:pt x="109" y="47"/>
                    <a:pt x="109" y="47"/>
                    <a:pt x="109" y="47"/>
                  </a:cubicBezTo>
                  <a:cubicBezTo>
                    <a:pt x="108" y="46"/>
                    <a:pt x="107" y="46"/>
                    <a:pt x="106" y="46"/>
                  </a:cubicBezTo>
                  <a:cubicBezTo>
                    <a:pt x="106" y="46"/>
                    <a:pt x="105" y="46"/>
                    <a:pt x="104" y="45"/>
                  </a:cubicBezTo>
                  <a:cubicBezTo>
                    <a:pt x="103" y="47"/>
                    <a:pt x="101" y="48"/>
                    <a:pt x="101" y="50"/>
                  </a:cubicBezTo>
                  <a:cubicBezTo>
                    <a:pt x="101" y="52"/>
                    <a:pt x="100" y="54"/>
                    <a:pt x="98" y="54"/>
                  </a:cubicBezTo>
                  <a:cubicBezTo>
                    <a:pt x="95" y="54"/>
                    <a:pt x="93" y="56"/>
                    <a:pt x="93" y="60"/>
                  </a:cubicBezTo>
                  <a:cubicBezTo>
                    <a:pt x="92" y="65"/>
                    <a:pt x="95" y="65"/>
                    <a:pt x="94" y="67"/>
                  </a:cubicBezTo>
                  <a:cubicBezTo>
                    <a:pt x="93" y="69"/>
                    <a:pt x="88" y="71"/>
                    <a:pt x="86" y="70"/>
                  </a:cubicBezTo>
                  <a:cubicBezTo>
                    <a:pt x="85" y="69"/>
                    <a:pt x="81" y="69"/>
                    <a:pt x="79" y="69"/>
                  </a:cubicBezTo>
                  <a:cubicBezTo>
                    <a:pt x="76" y="69"/>
                    <a:pt x="74" y="65"/>
                    <a:pt x="73" y="69"/>
                  </a:cubicBezTo>
                  <a:cubicBezTo>
                    <a:pt x="73" y="73"/>
                    <a:pt x="67" y="83"/>
                    <a:pt x="68" y="85"/>
                  </a:cubicBezTo>
                  <a:cubicBezTo>
                    <a:pt x="70" y="86"/>
                    <a:pt x="71" y="88"/>
                    <a:pt x="68" y="88"/>
                  </a:cubicBezTo>
                  <a:cubicBezTo>
                    <a:pt x="66" y="88"/>
                    <a:pt x="64" y="88"/>
                    <a:pt x="63" y="87"/>
                  </a:cubicBezTo>
                  <a:cubicBezTo>
                    <a:pt x="61" y="86"/>
                    <a:pt x="58" y="88"/>
                    <a:pt x="55" y="88"/>
                  </a:cubicBezTo>
                  <a:cubicBezTo>
                    <a:pt x="54" y="88"/>
                    <a:pt x="49" y="91"/>
                    <a:pt x="50" y="91"/>
                  </a:cubicBezTo>
                  <a:cubicBezTo>
                    <a:pt x="52" y="92"/>
                    <a:pt x="52" y="97"/>
                    <a:pt x="52" y="98"/>
                  </a:cubicBezTo>
                  <a:cubicBezTo>
                    <a:pt x="52" y="100"/>
                    <a:pt x="56" y="106"/>
                    <a:pt x="55" y="107"/>
                  </a:cubicBezTo>
                  <a:cubicBezTo>
                    <a:pt x="55" y="109"/>
                    <a:pt x="51" y="111"/>
                    <a:pt x="51" y="113"/>
                  </a:cubicBezTo>
                  <a:cubicBezTo>
                    <a:pt x="51" y="116"/>
                    <a:pt x="52" y="118"/>
                    <a:pt x="51" y="118"/>
                  </a:cubicBezTo>
                  <a:cubicBezTo>
                    <a:pt x="49" y="119"/>
                    <a:pt x="45" y="121"/>
                    <a:pt x="43" y="122"/>
                  </a:cubicBezTo>
                  <a:cubicBezTo>
                    <a:pt x="42" y="123"/>
                    <a:pt x="38" y="123"/>
                    <a:pt x="37" y="126"/>
                  </a:cubicBezTo>
                  <a:cubicBezTo>
                    <a:pt x="36" y="128"/>
                    <a:pt x="35" y="130"/>
                    <a:pt x="31" y="129"/>
                  </a:cubicBezTo>
                  <a:cubicBezTo>
                    <a:pt x="28" y="129"/>
                    <a:pt x="26" y="128"/>
                    <a:pt x="24" y="131"/>
                  </a:cubicBezTo>
                  <a:cubicBezTo>
                    <a:pt x="21" y="134"/>
                    <a:pt x="20" y="133"/>
                    <a:pt x="19" y="134"/>
                  </a:cubicBezTo>
                  <a:cubicBezTo>
                    <a:pt x="17" y="136"/>
                    <a:pt x="15" y="133"/>
                    <a:pt x="14" y="133"/>
                  </a:cubicBezTo>
                  <a:cubicBezTo>
                    <a:pt x="12" y="132"/>
                    <a:pt x="10" y="134"/>
                    <a:pt x="9" y="134"/>
                  </a:cubicBezTo>
                  <a:cubicBezTo>
                    <a:pt x="7" y="134"/>
                    <a:pt x="6" y="137"/>
                    <a:pt x="4" y="137"/>
                  </a:cubicBezTo>
                  <a:cubicBezTo>
                    <a:pt x="3" y="138"/>
                    <a:pt x="1" y="137"/>
                    <a:pt x="1" y="139"/>
                  </a:cubicBezTo>
                  <a:cubicBezTo>
                    <a:pt x="1" y="141"/>
                    <a:pt x="1" y="142"/>
                    <a:pt x="0" y="143"/>
                  </a:cubicBezTo>
                  <a:cubicBezTo>
                    <a:pt x="0" y="143"/>
                    <a:pt x="0" y="143"/>
                    <a:pt x="0" y="143"/>
                  </a:cubicBezTo>
                  <a:cubicBezTo>
                    <a:pt x="1" y="150"/>
                    <a:pt x="1" y="150"/>
                    <a:pt x="1" y="150"/>
                  </a:cubicBezTo>
                  <a:cubicBezTo>
                    <a:pt x="1" y="150"/>
                    <a:pt x="8" y="153"/>
                    <a:pt x="9" y="155"/>
                  </a:cubicBezTo>
                  <a:cubicBezTo>
                    <a:pt x="9" y="158"/>
                    <a:pt x="10" y="166"/>
                    <a:pt x="10" y="166"/>
                  </a:cubicBezTo>
                  <a:cubicBezTo>
                    <a:pt x="10" y="166"/>
                    <a:pt x="10" y="166"/>
                    <a:pt x="10" y="166"/>
                  </a:cubicBezTo>
                  <a:cubicBezTo>
                    <a:pt x="13" y="169"/>
                    <a:pt x="17" y="171"/>
                    <a:pt x="17" y="172"/>
                  </a:cubicBezTo>
                  <a:cubicBezTo>
                    <a:pt x="17" y="173"/>
                    <a:pt x="18" y="177"/>
                    <a:pt x="22" y="178"/>
                  </a:cubicBezTo>
                  <a:cubicBezTo>
                    <a:pt x="24" y="179"/>
                    <a:pt x="26" y="181"/>
                    <a:pt x="28" y="182"/>
                  </a:cubicBezTo>
                  <a:cubicBezTo>
                    <a:pt x="28" y="181"/>
                    <a:pt x="28" y="181"/>
                    <a:pt x="28" y="181"/>
                  </a:cubicBezTo>
                  <a:cubicBezTo>
                    <a:pt x="31" y="181"/>
                    <a:pt x="31" y="181"/>
                    <a:pt x="31" y="181"/>
                  </a:cubicBezTo>
                  <a:cubicBezTo>
                    <a:pt x="31" y="181"/>
                    <a:pt x="32" y="181"/>
                    <a:pt x="33" y="182"/>
                  </a:cubicBezTo>
                  <a:cubicBezTo>
                    <a:pt x="34" y="180"/>
                    <a:pt x="39" y="177"/>
                    <a:pt x="42" y="177"/>
                  </a:cubicBezTo>
                  <a:cubicBezTo>
                    <a:pt x="45" y="177"/>
                    <a:pt x="52" y="183"/>
                    <a:pt x="52" y="185"/>
                  </a:cubicBezTo>
                  <a:cubicBezTo>
                    <a:pt x="51" y="187"/>
                    <a:pt x="46" y="194"/>
                    <a:pt x="43" y="194"/>
                  </a:cubicBezTo>
                  <a:cubicBezTo>
                    <a:pt x="43" y="194"/>
                    <a:pt x="41" y="194"/>
                    <a:pt x="40" y="195"/>
                  </a:cubicBezTo>
                  <a:cubicBezTo>
                    <a:pt x="40" y="196"/>
                    <a:pt x="40" y="197"/>
                    <a:pt x="40" y="197"/>
                  </a:cubicBezTo>
                  <a:cubicBezTo>
                    <a:pt x="40" y="199"/>
                    <a:pt x="42" y="202"/>
                    <a:pt x="44" y="204"/>
                  </a:cubicBezTo>
                  <a:cubicBezTo>
                    <a:pt x="46" y="207"/>
                    <a:pt x="41" y="209"/>
                    <a:pt x="39" y="207"/>
                  </a:cubicBezTo>
                  <a:cubicBezTo>
                    <a:pt x="37" y="205"/>
                    <a:pt x="36" y="209"/>
                    <a:pt x="37" y="211"/>
                  </a:cubicBezTo>
                  <a:cubicBezTo>
                    <a:pt x="39" y="212"/>
                    <a:pt x="38" y="217"/>
                    <a:pt x="40" y="217"/>
                  </a:cubicBezTo>
                  <a:cubicBezTo>
                    <a:pt x="42" y="217"/>
                    <a:pt x="44" y="222"/>
                    <a:pt x="47" y="222"/>
                  </a:cubicBezTo>
                  <a:cubicBezTo>
                    <a:pt x="49" y="222"/>
                    <a:pt x="52" y="226"/>
                    <a:pt x="52" y="226"/>
                  </a:cubicBezTo>
                  <a:cubicBezTo>
                    <a:pt x="52" y="226"/>
                    <a:pt x="55" y="228"/>
                    <a:pt x="55" y="229"/>
                  </a:cubicBezTo>
                  <a:cubicBezTo>
                    <a:pt x="55" y="230"/>
                    <a:pt x="55" y="230"/>
                    <a:pt x="55" y="230"/>
                  </a:cubicBezTo>
                  <a:cubicBezTo>
                    <a:pt x="58" y="230"/>
                    <a:pt x="60" y="230"/>
                    <a:pt x="60" y="228"/>
                  </a:cubicBezTo>
                  <a:cubicBezTo>
                    <a:pt x="60" y="227"/>
                    <a:pt x="64" y="227"/>
                    <a:pt x="66" y="230"/>
                  </a:cubicBezTo>
                  <a:cubicBezTo>
                    <a:pt x="69" y="232"/>
                    <a:pt x="79" y="239"/>
                    <a:pt x="83" y="242"/>
                  </a:cubicBezTo>
                  <a:cubicBezTo>
                    <a:pt x="86" y="245"/>
                    <a:pt x="95" y="248"/>
                    <a:pt x="98" y="248"/>
                  </a:cubicBezTo>
                  <a:cubicBezTo>
                    <a:pt x="101" y="248"/>
                    <a:pt x="104" y="250"/>
                    <a:pt x="109" y="250"/>
                  </a:cubicBezTo>
                  <a:cubicBezTo>
                    <a:pt x="109" y="250"/>
                    <a:pt x="110" y="250"/>
                    <a:pt x="111" y="250"/>
                  </a:cubicBezTo>
                  <a:cubicBezTo>
                    <a:pt x="111" y="249"/>
                    <a:pt x="112" y="249"/>
                    <a:pt x="113" y="248"/>
                  </a:cubicBezTo>
                  <a:cubicBezTo>
                    <a:pt x="115" y="246"/>
                    <a:pt x="116" y="249"/>
                    <a:pt x="116" y="252"/>
                  </a:cubicBezTo>
                  <a:cubicBezTo>
                    <a:pt x="115" y="253"/>
                    <a:pt x="116" y="255"/>
                    <a:pt x="116" y="256"/>
                  </a:cubicBezTo>
                  <a:cubicBezTo>
                    <a:pt x="117" y="255"/>
                    <a:pt x="118" y="253"/>
                    <a:pt x="118" y="252"/>
                  </a:cubicBezTo>
                  <a:cubicBezTo>
                    <a:pt x="120" y="248"/>
                    <a:pt x="122" y="248"/>
                    <a:pt x="124" y="247"/>
                  </a:cubicBezTo>
                  <a:cubicBezTo>
                    <a:pt x="125" y="246"/>
                    <a:pt x="127" y="246"/>
                    <a:pt x="130" y="248"/>
                  </a:cubicBezTo>
                  <a:cubicBezTo>
                    <a:pt x="134" y="250"/>
                    <a:pt x="135" y="246"/>
                    <a:pt x="140" y="251"/>
                  </a:cubicBezTo>
                  <a:cubicBezTo>
                    <a:pt x="141" y="250"/>
                    <a:pt x="142" y="250"/>
                    <a:pt x="142" y="250"/>
                  </a:cubicBezTo>
                  <a:cubicBezTo>
                    <a:pt x="143" y="250"/>
                    <a:pt x="145" y="248"/>
                    <a:pt x="146" y="246"/>
                  </a:cubicBezTo>
                  <a:cubicBezTo>
                    <a:pt x="148" y="245"/>
                    <a:pt x="148" y="243"/>
                    <a:pt x="149" y="243"/>
                  </a:cubicBezTo>
                  <a:cubicBezTo>
                    <a:pt x="151" y="243"/>
                    <a:pt x="152" y="241"/>
                    <a:pt x="156" y="239"/>
                  </a:cubicBezTo>
                  <a:cubicBezTo>
                    <a:pt x="161" y="236"/>
                    <a:pt x="164" y="240"/>
                    <a:pt x="166" y="238"/>
                  </a:cubicBezTo>
                  <a:cubicBezTo>
                    <a:pt x="168" y="237"/>
                    <a:pt x="170" y="236"/>
                    <a:pt x="170" y="238"/>
                  </a:cubicBezTo>
                  <a:cubicBezTo>
                    <a:pt x="170" y="239"/>
                    <a:pt x="173" y="241"/>
                    <a:pt x="173" y="243"/>
                  </a:cubicBezTo>
                  <a:cubicBezTo>
                    <a:pt x="174" y="245"/>
                    <a:pt x="177" y="246"/>
                    <a:pt x="178" y="246"/>
                  </a:cubicBezTo>
                  <a:cubicBezTo>
                    <a:pt x="178" y="245"/>
                    <a:pt x="179" y="245"/>
                    <a:pt x="179" y="245"/>
                  </a:cubicBezTo>
                  <a:cubicBezTo>
                    <a:pt x="181" y="243"/>
                    <a:pt x="185" y="245"/>
                    <a:pt x="185" y="247"/>
                  </a:cubicBezTo>
                  <a:cubicBezTo>
                    <a:pt x="185" y="249"/>
                    <a:pt x="185" y="252"/>
                    <a:pt x="186" y="252"/>
                  </a:cubicBezTo>
                  <a:cubicBezTo>
                    <a:pt x="188" y="252"/>
                    <a:pt x="190" y="252"/>
                    <a:pt x="190" y="256"/>
                  </a:cubicBezTo>
                  <a:cubicBezTo>
                    <a:pt x="190" y="259"/>
                    <a:pt x="191" y="264"/>
                    <a:pt x="188" y="267"/>
                  </a:cubicBezTo>
                  <a:cubicBezTo>
                    <a:pt x="184" y="271"/>
                    <a:pt x="180" y="277"/>
                    <a:pt x="181" y="279"/>
                  </a:cubicBezTo>
                  <a:cubicBezTo>
                    <a:pt x="182" y="280"/>
                    <a:pt x="180" y="284"/>
                    <a:pt x="182" y="282"/>
                  </a:cubicBezTo>
                  <a:cubicBezTo>
                    <a:pt x="185" y="281"/>
                    <a:pt x="191" y="282"/>
                    <a:pt x="190" y="284"/>
                  </a:cubicBezTo>
                  <a:cubicBezTo>
                    <a:pt x="189" y="285"/>
                    <a:pt x="190" y="290"/>
                    <a:pt x="192" y="290"/>
                  </a:cubicBezTo>
                  <a:cubicBezTo>
                    <a:pt x="195" y="291"/>
                    <a:pt x="196" y="292"/>
                    <a:pt x="195" y="294"/>
                  </a:cubicBezTo>
                  <a:cubicBezTo>
                    <a:pt x="195" y="296"/>
                    <a:pt x="193" y="299"/>
                    <a:pt x="195" y="299"/>
                  </a:cubicBezTo>
                  <a:cubicBezTo>
                    <a:pt x="197" y="299"/>
                    <a:pt x="200" y="299"/>
                    <a:pt x="200" y="302"/>
                  </a:cubicBezTo>
                  <a:cubicBezTo>
                    <a:pt x="199" y="304"/>
                    <a:pt x="201" y="306"/>
                    <a:pt x="205" y="304"/>
                  </a:cubicBezTo>
                  <a:cubicBezTo>
                    <a:pt x="207" y="303"/>
                    <a:pt x="208" y="303"/>
                    <a:pt x="208" y="303"/>
                  </a:cubicBezTo>
                  <a:cubicBezTo>
                    <a:pt x="210" y="303"/>
                    <a:pt x="210" y="307"/>
                    <a:pt x="212" y="307"/>
                  </a:cubicBezTo>
                  <a:cubicBezTo>
                    <a:pt x="215" y="308"/>
                    <a:pt x="214" y="302"/>
                    <a:pt x="213" y="301"/>
                  </a:cubicBezTo>
                  <a:cubicBezTo>
                    <a:pt x="212" y="300"/>
                    <a:pt x="213" y="296"/>
                    <a:pt x="214" y="297"/>
                  </a:cubicBezTo>
                  <a:cubicBezTo>
                    <a:pt x="215" y="298"/>
                    <a:pt x="218" y="297"/>
                    <a:pt x="219" y="295"/>
                  </a:cubicBezTo>
                  <a:cubicBezTo>
                    <a:pt x="221" y="293"/>
                    <a:pt x="224" y="296"/>
                    <a:pt x="225" y="294"/>
                  </a:cubicBezTo>
                  <a:cubicBezTo>
                    <a:pt x="227" y="292"/>
                    <a:pt x="229" y="296"/>
                    <a:pt x="232" y="294"/>
                  </a:cubicBezTo>
                  <a:cubicBezTo>
                    <a:pt x="235" y="293"/>
                    <a:pt x="236" y="296"/>
                    <a:pt x="238" y="293"/>
                  </a:cubicBezTo>
                  <a:cubicBezTo>
                    <a:pt x="239" y="291"/>
                    <a:pt x="243" y="288"/>
                    <a:pt x="244" y="289"/>
                  </a:cubicBezTo>
                  <a:cubicBezTo>
                    <a:pt x="245" y="290"/>
                    <a:pt x="246" y="292"/>
                    <a:pt x="251" y="293"/>
                  </a:cubicBezTo>
                  <a:cubicBezTo>
                    <a:pt x="256" y="293"/>
                    <a:pt x="253" y="296"/>
                    <a:pt x="253" y="297"/>
                  </a:cubicBezTo>
                  <a:cubicBezTo>
                    <a:pt x="253" y="299"/>
                    <a:pt x="259" y="303"/>
                    <a:pt x="261" y="303"/>
                  </a:cubicBezTo>
                  <a:cubicBezTo>
                    <a:pt x="261" y="304"/>
                    <a:pt x="262" y="304"/>
                    <a:pt x="263" y="305"/>
                  </a:cubicBezTo>
                  <a:cubicBezTo>
                    <a:pt x="264" y="304"/>
                    <a:pt x="267" y="305"/>
                    <a:pt x="267" y="303"/>
                  </a:cubicBezTo>
                  <a:cubicBezTo>
                    <a:pt x="268" y="301"/>
                    <a:pt x="271" y="302"/>
                    <a:pt x="272" y="304"/>
                  </a:cubicBezTo>
                  <a:cubicBezTo>
                    <a:pt x="273" y="305"/>
                    <a:pt x="274" y="306"/>
                    <a:pt x="276" y="304"/>
                  </a:cubicBezTo>
                  <a:cubicBezTo>
                    <a:pt x="279" y="302"/>
                    <a:pt x="280" y="306"/>
                    <a:pt x="279" y="307"/>
                  </a:cubicBezTo>
                  <a:cubicBezTo>
                    <a:pt x="277" y="308"/>
                    <a:pt x="278" y="312"/>
                    <a:pt x="280" y="314"/>
                  </a:cubicBezTo>
                  <a:cubicBezTo>
                    <a:pt x="283" y="316"/>
                    <a:pt x="283" y="313"/>
                    <a:pt x="283" y="311"/>
                  </a:cubicBezTo>
                  <a:cubicBezTo>
                    <a:pt x="282" y="308"/>
                    <a:pt x="286" y="306"/>
                    <a:pt x="294" y="304"/>
                  </a:cubicBezTo>
                  <a:cubicBezTo>
                    <a:pt x="301" y="301"/>
                    <a:pt x="309" y="296"/>
                    <a:pt x="310" y="295"/>
                  </a:cubicBezTo>
                  <a:cubicBezTo>
                    <a:pt x="310" y="293"/>
                    <a:pt x="315" y="297"/>
                    <a:pt x="317" y="295"/>
                  </a:cubicBezTo>
                  <a:cubicBezTo>
                    <a:pt x="320" y="293"/>
                    <a:pt x="329" y="293"/>
                    <a:pt x="331" y="293"/>
                  </a:cubicBezTo>
                  <a:cubicBezTo>
                    <a:pt x="334" y="293"/>
                    <a:pt x="334" y="290"/>
                    <a:pt x="336" y="288"/>
                  </a:cubicBezTo>
                  <a:cubicBezTo>
                    <a:pt x="339" y="286"/>
                    <a:pt x="338" y="285"/>
                    <a:pt x="341" y="285"/>
                  </a:cubicBezTo>
                  <a:cubicBezTo>
                    <a:pt x="344" y="284"/>
                    <a:pt x="345" y="281"/>
                    <a:pt x="345" y="280"/>
                  </a:cubicBezTo>
                  <a:cubicBezTo>
                    <a:pt x="345" y="278"/>
                    <a:pt x="351" y="278"/>
                    <a:pt x="351" y="276"/>
                  </a:cubicBezTo>
                  <a:cubicBezTo>
                    <a:pt x="351" y="275"/>
                    <a:pt x="355" y="274"/>
                    <a:pt x="355" y="272"/>
                  </a:cubicBezTo>
                  <a:cubicBezTo>
                    <a:pt x="355" y="271"/>
                    <a:pt x="357" y="271"/>
                    <a:pt x="358" y="269"/>
                  </a:cubicBezTo>
                  <a:cubicBezTo>
                    <a:pt x="359" y="268"/>
                    <a:pt x="358" y="264"/>
                    <a:pt x="359" y="263"/>
                  </a:cubicBezTo>
                  <a:cubicBezTo>
                    <a:pt x="361" y="263"/>
                    <a:pt x="359" y="260"/>
                    <a:pt x="358" y="259"/>
                  </a:cubicBezTo>
                  <a:cubicBezTo>
                    <a:pt x="358" y="258"/>
                    <a:pt x="362" y="258"/>
                    <a:pt x="364" y="257"/>
                  </a:cubicBezTo>
                  <a:cubicBezTo>
                    <a:pt x="366" y="255"/>
                    <a:pt x="367" y="253"/>
                    <a:pt x="368" y="251"/>
                  </a:cubicBezTo>
                  <a:cubicBezTo>
                    <a:pt x="368" y="249"/>
                    <a:pt x="371" y="247"/>
                    <a:pt x="373" y="246"/>
                  </a:cubicBezTo>
                  <a:cubicBezTo>
                    <a:pt x="374" y="246"/>
                    <a:pt x="375" y="242"/>
                    <a:pt x="375" y="240"/>
                  </a:cubicBezTo>
                  <a:cubicBezTo>
                    <a:pt x="374" y="237"/>
                    <a:pt x="377" y="238"/>
                    <a:pt x="376" y="237"/>
                  </a:cubicBezTo>
                  <a:cubicBezTo>
                    <a:pt x="374" y="236"/>
                    <a:pt x="376" y="233"/>
                    <a:pt x="379" y="232"/>
                  </a:cubicBezTo>
                  <a:cubicBezTo>
                    <a:pt x="382" y="231"/>
                    <a:pt x="378" y="230"/>
                    <a:pt x="376" y="231"/>
                  </a:cubicBezTo>
                  <a:cubicBezTo>
                    <a:pt x="374" y="232"/>
                    <a:pt x="373" y="227"/>
                    <a:pt x="371" y="229"/>
                  </a:cubicBezTo>
                  <a:cubicBezTo>
                    <a:pt x="370" y="231"/>
                    <a:pt x="366" y="228"/>
                    <a:pt x="369" y="227"/>
                  </a:cubicBezTo>
                  <a:cubicBezTo>
                    <a:pt x="371" y="227"/>
                    <a:pt x="375" y="224"/>
                    <a:pt x="377" y="223"/>
                  </a:cubicBezTo>
                  <a:cubicBezTo>
                    <a:pt x="379" y="223"/>
                    <a:pt x="374" y="219"/>
                    <a:pt x="372" y="219"/>
                  </a:cubicBezTo>
                  <a:cubicBezTo>
                    <a:pt x="370" y="219"/>
                    <a:pt x="367" y="214"/>
                    <a:pt x="365" y="214"/>
                  </a:cubicBezTo>
                  <a:cubicBezTo>
                    <a:pt x="363" y="214"/>
                    <a:pt x="367" y="212"/>
                    <a:pt x="369" y="213"/>
                  </a:cubicBezTo>
                  <a:cubicBezTo>
                    <a:pt x="372" y="215"/>
                    <a:pt x="375" y="216"/>
                    <a:pt x="377" y="215"/>
                  </a:cubicBezTo>
                  <a:cubicBezTo>
                    <a:pt x="378" y="214"/>
                    <a:pt x="372" y="209"/>
                    <a:pt x="370" y="207"/>
                  </a:cubicBezTo>
                  <a:cubicBezTo>
                    <a:pt x="368" y="206"/>
                    <a:pt x="370" y="203"/>
                    <a:pt x="368" y="202"/>
                  </a:cubicBezTo>
                  <a:cubicBezTo>
                    <a:pt x="367" y="201"/>
                    <a:pt x="364" y="195"/>
                    <a:pt x="363" y="193"/>
                  </a:cubicBezTo>
                  <a:cubicBezTo>
                    <a:pt x="362" y="190"/>
                    <a:pt x="357" y="189"/>
                    <a:pt x="356" y="188"/>
                  </a:cubicBezTo>
                  <a:cubicBezTo>
                    <a:pt x="355" y="186"/>
                    <a:pt x="356" y="182"/>
                    <a:pt x="360" y="180"/>
                  </a:cubicBezTo>
                  <a:cubicBezTo>
                    <a:pt x="364" y="179"/>
                    <a:pt x="362" y="176"/>
                    <a:pt x="364" y="176"/>
                  </a:cubicBezTo>
                  <a:cubicBezTo>
                    <a:pt x="365" y="176"/>
                    <a:pt x="367" y="176"/>
                    <a:pt x="368" y="173"/>
                  </a:cubicBezTo>
                  <a:cubicBezTo>
                    <a:pt x="369" y="170"/>
                    <a:pt x="372" y="172"/>
                    <a:pt x="373" y="170"/>
                  </a:cubicBezTo>
                  <a:cubicBezTo>
                    <a:pt x="374" y="169"/>
                    <a:pt x="380" y="169"/>
                    <a:pt x="382" y="168"/>
                  </a:cubicBezTo>
                  <a:cubicBezTo>
                    <a:pt x="384" y="166"/>
                    <a:pt x="380" y="162"/>
                    <a:pt x="378" y="162"/>
                  </a:cubicBezTo>
                  <a:cubicBezTo>
                    <a:pt x="375" y="163"/>
                    <a:pt x="372" y="162"/>
                    <a:pt x="370" y="159"/>
                  </a:cubicBezTo>
                  <a:cubicBezTo>
                    <a:pt x="368" y="156"/>
                    <a:pt x="363" y="164"/>
                    <a:pt x="359" y="166"/>
                  </a:cubicBezTo>
                  <a:cubicBezTo>
                    <a:pt x="355" y="168"/>
                    <a:pt x="353" y="163"/>
                    <a:pt x="354" y="160"/>
                  </a:cubicBezTo>
                  <a:cubicBezTo>
                    <a:pt x="355" y="157"/>
                    <a:pt x="351" y="157"/>
                    <a:pt x="346" y="157"/>
                  </a:cubicBezTo>
                  <a:cubicBezTo>
                    <a:pt x="340" y="157"/>
                    <a:pt x="342" y="147"/>
                    <a:pt x="346" y="147"/>
                  </a:cubicBezTo>
                  <a:cubicBezTo>
                    <a:pt x="349" y="147"/>
                    <a:pt x="354" y="150"/>
                    <a:pt x="356" y="144"/>
                  </a:cubicBezTo>
                  <a:cubicBezTo>
                    <a:pt x="358" y="138"/>
                    <a:pt x="360" y="143"/>
                    <a:pt x="365" y="137"/>
                  </a:cubicBezTo>
                  <a:cubicBezTo>
                    <a:pt x="369" y="132"/>
                    <a:pt x="375" y="129"/>
                    <a:pt x="379" y="132"/>
                  </a:cubicBezTo>
                  <a:cubicBezTo>
                    <a:pt x="383" y="135"/>
                    <a:pt x="374" y="140"/>
                    <a:pt x="373" y="143"/>
                  </a:cubicBezTo>
                  <a:cubicBezTo>
                    <a:pt x="372" y="146"/>
                    <a:pt x="374" y="147"/>
                    <a:pt x="372" y="149"/>
                  </a:cubicBezTo>
                  <a:cubicBezTo>
                    <a:pt x="370" y="152"/>
                    <a:pt x="373" y="152"/>
                    <a:pt x="378" y="149"/>
                  </a:cubicBezTo>
                  <a:cubicBezTo>
                    <a:pt x="382" y="146"/>
                    <a:pt x="388" y="143"/>
                    <a:pt x="392" y="141"/>
                  </a:cubicBezTo>
                  <a:cubicBezTo>
                    <a:pt x="394" y="140"/>
                    <a:pt x="395" y="140"/>
                    <a:pt x="396" y="140"/>
                  </a:cubicBezTo>
                  <a:cubicBezTo>
                    <a:pt x="397" y="139"/>
                    <a:pt x="398" y="137"/>
                    <a:pt x="399" y="137"/>
                  </a:cubicBezTo>
                  <a:cubicBezTo>
                    <a:pt x="402" y="135"/>
                    <a:pt x="412" y="131"/>
                    <a:pt x="414" y="128"/>
                  </a:cubicBezTo>
                  <a:cubicBezTo>
                    <a:pt x="415" y="126"/>
                    <a:pt x="417" y="123"/>
                    <a:pt x="419" y="123"/>
                  </a:cubicBezTo>
                  <a:cubicBezTo>
                    <a:pt x="421" y="123"/>
                    <a:pt x="421" y="125"/>
                    <a:pt x="424" y="125"/>
                  </a:cubicBezTo>
                  <a:cubicBezTo>
                    <a:pt x="427" y="125"/>
                    <a:pt x="431" y="126"/>
                    <a:pt x="429" y="123"/>
                  </a:cubicBezTo>
                  <a:cubicBezTo>
                    <a:pt x="428" y="121"/>
                    <a:pt x="429" y="121"/>
                    <a:pt x="432" y="120"/>
                  </a:cubicBezTo>
                  <a:cubicBezTo>
                    <a:pt x="436" y="120"/>
                    <a:pt x="435" y="116"/>
                    <a:pt x="438" y="116"/>
                  </a:cubicBezTo>
                  <a:cubicBezTo>
                    <a:pt x="441" y="116"/>
                    <a:pt x="440" y="110"/>
                    <a:pt x="443" y="110"/>
                  </a:cubicBezTo>
                  <a:cubicBezTo>
                    <a:pt x="445" y="110"/>
                    <a:pt x="446" y="113"/>
                    <a:pt x="449" y="112"/>
                  </a:cubicBezTo>
                  <a:cubicBezTo>
                    <a:pt x="450" y="112"/>
                    <a:pt x="451" y="112"/>
                    <a:pt x="452" y="113"/>
                  </a:cubicBezTo>
                  <a:cubicBezTo>
                    <a:pt x="452" y="112"/>
                    <a:pt x="453" y="112"/>
                    <a:pt x="453" y="111"/>
                  </a:cubicBezTo>
                  <a:cubicBezTo>
                    <a:pt x="453" y="108"/>
                    <a:pt x="454" y="105"/>
                    <a:pt x="453" y="104"/>
                  </a:cubicBezTo>
                  <a:cubicBezTo>
                    <a:pt x="452" y="101"/>
                    <a:pt x="453" y="99"/>
                    <a:pt x="452" y="97"/>
                  </a:cubicBezTo>
                  <a:cubicBezTo>
                    <a:pt x="452" y="95"/>
                    <a:pt x="452" y="91"/>
                    <a:pt x="454" y="91"/>
                  </a:cubicBezTo>
                  <a:cubicBezTo>
                    <a:pt x="456" y="91"/>
                    <a:pt x="458" y="86"/>
                    <a:pt x="460" y="88"/>
                  </a:cubicBezTo>
                  <a:cubicBezTo>
                    <a:pt x="463" y="90"/>
                    <a:pt x="467" y="90"/>
                    <a:pt x="467" y="88"/>
                  </a:cubicBezTo>
                  <a:cubicBezTo>
                    <a:pt x="467" y="86"/>
                    <a:pt x="471" y="86"/>
                    <a:pt x="471" y="83"/>
                  </a:cubicBezTo>
                  <a:cubicBezTo>
                    <a:pt x="472" y="80"/>
                    <a:pt x="475" y="79"/>
                    <a:pt x="476" y="77"/>
                  </a:cubicBezTo>
                  <a:cubicBezTo>
                    <a:pt x="477" y="74"/>
                    <a:pt x="478" y="68"/>
                    <a:pt x="480" y="66"/>
                  </a:cubicBezTo>
                  <a:cubicBezTo>
                    <a:pt x="483" y="65"/>
                    <a:pt x="480" y="64"/>
                    <a:pt x="480" y="60"/>
                  </a:cubicBezTo>
                  <a:close/>
                  <a:moveTo>
                    <a:pt x="364" y="285"/>
                  </a:moveTo>
                  <a:cubicBezTo>
                    <a:pt x="361" y="295"/>
                    <a:pt x="367" y="299"/>
                    <a:pt x="368" y="299"/>
                  </a:cubicBezTo>
                  <a:cubicBezTo>
                    <a:pt x="370" y="297"/>
                    <a:pt x="380" y="277"/>
                    <a:pt x="378" y="274"/>
                  </a:cubicBezTo>
                  <a:cubicBezTo>
                    <a:pt x="376" y="271"/>
                    <a:pt x="366" y="276"/>
                    <a:pt x="364" y="285"/>
                  </a:cubicBezTo>
                  <a:close/>
                  <a:moveTo>
                    <a:pt x="279" y="317"/>
                  </a:moveTo>
                  <a:cubicBezTo>
                    <a:pt x="276" y="317"/>
                    <a:pt x="268" y="322"/>
                    <a:pt x="271" y="328"/>
                  </a:cubicBezTo>
                  <a:cubicBezTo>
                    <a:pt x="274" y="335"/>
                    <a:pt x="284" y="330"/>
                    <a:pt x="284" y="328"/>
                  </a:cubicBezTo>
                  <a:cubicBezTo>
                    <a:pt x="285" y="325"/>
                    <a:pt x="289" y="320"/>
                    <a:pt x="289" y="318"/>
                  </a:cubicBezTo>
                  <a:cubicBezTo>
                    <a:pt x="288" y="316"/>
                    <a:pt x="282" y="317"/>
                    <a:pt x="279" y="31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148">
              <a:extLst>
                <a:ext uri="{FF2B5EF4-FFF2-40B4-BE49-F238E27FC236}">
                  <a16:creationId xmlns:a16="http://schemas.microsoft.com/office/drawing/2014/main" id="{C247E4E9-0A52-4923-BDF0-9E3854D93AC2}"/>
                </a:ext>
              </a:extLst>
            </p:cNvPr>
            <p:cNvSpPr>
              <a:spLocks noEditPoints="1"/>
            </p:cNvSpPr>
            <p:nvPr/>
          </p:nvSpPr>
          <p:spPr bwMode="auto">
            <a:xfrm>
              <a:off x="6699251" y="2714625"/>
              <a:ext cx="196850" cy="273050"/>
            </a:xfrm>
            <a:custGeom>
              <a:avLst/>
              <a:gdLst>
                <a:gd name="T0" fmla="*/ 41 w 78"/>
                <a:gd name="T1" fmla="*/ 42 h 108"/>
                <a:gd name="T2" fmla="*/ 51 w 78"/>
                <a:gd name="T3" fmla="*/ 49 h 108"/>
                <a:gd name="T4" fmla="*/ 53 w 78"/>
                <a:gd name="T5" fmla="*/ 56 h 108"/>
                <a:gd name="T6" fmla="*/ 57 w 78"/>
                <a:gd name="T7" fmla="*/ 59 h 108"/>
                <a:gd name="T8" fmla="*/ 61 w 78"/>
                <a:gd name="T9" fmla="*/ 69 h 108"/>
                <a:gd name="T10" fmla="*/ 63 w 78"/>
                <a:gd name="T11" fmla="*/ 67 h 108"/>
                <a:gd name="T12" fmla="*/ 67 w 78"/>
                <a:gd name="T13" fmla="*/ 63 h 108"/>
                <a:gd name="T14" fmla="*/ 65 w 78"/>
                <a:gd name="T15" fmla="*/ 53 h 108"/>
                <a:gd name="T16" fmla="*/ 56 w 78"/>
                <a:gd name="T17" fmla="*/ 46 h 108"/>
                <a:gd name="T18" fmla="*/ 50 w 78"/>
                <a:gd name="T19" fmla="*/ 39 h 108"/>
                <a:gd name="T20" fmla="*/ 39 w 78"/>
                <a:gd name="T21" fmla="*/ 37 h 108"/>
                <a:gd name="T22" fmla="*/ 35 w 78"/>
                <a:gd name="T23" fmla="*/ 30 h 108"/>
                <a:gd name="T24" fmla="*/ 40 w 78"/>
                <a:gd name="T25" fmla="*/ 19 h 108"/>
                <a:gd name="T26" fmla="*/ 40 w 78"/>
                <a:gd name="T27" fmla="*/ 5 h 108"/>
                <a:gd name="T28" fmla="*/ 39 w 78"/>
                <a:gd name="T29" fmla="*/ 3 h 108"/>
                <a:gd name="T30" fmla="*/ 27 w 78"/>
                <a:gd name="T31" fmla="*/ 2 h 108"/>
                <a:gd name="T32" fmla="*/ 25 w 78"/>
                <a:gd name="T33" fmla="*/ 20 h 108"/>
                <a:gd name="T34" fmla="*/ 21 w 78"/>
                <a:gd name="T35" fmla="*/ 20 h 108"/>
                <a:gd name="T36" fmla="*/ 24 w 78"/>
                <a:gd name="T37" fmla="*/ 30 h 108"/>
                <a:gd name="T38" fmla="*/ 26 w 78"/>
                <a:gd name="T39" fmla="*/ 37 h 108"/>
                <a:gd name="T40" fmla="*/ 34 w 78"/>
                <a:gd name="T41" fmla="*/ 39 h 108"/>
                <a:gd name="T42" fmla="*/ 41 w 78"/>
                <a:gd name="T43" fmla="*/ 42 h 108"/>
                <a:gd name="T44" fmla="*/ 26 w 78"/>
                <a:gd name="T45" fmla="*/ 44 h 108"/>
                <a:gd name="T46" fmla="*/ 34 w 78"/>
                <a:gd name="T47" fmla="*/ 52 h 108"/>
                <a:gd name="T48" fmla="*/ 26 w 78"/>
                <a:gd name="T49" fmla="*/ 44 h 108"/>
                <a:gd name="T50" fmla="*/ 39 w 78"/>
                <a:gd name="T51" fmla="*/ 67 h 108"/>
                <a:gd name="T52" fmla="*/ 44 w 78"/>
                <a:gd name="T53" fmla="*/ 64 h 108"/>
                <a:gd name="T54" fmla="*/ 44 w 78"/>
                <a:gd name="T55" fmla="*/ 71 h 108"/>
                <a:gd name="T56" fmla="*/ 45 w 78"/>
                <a:gd name="T57" fmla="*/ 80 h 108"/>
                <a:gd name="T58" fmla="*/ 54 w 78"/>
                <a:gd name="T59" fmla="*/ 67 h 108"/>
                <a:gd name="T60" fmla="*/ 51 w 78"/>
                <a:gd name="T61" fmla="*/ 65 h 108"/>
                <a:gd name="T62" fmla="*/ 39 w 78"/>
                <a:gd name="T63" fmla="*/ 56 h 108"/>
                <a:gd name="T64" fmla="*/ 39 w 78"/>
                <a:gd name="T65" fmla="*/ 67 h 108"/>
                <a:gd name="T66" fmla="*/ 11 w 78"/>
                <a:gd name="T67" fmla="*/ 71 h 108"/>
                <a:gd name="T68" fmla="*/ 1 w 78"/>
                <a:gd name="T69" fmla="*/ 85 h 108"/>
                <a:gd name="T70" fmla="*/ 15 w 78"/>
                <a:gd name="T71" fmla="*/ 71 h 108"/>
                <a:gd name="T72" fmla="*/ 18 w 78"/>
                <a:gd name="T73" fmla="*/ 63 h 108"/>
                <a:gd name="T74" fmla="*/ 11 w 78"/>
                <a:gd name="T75" fmla="*/ 71 h 108"/>
                <a:gd name="T76" fmla="*/ 54 w 78"/>
                <a:gd name="T77" fmla="*/ 76 h 108"/>
                <a:gd name="T78" fmla="*/ 59 w 78"/>
                <a:gd name="T79" fmla="*/ 72 h 108"/>
                <a:gd name="T80" fmla="*/ 54 w 78"/>
                <a:gd name="T81" fmla="*/ 76 h 108"/>
                <a:gd name="T82" fmla="*/ 75 w 78"/>
                <a:gd name="T83" fmla="*/ 95 h 108"/>
                <a:gd name="T84" fmla="*/ 73 w 78"/>
                <a:gd name="T85" fmla="*/ 77 h 108"/>
                <a:gd name="T86" fmla="*/ 67 w 78"/>
                <a:gd name="T87" fmla="*/ 76 h 108"/>
                <a:gd name="T88" fmla="*/ 63 w 78"/>
                <a:gd name="T89" fmla="*/ 81 h 108"/>
                <a:gd name="T90" fmla="*/ 58 w 78"/>
                <a:gd name="T91" fmla="*/ 84 h 108"/>
                <a:gd name="T92" fmla="*/ 51 w 78"/>
                <a:gd name="T93" fmla="*/ 83 h 108"/>
                <a:gd name="T94" fmla="*/ 42 w 78"/>
                <a:gd name="T95" fmla="*/ 88 h 108"/>
                <a:gd name="T96" fmla="*/ 39 w 78"/>
                <a:gd name="T97" fmla="*/ 96 h 108"/>
                <a:gd name="T98" fmla="*/ 46 w 78"/>
                <a:gd name="T99" fmla="*/ 93 h 108"/>
                <a:gd name="T100" fmla="*/ 52 w 78"/>
                <a:gd name="T101" fmla="*/ 90 h 108"/>
                <a:gd name="T102" fmla="*/ 58 w 78"/>
                <a:gd name="T103" fmla="*/ 104 h 108"/>
                <a:gd name="T104" fmla="*/ 67 w 78"/>
                <a:gd name="T105" fmla="*/ 108 h 108"/>
                <a:gd name="T106" fmla="*/ 66 w 78"/>
                <a:gd name="T107" fmla="*/ 98 h 108"/>
                <a:gd name="T108" fmla="*/ 75 w 78"/>
                <a:gd name="T109" fmla="*/ 9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8" h="108">
                  <a:moveTo>
                    <a:pt x="41" y="42"/>
                  </a:moveTo>
                  <a:cubicBezTo>
                    <a:pt x="46" y="41"/>
                    <a:pt x="52" y="47"/>
                    <a:pt x="51" y="49"/>
                  </a:cubicBezTo>
                  <a:cubicBezTo>
                    <a:pt x="50" y="51"/>
                    <a:pt x="51" y="58"/>
                    <a:pt x="53" y="56"/>
                  </a:cubicBezTo>
                  <a:cubicBezTo>
                    <a:pt x="55" y="54"/>
                    <a:pt x="59" y="56"/>
                    <a:pt x="57" y="59"/>
                  </a:cubicBezTo>
                  <a:cubicBezTo>
                    <a:pt x="54" y="63"/>
                    <a:pt x="60" y="66"/>
                    <a:pt x="61" y="69"/>
                  </a:cubicBezTo>
                  <a:cubicBezTo>
                    <a:pt x="61" y="73"/>
                    <a:pt x="64" y="70"/>
                    <a:pt x="63" y="67"/>
                  </a:cubicBezTo>
                  <a:cubicBezTo>
                    <a:pt x="63" y="64"/>
                    <a:pt x="64" y="65"/>
                    <a:pt x="67" y="63"/>
                  </a:cubicBezTo>
                  <a:cubicBezTo>
                    <a:pt x="70" y="60"/>
                    <a:pt x="67" y="57"/>
                    <a:pt x="65" y="53"/>
                  </a:cubicBezTo>
                  <a:cubicBezTo>
                    <a:pt x="63" y="49"/>
                    <a:pt x="56" y="50"/>
                    <a:pt x="56" y="46"/>
                  </a:cubicBezTo>
                  <a:cubicBezTo>
                    <a:pt x="56" y="43"/>
                    <a:pt x="50" y="41"/>
                    <a:pt x="50" y="39"/>
                  </a:cubicBezTo>
                  <a:cubicBezTo>
                    <a:pt x="50" y="37"/>
                    <a:pt x="43" y="35"/>
                    <a:pt x="39" y="37"/>
                  </a:cubicBezTo>
                  <a:cubicBezTo>
                    <a:pt x="35" y="40"/>
                    <a:pt x="38" y="33"/>
                    <a:pt x="35" y="30"/>
                  </a:cubicBezTo>
                  <a:cubicBezTo>
                    <a:pt x="32" y="27"/>
                    <a:pt x="37" y="22"/>
                    <a:pt x="40" y="19"/>
                  </a:cubicBezTo>
                  <a:cubicBezTo>
                    <a:pt x="44" y="15"/>
                    <a:pt x="39" y="8"/>
                    <a:pt x="40" y="5"/>
                  </a:cubicBezTo>
                  <a:cubicBezTo>
                    <a:pt x="40" y="3"/>
                    <a:pt x="40" y="2"/>
                    <a:pt x="39" y="3"/>
                  </a:cubicBezTo>
                  <a:cubicBezTo>
                    <a:pt x="37" y="4"/>
                    <a:pt x="30" y="0"/>
                    <a:pt x="27" y="2"/>
                  </a:cubicBezTo>
                  <a:cubicBezTo>
                    <a:pt x="24" y="4"/>
                    <a:pt x="27" y="19"/>
                    <a:pt x="25" y="20"/>
                  </a:cubicBezTo>
                  <a:cubicBezTo>
                    <a:pt x="24" y="22"/>
                    <a:pt x="22" y="18"/>
                    <a:pt x="21" y="20"/>
                  </a:cubicBezTo>
                  <a:cubicBezTo>
                    <a:pt x="21" y="22"/>
                    <a:pt x="22" y="30"/>
                    <a:pt x="24" y="30"/>
                  </a:cubicBezTo>
                  <a:cubicBezTo>
                    <a:pt x="25" y="30"/>
                    <a:pt x="27" y="33"/>
                    <a:pt x="26" y="37"/>
                  </a:cubicBezTo>
                  <a:cubicBezTo>
                    <a:pt x="25" y="40"/>
                    <a:pt x="29" y="41"/>
                    <a:pt x="34" y="39"/>
                  </a:cubicBezTo>
                  <a:cubicBezTo>
                    <a:pt x="38" y="38"/>
                    <a:pt x="37" y="42"/>
                    <a:pt x="41" y="42"/>
                  </a:cubicBezTo>
                  <a:close/>
                  <a:moveTo>
                    <a:pt x="26" y="44"/>
                  </a:moveTo>
                  <a:cubicBezTo>
                    <a:pt x="27" y="47"/>
                    <a:pt x="28" y="54"/>
                    <a:pt x="34" y="52"/>
                  </a:cubicBezTo>
                  <a:cubicBezTo>
                    <a:pt x="39" y="51"/>
                    <a:pt x="25" y="41"/>
                    <a:pt x="26" y="44"/>
                  </a:cubicBezTo>
                  <a:close/>
                  <a:moveTo>
                    <a:pt x="39" y="67"/>
                  </a:moveTo>
                  <a:cubicBezTo>
                    <a:pt x="40" y="67"/>
                    <a:pt x="43" y="67"/>
                    <a:pt x="44" y="64"/>
                  </a:cubicBezTo>
                  <a:cubicBezTo>
                    <a:pt x="44" y="62"/>
                    <a:pt x="46" y="69"/>
                    <a:pt x="44" y="71"/>
                  </a:cubicBezTo>
                  <a:cubicBezTo>
                    <a:pt x="42" y="73"/>
                    <a:pt x="42" y="79"/>
                    <a:pt x="45" y="80"/>
                  </a:cubicBezTo>
                  <a:cubicBezTo>
                    <a:pt x="49" y="80"/>
                    <a:pt x="55" y="69"/>
                    <a:pt x="54" y="67"/>
                  </a:cubicBezTo>
                  <a:cubicBezTo>
                    <a:pt x="53" y="65"/>
                    <a:pt x="50" y="68"/>
                    <a:pt x="51" y="65"/>
                  </a:cubicBezTo>
                  <a:cubicBezTo>
                    <a:pt x="52" y="63"/>
                    <a:pt x="42" y="55"/>
                    <a:pt x="39" y="56"/>
                  </a:cubicBezTo>
                  <a:cubicBezTo>
                    <a:pt x="35" y="57"/>
                    <a:pt x="36" y="67"/>
                    <a:pt x="39" y="67"/>
                  </a:cubicBezTo>
                  <a:close/>
                  <a:moveTo>
                    <a:pt x="11" y="71"/>
                  </a:moveTo>
                  <a:cubicBezTo>
                    <a:pt x="8" y="76"/>
                    <a:pt x="0" y="83"/>
                    <a:pt x="1" y="85"/>
                  </a:cubicBezTo>
                  <a:cubicBezTo>
                    <a:pt x="2" y="87"/>
                    <a:pt x="11" y="74"/>
                    <a:pt x="15" y="71"/>
                  </a:cubicBezTo>
                  <a:cubicBezTo>
                    <a:pt x="20" y="68"/>
                    <a:pt x="19" y="65"/>
                    <a:pt x="18" y="63"/>
                  </a:cubicBezTo>
                  <a:cubicBezTo>
                    <a:pt x="16" y="60"/>
                    <a:pt x="15" y="67"/>
                    <a:pt x="11" y="71"/>
                  </a:cubicBezTo>
                  <a:close/>
                  <a:moveTo>
                    <a:pt x="54" y="76"/>
                  </a:moveTo>
                  <a:cubicBezTo>
                    <a:pt x="54" y="78"/>
                    <a:pt x="61" y="75"/>
                    <a:pt x="59" y="72"/>
                  </a:cubicBezTo>
                  <a:cubicBezTo>
                    <a:pt x="58" y="70"/>
                    <a:pt x="53" y="74"/>
                    <a:pt x="54" y="76"/>
                  </a:cubicBezTo>
                  <a:close/>
                  <a:moveTo>
                    <a:pt x="75" y="95"/>
                  </a:moveTo>
                  <a:cubicBezTo>
                    <a:pt x="78" y="91"/>
                    <a:pt x="73" y="83"/>
                    <a:pt x="73" y="77"/>
                  </a:cubicBezTo>
                  <a:cubicBezTo>
                    <a:pt x="73" y="71"/>
                    <a:pt x="65" y="73"/>
                    <a:pt x="67" y="76"/>
                  </a:cubicBezTo>
                  <a:cubicBezTo>
                    <a:pt x="69" y="80"/>
                    <a:pt x="63" y="77"/>
                    <a:pt x="63" y="81"/>
                  </a:cubicBezTo>
                  <a:cubicBezTo>
                    <a:pt x="62" y="84"/>
                    <a:pt x="58" y="81"/>
                    <a:pt x="58" y="84"/>
                  </a:cubicBezTo>
                  <a:cubicBezTo>
                    <a:pt x="58" y="87"/>
                    <a:pt x="53" y="84"/>
                    <a:pt x="51" y="83"/>
                  </a:cubicBezTo>
                  <a:cubicBezTo>
                    <a:pt x="49" y="81"/>
                    <a:pt x="45" y="87"/>
                    <a:pt x="42" y="88"/>
                  </a:cubicBezTo>
                  <a:cubicBezTo>
                    <a:pt x="38" y="89"/>
                    <a:pt x="36" y="97"/>
                    <a:pt x="39" y="96"/>
                  </a:cubicBezTo>
                  <a:cubicBezTo>
                    <a:pt x="41" y="96"/>
                    <a:pt x="43" y="92"/>
                    <a:pt x="46" y="93"/>
                  </a:cubicBezTo>
                  <a:cubicBezTo>
                    <a:pt x="49" y="93"/>
                    <a:pt x="48" y="90"/>
                    <a:pt x="52" y="90"/>
                  </a:cubicBezTo>
                  <a:cubicBezTo>
                    <a:pt x="56" y="91"/>
                    <a:pt x="53" y="103"/>
                    <a:pt x="58" y="104"/>
                  </a:cubicBezTo>
                  <a:cubicBezTo>
                    <a:pt x="64" y="105"/>
                    <a:pt x="64" y="108"/>
                    <a:pt x="67" y="108"/>
                  </a:cubicBezTo>
                  <a:cubicBezTo>
                    <a:pt x="69" y="108"/>
                    <a:pt x="66" y="101"/>
                    <a:pt x="66" y="98"/>
                  </a:cubicBezTo>
                  <a:cubicBezTo>
                    <a:pt x="67" y="96"/>
                    <a:pt x="72" y="98"/>
                    <a:pt x="75" y="9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149">
              <a:extLst>
                <a:ext uri="{FF2B5EF4-FFF2-40B4-BE49-F238E27FC236}">
                  <a16:creationId xmlns:a16="http://schemas.microsoft.com/office/drawing/2014/main" id="{EC15851C-9DA9-46D7-92CE-8F923C06255A}"/>
                </a:ext>
              </a:extLst>
            </p:cNvPr>
            <p:cNvSpPr>
              <a:spLocks noEditPoints="1"/>
            </p:cNvSpPr>
            <p:nvPr/>
          </p:nvSpPr>
          <p:spPr bwMode="auto">
            <a:xfrm>
              <a:off x="7181851" y="3155950"/>
              <a:ext cx="257175" cy="163513"/>
            </a:xfrm>
            <a:custGeom>
              <a:avLst/>
              <a:gdLst>
                <a:gd name="T0" fmla="*/ 73 w 102"/>
                <a:gd name="T1" fmla="*/ 60 h 65"/>
                <a:gd name="T2" fmla="*/ 68 w 102"/>
                <a:gd name="T3" fmla="*/ 54 h 65"/>
                <a:gd name="T4" fmla="*/ 60 w 102"/>
                <a:gd name="T5" fmla="*/ 51 h 65"/>
                <a:gd name="T6" fmla="*/ 54 w 102"/>
                <a:gd name="T7" fmla="*/ 40 h 65"/>
                <a:gd name="T8" fmla="*/ 52 w 102"/>
                <a:gd name="T9" fmla="*/ 33 h 65"/>
                <a:gd name="T10" fmla="*/ 54 w 102"/>
                <a:gd name="T11" fmla="*/ 28 h 65"/>
                <a:gd name="T12" fmla="*/ 38 w 102"/>
                <a:gd name="T13" fmla="*/ 19 h 65"/>
                <a:gd name="T14" fmla="*/ 6 w 102"/>
                <a:gd name="T15" fmla="*/ 2 h 65"/>
                <a:gd name="T16" fmla="*/ 0 w 102"/>
                <a:gd name="T17" fmla="*/ 0 h 65"/>
                <a:gd name="T18" fmla="*/ 0 w 102"/>
                <a:gd name="T19" fmla="*/ 51 h 65"/>
                <a:gd name="T20" fmla="*/ 9 w 102"/>
                <a:gd name="T21" fmla="*/ 54 h 65"/>
                <a:gd name="T22" fmla="*/ 18 w 102"/>
                <a:gd name="T23" fmla="*/ 48 h 65"/>
                <a:gd name="T24" fmla="*/ 23 w 102"/>
                <a:gd name="T25" fmla="*/ 42 h 65"/>
                <a:gd name="T26" fmla="*/ 40 w 102"/>
                <a:gd name="T27" fmla="*/ 46 h 65"/>
                <a:gd name="T28" fmla="*/ 58 w 102"/>
                <a:gd name="T29" fmla="*/ 62 h 65"/>
                <a:gd name="T30" fmla="*/ 75 w 102"/>
                <a:gd name="T31" fmla="*/ 65 h 65"/>
                <a:gd name="T32" fmla="*/ 73 w 102"/>
                <a:gd name="T33" fmla="*/ 60 h 65"/>
                <a:gd name="T34" fmla="*/ 87 w 102"/>
                <a:gd name="T35" fmla="*/ 18 h 65"/>
                <a:gd name="T36" fmla="*/ 77 w 102"/>
                <a:gd name="T37" fmla="*/ 23 h 65"/>
                <a:gd name="T38" fmla="*/ 60 w 102"/>
                <a:gd name="T39" fmla="*/ 24 h 65"/>
                <a:gd name="T40" fmla="*/ 73 w 102"/>
                <a:gd name="T41" fmla="*/ 30 h 65"/>
                <a:gd name="T42" fmla="*/ 90 w 102"/>
                <a:gd name="T43" fmla="*/ 22 h 65"/>
                <a:gd name="T44" fmla="*/ 92 w 102"/>
                <a:gd name="T45" fmla="*/ 15 h 65"/>
                <a:gd name="T46" fmla="*/ 87 w 102"/>
                <a:gd name="T47" fmla="*/ 18 h 65"/>
                <a:gd name="T48" fmla="*/ 95 w 102"/>
                <a:gd name="T49" fmla="*/ 9 h 65"/>
                <a:gd name="T50" fmla="*/ 93 w 102"/>
                <a:gd name="T51" fmla="*/ 9 h 65"/>
                <a:gd name="T52" fmla="*/ 98 w 102"/>
                <a:gd name="T53" fmla="*/ 17 h 65"/>
                <a:gd name="T54" fmla="*/ 95 w 102"/>
                <a:gd name="T55" fmla="*/ 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2" h="65">
                  <a:moveTo>
                    <a:pt x="73" y="60"/>
                  </a:moveTo>
                  <a:cubicBezTo>
                    <a:pt x="72" y="59"/>
                    <a:pt x="67" y="56"/>
                    <a:pt x="68" y="54"/>
                  </a:cubicBezTo>
                  <a:cubicBezTo>
                    <a:pt x="68" y="53"/>
                    <a:pt x="63" y="53"/>
                    <a:pt x="60" y="51"/>
                  </a:cubicBezTo>
                  <a:cubicBezTo>
                    <a:pt x="56" y="49"/>
                    <a:pt x="57" y="42"/>
                    <a:pt x="54" y="40"/>
                  </a:cubicBezTo>
                  <a:cubicBezTo>
                    <a:pt x="50" y="38"/>
                    <a:pt x="48" y="33"/>
                    <a:pt x="52" y="33"/>
                  </a:cubicBezTo>
                  <a:cubicBezTo>
                    <a:pt x="56" y="34"/>
                    <a:pt x="57" y="31"/>
                    <a:pt x="54" y="28"/>
                  </a:cubicBezTo>
                  <a:cubicBezTo>
                    <a:pt x="50" y="25"/>
                    <a:pt x="38" y="24"/>
                    <a:pt x="38" y="19"/>
                  </a:cubicBezTo>
                  <a:cubicBezTo>
                    <a:pt x="37" y="15"/>
                    <a:pt x="16" y="4"/>
                    <a:pt x="6" y="2"/>
                  </a:cubicBezTo>
                  <a:cubicBezTo>
                    <a:pt x="4" y="2"/>
                    <a:pt x="2" y="1"/>
                    <a:pt x="0" y="0"/>
                  </a:cubicBezTo>
                  <a:cubicBezTo>
                    <a:pt x="0" y="51"/>
                    <a:pt x="0" y="51"/>
                    <a:pt x="0" y="51"/>
                  </a:cubicBezTo>
                  <a:cubicBezTo>
                    <a:pt x="2" y="52"/>
                    <a:pt x="5" y="54"/>
                    <a:pt x="9" y="54"/>
                  </a:cubicBezTo>
                  <a:cubicBezTo>
                    <a:pt x="19" y="54"/>
                    <a:pt x="17" y="48"/>
                    <a:pt x="18" y="48"/>
                  </a:cubicBezTo>
                  <a:cubicBezTo>
                    <a:pt x="20" y="48"/>
                    <a:pt x="21" y="45"/>
                    <a:pt x="23" y="42"/>
                  </a:cubicBezTo>
                  <a:cubicBezTo>
                    <a:pt x="25" y="40"/>
                    <a:pt x="35" y="42"/>
                    <a:pt x="40" y="46"/>
                  </a:cubicBezTo>
                  <a:cubicBezTo>
                    <a:pt x="46" y="50"/>
                    <a:pt x="52" y="63"/>
                    <a:pt x="58" y="62"/>
                  </a:cubicBezTo>
                  <a:cubicBezTo>
                    <a:pt x="63" y="61"/>
                    <a:pt x="69" y="65"/>
                    <a:pt x="75" y="65"/>
                  </a:cubicBezTo>
                  <a:cubicBezTo>
                    <a:pt x="80" y="65"/>
                    <a:pt x="75" y="61"/>
                    <a:pt x="73" y="60"/>
                  </a:cubicBezTo>
                  <a:close/>
                  <a:moveTo>
                    <a:pt x="87" y="18"/>
                  </a:moveTo>
                  <a:cubicBezTo>
                    <a:pt x="87" y="20"/>
                    <a:pt x="83" y="21"/>
                    <a:pt x="77" y="23"/>
                  </a:cubicBezTo>
                  <a:cubicBezTo>
                    <a:pt x="71" y="26"/>
                    <a:pt x="60" y="21"/>
                    <a:pt x="60" y="24"/>
                  </a:cubicBezTo>
                  <a:cubicBezTo>
                    <a:pt x="60" y="26"/>
                    <a:pt x="67" y="30"/>
                    <a:pt x="73" y="30"/>
                  </a:cubicBezTo>
                  <a:cubicBezTo>
                    <a:pt x="80" y="30"/>
                    <a:pt x="90" y="24"/>
                    <a:pt x="90" y="22"/>
                  </a:cubicBezTo>
                  <a:cubicBezTo>
                    <a:pt x="90" y="20"/>
                    <a:pt x="94" y="16"/>
                    <a:pt x="92" y="15"/>
                  </a:cubicBezTo>
                  <a:cubicBezTo>
                    <a:pt x="91" y="13"/>
                    <a:pt x="87" y="15"/>
                    <a:pt x="87" y="18"/>
                  </a:cubicBezTo>
                  <a:close/>
                  <a:moveTo>
                    <a:pt x="95" y="9"/>
                  </a:moveTo>
                  <a:cubicBezTo>
                    <a:pt x="91" y="6"/>
                    <a:pt x="88" y="5"/>
                    <a:pt x="93" y="9"/>
                  </a:cubicBezTo>
                  <a:cubicBezTo>
                    <a:pt x="97" y="14"/>
                    <a:pt x="95" y="17"/>
                    <a:pt x="98" y="17"/>
                  </a:cubicBezTo>
                  <a:cubicBezTo>
                    <a:pt x="102" y="15"/>
                    <a:pt x="99" y="11"/>
                    <a:pt x="95" y="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9" name="Freeform 150">
              <a:extLst>
                <a:ext uri="{FF2B5EF4-FFF2-40B4-BE49-F238E27FC236}">
                  <a16:creationId xmlns:a16="http://schemas.microsoft.com/office/drawing/2014/main" id="{FFE72DDC-0891-4418-8AEE-0A085793C410}"/>
                </a:ext>
              </a:extLst>
            </p:cNvPr>
            <p:cNvSpPr>
              <a:spLocks/>
            </p:cNvSpPr>
            <p:nvPr/>
          </p:nvSpPr>
          <p:spPr bwMode="auto">
            <a:xfrm>
              <a:off x="5959476" y="2901950"/>
              <a:ext cx="46038" cy="82550"/>
            </a:xfrm>
            <a:custGeom>
              <a:avLst/>
              <a:gdLst>
                <a:gd name="T0" fmla="*/ 4 w 18"/>
                <a:gd name="T1" fmla="*/ 0 h 33"/>
                <a:gd name="T2" fmla="*/ 2 w 18"/>
                <a:gd name="T3" fmla="*/ 8 h 33"/>
                <a:gd name="T4" fmla="*/ 1 w 18"/>
                <a:gd name="T5" fmla="*/ 18 h 33"/>
                <a:gd name="T6" fmla="*/ 5 w 18"/>
                <a:gd name="T7" fmla="*/ 30 h 33"/>
                <a:gd name="T8" fmla="*/ 17 w 18"/>
                <a:gd name="T9" fmla="*/ 19 h 33"/>
                <a:gd name="T10" fmla="*/ 4 w 18"/>
                <a:gd name="T11" fmla="*/ 0 h 33"/>
              </a:gdLst>
              <a:ahLst/>
              <a:cxnLst>
                <a:cxn ang="0">
                  <a:pos x="T0" y="T1"/>
                </a:cxn>
                <a:cxn ang="0">
                  <a:pos x="T2" y="T3"/>
                </a:cxn>
                <a:cxn ang="0">
                  <a:pos x="T4" y="T5"/>
                </a:cxn>
                <a:cxn ang="0">
                  <a:pos x="T6" y="T7"/>
                </a:cxn>
                <a:cxn ang="0">
                  <a:pos x="T8" y="T9"/>
                </a:cxn>
                <a:cxn ang="0">
                  <a:pos x="T10" y="T11"/>
                </a:cxn>
              </a:cxnLst>
              <a:rect l="0" t="0" r="r" b="b"/>
              <a:pathLst>
                <a:path w="18" h="33">
                  <a:moveTo>
                    <a:pt x="4" y="0"/>
                  </a:moveTo>
                  <a:cubicBezTo>
                    <a:pt x="2" y="0"/>
                    <a:pt x="3" y="4"/>
                    <a:pt x="2" y="8"/>
                  </a:cubicBezTo>
                  <a:cubicBezTo>
                    <a:pt x="0" y="11"/>
                    <a:pt x="1" y="14"/>
                    <a:pt x="1" y="18"/>
                  </a:cubicBezTo>
                  <a:cubicBezTo>
                    <a:pt x="2" y="23"/>
                    <a:pt x="1" y="28"/>
                    <a:pt x="5" y="30"/>
                  </a:cubicBezTo>
                  <a:cubicBezTo>
                    <a:pt x="10" y="33"/>
                    <a:pt x="17" y="25"/>
                    <a:pt x="17" y="19"/>
                  </a:cubicBezTo>
                  <a:cubicBezTo>
                    <a:pt x="18" y="12"/>
                    <a:pt x="6" y="0"/>
                    <a:pt x="4" y="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151">
              <a:extLst>
                <a:ext uri="{FF2B5EF4-FFF2-40B4-BE49-F238E27FC236}">
                  <a16:creationId xmlns:a16="http://schemas.microsoft.com/office/drawing/2014/main" id="{573E2D17-6CAF-4C21-AF49-456D33E13FA3}"/>
                </a:ext>
              </a:extLst>
            </p:cNvPr>
            <p:cNvSpPr>
              <a:spLocks/>
            </p:cNvSpPr>
            <p:nvPr/>
          </p:nvSpPr>
          <p:spPr bwMode="auto">
            <a:xfrm>
              <a:off x="5208588" y="3333750"/>
              <a:ext cx="150813" cy="296863"/>
            </a:xfrm>
            <a:custGeom>
              <a:avLst/>
              <a:gdLst>
                <a:gd name="T0" fmla="*/ 51 w 60"/>
                <a:gd name="T1" fmla="*/ 3 h 118"/>
                <a:gd name="T2" fmla="*/ 48 w 60"/>
                <a:gd name="T3" fmla="*/ 6 h 118"/>
                <a:gd name="T4" fmla="*/ 47 w 60"/>
                <a:gd name="T5" fmla="*/ 12 h 118"/>
                <a:gd name="T6" fmla="*/ 42 w 60"/>
                <a:gd name="T7" fmla="*/ 15 h 118"/>
                <a:gd name="T8" fmla="*/ 38 w 60"/>
                <a:gd name="T9" fmla="*/ 19 h 118"/>
                <a:gd name="T10" fmla="*/ 38 w 60"/>
                <a:gd name="T11" fmla="*/ 23 h 118"/>
                <a:gd name="T12" fmla="*/ 32 w 60"/>
                <a:gd name="T13" fmla="*/ 28 h 118"/>
                <a:gd name="T14" fmla="*/ 20 w 60"/>
                <a:gd name="T15" fmla="*/ 34 h 118"/>
                <a:gd name="T16" fmla="*/ 10 w 60"/>
                <a:gd name="T17" fmla="*/ 36 h 118"/>
                <a:gd name="T18" fmla="*/ 7 w 60"/>
                <a:gd name="T19" fmla="*/ 46 h 118"/>
                <a:gd name="T20" fmla="*/ 8 w 60"/>
                <a:gd name="T21" fmla="*/ 61 h 118"/>
                <a:gd name="T22" fmla="*/ 6 w 60"/>
                <a:gd name="T23" fmla="*/ 77 h 118"/>
                <a:gd name="T24" fmla="*/ 3 w 60"/>
                <a:gd name="T25" fmla="*/ 96 h 118"/>
                <a:gd name="T26" fmla="*/ 8 w 60"/>
                <a:gd name="T27" fmla="*/ 112 h 118"/>
                <a:gd name="T28" fmla="*/ 22 w 60"/>
                <a:gd name="T29" fmla="*/ 115 h 118"/>
                <a:gd name="T30" fmla="*/ 31 w 60"/>
                <a:gd name="T31" fmla="*/ 112 h 118"/>
                <a:gd name="T32" fmla="*/ 42 w 60"/>
                <a:gd name="T33" fmla="*/ 78 h 118"/>
                <a:gd name="T34" fmla="*/ 51 w 60"/>
                <a:gd name="T35" fmla="*/ 47 h 118"/>
                <a:gd name="T36" fmla="*/ 53 w 60"/>
                <a:gd name="T37" fmla="*/ 38 h 118"/>
                <a:gd name="T38" fmla="*/ 55 w 60"/>
                <a:gd name="T39" fmla="*/ 33 h 118"/>
                <a:gd name="T40" fmla="*/ 59 w 60"/>
                <a:gd name="T41" fmla="*/ 32 h 118"/>
                <a:gd name="T42" fmla="*/ 56 w 60"/>
                <a:gd name="T43" fmla="*/ 17 h 118"/>
                <a:gd name="T44" fmla="*/ 51 w 60"/>
                <a:gd name="T45" fmla="*/ 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 h="118">
                  <a:moveTo>
                    <a:pt x="51" y="3"/>
                  </a:moveTo>
                  <a:cubicBezTo>
                    <a:pt x="50" y="0"/>
                    <a:pt x="49" y="5"/>
                    <a:pt x="48" y="6"/>
                  </a:cubicBezTo>
                  <a:cubicBezTo>
                    <a:pt x="47" y="7"/>
                    <a:pt x="46" y="10"/>
                    <a:pt x="47" y="12"/>
                  </a:cubicBezTo>
                  <a:cubicBezTo>
                    <a:pt x="47" y="13"/>
                    <a:pt x="44" y="15"/>
                    <a:pt x="42" y="15"/>
                  </a:cubicBezTo>
                  <a:cubicBezTo>
                    <a:pt x="40" y="15"/>
                    <a:pt x="37" y="16"/>
                    <a:pt x="38" y="19"/>
                  </a:cubicBezTo>
                  <a:cubicBezTo>
                    <a:pt x="39" y="21"/>
                    <a:pt x="36" y="21"/>
                    <a:pt x="38" y="23"/>
                  </a:cubicBezTo>
                  <a:cubicBezTo>
                    <a:pt x="39" y="25"/>
                    <a:pt x="35" y="28"/>
                    <a:pt x="32" y="28"/>
                  </a:cubicBezTo>
                  <a:cubicBezTo>
                    <a:pt x="28" y="28"/>
                    <a:pt x="24" y="34"/>
                    <a:pt x="20" y="34"/>
                  </a:cubicBezTo>
                  <a:cubicBezTo>
                    <a:pt x="17" y="33"/>
                    <a:pt x="13" y="36"/>
                    <a:pt x="10" y="36"/>
                  </a:cubicBezTo>
                  <a:cubicBezTo>
                    <a:pt x="7" y="35"/>
                    <a:pt x="9" y="42"/>
                    <a:pt x="7" y="46"/>
                  </a:cubicBezTo>
                  <a:cubicBezTo>
                    <a:pt x="4" y="51"/>
                    <a:pt x="6" y="56"/>
                    <a:pt x="8" y="61"/>
                  </a:cubicBezTo>
                  <a:cubicBezTo>
                    <a:pt x="10" y="66"/>
                    <a:pt x="12" y="70"/>
                    <a:pt x="6" y="77"/>
                  </a:cubicBezTo>
                  <a:cubicBezTo>
                    <a:pt x="0" y="84"/>
                    <a:pt x="1" y="92"/>
                    <a:pt x="3" y="96"/>
                  </a:cubicBezTo>
                  <a:cubicBezTo>
                    <a:pt x="5" y="101"/>
                    <a:pt x="5" y="108"/>
                    <a:pt x="8" y="112"/>
                  </a:cubicBezTo>
                  <a:cubicBezTo>
                    <a:pt x="11" y="115"/>
                    <a:pt x="20" y="118"/>
                    <a:pt x="22" y="115"/>
                  </a:cubicBezTo>
                  <a:cubicBezTo>
                    <a:pt x="25" y="113"/>
                    <a:pt x="28" y="116"/>
                    <a:pt x="31" y="112"/>
                  </a:cubicBezTo>
                  <a:cubicBezTo>
                    <a:pt x="33" y="109"/>
                    <a:pt x="38" y="90"/>
                    <a:pt x="42" y="78"/>
                  </a:cubicBezTo>
                  <a:cubicBezTo>
                    <a:pt x="46" y="66"/>
                    <a:pt x="52" y="50"/>
                    <a:pt x="51" y="47"/>
                  </a:cubicBezTo>
                  <a:cubicBezTo>
                    <a:pt x="51" y="44"/>
                    <a:pt x="54" y="42"/>
                    <a:pt x="53" y="38"/>
                  </a:cubicBezTo>
                  <a:cubicBezTo>
                    <a:pt x="51" y="34"/>
                    <a:pt x="53" y="30"/>
                    <a:pt x="55" y="33"/>
                  </a:cubicBezTo>
                  <a:cubicBezTo>
                    <a:pt x="56" y="36"/>
                    <a:pt x="59" y="36"/>
                    <a:pt x="59" y="32"/>
                  </a:cubicBezTo>
                  <a:cubicBezTo>
                    <a:pt x="60" y="28"/>
                    <a:pt x="57" y="22"/>
                    <a:pt x="56" y="17"/>
                  </a:cubicBezTo>
                  <a:cubicBezTo>
                    <a:pt x="56" y="11"/>
                    <a:pt x="51" y="6"/>
                    <a:pt x="51" y="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1" name="Freeform 152">
              <a:extLst>
                <a:ext uri="{FF2B5EF4-FFF2-40B4-BE49-F238E27FC236}">
                  <a16:creationId xmlns:a16="http://schemas.microsoft.com/office/drawing/2014/main" id="{4720CA1A-FC2B-42CB-81FA-D454670AE078}"/>
                </a:ext>
              </a:extLst>
            </p:cNvPr>
            <p:cNvSpPr>
              <a:spLocks noEditPoints="1"/>
            </p:cNvSpPr>
            <p:nvPr/>
          </p:nvSpPr>
          <p:spPr bwMode="auto">
            <a:xfrm>
              <a:off x="5203826" y="2701925"/>
              <a:ext cx="241300" cy="149225"/>
            </a:xfrm>
            <a:custGeom>
              <a:avLst/>
              <a:gdLst>
                <a:gd name="T0" fmla="*/ 68 w 96"/>
                <a:gd name="T1" fmla="*/ 3 h 59"/>
                <a:gd name="T2" fmla="*/ 52 w 96"/>
                <a:gd name="T3" fmla="*/ 3 h 59"/>
                <a:gd name="T4" fmla="*/ 40 w 96"/>
                <a:gd name="T5" fmla="*/ 14 h 59"/>
                <a:gd name="T6" fmla="*/ 34 w 96"/>
                <a:gd name="T7" fmla="*/ 16 h 59"/>
                <a:gd name="T8" fmla="*/ 23 w 96"/>
                <a:gd name="T9" fmla="*/ 15 h 59"/>
                <a:gd name="T10" fmla="*/ 13 w 96"/>
                <a:gd name="T11" fmla="*/ 14 h 59"/>
                <a:gd name="T12" fmla="*/ 7 w 96"/>
                <a:gd name="T13" fmla="*/ 13 h 59"/>
                <a:gd name="T14" fmla="*/ 4 w 96"/>
                <a:gd name="T15" fmla="*/ 16 h 59"/>
                <a:gd name="T16" fmla="*/ 4 w 96"/>
                <a:gd name="T17" fmla="*/ 20 h 59"/>
                <a:gd name="T18" fmla="*/ 0 w 96"/>
                <a:gd name="T19" fmla="*/ 22 h 59"/>
                <a:gd name="T20" fmla="*/ 1 w 96"/>
                <a:gd name="T21" fmla="*/ 27 h 59"/>
                <a:gd name="T22" fmla="*/ 3 w 96"/>
                <a:gd name="T23" fmla="*/ 40 h 59"/>
                <a:gd name="T24" fmla="*/ 6 w 96"/>
                <a:gd name="T25" fmla="*/ 52 h 59"/>
                <a:gd name="T26" fmla="*/ 20 w 96"/>
                <a:gd name="T27" fmla="*/ 50 h 59"/>
                <a:gd name="T28" fmla="*/ 31 w 96"/>
                <a:gd name="T29" fmla="*/ 47 h 59"/>
                <a:gd name="T30" fmla="*/ 40 w 96"/>
                <a:gd name="T31" fmla="*/ 42 h 59"/>
                <a:gd name="T32" fmla="*/ 48 w 96"/>
                <a:gd name="T33" fmla="*/ 41 h 59"/>
                <a:gd name="T34" fmla="*/ 54 w 96"/>
                <a:gd name="T35" fmla="*/ 37 h 59"/>
                <a:gd name="T36" fmla="*/ 71 w 96"/>
                <a:gd name="T37" fmla="*/ 31 h 59"/>
                <a:gd name="T38" fmla="*/ 79 w 96"/>
                <a:gd name="T39" fmla="*/ 23 h 59"/>
                <a:gd name="T40" fmla="*/ 86 w 96"/>
                <a:gd name="T41" fmla="*/ 21 h 59"/>
                <a:gd name="T42" fmla="*/ 76 w 96"/>
                <a:gd name="T43" fmla="*/ 0 h 59"/>
                <a:gd name="T44" fmla="*/ 68 w 96"/>
                <a:gd name="T45" fmla="*/ 3 h 59"/>
                <a:gd name="T46" fmla="*/ 88 w 96"/>
                <a:gd name="T47" fmla="*/ 56 h 59"/>
                <a:gd name="T48" fmla="*/ 96 w 96"/>
                <a:gd name="T49" fmla="*/ 54 h 59"/>
                <a:gd name="T50" fmla="*/ 88 w 96"/>
                <a:gd name="T51" fmla="*/ 56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59">
                  <a:moveTo>
                    <a:pt x="68" y="3"/>
                  </a:moveTo>
                  <a:cubicBezTo>
                    <a:pt x="64" y="3"/>
                    <a:pt x="53" y="3"/>
                    <a:pt x="52" y="3"/>
                  </a:cubicBezTo>
                  <a:cubicBezTo>
                    <a:pt x="51" y="4"/>
                    <a:pt x="41" y="11"/>
                    <a:pt x="40" y="14"/>
                  </a:cubicBezTo>
                  <a:cubicBezTo>
                    <a:pt x="38" y="17"/>
                    <a:pt x="36" y="18"/>
                    <a:pt x="34" y="16"/>
                  </a:cubicBezTo>
                  <a:cubicBezTo>
                    <a:pt x="32" y="15"/>
                    <a:pt x="24" y="15"/>
                    <a:pt x="23" y="15"/>
                  </a:cubicBezTo>
                  <a:cubicBezTo>
                    <a:pt x="22" y="14"/>
                    <a:pt x="16" y="13"/>
                    <a:pt x="13" y="14"/>
                  </a:cubicBezTo>
                  <a:cubicBezTo>
                    <a:pt x="10" y="14"/>
                    <a:pt x="8" y="12"/>
                    <a:pt x="7" y="13"/>
                  </a:cubicBezTo>
                  <a:cubicBezTo>
                    <a:pt x="6" y="13"/>
                    <a:pt x="4" y="15"/>
                    <a:pt x="4" y="16"/>
                  </a:cubicBezTo>
                  <a:cubicBezTo>
                    <a:pt x="3" y="17"/>
                    <a:pt x="4" y="19"/>
                    <a:pt x="4" y="20"/>
                  </a:cubicBezTo>
                  <a:cubicBezTo>
                    <a:pt x="4" y="20"/>
                    <a:pt x="2" y="21"/>
                    <a:pt x="0" y="22"/>
                  </a:cubicBezTo>
                  <a:cubicBezTo>
                    <a:pt x="1" y="24"/>
                    <a:pt x="1" y="26"/>
                    <a:pt x="1" y="27"/>
                  </a:cubicBezTo>
                  <a:cubicBezTo>
                    <a:pt x="0" y="30"/>
                    <a:pt x="1" y="36"/>
                    <a:pt x="3" y="40"/>
                  </a:cubicBezTo>
                  <a:cubicBezTo>
                    <a:pt x="6" y="44"/>
                    <a:pt x="5" y="50"/>
                    <a:pt x="6" y="52"/>
                  </a:cubicBezTo>
                  <a:cubicBezTo>
                    <a:pt x="7" y="53"/>
                    <a:pt x="16" y="53"/>
                    <a:pt x="20" y="50"/>
                  </a:cubicBezTo>
                  <a:cubicBezTo>
                    <a:pt x="25" y="47"/>
                    <a:pt x="28" y="47"/>
                    <a:pt x="31" y="47"/>
                  </a:cubicBezTo>
                  <a:cubicBezTo>
                    <a:pt x="34" y="47"/>
                    <a:pt x="39" y="44"/>
                    <a:pt x="40" y="42"/>
                  </a:cubicBezTo>
                  <a:cubicBezTo>
                    <a:pt x="41" y="41"/>
                    <a:pt x="46" y="41"/>
                    <a:pt x="48" y="41"/>
                  </a:cubicBezTo>
                  <a:cubicBezTo>
                    <a:pt x="50" y="41"/>
                    <a:pt x="52" y="39"/>
                    <a:pt x="54" y="37"/>
                  </a:cubicBezTo>
                  <a:cubicBezTo>
                    <a:pt x="56" y="35"/>
                    <a:pt x="63" y="34"/>
                    <a:pt x="71" y="31"/>
                  </a:cubicBezTo>
                  <a:cubicBezTo>
                    <a:pt x="79" y="29"/>
                    <a:pt x="77" y="25"/>
                    <a:pt x="79" y="23"/>
                  </a:cubicBezTo>
                  <a:cubicBezTo>
                    <a:pt x="80" y="21"/>
                    <a:pt x="82" y="22"/>
                    <a:pt x="86" y="21"/>
                  </a:cubicBezTo>
                  <a:cubicBezTo>
                    <a:pt x="82" y="13"/>
                    <a:pt x="78" y="5"/>
                    <a:pt x="76" y="0"/>
                  </a:cubicBezTo>
                  <a:cubicBezTo>
                    <a:pt x="72" y="1"/>
                    <a:pt x="69" y="2"/>
                    <a:pt x="68" y="3"/>
                  </a:cubicBezTo>
                  <a:close/>
                  <a:moveTo>
                    <a:pt x="88" y="56"/>
                  </a:moveTo>
                  <a:cubicBezTo>
                    <a:pt x="90" y="59"/>
                    <a:pt x="95" y="55"/>
                    <a:pt x="96" y="54"/>
                  </a:cubicBezTo>
                  <a:cubicBezTo>
                    <a:pt x="96" y="53"/>
                    <a:pt x="84" y="53"/>
                    <a:pt x="88" y="5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153">
              <a:extLst>
                <a:ext uri="{FF2B5EF4-FFF2-40B4-BE49-F238E27FC236}">
                  <a16:creationId xmlns:a16="http://schemas.microsoft.com/office/drawing/2014/main" id="{8990E3E7-3FE2-4E19-9957-2F6EC9177882}"/>
                </a:ext>
              </a:extLst>
            </p:cNvPr>
            <p:cNvSpPr>
              <a:spLocks/>
            </p:cNvSpPr>
            <p:nvPr/>
          </p:nvSpPr>
          <p:spPr bwMode="auto">
            <a:xfrm>
              <a:off x="5716588" y="4176713"/>
              <a:ext cx="52388" cy="36513"/>
            </a:xfrm>
            <a:custGeom>
              <a:avLst/>
              <a:gdLst>
                <a:gd name="T0" fmla="*/ 9 w 21"/>
                <a:gd name="T1" fmla="*/ 3 h 14"/>
                <a:gd name="T2" fmla="*/ 7 w 21"/>
                <a:gd name="T3" fmla="*/ 12 h 14"/>
                <a:gd name="T4" fmla="*/ 13 w 21"/>
                <a:gd name="T5" fmla="*/ 12 h 14"/>
                <a:gd name="T6" fmla="*/ 20 w 21"/>
                <a:gd name="T7" fmla="*/ 9 h 14"/>
                <a:gd name="T8" fmla="*/ 9 w 21"/>
                <a:gd name="T9" fmla="*/ 3 h 14"/>
              </a:gdLst>
              <a:ahLst/>
              <a:cxnLst>
                <a:cxn ang="0">
                  <a:pos x="T0" y="T1"/>
                </a:cxn>
                <a:cxn ang="0">
                  <a:pos x="T2" y="T3"/>
                </a:cxn>
                <a:cxn ang="0">
                  <a:pos x="T4" y="T5"/>
                </a:cxn>
                <a:cxn ang="0">
                  <a:pos x="T6" y="T7"/>
                </a:cxn>
                <a:cxn ang="0">
                  <a:pos x="T8" y="T9"/>
                </a:cxn>
              </a:cxnLst>
              <a:rect l="0" t="0" r="r" b="b"/>
              <a:pathLst>
                <a:path w="21" h="14">
                  <a:moveTo>
                    <a:pt x="9" y="3"/>
                  </a:moveTo>
                  <a:cubicBezTo>
                    <a:pt x="8" y="0"/>
                    <a:pt x="0" y="9"/>
                    <a:pt x="7" y="12"/>
                  </a:cubicBezTo>
                  <a:cubicBezTo>
                    <a:pt x="10" y="13"/>
                    <a:pt x="11" y="10"/>
                    <a:pt x="13" y="12"/>
                  </a:cubicBezTo>
                  <a:cubicBezTo>
                    <a:pt x="15" y="14"/>
                    <a:pt x="20" y="13"/>
                    <a:pt x="20" y="9"/>
                  </a:cubicBezTo>
                  <a:cubicBezTo>
                    <a:pt x="21" y="4"/>
                    <a:pt x="11" y="5"/>
                    <a:pt x="9" y="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154">
              <a:extLst>
                <a:ext uri="{FF2B5EF4-FFF2-40B4-BE49-F238E27FC236}">
                  <a16:creationId xmlns:a16="http://schemas.microsoft.com/office/drawing/2014/main" id="{E161CE22-30D7-441A-A8B3-7F086FE311D2}"/>
                </a:ext>
              </a:extLst>
            </p:cNvPr>
            <p:cNvSpPr>
              <a:spLocks noEditPoints="1"/>
            </p:cNvSpPr>
            <p:nvPr/>
          </p:nvSpPr>
          <p:spPr bwMode="auto">
            <a:xfrm>
              <a:off x="7461251" y="3208338"/>
              <a:ext cx="163513" cy="119063"/>
            </a:xfrm>
            <a:custGeom>
              <a:avLst/>
              <a:gdLst>
                <a:gd name="T0" fmla="*/ 1 w 65"/>
                <a:gd name="T1" fmla="*/ 2 h 47"/>
                <a:gd name="T2" fmla="*/ 11 w 65"/>
                <a:gd name="T3" fmla="*/ 14 h 47"/>
                <a:gd name="T4" fmla="*/ 1 w 65"/>
                <a:gd name="T5" fmla="*/ 2 h 47"/>
                <a:gd name="T6" fmla="*/ 16 w 65"/>
                <a:gd name="T7" fmla="*/ 12 h 47"/>
                <a:gd name="T8" fmla="*/ 23 w 65"/>
                <a:gd name="T9" fmla="*/ 18 h 47"/>
                <a:gd name="T10" fmla="*/ 16 w 65"/>
                <a:gd name="T11" fmla="*/ 12 h 47"/>
                <a:gd name="T12" fmla="*/ 43 w 65"/>
                <a:gd name="T13" fmla="*/ 27 h 47"/>
                <a:gd name="T14" fmla="*/ 31 w 65"/>
                <a:gd name="T15" fmla="*/ 21 h 47"/>
                <a:gd name="T16" fmla="*/ 43 w 65"/>
                <a:gd name="T17" fmla="*/ 27 h 47"/>
                <a:gd name="T18" fmla="*/ 41 w 65"/>
                <a:gd name="T19" fmla="*/ 34 h 47"/>
                <a:gd name="T20" fmla="*/ 49 w 65"/>
                <a:gd name="T21" fmla="*/ 39 h 47"/>
                <a:gd name="T22" fmla="*/ 41 w 65"/>
                <a:gd name="T23" fmla="*/ 34 h 47"/>
                <a:gd name="T24" fmla="*/ 56 w 65"/>
                <a:gd name="T25" fmla="*/ 42 h 47"/>
                <a:gd name="T26" fmla="*/ 63 w 65"/>
                <a:gd name="T27" fmla="*/ 46 h 47"/>
                <a:gd name="T28" fmla="*/ 56 w 65"/>
                <a:gd name="T29" fmla="*/ 42 h 47"/>
                <a:gd name="T30" fmla="*/ 50 w 65"/>
                <a:gd name="T31" fmla="*/ 26 h 47"/>
                <a:gd name="T32" fmla="*/ 56 w 65"/>
                <a:gd name="T33" fmla="*/ 37 h 47"/>
                <a:gd name="T34" fmla="*/ 50 w 65"/>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5" h="47">
                  <a:moveTo>
                    <a:pt x="1" y="2"/>
                  </a:moveTo>
                  <a:cubicBezTo>
                    <a:pt x="0" y="4"/>
                    <a:pt x="8" y="16"/>
                    <a:pt x="11" y="14"/>
                  </a:cubicBezTo>
                  <a:cubicBezTo>
                    <a:pt x="16" y="11"/>
                    <a:pt x="1" y="0"/>
                    <a:pt x="1" y="2"/>
                  </a:cubicBezTo>
                  <a:close/>
                  <a:moveTo>
                    <a:pt x="16" y="12"/>
                  </a:moveTo>
                  <a:cubicBezTo>
                    <a:pt x="16" y="13"/>
                    <a:pt x="21" y="19"/>
                    <a:pt x="23" y="18"/>
                  </a:cubicBezTo>
                  <a:cubicBezTo>
                    <a:pt x="24" y="17"/>
                    <a:pt x="16" y="11"/>
                    <a:pt x="16" y="12"/>
                  </a:cubicBezTo>
                  <a:close/>
                  <a:moveTo>
                    <a:pt x="43" y="27"/>
                  </a:moveTo>
                  <a:cubicBezTo>
                    <a:pt x="45" y="25"/>
                    <a:pt x="32" y="18"/>
                    <a:pt x="31" y="21"/>
                  </a:cubicBezTo>
                  <a:cubicBezTo>
                    <a:pt x="31" y="23"/>
                    <a:pt x="41" y="28"/>
                    <a:pt x="43" y="27"/>
                  </a:cubicBezTo>
                  <a:close/>
                  <a:moveTo>
                    <a:pt x="41" y="34"/>
                  </a:moveTo>
                  <a:cubicBezTo>
                    <a:pt x="42" y="38"/>
                    <a:pt x="47" y="40"/>
                    <a:pt x="49" y="39"/>
                  </a:cubicBezTo>
                  <a:cubicBezTo>
                    <a:pt x="52" y="37"/>
                    <a:pt x="40" y="31"/>
                    <a:pt x="41" y="34"/>
                  </a:cubicBezTo>
                  <a:close/>
                  <a:moveTo>
                    <a:pt x="56" y="42"/>
                  </a:moveTo>
                  <a:cubicBezTo>
                    <a:pt x="56" y="43"/>
                    <a:pt x="61" y="47"/>
                    <a:pt x="63" y="46"/>
                  </a:cubicBezTo>
                  <a:cubicBezTo>
                    <a:pt x="65" y="44"/>
                    <a:pt x="55" y="41"/>
                    <a:pt x="56" y="42"/>
                  </a:cubicBezTo>
                  <a:close/>
                  <a:moveTo>
                    <a:pt x="50" y="26"/>
                  </a:moveTo>
                  <a:cubicBezTo>
                    <a:pt x="48" y="30"/>
                    <a:pt x="55" y="37"/>
                    <a:pt x="56" y="37"/>
                  </a:cubicBezTo>
                  <a:cubicBezTo>
                    <a:pt x="57" y="37"/>
                    <a:pt x="51" y="23"/>
                    <a:pt x="50" y="2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4" name="Freeform 155">
              <a:extLst>
                <a:ext uri="{FF2B5EF4-FFF2-40B4-BE49-F238E27FC236}">
                  <a16:creationId xmlns:a16="http://schemas.microsoft.com/office/drawing/2014/main" id="{74986C24-89C2-404F-96C4-8BB19AED9E0D}"/>
                </a:ext>
              </a:extLst>
            </p:cNvPr>
            <p:cNvSpPr>
              <a:spLocks noEditPoints="1"/>
            </p:cNvSpPr>
            <p:nvPr/>
          </p:nvSpPr>
          <p:spPr bwMode="auto">
            <a:xfrm>
              <a:off x="7461251" y="3208338"/>
              <a:ext cx="163513" cy="119063"/>
            </a:xfrm>
            <a:custGeom>
              <a:avLst/>
              <a:gdLst>
                <a:gd name="T0" fmla="*/ 1 w 65"/>
                <a:gd name="T1" fmla="*/ 2 h 47"/>
                <a:gd name="T2" fmla="*/ 11 w 65"/>
                <a:gd name="T3" fmla="*/ 14 h 47"/>
                <a:gd name="T4" fmla="*/ 1 w 65"/>
                <a:gd name="T5" fmla="*/ 2 h 47"/>
                <a:gd name="T6" fmla="*/ 16 w 65"/>
                <a:gd name="T7" fmla="*/ 12 h 47"/>
                <a:gd name="T8" fmla="*/ 23 w 65"/>
                <a:gd name="T9" fmla="*/ 18 h 47"/>
                <a:gd name="T10" fmla="*/ 16 w 65"/>
                <a:gd name="T11" fmla="*/ 12 h 47"/>
                <a:gd name="T12" fmla="*/ 43 w 65"/>
                <a:gd name="T13" fmla="*/ 27 h 47"/>
                <a:gd name="T14" fmla="*/ 31 w 65"/>
                <a:gd name="T15" fmla="*/ 21 h 47"/>
                <a:gd name="T16" fmla="*/ 43 w 65"/>
                <a:gd name="T17" fmla="*/ 27 h 47"/>
                <a:gd name="T18" fmla="*/ 41 w 65"/>
                <a:gd name="T19" fmla="*/ 34 h 47"/>
                <a:gd name="T20" fmla="*/ 49 w 65"/>
                <a:gd name="T21" fmla="*/ 39 h 47"/>
                <a:gd name="T22" fmla="*/ 41 w 65"/>
                <a:gd name="T23" fmla="*/ 34 h 47"/>
                <a:gd name="T24" fmla="*/ 56 w 65"/>
                <a:gd name="T25" fmla="*/ 42 h 47"/>
                <a:gd name="T26" fmla="*/ 63 w 65"/>
                <a:gd name="T27" fmla="*/ 46 h 47"/>
                <a:gd name="T28" fmla="*/ 56 w 65"/>
                <a:gd name="T29" fmla="*/ 42 h 47"/>
                <a:gd name="T30" fmla="*/ 50 w 65"/>
                <a:gd name="T31" fmla="*/ 26 h 47"/>
                <a:gd name="T32" fmla="*/ 56 w 65"/>
                <a:gd name="T33" fmla="*/ 37 h 47"/>
                <a:gd name="T34" fmla="*/ 50 w 65"/>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5" h="47">
                  <a:moveTo>
                    <a:pt x="1" y="2"/>
                  </a:moveTo>
                  <a:cubicBezTo>
                    <a:pt x="0" y="4"/>
                    <a:pt x="8" y="16"/>
                    <a:pt x="11" y="14"/>
                  </a:cubicBezTo>
                  <a:cubicBezTo>
                    <a:pt x="16" y="11"/>
                    <a:pt x="1" y="0"/>
                    <a:pt x="1" y="2"/>
                  </a:cubicBezTo>
                  <a:close/>
                  <a:moveTo>
                    <a:pt x="16" y="12"/>
                  </a:moveTo>
                  <a:cubicBezTo>
                    <a:pt x="16" y="13"/>
                    <a:pt x="21" y="19"/>
                    <a:pt x="23" y="18"/>
                  </a:cubicBezTo>
                  <a:cubicBezTo>
                    <a:pt x="24" y="17"/>
                    <a:pt x="16" y="11"/>
                    <a:pt x="16" y="12"/>
                  </a:cubicBezTo>
                  <a:close/>
                  <a:moveTo>
                    <a:pt x="43" y="27"/>
                  </a:moveTo>
                  <a:cubicBezTo>
                    <a:pt x="45" y="25"/>
                    <a:pt x="32" y="18"/>
                    <a:pt x="31" y="21"/>
                  </a:cubicBezTo>
                  <a:cubicBezTo>
                    <a:pt x="31" y="23"/>
                    <a:pt x="41" y="28"/>
                    <a:pt x="43" y="27"/>
                  </a:cubicBezTo>
                  <a:close/>
                  <a:moveTo>
                    <a:pt x="41" y="34"/>
                  </a:moveTo>
                  <a:cubicBezTo>
                    <a:pt x="42" y="38"/>
                    <a:pt x="47" y="40"/>
                    <a:pt x="49" y="39"/>
                  </a:cubicBezTo>
                  <a:cubicBezTo>
                    <a:pt x="52" y="37"/>
                    <a:pt x="40" y="31"/>
                    <a:pt x="41" y="34"/>
                  </a:cubicBezTo>
                  <a:close/>
                  <a:moveTo>
                    <a:pt x="56" y="42"/>
                  </a:moveTo>
                  <a:cubicBezTo>
                    <a:pt x="56" y="43"/>
                    <a:pt x="61" y="47"/>
                    <a:pt x="63" y="46"/>
                  </a:cubicBezTo>
                  <a:cubicBezTo>
                    <a:pt x="65" y="44"/>
                    <a:pt x="55" y="41"/>
                    <a:pt x="56" y="42"/>
                  </a:cubicBezTo>
                  <a:close/>
                  <a:moveTo>
                    <a:pt x="50" y="26"/>
                  </a:moveTo>
                  <a:cubicBezTo>
                    <a:pt x="48" y="30"/>
                    <a:pt x="55" y="37"/>
                    <a:pt x="56" y="37"/>
                  </a:cubicBezTo>
                  <a:cubicBezTo>
                    <a:pt x="57" y="37"/>
                    <a:pt x="51" y="23"/>
                    <a:pt x="50" y="2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5" name="Freeform 156">
              <a:extLst>
                <a:ext uri="{FF2B5EF4-FFF2-40B4-BE49-F238E27FC236}">
                  <a16:creationId xmlns:a16="http://schemas.microsoft.com/office/drawing/2014/main" id="{0FAD9AE4-F7C6-430D-A37E-71C1358C1FC4}"/>
                </a:ext>
              </a:extLst>
            </p:cNvPr>
            <p:cNvSpPr>
              <a:spLocks noEditPoints="1"/>
            </p:cNvSpPr>
            <p:nvPr/>
          </p:nvSpPr>
          <p:spPr bwMode="auto">
            <a:xfrm>
              <a:off x="6611938" y="3316288"/>
              <a:ext cx="828675" cy="739775"/>
            </a:xfrm>
            <a:custGeom>
              <a:avLst/>
              <a:gdLst>
                <a:gd name="T0" fmla="*/ 326 w 330"/>
                <a:gd name="T1" fmla="*/ 128 h 294"/>
                <a:gd name="T2" fmla="*/ 312 w 330"/>
                <a:gd name="T3" fmla="*/ 114 h 294"/>
                <a:gd name="T4" fmla="*/ 302 w 330"/>
                <a:gd name="T5" fmla="*/ 100 h 294"/>
                <a:gd name="T6" fmla="*/ 293 w 330"/>
                <a:gd name="T7" fmla="*/ 89 h 294"/>
                <a:gd name="T8" fmla="*/ 269 w 330"/>
                <a:gd name="T9" fmla="*/ 66 h 294"/>
                <a:gd name="T10" fmla="*/ 262 w 330"/>
                <a:gd name="T11" fmla="*/ 38 h 294"/>
                <a:gd name="T12" fmla="*/ 247 w 330"/>
                <a:gd name="T13" fmla="*/ 24 h 294"/>
                <a:gd name="T14" fmla="*/ 235 w 330"/>
                <a:gd name="T15" fmla="*/ 7 h 294"/>
                <a:gd name="T16" fmla="*/ 231 w 330"/>
                <a:gd name="T17" fmla="*/ 37 h 294"/>
                <a:gd name="T18" fmla="*/ 212 w 330"/>
                <a:gd name="T19" fmla="*/ 55 h 294"/>
                <a:gd name="T20" fmla="*/ 189 w 330"/>
                <a:gd name="T21" fmla="*/ 42 h 294"/>
                <a:gd name="T22" fmla="*/ 185 w 330"/>
                <a:gd name="T23" fmla="*/ 25 h 294"/>
                <a:gd name="T24" fmla="*/ 191 w 330"/>
                <a:gd name="T25" fmla="*/ 12 h 294"/>
                <a:gd name="T26" fmla="*/ 179 w 330"/>
                <a:gd name="T27" fmla="*/ 14 h 294"/>
                <a:gd name="T28" fmla="*/ 158 w 330"/>
                <a:gd name="T29" fmla="*/ 10 h 294"/>
                <a:gd name="T30" fmla="*/ 138 w 330"/>
                <a:gd name="T31" fmla="*/ 23 h 294"/>
                <a:gd name="T32" fmla="*/ 131 w 330"/>
                <a:gd name="T33" fmla="*/ 37 h 294"/>
                <a:gd name="T34" fmla="*/ 119 w 330"/>
                <a:gd name="T35" fmla="*/ 31 h 294"/>
                <a:gd name="T36" fmla="*/ 105 w 330"/>
                <a:gd name="T37" fmla="*/ 33 h 294"/>
                <a:gd name="T38" fmla="*/ 94 w 330"/>
                <a:gd name="T39" fmla="*/ 39 h 294"/>
                <a:gd name="T40" fmla="*/ 87 w 330"/>
                <a:gd name="T41" fmla="*/ 53 h 294"/>
                <a:gd name="T42" fmla="*/ 75 w 330"/>
                <a:gd name="T43" fmla="*/ 54 h 294"/>
                <a:gd name="T44" fmla="*/ 49 w 330"/>
                <a:gd name="T45" fmla="*/ 79 h 294"/>
                <a:gd name="T46" fmla="*/ 24 w 330"/>
                <a:gd name="T47" fmla="*/ 87 h 294"/>
                <a:gd name="T48" fmla="*/ 9 w 330"/>
                <a:gd name="T49" fmla="*/ 93 h 294"/>
                <a:gd name="T50" fmla="*/ 4 w 330"/>
                <a:gd name="T51" fmla="*/ 121 h 294"/>
                <a:gd name="T52" fmla="*/ 6 w 330"/>
                <a:gd name="T53" fmla="*/ 133 h 294"/>
                <a:gd name="T54" fmla="*/ 15 w 330"/>
                <a:gd name="T55" fmla="*/ 162 h 294"/>
                <a:gd name="T56" fmla="*/ 16 w 330"/>
                <a:gd name="T57" fmla="*/ 198 h 294"/>
                <a:gd name="T58" fmla="*/ 40 w 330"/>
                <a:gd name="T59" fmla="*/ 210 h 294"/>
                <a:gd name="T60" fmla="*/ 74 w 330"/>
                <a:gd name="T61" fmla="*/ 200 h 294"/>
                <a:gd name="T62" fmla="*/ 112 w 330"/>
                <a:gd name="T63" fmla="*/ 186 h 294"/>
                <a:gd name="T64" fmla="*/ 156 w 330"/>
                <a:gd name="T65" fmla="*/ 183 h 294"/>
                <a:gd name="T66" fmla="*/ 171 w 330"/>
                <a:gd name="T67" fmla="*/ 192 h 294"/>
                <a:gd name="T68" fmla="*/ 187 w 330"/>
                <a:gd name="T69" fmla="*/ 205 h 294"/>
                <a:gd name="T70" fmla="*/ 198 w 330"/>
                <a:gd name="T71" fmla="*/ 203 h 294"/>
                <a:gd name="T72" fmla="*/ 205 w 330"/>
                <a:gd name="T73" fmla="*/ 207 h 294"/>
                <a:gd name="T74" fmla="*/ 217 w 330"/>
                <a:gd name="T75" fmla="*/ 226 h 294"/>
                <a:gd name="T76" fmla="*/ 245 w 330"/>
                <a:gd name="T77" fmla="*/ 246 h 294"/>
                <a:gd name="T78" fmla="*/ 260 w 330"/>
                <a:gd name="T79" fmla="*/ 244 h 294"/>
                <a:gd name="T80" fmla="*/ 270 w 330"/>
                <a:gd name="T81" fmla="*/ 249 h 294"/>
                <a:gd name="T82" fmla="*/ 298 w 330"/>
                <a:gd name="T83" fmla="*/ 236 h 294"/>
                <a:gd name="T84" fmla="*/ 316 w 330"/>
                <a:gd name="T85" fmla="*/ 190 h 294"/>
                <a:gd name="T86" fmla="*/ 327 w 330"/>
                <a:gd name="T87" fmla="*/ 163 h 294"/>
                <a:gd name="T88" fmla="*/ 149 w 330"/>
                <a:gd name="T89" fmla="*/ 8 h 294"/>
                <a:gd name="T90" fmla="*/ 189 w 330"/>
                <a:gd name="T91" fmla="*/ 219 h 294"/>
                <a:gd name="T92" fmla="*/ 270 w 330"/>
                <a:gd name="T93" fmla="*/ 269 h 294"/>
                <a:gd name="T94" fmla="*/ 271 w 330"/>
                <a:gd name="T95" fmla="*/ 293 h 294"/>
                <a:gd name="T96" fmla="*/ 282 w 330"/>
                <a:gd name="T97" fmla="*/ 287 h 294"/>
                <a:gd name="T98" fmla="*/ 270 w 330"/>
                <a:gd name="T99" fmla="*/ 269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30" h="294">
                  <a:moveTo>
                    <a:pt x="328" y="148"/>
                  </a:moveTo>
                  <a:cubicBezTo>
                    <a:pt x="329" y="147"/>
                    <a:pt x="327" y="141"/>
                    <a:pt x="326" y="142"/>
                  </a:cubicBezTo>
                  <a:cubicBezTo>
                    <a:pt x="325" y="143"/>
                    <a:pt x="325" y="133"/>
                    <a:pt x="326" y="128"/>
                  </a:cubicBezTo>
                  <a:cubicBezTo>
                    <a:pt x="327" y="124"/>
                    <a:pt x="326" y="124"/>
                    <a:pt x="324" y="127"/>
                  </a:cubicBezTo>
                  <a:cubicBezTo>
                    <a:pt x="321" y="129"/>
                    <a:pt x="319" y="122"/>
                    <a:pt x="318" y="121"/>
                  </a:cubicBezTo>
                  <a:cubicBezTo>
                    <a:pt x="318" y="119"/>
                    <a:pt x="315" y="114"/>
                    <a:pt x="312" y="114"/>
                  </a:cubicBezTo>
                  <a:cubicBezTo>
                    <a:pt x="309" y="115"/>
                    <a:pt x="311" y="110"/>
                    <a:pt x="308" y="111"/>
                  </a:cubicBezTo>
                  <a:cubicBezTo>
                    <a:pt x="305" y="111"/>
                    <a:pt x="305" y="107"/>
                    <a:pt x="305" y="102"/>
                  </a:cubicBezTo>
                  <a:cubicBezTo>
                    <a:pt x="306" y="98"/>
                    <a:pt x="303" y="101"/>
                    <a:pt x="302" y="100"/>
                  </a:cubicBezTo>
                  <a:cubicBezTo>
                    <a:pt x="301" y="98"/>
                    <a:pt x="300" y="99"/>
                    <a:pt x="298" y="100"/>
                  </a:cubicBezTo>
                  <a:cubicBezTo>
                    <a:pt x="296" y="101"/>
                    <a:pt x="295" y="96"/>
                    <a:pt x="296" y="95"/>
                  </a:cubicBezTo>
                  <a:cubicBezTo>
                    <a:pt x="296" y="93"/>
                    <a:pt x="295" y="91"/>
                    <a:pt x="293" y="89"/>
                  </a:cubicBezTo>
                  <a:cubicBezTo>
                    <a:pt x="290" y="87"/>
                    <a:pt x="290" y="85"/>
                    <a:pt x="290" y="83"/>
                  </a:cubicBezTo>
                  <a:cubicBezTo>
                    <a:pt x="290" y="80"/>
                    <a:pt x="275" y="73"/>
                    <a:pt x="271" y="72"/>
                  </a:cubicBezTo>
                  <a:cubicBezTo>
                    <a:pt x="268" y="71"/>
                    <a:pt x="271" y="68"/>
                    <a:pt x="269" y="66"/>
                  </a:cubicBezTo>
                  <a:cubicBezTo>
                    <a:pt x="268" y="65"/>
                    <a:pt x="267" y="60"/>
                    <a:pt x="267" y="57"/>
                  </a:cubicBezTo>
                  <a:cubicBezTo>
                    <a:pt x="267" y="53"/>
                    <a:pt x="262" y="51"/>
                    <a:pt x="263" y="48"/>
                  </a:cubicBezTo>
                  <a:cubicBezTo>
                    <a:pt x="263" y="45"/>
                    <a:pt x="261" y="42"/>
                    <a:pt x="262" y="38"/>
                  </a:cubicBezTo>
                  <a:cubicBezTo>
                    <a:pt x="262" y="35"/>
                    <a:pt x="256" y="34"/>
                    <a:pt x="256" y="32"/>
                  </a:cubicBezTo>
                  <a:cubicBezTo>
                    <a:pt x="256" y="30"/>
                    <a:pt x="253" y="32"/>
                    <a:pt x="250" y="32"/>
                  </a:cubicBezTo>
                  <a:cubicBezTo>
                    <a:pt x="247" y="32"/>
                    <a:pt x="247" y="28"/>
                    <a:pt x="247" y="24"/>
                  </a:cubicBezTo>
                  <a:cubicBezTo>
                    <a:pt x="248" y="20"/>
                    <a:pt x="246" y="13"/>
                    <a:pt x="244" y="11"/>
                  </a:cubicBezTo>
                  <a:cubicBezTo>
                    <a:pt x="241" y="9"/>
                    <a:pt x="241" y="2"/>
                    <a:pt x="240" y="1"/>
                  </a:cubicBezTo>
                  <a:cubicBezTo>
                    <a:pt x="239" y="0"/>
                    <a:pt x="234" y="5"/>
                    <a:pt x="235" y="7"/>
                  </a:cubicBezTo>
                  <a:cubicBezTo>
                    <a:pt x="235" y="10"/>
                    <a:pt x="234" y="12"/>
                    <a:pt x="233" y="14"/>
                  </a:cubicBezTo>
                  <a:cubicBezTo>
                    <a:pt x="231" y="15"/>
                    <a:pt x="234" y="21"/>
                    <a:pt x="232" y="23"/>
                  </a:cubicBezTo>
                  <a:cubicBezTo>
                    <a:pt x="229" y="25"/>
                    <a:pt x="231" y="32"/>
                    <a:pt x="231" y="37"/>
                  </a:cubicBezTo>
                  <a:cubicBezTo>
                    <a:pt x="230" y="41"/>
                    <a:pt x="230" y="46"/>
                    <a:pt x="228" y="49"/>
                  </a:cubicBezTo>
                  <a:cubicBezTo>
                    <a:pt x="226" y="52"/>
                    <a:pt x="226" y="57"/>
                    <a:pt x="222" y="59"/>
                  </a:cubicBezTo>
                  <a:cubicBezTo>
                    <a:pt x="217" y="60"/>
                    <a:pt x="212" y="57"/>
                    <a:pt x="212" y="55"/>
                  </a:cubicBezTo>
                  <a:cubicBezTo>
                    <a:pt x="212" y="52"/>
                    <a:pt x="207" y="51"/>
                    <a:pt x="205" y="51"/>
                  </a:cubicBezTo>
                  <a:cubicBezTo>
                    <a:pt x="202" y="52"/>
                    <a:pt x="201" y="48"/>
                    <a:pt x="197" y="45"/>
                  </a:cubicBezTo>
                  <a:cubicBezTo>
                    <a:pt x="193" y="42"/>
                    <a:pt x="190" y="46"/>
                    <a:pt x="189" y="42"/>
                  </a:cubicBezTo>
                  <a:cubicBezTo>
                    <a:pt x="187" y="39"/>
                    <a:pt x="186" y="38"/>
                    <a:pt x="183" y="36"/>
                  </a:cubicBezTo>
                  <a:cubicBezTo>
                    <a:pt x="180" y="34"/>
                    <a:pt x="181" y="34"/>
                    <a:pt x="184" y="32"/>
                  </a:cubicBezTo>
                  <a:cubicBezTo>
                    <a:pt x="187" y="30"/>
                    <a:pt x="186" y="28"/>
                    <a:pt x="185" y="25"/>
                  </a:cubicBezTo>
                  <a:cubicBezTo>
                    <a:pt x="183" y="23"/>
                    <a:pt x="186" y="24"/>
                    <a:pt x="190" y="22"/>
                  </a:cubicBezTo>
                  <a:cubicBezTo>
                    <a:pt x="193" y="20"/>
                    <a:pt x="190" y="17"/>
                    <a:pt x="192" y="16"/>
                  </a:cubicBezTo>
                  <a:cubicBezTo>
                    <a:pt x="195" y="15"/>
                    <a:pt x="194" y="13"/>
                    <a:pt x="191" y="12"/>
                  </a:cubicBezTo>
                  <a:cubicBezTo>
                    <a:pt x="188" y="12"/>
                    <a:pt x="189" y="15"/>
                    <a:pt x="188" y="16"/>
                  </a:cubicBezTo>
                  <a:cubicBezTo>
                    <a:pt x="187" y="16"/>
                    <a:pt x="186" y="11"/>
                    <a:pt x="185" y="11"/>
                  </a:cubicBezTo>
                  <a:cubicBezTo>
                    <a:pt x="184" y="11"/>
                    <a:pt x="180" y="16"/>
                    <a:pt x="179" y="14"/>
                  </a:cubicBezTo>
                  <a:cubicBezTo>
                    <a:pt x="177" y="11"/>
                    <a:pt x="167" y="9"/>
                    <a:pt x="163" y="9"/>
                  </a:cubicBezTo>
                  <a:cubicBezTo>
                    <a:pt x="159" y="8"/>
                    <a:pt x="158" y="3"/>
                    <a:pt x="155" y="4"/>
                  </a:cubicBezTo>
                  <a:cubicBezTo>
                    <a:pt x="153" y="5"/>
                    <a:pt x="156" y="7"/>
                    <a:pt x="158" y="10"/>
                  </a:cubicBezTo>
                  <a:cubicBezTo>
                    <a:pt x="161" y="12"/>
                    <a:pt x="150" y="14"/>
                    <a:pt x="146" y="13"/>
                  </a:cubicBezTo>
                  <a:cubicBezTo>
                    <a:pt x="143" y="12"/>
                    <a:pt x="147" y="16"/>
                    <a:pt x="144" y="16"/>
                  </a:cubicBezTo>
                  <a:cubicBezTo>
                    <a:pt x="141" y="16"/>
                    <a:pt x="140" y="21"/>
                    <a:pt x="138" y="23"/>
                  </a:cubicBezTo>
                  <a:cubicBezTo>
                    <a:pt x="136" y="26"/>
                    <a:pt x="137" y="27"/>
                    <a:pt x="135" y="29"/>
                  </a:cubicBezTo>
                  <a:cubicBezTo>
                    <a:pt x="132" y="30"/>
                    <a:pt x="132" y="32"/>
                    <a:pt x="135" y="36"/>
                  </a:cubicBezTo>
                  <a:cubicBezTo>
                    <a:pt x="138" y="39"/>
                    <a:pt x="134" y="39"/>
                    <a:pt x="131" y="37"/>
                  </a:cubicBezTo>
                  <a:cubicBezTo>
                    <a:pt x="128" y="34"/>
                    <a:pt x="126" y="34"/>
                    <a:pt x="126" y="37"/>
                  </a:cubicBezTo>
                  <a:cubicBezTo>
                    <a:pt x="126" y="40"/>
                    <a:pt x="123" y="39"/>
                    <a:pt x="123" y="35"/>
                  </a:cubicBezTo>
                  <a:cubicBezTo>
                    <a:pt x="124" y="32"/>
                    <a:pt x="120" y="33"/>
                    <a:pt x="119" y="31"/>
                  </a:cubicBezTo>
                  <a:cubicBezTo>
                    <a:pt x="118" y="29"/>
                    <a:pt x="114" y="26"/>
                    <a:pt x="112" y="26"/>
                  </a:cubicBezTo>
                  <a:cubicBezTo>
                    <a:pt x="110" y="27"/>
                    <a:pt x="110" y="29"/>
                    <a:pt x="107" y="29"/>
                  </a:cubicBezTo>
                  <a:cubicBezTo>
                    <a:pt x="105" y="29"/>
                    <a:pt x="105" y="30"/>
                    <a:pt x="105" y="33"/>
                  </a:cubicBezTo>
                  <a:cubicBezTo>
                    <a:pt x="105" y="35"/>
                    <a:pt x="101" y="33"/>
                    <a:pt x="99" y="33"/>
                  </a:cubicBezTo>
                  <a:cubicBezTo>
                    <a:pt x="96" y="33"/>
                    <a:pt x="99" y="36"/>
                    <a:pt x="97" y="37"/>
                  </a:cubicBezTo>
                  <a:cubicBezTo>
                    <a:pt x="96" y="37"/>
                    <a:pt x="96" y="39"/>
                    <a:pt x="94" y="39"/>
                  </a:cubicBezTo>
                  <a:cubicBezTo>
                    <a:pt x="91" y="39"/>
                    <a:pt x="92" y="44"/>
                    <a:pt x="92" y="47"/>
                  </a:cubicBezTo>
                  <a:cubicBezTo>
                    <a:pt x="92" y="50"/>
                    <a:pt x="88" y="46"/>
                    <a:pt x="86" y="47"/>
                  </a:cubicBezTo>
                  <a:cubicBezTo>
                    <a:pt x="84" y="47"/>
                    <a:pt x="87" y="50"/>
                    <a:pt x="87" y="53"/>
                  </a:cubicBezTo>
                  <a:cubicBezTo>
                    <a:pt x="88" y="56"/>
                    <a:pt x="86" y="55"/>
                    <a:pt x="85" y="57"/>
                  </a:cubicBezTo>
                  <a:cubicBezTo>
                    <a:pt x="84" y="58"/>
                    <a:pt x="82" y="53"/>
                    <a:pt x="82" y="51"/>
                  </a:cubicBezTo>
                  <a:cubicBezTo>
                    <a:pt x="82" y="48"/>
                    <a:pt x="79" y="50"/>
                    <a:pt x="75" y="54"/>
                  </a:cubicBezTo>
                  <a:cubicBezTo>
                    <a:pt x="72" y="57"/>
                    <a:pt x="76" y="62"/>
                    <a:pt x="75" y="63"/>
                  </a:cubicBezTo>
                  <a:cubicBezTo>
                    <a:pt x="74" y="64"/>
                    <a:pt x="67" y="70"/>
                    <a:pt x="63" y="75"/>
                  </a:cubicBezTo>
                  <a:cubicBezTo>
                    <a:pt x="60" y="79"/>
                    <a:pt x="52" y="77"/>
                    <a:pt x="49" y="79"/>
                  </a:cubicBezTo>
                  <a:cubicBezTo>
                    <a:pt x="47" y="81"/>
                    <a:pt x="44" y="79"/>
                    <a:pt x="41" y="81"/>
                  </a:cubicBezTo>
                  <a:cubicBezTo>
                    <a:pt x="39" y="83"/>
                    <a:pt x="34" y="87"/>
                    <a:pt x="34" y="85"/>
                  </a:cubicBezTo>
                  <a:cubicBezTo>
                    <a:pt x="33" y="82"/>
                    <a:pt x="27" y="84"/>
                    <a:pt x="24" y="87"/>
                  </a:cubicBezTo>
                  <a:cubicBezTo>
                    <a:pt x="21" y="90"/>
                    <a:pt x="17" y="92"/>
                    <a:pt x="14" y="92"/>
                  </a:cubicBezTo>
                  <a:cubicBezTo>
                    <a:pt x="11" y="93"/>
                    <a:pt x="11" y="97"/>
                    <a:pt x="10" y="98"/>
                  </a:cubicBezTo>
                  <a:cubicBezTo>
                    <a:pt x="9" y="99"/>
                    <a:pt x="9" y="95"/>
                    <a:pt x="9" y="93"/>
                  </a:cubicBezTo>
                  <a:cubicBezTo>
                    <a:pt x="9" y="92"/>
                    <a:pt x="6" y="95"/>
                    <a:pt x="5" y="99"/>
                  </a:cubicBezTo>
                  <a:cubicBezTo>
                    <a:pt x="4" y="103"/>
                    <a:pt x="8" y="104"/>
                    <a:pt x="5" y="108"/>
                  </a:cubicBezTo>
                  <a:cubicBezTo>
                    <a:pt x="3" y="112"/>
                    <a:pt x="0" y="116"/>
                    <a:pt x="4" y="121"/>
                  </a:cubicBezTo>
                  <a:cubicBezTo>
                    <a:pt x="8" y="126"/>
                    <a:pt x="10" y="129"/>
                    <a:pt x="8" y="132"/>
                  </a:cubicBezTo>
                  <a:cubicBezTo>
                    <a:pt x="7" y="134"/>
                    <a:pt x="5" y="127"/>
                    <a:pt x="4" y="128"/>
                  </a:cubicBezTo>
                  <a:cubicBezTo>
                    <a:pt x="3" y="129"/>
                    <a:pt x="7" y="132"/>
                    <a:pt x="6" y="133"/>
                  </a:cubicBezTo>
                  <a:cubicBezTo>
                    <a:pt x="5" y="135"/>
                    <a:pt x="1" y="127"/>
                    <a:pt x="0" y="129"/>
                  </a:cubicBezTo>
                  <a:cubicBezTo>
                    <a:pt x="0" y="131"/>
                    <a:pt x="8" y="143"/>
                    <a:pt x="8" y="147"/>
                  </a:cubicBezTo>
                  <a:cubicBezTo>
                    <a:pt x="9" y="152"/>
                    <a:pt x="16" y="156"/>
                    <a:pt x="15" y="162"/>
                  </a:cubicBezTo>
                  <a:cubicBezTo>
                    <a:pt x="15" y="169"/>
                    <a:pt x="21" y="179"/>
                    <a:pt x="22" y="181"/>
                  </a:cubicBezTo>
                  <a:cubicBezTo>
                    <a:pt x="23" y="182"/>
                    <a:pt x="20" y="187"/>
                    <a:pt x="21" y="192"/>
                  </a:cubicBezTo>
                  <a:cubicBezTo>
                    <a:pt x="21" y="196"/>
                    <a:pt x="19" y="198"/>
                    <a:pt x="16" y="198"/>
                  </a:cubicBezTo>
                  <a:cubicBezTo>
                    <a:pt x="13" y="198"/>
                    <a:pt x="15" y="203"/>
                    <a:pt x="18" y="203"/>
                  </a:cubicBezTo>
                  <a:cubicBezTo>
                    <a:pt x="21" y="204"/>
                    <a:pt x="20" y="206"/>
                    <a:pt x="24" y="209"/>
                  </a:cubicBezTo>
                  <a:cubicBezTo>
                    <a:pt x="28" y="211"/>
                    <a:pt x="37" y="210"/>
                    <a:pt x="40" y="210"/>
                  </a:cubicBezTo>
                  <a:cubicBezTo>
                    <a:pt x="43" y="210"/>
                    <a:pt x="44" y="206"/>
                    <a:pt x="48" y="205"/>
                  </a:cubicBezTo>
                  <a:cubicBezTo>
                    <a:pt x="52" y="205"/>
                    <a:pt x="51" y="204"/>
                    <a:pt x="53" y="202"/>
                  </a:cubicBezTo>
                  <a:cubicBezTo>
                    <a:pt x="55" y="199"/>
                    <a:pt x="65" y="200"/>
                    <a:pt x="74" y="200"/>
                  </a:cubicBezTo>
                  <a:cubicBezTo>
                    <a:pt x="84" y="201"/>
                    <a:pt x="88" y="198"/>
                    <a:pt x="89" y="194"/>
                  </a:cubicBezTo>
                  <a:cubicBezTo>
                    <a:pt x="90" y="191"/>
                    <a:pt x="97" y="190"/>
                    <a:pt x="100" y="188"/>
                  </a:cubicBezTo>
                  <a:cubicBezTo>
                    <a:pt x="102" y="185"/>
                    <a:pt x="105" y="185"/>
                    <a:pt x="112" y="186"/>
                  </a:cubicBezTo>
                  <a:cubicBezTo>
                    <a:pt x="119" y="186"/>
                    <a:pt x="125" y="182"/>
                    <a:pt x="130" y="180"/>
                  </a:cubicBezTo>
                  <a:cubicBezTo>
                    <a:pt x="134" y="179"/>
                    <a:pt x="142" y="179"/>
                    <a:pt x="146" y="178"/>
                  </a:cubicBezTo>
                  <a:cubicBezTo>
                    <a:pt x="151" y="177"/>
                    <a:pt x="151" y="184"/>
                    <a:pt x="156" y="183"/>
                  </a:cubicBezTo>
                  <a:cubicBezTo>
                    <a:pt x="161" y="183"/>
                    <a:pt x="163" y="185"/>
                    <a:pt x="166" y="184"/>
                  </a:cubicBezTo>
                  <a:cubicBezTo>
                    <a:pt x="168" y="184"/>
                    <a:pt x="168" y="186"/>
                    <a:pt x="170" y="187"/>
                  </a:cubicBezTo>
                  <a:cubicBezTo>
                    <a:pt x="173" y="187"/>
                    <a:pt x="173" y="189"/>
                    <a:pt x="171" y="192"/>
                  </a:cubicBezTo>
                  <a:cubicBezTo>
                    <a:pt x="169" y="194"/>
                    <a:pt x="175" y="194"/>
                    <a:pt x="178" y="198"/>
                  </a:cubicBezTo>
                  <a:cubicBezTo>
                    <a:pt x="181" y="203"/>
                    <a:pt x="178" y="204"/>
                    <a:pt x="180" y="207"/>
                  </a:cubicBezTo>
                  <a:cubicBezTo>
                    <a:pt x="182" y="211"/>
                    <a:pt x="183" y="210"/>
                    <a:pt x="187" y="205"/>
                  </a:cubicBezTo>
                  <a:cubicBezTo>
                    <a:pt x="190" y="200"/>
                    <a:pt x="194" y="203"/>
                    <a:pt x="195" y="199"/>
                  </a:cubicBezTo>
                  <a:cubicBezTo>
                    <a:pt x="195" y="195"/>
                    <a:pt x="199" y="190"/>
                    <a:pt x="201" y="192"/>
                  </a:cubicBezTo>
                  <a:cubicBezTo>
                    <a:pt x="204" y="194"/>
                    <a:pt x="200" y="195"/>
                    <a:pt x="198" y="203"/>
                  </a:cubicBezTo>
                  <a:cubicBezTo>
                    <a:pt x="196" y="212"/>
                    <a:pt x="194" y="207"/>
                    <a:pt x="193" y="210"/>
                  </a:cubicBezTo>
                  <a:cubicBezTo>
                    <a:pt x="192" y="212"/>
                    <a:pt x="201" y="213"/>
                    <a:pt x="201" y="209"/>
                  </a:cubicBezTo>
                  <a:cubicBezTo>
                    <a:pt x="201" y="205"/>
                    <a:pt x="202" y="203"/>
                    <a:pt x="205" y="207"/>
                  </a:cubicBezTo>
                  <a:cubicBezTo>
                    <a:pt x="208" y="210"/>
                    <a:pt x="203" y="214"/>
                    <a:pt x="204" y="215"/>
                  </a:cubicBezTo>
                  <a:cubicBezTo>
                    <a:pt x="205" y="217"/>
                    <a:pt x="208" y="215"/>
                    <a:pt x="210" y="215"/>
                  </a:cubicBezTo>
                  <a:cubicBezTo>
                    <a:pt x="213" y="215"/>
                    <a:pt x="217" y="222"/>
                    <a:pt x="217" y="226"/>
                  </a:cubicBezTo>
                  <a:cubicBezTo>
                    <a:pt x="216" y="230"/>
                    <a:pt x="215" y="233"/>
                    <a:pt x="221" y="236"/>
                  </a:cubicBezTo>
                  <a:cubicBezTo>
                    <a:pt x="227" y="240"/>
                    <a:pt x="225" y="240"/>
                    <a:pt x="229" y="240"/>
                  </a:cubicBezTo>
                  <a:cubicBezTo>
                    <a:pt x="234" y="240"/>
                    <a:pt x="243" y="244"/>
                    <a:pt x="245" y="246"/>
                  </a:cubicBezTo>
                  <a:cubicBezTo>
                    <a:pt x="248" y="248"/>
                    <a:pt x="254" y="244"/>
                    <a:pt x="255" y="240"/>
                  </a:cubicBezTo>
                  <a:cubicBezTo>
                    <a:pt x="257" y="236"/>
                    <a:pt x="261" y="240"/>
                    <a:pt x="259" y="241"/>
                  </a:cubicBezTo>
                  <a:cubicBezTo>
                    <a:pt x="256" y="243"/>
                    <a:pt x="260" y="246"/>
                    <a:pt x="260" y="244"/>
                  </a:cubicBezTo>
                  <a:cubicBezTo>
                    <a:pt x="260" y="241"/>
                    <a:pt x="262" y="239"/>
                    <a:pt x="262" y="242"/>
                  </a:cubicBezTo>
                  <a:cubicBezTo>
                    <a:pt x="263" y="245"/>
                    <a:pt x="267" y="245"/>
                    <a:pt x="268" y="247"/>
                  </a:cubicBezTo>
                  <a:cubicBezTo>
                    <a:pt x="269" y="249"/>
                    <a:pt x="270" y="251"/>
                    <a:pt x="270" y="249"/>
                  </a:cubicBezTo>
                  <a:cubicBezTo>
                    <a:pt x="270" y="247"/>
                    <a:pt x="271" y="245"/>
                    <a:pt x="274" y="244"/>
                  </a:cubicBezTo>
                  <a:cubicBezTo>
                    <a:pt x="277" y="243"/>
                    <a:pt x="279" y="241"/>
                    <a:pt x="282" y="239"/>
                  </a:cubicBezTo>
                  <a:cubicBezTo>
                    <a:pt x="285" y="236"/>
                    <a:pt x="297" y="236"/>
                    <a:pt x="298" y="236"/>
                  </a:cubicBezTo>
                  <a:cubicBezTo>
                    <a:pt x="300" y="236"/>
                    <a:pt x="300" y="225"/>
                    <a:pt x="301" y="220"/>
                  </a:cubicBezTo>
                  <a:cubicBezTo>
                    <a:pt x="302" y="214"/>
                    <a:pt x="306" y="213"/>
                    <a:pt x="307" y="207"/>
                  </a:cubicBezTo>
                  <a:cubicBezTo>
                    <a:pt x="308" y="201"/>
                    <a:pt x="314" y="190"/>
                    <a:pt x="316" y="190"/>
                  </a:cubicBezTo>
                  <a:cubicBezTo>
                    <a:pt x="317" y="189"/>
                    <a:pt x="320" y="188"/>
                    <a:pt x="321" y="184"/>
                  </a:cubicBezTo>
                  <a:cubicBezTo>
                    <a:pt x="321" y="181"/>
                    <a:pt x="325" y="177"/>
                    <a:pt x="325" y="173"/>
                  </a:cubicBezTo>
                  <a:cubicBezTo>
                    <a:pt x="325" y="169"/>
                    <a:pt x="327" y="164"/>
                    <a:pt x="327" y="163"/>
                  </a:cubicBezTo>
                  <a:cubicBezTo>
                    <a:pt x="326" y="162"/>
                    <a:pt x="325" y="158"/>
                    <a:pt x="328" y="155"/>
                  </a:cubicBezTo>
                  <a:cubicBezTo>
                    <a:pt x="330" y="152"/>
                    <a:pt x="327" y="149"/>
                    <a:pt x="328" y="148"/>
                  </a:cubicBezTo>
                  <a:close/>
                  <a:moveTo>
                    <a:pt x="149" y="8"/>
                  </a:moveTo>
                  <a:cubicBezTo>
                    <a:pt x="149" y="6"/>
                    <a:pt x="136" y="8"/>
                    <a:pt x="139" y="11"/>
                  </a:cubicBezTo>
                  <a:cubicBezTo>
                    <a:pt x="141" y="12"/>
                    <a:pt x="150" y="10"/>
                    <a:pt x="149" y="8"/>
                  </a:cubicBezTo>
                  <a:close/>
                  <a:moveTo>
                    <a:pt x="189" y="219"/>
                  </a:moveTo>
                  <a:cubicBezTo>
                    <a:pt x="191" y="221"/>
                    <a:pt x="198" y="220"/>
                    <a:pt x="199" y="218"/>
                  </a:cubicBezTo>
                  <a:cubicBezTo>
                    <a:pt x="200" y="215"/>
                    <a:pt x="188" y="218"/>
                    <a:pt x="189" y="219"/>
                  </a:cubicBezTo>
                  <a:close/>
                  <a:moveTo>
                    <a:pt x="270" y="269"/>
                  </a:moveTo>
                  <a:cubicBezTo>
                    <a:pt x="265" y="269"/>
                    <a:pt x="258" y="264"/>
                    <a:pt x="256" y="265"/>
                  </a:cubicBezTo>
                  <a:cubicBezTo>
                    <a:pt x="254" y="265"/>
                    <a:pt x="263" y="278"/>
                    <a:pt x="260" y="281"/>
                  </a:cubicBezTo>
                  <a:cubicBezTo>
                    <a:pt x="258" y="284"/>
                    <a:pt x="267" y="293"/>
                    <a:pt x="271" y="293"/>
                  </a:cubicBezTo>
                  <a:cubicBezTo>
                    <a:pt x="274" y="294"/>
                    <a:pt x="273" y="290"/>
                    <a:pt x="275" y="290"/>
                  </a:cubicBezTo>
                  <a:cubicBezTo>
                    <a:pt x="278" y="290"/>
                    <a:pt x="277" y="288"/>
                    <a:pt x="277" y="286"/>
                  </a:cubicBezTo>
                  <a:cubicBezTo>
                    <a:pt x="277" y="284"/>
                    <a:pt x="280" y="288"/>
                    <a:pt x="282" y="287"/>
                  </a:cubicBezTo>
                  <a:cubicBezTo>
                    <a:pt x="284" y="286"/>
                    <a:pt x="281" y="278"/>
                    <a:pt x="284" y="278"/>
                  </a:cubicBezTo>
                  <a:cubicBezTo>
                    <a:pt x="287" y="278"/>
                    <a:pt x="285" y="269"/>
                    <a:pt x="284" y="266"/>
                  </a:cubicBezTo>
                  <a:cubicBezTo>
                    <a:pt x="283" y="263"/>
                    <a:pt x="275" y="268"/>
                    <a:pt x="270" y="26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157">
              <a:extLst>
                <a:ext uri="{FF2B5EF4-FFF2-40B4-BE49-F238E27FC236}">
                  <a16:creationId xmlns:a16="http://schemas.microsoft.com/office/drawing/2014/main" id="{EB3C951A-FCBA-4A17-9F13-B9465CAB042C}"/>
                </a:ext>
              </a:extLst>
            </p:cNvPr>
            <p:cNvSpPr>
              <a:spLocks noEditPoints="1"/>
            </p:cNvSpPr>
            <p:nvPr/>
          </p:nvSpPr>
          <p:spPr bwMode="auto">
            <a:xfrm>
              <a:off x="7697788" y="3843338"/>
              <a:ext cx="254000" cy="301625"/>
            </a:xfrm>
            <a:custGeom>
              <a:avLst/>
              <a:gdLst>
                <a:gd name="T0" fmla="*/ 62 w 101"/>
                <a:gd name="T1" fmla="*/ 58 h 120"/>
                <a:gd name="T2" fmla="*/ 56 w 101"/>
                <a:gd name="T3" fmla="*/ 60 h 120"/>
                <a:gd name="T4" fmla="*/ 48 w 101"/>
                <a:gd name="T5" fmla="*/ 57 h 120"/>
                <a:gd name="T6" fmla="*/ 44 w 101"/>
                <a:gd name="T7" fmla="*/ 64 h 120"/>
                <a:gd name="T8" fmla="*/ 37 w 101"/>
                <a:gd name="T9" fmla="*/ 75 h 120"/>
                <a:gd name="T10" fmla="*/ 15 w 101"/>
                <a:gd name="T11" fmla="*/ 90 h 120"/>
                <a:gd name="T12" fmla="*/ 5 w 101"/>
                <a:gd name="T13" fmla="*/ 99 h 120"/>
                <a:gd name="T14" fmla="*/ 3 w 101"/>
                <a:gd name="T15" fmla="*/ 108 h 120"/>
                <a:gd name="T16" fmla="*/ 10 w 101"/>
                <a:gd name="T17" fmla="*/ 111 h 120"/>
                <a:gd name="T18" fmla="*/ 16 w 101"/>
                <a:gd name="T19" fmla="*/ 114 h 120"/>
                <a:gd name="T20" fmla="*/ 31 w 101"/>
                <a:gd name="T21" fmla="*/ 110 h 120"/>
                <a:gd name="T22" fmla="*/ 36 w 101"/>
                <a:gd name="T23" fmla="*/ 101 h 120"/>
                <a:gd name="T24" fmla="*/ 40 w 101"/>
                <a:gd name="T25" fmla="*/ 93 h 120"/>
                <a:gd name="T26" fmla="*/ 49 w 101"/>
                <a:gd name="T27" fmla="*/ 87 h 120"/>
                <a:gd name="T28" fmla="*/ 52 w 101"/>
                <a:gd name="T29" fmla="*/ 83 h 120"/>
                <a:gd name="T30" fmla="*/ 57 w 101"/>
                <a:gd name="T31" fmla="*/ 75 h 120"/>
                <a:gd name="T32" fmla="*/ 63 w 101"/>
                <a:gd name="T33" fmla="*/ 65 h 120"/>
                <a:gd name="T34" fmla="*/ 62 w 101"/>
                <a:gd name="T35" fmla="*/ 58 h 120"/>
                <a:gd name="T36" fmla="*/ 11 w 101"/>
                <a:gd name="T37" fmla="*/ 120 h 120"/>
                <a:gd name="T38" fmla="*/ 14 w 101"/>
                <a:gd name="T39" fmla="*/ 116 h 120"/>
                <a:gd name="T40" fmla="*/ 11 w 101"/>
                <a:gd name="T41" fmla="*/ 120 h 120"/>
                <a:gd name="T42" fmla="*/ 91 w 101"/>
                <a:gd name="T43" fmla="*/ 29 h 120"/>
                <a:gd name="T44" fmla="*/ 83 w 101"/>
                <a:gd name="T45" fmla="*/ 29 h 120"/>
                <a:gd name="T46" fmla="*/ 79 w 101"/>
                <a:gd name="T47" fmla="*/ 24 h 120"/>
                <a:gd name="T48" fmla="*/ 75 w 101"/>
                <a:gd name="T49" fmla="*/ 17 h 120"/>
                <a:gd name="T50" fmla="*/ 75 w 101"/>
                <a:gd name="T51" fmla="*/ 22 h 120"/>
                <a:gd name="T52" fmla="*/ 72 w 101"/>
                <a:gd name="T53" fmla="*/ 20 h 120"/>
                <a:gd name="T54" fmla="*/ 69 w 101"/>
                <a:gd name="T55" fmla="*/ 15 h 120"/>
                <a:gd name="T56" fmla="*/ 66 w 101"/>
                <a:gd name="T57" fmla="*/ 8 h 120"/>
                <a:gd name="T58" fmla="*/ 56 w 101"/>
                <a:gd name="T59" fmla="*/ 0 h 120"/>
                <a:gd name="T60" fmla="*/ 58 w 101"/>
                <a:gd name="T61" fmla="*/ 9 h 120"/>
                <a:gd name="T62" fmla="*/ 64 w 101"/>
                <a:gd name="T63" fmla="*/ 14 h 120"/>
                <a:gd name="T64" fmla="*/ 68 w 101"/>
                <a:gd name="T65" fmla="*/ 21 h 120"/>
                <a:gd name="T66" fmla="*/ 67 w 101"/>
                <a:gd name="T67" fmla="*/ 33 h 120"/>
                <a:gd name="T68" fmla="*/ 61 w 101"/>
                <a:gd name="T69" fmla="*/ 40 h 120"/>
                <a:gd name="T70" fmla="*/ 71 w 101"/>
                <a:gd name="T71" fmla="*/ 50 h 120"/>
                <a:gd name="T72" fmla="*/ 69 w 101"/>
                <a:gd name="T73" fmla="*/ 63 h 120"/>
                <a:gd name="T74" fmla="*/ 76 w 101"/>
                <a:gd name="T75" fmla="*/ 64 h 120"/>
                <a:gd name="T76" fmla="*/ 85 w 101"/>
                <a:gd name="T77" fmla="*/ 51 h 120"/>
                <a:gd name="T78" fmla="*/ 88 w 101"/>
                <a:gd name="T79" fmla="*/ 43 h 120"/>
                <a:gd name="T80" fmla="*/ 93 w 101"/>
                <a:gd name="T81" fmla="*/ 41 h 120"/>
                <a:gd name="T82" fmla="*/ 96 w 101"/>
                <a:gd name="T83" fmla="*/ 36 h 120"/>
                <a:gd name="T84" fmla="*/ 99 w 101"/>
                <a:gd name="T85" fmla="*/ 29 h 120"/>
                <a:gd name="T86" fmla="*/ 91 w 101"/>
                <a:gd name="T87" fmla="*/ 2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 h="120">
                  <a:moveTo>
                    <a:pt x="62" y="58"/>
                  </a:moveTo>
                  <a:cubicBezTo>
                    <a:pt x="60" y="56"/>
                    <a:pt x="59" y="59"/>
                    <a:pt x="56" y="60"/>
                  </a:cubicBezTo>
                  <a:cubicBezTo>
                    <a:pt x="53" y="61"/>
                    <a:pt x="51" y="54"/>
                    <a:pt x="48" y="57"/>
                  </a:cubicBezTo>
                  <a:cubicBezTo>
                    <a:pt x="45" y="60"/>
                    <a:pt x="48" y="61"/>
                    <a:pt x="44" y="64"/>
                  </a:cubicBezTo>
                  <a:cubicBezTo>
                    <a:pt x="40" y="67"/>
                    <a:pt x="42" y="68"/>
                    <a:pt x="37" y="75"/>
                  </a:cubicBezTo>
                  <a:cubicBezTo>
                    <a:pt x="33" y="82"/>
                    <a:pt x="17" y="86"/>
                    <a:pt x="15" y="90"/>
                  </a:cubicBezTo>
                  <a:cubicBezTo>
                    <a:pt x="13" y="93"/>
                    <a:pt x="5" y="97"/>
                    <a:pt x="5" y="99"/>
                  </a:cubicBezTo>
                  <a:cubicBezTo>
                    <a:pt x="5" y="102"/>
                    <a:pt x="0" y="104"/>
                    <a:pt x="3" y="108"/>
                  </a:cubicBezTo>
                  <a:cubicBezTo>
                    <a:pt x="5" y="111"/>
                    <a:pt x="8" y="109"/>
                    <a:pt x="10" y="111"/>
                  </a:cubicBezTo>
                  <a:cubicBezTo>
                    <a:pt x="12" y="114"/>
                    <a:pt x="15" y="112"/>
                    <a:pt x="16" y="114"/>
                  </a:cubicBezTo>
                  <a:cubicBezTo>
                    <a:pt x="17" y="116"/>
                    <a:pt x="25" y="116"/>
                    <a:pt x="31" y="110"/>
                  </a:cubicBezTo>
                  <a:cubicBezTo>
                    <a:pt x="37" y="105"/>
                    <a:pt x="34" y="102"/>
                    <a:pt x="36" y="101"/>
                  </a:cubicBezTo>
                  <a:cubicBezTo>
                    <a:pt x="38" y="100"/>
                    <a:pt x="39" y="95"/>
                    <a:pt x="40" y="93"/>
                  </a:cubicBezTo>
                  <a:cubicBezTo>
                    <a:pt x="42" y="90"/>
                    <a:pt x="43" y="87"/>
                    <a:pt x="49" y="87"/>
                  </a:cubicBezTo>
                  <a:cubicBezTo>
                    <a:pt x="55" y="87"/>
                    <a:pt x="52" y="86"/>
                    <a:pt x="52" y="83"/>
                  </a:cubicBezTo>
                  <a:cubicBezTo>
                    <a:pt x="51" y="80"/>
                    <a:pt x="57" y="79"/>
                    <a:pt x="57" y="75"/>
                  </a:cubicBezTo>
                  <a:cubicBezTo>
                    <a:pt x="57" y="71"/>
                    <a:pt x="65" y="68"/>
                    <a:pt x="63" y="65"/>
                  </a:cubicBezTo>
                  <a:cubicBezTo>
                    <a:pt x="62" y="62"/>
                    <a:pt x="65" y="60"/>
                    <a:pt x="62" y="58"/>
                  </a:cubicBezTo>
                  <a:close/>
                  <a:moveTo>
                    <a:pt x="11" y="120"/>
                  </a:moveTo>
                  <a:cubicBezTo>
                    <a:pt x="12" y="120"/>
                    <a:pt x="16" y="119"/>
                    <a:pt x="14" y="116"/>
                  </a:cubicBezTo>
                  <a:cubicBezTo>
                    <a:pt x="11" y="113"/>
                    <a:pt x="8" y="119"/>
                    <a:pt x="11" y="120"/>
                  </a:cubicBezTo>
                  <a:close/>
                  <a:moveTo>
                    <a:pt x="91" y="29"/>
                  </a:moveTo>
                  <a:cubicBezTo>
                    <a:pt x="90" y="32"/>
                    <a:pt x="87" y="29"/>
                    <a:pt x="83" y="29"/>
                  </a:cubicBezTo>
                  <a:cubicBezTo>
                    <a:pt x="80" y="29"/>
                    <a:pt x="79" y="27"/>
                    <a:pt x="79" y="24"/>
                  </a:cubicBezTo>
                  <a:cubicBezTo>
                    <a:pt x="79" y="21"/>
                    <a:pt x="78" y="17"/>
                    <a:pt x="75" y="17"/>
                  </a:cubicBezTo>
                  <a:cubicBezTo>
                    <a:pt x="72" y="18"/>
                    <a:pt x="76" y="21"/>
                    <a:pt x="75" y="22"/>
                  </a:cubicBezTo>
                  <a:cubicBezTo>
                    <a:pt x="74" y="23"/>
                    <a:pt x="73" y="20"/>
                    <a:pt x="72" y="20"/>
                  </a:cubicBezTo>
                  <a:cubicBezTo>
                    <a:pt x="70" y="20"/>
                    <a:pt x="69" y="18"/>
                    <a:pt x="69" y="15"/>
                  </a:cubicBezTo>
                  <a:cubicBezTo>
                    <a:pt x="69" y="11"/>
                    <a:pt x="66" y="12"/>
                    <a:pt x="66" y="8"/>
                  </a:cubicBezTo>
                  <a:cubicBezTo>
                    <a:pt x="66" y="3"/>
                    <a:pt x="59" y="0"/>
                    <a:pt x="56" y="0"/>
                  </a:cubicBezTo>
                  <a:cubicBezTo>
                    <a:pt x="52" y="0"/>
                    <a:pt x="56" y="7"/>
                    <a:pt x="58" y="9"/>
                  </a:cubicBezTo>
                  <a:cubicBezTo>
                    <a:pt x="60" y="11"/>
                    <a:pt x="64" y="13"/>
                    <a:pt x="64" y="14"/>
                  </a:cubicBezTo>
                  <a:cubicBezTo>
                    <a:pt x="64" y="16"/>
                    <a:pt x="66" y="20"/>
                    <a:pt x="68" y="21"/>
                  </a:cubicBezTo>
                  <a:cubicBezTo>
                    <a:pt x="71" y="22"/>
                    <a:pt x="67" y="28"/>
                    <a:pt x="67" y="33"/>
                  </a:cubicBezTo>
                  <a:cubicBezTo>
                    <a:pt x="67" y="38"/>
                    <a:pt x="63" y="37"/>
                    <a:pt x="61" y="40"/>
                  </a:cubicBezTo>
                  <a:cubicBezTo>
                    <a:pt x="58" y="43"/>
                    <a:pt x="67" y="47"/>
                    <a:pt x="71" y="50"/>
                  </a:cubicBezTo>
                  <a:cubicBezTo>
                    <a:pt x="75" y="53"/>
                    <a:pt x="68" y="61"/>
                    <a:pt x="69" y="63"/>
                  </a:cubicBezTo>
                  <a:cubicBezTo>
                    <a:pt x="70" y="64"/>
                    <a:pt x="72" y="65"/>
                    <a:pt x="76" y="64"/>
                  </a:cubicBezTo>
                  <a:cubicBezTo>
                    <a:pt x="80" y="63"/>
                    <a:pt x="82" y="54"/>
                    <a:pt x="85" y="51"/>
                  </a:cubicBezTo>
                  <a:cubicBezTo>
                    <a:pt x="88" y="49"/>
                    <a:pt x="86" y="45"/>
                    <a:pt x="88" y="43"/>
                  </a:cubicBezTo>
                  <a:cubicBezTo>
                    <a:pt x="89" y="41"/>
                    <a:pt x="91" y="41"/>
                    <a:pt x="93" y="41"/>
                  </a:cubicBezTo>
                  <a:cubicBezTo>
                    <a:pt x="95" y="41"/>
                    <a:pt x="94" y="36"/>
                    <a:pt x="96" y="36"/>
                  </a:cubicBezTo>
                  <a:cubicBezTo>
                    <a:pt x="99" y="36"/>
                    <a:pt x="98" y="33"/>
                    <a:pt x="99" y="29"/>
                  </a:cubicBezTo>
                  <a:cubicBezTo>
                    <a:pt x="101" y="25"/>
                    <a:pt x="93" y="27"/>
                    <a:pt x="91" y="29"/>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158">
              <a:extLst>
                <a:ext uri="{FF2B5EF4-FFF2-40B4-BE49-F238E27FC236}">
                  <a16:creationId xmlns:a16="http://schemas.microsoft.com/office/drawing/2014/main" id="{786724EB-C835-4A0A-813D-94ED6EE930ED}"/>
                </a:ext>
              </a:extLst>
            </p:cNvPr>
            <p:cNvSpPr>
              <a:spLocks noEditPoints="1"/>
            </p:cNvSpPr>
            <p:nvPr/>
          </p:nvSpPr>
          <p:spPr bwMode="auto">
            <a:xfrm>
              <a:off x="7918451" y="3435350"/>
              <a:ext cx="55563" cy="47625"/>
            </a:xfrm>
            <a:custGeom>
              <a:avLst/>
              <a:gdLst>
                <a:gd name="T0" fmla="*/ 3 w 22"/>
                <a:gd name="T1" fmla="*/ 16 h 19"/>
                <a:gd name="T2" fmla="*/ 12 w 22"/>
                <a:gd name="T3" fmla="*/ 14 h 19"/>
                <a:gd name="T4" fmla="*/ 3 w 22"/>
                <a:gd name="T5" fmla="*/ 16 h 19"/>
                <a:gd name="T6" fmla="*/ 14 w 22"/>
                <a:gd name="T7" fmla="*/ 7 h 19"/>
                <a:gd name="T8" fmla="*/ 22 w 22"/>
                <a:gd name="T9" fmla="*/ 3 h 19"/>
                <a:gd name="T10" fmla="*/ 14 w 22"/>
                <a:gd name="T11" fmla="*/ 7 h 19"/>
              </a:gdLst>
              <a:ahLst/>
              <a:cxnLst>
                <a:cxn ang="0">
                  <a:pos x="T0" y="T1"/>
                </a:cxn>
                <a:cxn ang="0">
                  <a:pos x="T2" y="T3"/>
                </a:cxn>
                <a:cxn ang="0">
                  <a:pos x="T4" y="T5"/>
                </a:cxn>
                <a:cxn ang="0">
                  <a:pos x="T6" y="T7"/>
                </a:cxn>
                <a:cxn ang="0">
                  <a:pos x="T8" y="T9"/>
                </a:cxn>
                <a:cxn ang="0">
                  <a:pos x="T10" y="T11"/>
                </a:cxn>
              </a:cxnLst>
              <a:rect l="0" t="0" r="r" b="b"/>
              <a:pathLst>
                <a:path w="22" h="19">
                  <a:moveTo>
                    <a:pt x="3" y="16"/>
                  </a:moveTo>
                  <a:cubicBezTo>
                    <a:pt x="6" y="19"/>
                    <a:pt x="12" y="19"/>
                    <a:pt x="12" y="14"/>
                  </a:cubicBezTo>
                  <a:cubicBezTo>
                    <a:pt x="12" y="9"/>
                    <a:pt x="0" y="14"/>
                    <a:pt x="3" y="16"/>
                  </a:cubicBezTo>
                  <a:close/>
                  <a:moveTo>
                    <a:pt x="14" y="7"/>
                  </a:moveTo>
                  <a:cubicBezTo>
                    <a:pt x="16" y="8"/>
                    <a:pt x="22" y="6"/>
                    <a:pt x="22" y="3"/>
                  </a:cubicBezTo>
                  <a:cubicBezTo>
                    <a:pt x="22" y="0"/>
                    <a:pt x="11" y="6"/>
                    <a:pt x="14" y="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159">
              <a:extLst>
                <a:ext uri="{FF2B5EF4-FFF2-40B4-BE49-F238E27FC236}">
                  <a16:creationId xmlns:a16="http://schemas.microsoft.com/office/drawing/2014/main" id="{5155FA53-EFFA-42DA-A957-70EED51822A6}"/>
                </a:ext>
              </a:extLst>
            </p:cNvPr>
            <p:cNvSpPr>
              <a:spLocks/>
            </p:cNvSpPr>
            <p:nvPr/>
          </p:nvSpPr>
          <p:spPr bwMode="auto">
            <a:xfrm>
              <a:off x="5408613" y="2166938"/>
              <a:ext cx="290513" cy="182563"/>
            </a:xfrm>
            <a:custGeom>
              <a:avLst/>
              <a:gdLst>
                <a:gd name="T0" fmla="*/ 114 w 115"/>
                <a:gd name="T1" fmla="*/ 46 h 73"/>
                <a:gd name="T2" fmla="*/ 107 w 115"/>
                <a:gd name="T3" fmla="*/ 44 h 73"/>
                <a:gd name="T4" fmla="*/ 99 w 115"/>
                <a:gd name="T5" fmla="*/ 38 h 73"/>
                <a:gd name="T6" fmla="*/ 90 w 115"/>
                <a:gd name="T7" fmla="*/ 33 h 73"/>
                <a:gd name="T8" fmla="*/ 82 w 115"/>
                <a:gd name="T9" fmla="*/ 27 h 73"/>
                <a:gd name="T10" fmla="*/ 78 w 115"/>
                <a:gd name="T11" fmla="*/ 20 h 73"/>
                <a:gd name="T12" fmla="*/ 75 w 115"/>
                <a:gd name="T13" fmla="*/ 15 h 73"/>
                <a:gd name="T14" fmla="*/ 63 w 115"/>
                <a:gd name="T15" fmla="*/ 14 h 73"/>
                <a:gd name="T16" fmla="*/ 60 w 115"/>
                <a:gd name="T17" fmla="*/ 5 h 73"/>
                <a:gd name="T18" fmla="*/ 54 w 115"/>
                <a:gd name="T19" fmla="*/ 3 h 73"/>
                <a:gd name="T20" fmla="*/ 48 w 115"/>
                <a:gd name="T21" fmla="*/ 2 h 73"/>
                <a:gd name="T22" fmla="*/ 45 w 115"/>
                <a:gd name="T23" fmla="*/ 3 h 73"/>
                <a:gd name="T24" fmla="*/ 42 w 115"/>
                <a:gd name="T25" fmla="*/ 6 h 73"/>
                <a:gd name="T26" fmla="*/ 36 w 115"/>
                <a:gd name="T27" fmla="*/ 11 h 73"/>
                <a:gd name="T28" fmla="*/ 33 w 115"/>
                <a:gd name="T29" fmla="*/ 14 h 73"/>
                <a:gd name="T30" fmla="*/ 28 w 115"/>
                <a:gd name="T31" fmla="*/ 13 h 73"/>
                <a:gd name="T32" fmla="*/ 22 w 115"/>
                <a:gd name="T33" fmla="*/ 12 h 73"/>
                <a:gd name="T34" fmla="*/ 12 w 115"/>
                <a:gd name="T35" fmla="*/ 4 h 73"/>
                <a:gd name="T36" fmla="*/ 4 w 115"/>
                <a:gd name="T37" fmla="*/ 9 h 73"/>
                <a:gd name="T38" fmla="*/ 8 w 115"/>
                <a:gd name="T39" fmla="*/ 7 h 73"/>
                <a:gd name="T40" fmla="*/ 14 w 115"/>
                <a:gd name="T41" fmla="*/ 14 h 73"/>
                <a:gd name="T42" fmla="*/ 18 w 115"/>
                <a:gd name="T43" fmla="*/ 19 h 73"/>
                <a:gd name="T44" fmla="*/ 10 w 115"/>
                <a:gd name="T45" fmla="*/ 21 h 73"/>
                <a:gd name="T46" fmla="*/ 2 w 115"/>
                <a:gd name="T47" fmla="*/ 21 h 73"/>
                <a:gd name="T48" fmla="*/ 4 w 115"/>
                <a:gd name="T49" fmla="*/ 28 h 73"/>
                <a:gd name="T50" fmla="*/ 4 w 115"/>
                <a:gd name="T51" fmla="*/ 33 h 73"/>
                <a:gd name="T52" fmla="*/ 9 w 115"/>
                <a:gd name="T53" fmla="*/ 34 h 73"/>
                <a:gd name="T54" fmla="*/ 11 w 115"/>
                <a:gd name="T55" fmla="*/ 41 h 73"/>
                <a:gd name="T56" fmla="*/ 11 w 115"/>
                <a:gd name="T57" fmla="*/ 52 h 73"/>
                <a:gd name="T58" fmla="*/ 17 w 115"/>
                <a:gd name="T59" fmla="*/ 50 h 73"/>
                <a:gd name="T60" fmla="*/ 24 w 115"/>
                <a:gd name="T61" fmla="*/ 45 h 73"/>
                <a:gd name="T62" fmla="*/ 30 w 115"/>
                <a:gd name="T63" fmla="*/ 45 h 73"/>
                <a:gd name="T64" fmla="*/ 39 w 115"/>
                <a:gd name="T65" fmla="*/ 45 h 73"/>
                <a:gd name="T66" fmla="*/ 45 w 115"/>
                <a:gd name="T67" fmla="*/ 48 h 73"/>
                <a:gd name="T68" fmla="*/ 49 w 115"/>
                <a:gd name="T69" fmla="*/ 49 h 73"/>
                <a:gd name="T70" fmla="*/ 56 w 115"/>
                <a:gd name="T71" fmla="*/ 52 h 73"/>
                <a:gd name="T72" fmla="*/ 60 w 115"/>
                <a:gd name="T73" fmla="*/ 54 h 73"/>
                <a:gd name="T74" fmla="*/ 65 w 115"/>
                <a:gd name="T75" fmla="*/ 59 h 73"/>
                <a:gd name="T76" fmla="*/ 71 w 115"/>
                <a:gd name="T77" fmla="*/ 60 h 73"/>
                <a:gd name="T78" fmla="*/ 72 w 115"/>
                <a:gd name="T79" fmla="*/ 70 h 73"/>
                <a:gd name="T80" fmla="*/ 74 w 115"/>
                <a:gd name="T81" fmla="*/ 70 h 73"/>
                <a:gd name="T82" fmla="*/ 80 w 115"/>
                <a:gd name="T83" fmla="*/ 71 h 73"/>
                <a:gd name="T84" fmla="*/ 87 w 115"/>
                <a:gd name="T85" fmla="*/ 69 h 73"/>
                <a:gd name="T86" fmla="*/ 98 w 115"/>
                <a:gd name="T87" fmla="*/ 62 h 73"/>
                <a:gd name="T88" fmla="*/ 103 w 115"/>
                <a:gd name="T89" fmla="*/ 54 h 73"/>
                <a:gd name="T90" fmla="*/ 109 w 115"/>
                <a:gd name="T91" fmla="*/ 50 h 73"/>
                <a:gd name="T92" fmla="*/ 115 w 115"/>
                <a:gd name="T93" fmla="*/ 52 h 73"/>
                <a:gd name="T94" fmla="*/ 114 w 115"/>
                <a:gd name="T95" fmla="*/ 4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5" h="73">
                  <a:moveTo>
                    <a:pt x="114" y="46"/>
                  </a:moveTo>
                  <a:cubicBezTo>
                    <a:pt x="114" y="46"/>
                    <a:pt x="109" y="44"/>
                    <a:pt x="107" y="44"/>
                  </a:cubicBezTo>
                  <a:cubicBezTo>
                    <a:pt x="105" y="44"/>
                    <a:pt x="102" y="40"/>
                    <a:pt x="99" y="38"/>
                  </a:cubicBezTo>
                  <a:cubicBezTo>
                    <a:pt x="96" y="37"/>
                    <a:pt x="91" y="35"/>
                    <a:pt x="90" y="33"/>
                  </a:cubicBezTo>
                  <a:cubicBezTo>
                    <a:pt x="88" y="31"/>
                    <a:pt x="82" y="29"/>
                    <a:pt x="82" y="27"/>
                  </a:cubicBezTo>
                  <a:cubicBezTo>
                    <a:pt x="81" y="25"/>
                    <a:pt x="80" y="23"/>
                    <a:pt x="78" y="20"/>
                  </a:cubicBezTo>
                  <a:cubicBezTo>
                    <a:pt x="76" y="18"/>
                    <a:pt x="76" y="15"/>
                    <a:pt x="75" y="15"/>
                  </a:cubicBezTo>
                  <a:cubicBezTo>
                    <a:pt x="73" y="15"/>
                    <a:pt x="63" y="15"/>
                    <a:pt x="63" y="14"/>
                  </a:cubicBezTo>
                  <a:cubicBezTo>
                    <a:pt x="63" y="12"/>
                    <a:pt x="62" y="6"/>
                    <a:pt x="60" y="5"/>
                  </a:cubicBezTo>
                  <a:cubicBezTo>
                    <a:pt x="58" y="5"/>
                    <a:pt x="55" y="4"/>
                    <a:pt x="54" y="3"/>
                  </a:cubicBezTo>
                  <a:cubicBezTo>
                    <a:pt x="53" y="2"/>
                    <a:pt x="49" y="0"/>
                    <a:pt x="48" y="2"/>
                  </a:cubicBezTo>
                  <a:cubicBezTo>
                    <a:pt x="47" y="3"/>
                    <a:pt x="46" y="3"/>
                    <a:pt x="45" y="3"/>
                  </a:cubicBezTo>
                  <a:cubicBezTo>
                    <a:pt x="44" y="3"/>
                    <a:pt x="44" y="7"/>
                    <a:pt x="42" y="6"/>
                  </a:cubicBezTo>
                  <a:cubicBezTo>
                    <a:pt x="40" y="6"/>
                    <a:pt x="36" y="9"/>
                    <a:pt x="36" y="11"/>
                  </a:cubicBezTo>
                  <a:cubicBezTo>
                    <a:pt x="36" y="12"/>
                    <a:pt x="36" y="15"/>
                    <a:pt x="33" y="14"/>
                  </a:cubicBezTo>
                  <a:cubicBezTo>
                    <a:pt x="32" y="14"/>
                    <a:pt x="30" y="14"/>
                    <a:pt x="28" y="13"/>
                  </a:cubicBezTo>
                  <a:cubicBezTo>
                    <a:pt x="27" y="13"/>
                    <a:pt x="25" y="15"/>
                    <a:pt x="22" y="12"/>
                  </a:cubicBezTo>
                  <a:cubicBezTo>
                    <a:pt x="19" y="8"/>
                    <a:pt x="15" y="4"/>
                    <a:pt x="12" y="4"/>
                  </a:cubicBezTo>
                  <a:cubicBezTo>
                    <a:pt x="10" y="4"/>
                    <a:pt x="2" y="4"/>
                    <a:pt x="4" y="9"/>
                  </a:cubicBezTo>
                  <a:cubicBezTo>
                    <a:pt x="5" y="8"/>
                    <a:pt x="6" y="7"/>
                    <a:pt x="8" y="7"/>
                  </a:cubicBezTo>
                  <a:cubicBezTo>
                    <a:pt x="13" y="8"/>
                    <a:pt x="11" y="14"/>
                    <a:pt x="14" y="14"/>
                  </a:cubicBezTo>
                  <a:cubicBezTo>
                    <a:pt x="17" y="15"/>
                    <a:pt x="21" y="19"/>
                    <a:pt x="18" y="19"/>
                  </a:cubicBezTo>
                  <a:cubicBezTo>
                    <a:pt x="15" y="19"/>
                    <a:pt x="12" y="22"/>
                    <a:pt x="10" y="21"/>
                  </a:cubicBezTo>
                  <a:cubicBezTo>
                    <a:pt x="7" y="20"/>
                    <a:pt x="3" y="18"/>
                    <a:pt x="2" y="21"/>
                  </a:cubicBezTo>
                  <a:cubicBezTo>
                    <a:pt x="1" y="24"/>
                    <a:pt x="0" y="28"/>
                    <a:pt x="4" y="28"/>
                  </a:cubicBezTo>
                  <a:cubicBezTo>
                    <a:pt x="8" y="27"/>
                    <a:pt x="7" y="30"/>
                    <a:pt x="4" y="33"/>
                  </a:cubicBezTo>
                  <a:cubicBezTo>
                    <a:pt x="2" y="35"/>
                    <a:pt x="8" y="32"/>
                    <a:pt x="9" y="34"/>
                  </a:cubicBezTo>
                  <a:cubicBezTo>
                    <a:pt x="9" y="37"/>
                    <a:pt x="12" y="37"/>
                    <a:pt x="11" y="41"/>
                  </a:cubicBezTo>
                  <a:cubicBezTo>
                    <a:pt x="10" y="43"/>
                    <a:pt x="10" y="48"/>
                    <a:pt x="11" y="52"/>
                  </a:cubicBezTo>
                  <a:cubicBezTo>
                    <a:pt x="13" y="52"/>
                    <a:pt x="16" y="51"/>
                    <a:pt x="17" y="50"/>
                  </a:cubicBezTo>
                  <a:cubicBezTo>
                    <a:pt x="18" y="49"/>
                    <a:pt x="22" y="45"/>
                    <a:pt x="24" y="45"/>
                  </a:cubicBezTo>
                  <a:cubicBezTo>
                    <a:pt x="26" y="45"/>
                    <a:pt x="29" y="46"/>
                    <a:pt x="30" y="45"/>
                  </a:cubicBezTo>
                  <a:cubicBezTo>
                    <a:pt x="31" y="43"/>
                    <a:pt x="38" y="43"/>
                    <a:pt x="39" y="45"/>
                  </a:cubicBezTo>
                  <a:cubicBezTo>
                    <a:pt x="41" y="46"/>
                    <a:pt x="44" y="48"/>
                    <a:pt x="45" y="48"/>
                  </a:cubicBezTo>
                  <a:cubicBezTo>
                    <a:pt x="46" y="48"/>
                    <a:pt x="47" y="50"/>
                    <a:pt x="49" y="49"/>
                  </a:cubicBezTo>
                  <a:cubicBezTo>
                    <a:pt x="51" y="49"/>
                    <a:pt x="56" y="50"/>
                    <a:pt x="56" y="52"/>
                  </a:cubicBezTo>
                  <a:cubicBezTo>
                    <a:pt x="56" y="53"/>
                    <a:pt x="58" y="54"/>
                    <a:pt x="60" y="54"/>
                  </a:cubicBezTo>
                  <a:cubicBezTo>
                    <a:pt x="61" y="54"/>
                    <a:pt x="63" y="59"/>
                    <a:pt x="65" y="59"/>
                  </a:cubicBezTo>
                  <a:cubicBezTo>
                    <a:pt x="67" y="59"/>
                    <a:pt x="71" y="59"/>
                    <a:pt x="71" y="60"/>
                  </a:cubicBezTo>
                  <a:cubicBezTo>
                    <a:pt x="71" y="61"/>
                    <a:pt x="71" y="67"/>
                    <a:pt x="72" y="70"/>
                  </a:cubicBezTo>
                  <a:cubicBezTo>
                    <a:pt x="73" y="69"/>
                    <a:pt x="73" y="69"/>
                    <a:pt x="74" y="70"/>
                  </a:cubicBezTo>
                  <a:cubicBezTo>
                    <a:pt x="75" y="70"/>
                    <a:pt x="79" y="69"/>
                    <a:pt x="80" y="71"/>
                  </a:cubicBezTo>
                  <a:cubicBezTo>
                    <a:pt x="80" y="73"/>
                    <a:pt x="87" y="72"/>
                    <a:pt x="87" y="69"/>
                  </a:cubicBezTo>
                  <a:cubicBezTo>
                    <a:pt x="86" y="65"/>
                    <a:pt x="97" y="65"/>
                    <a:pt x="98" y="62"/>
                  </a:cubicBezTo>
                  <a:cubicBezTo>
                    <a:pt x="99" y="59"/>
                    <a:pt x="100" y="53"/>
                    <a:pt x="103" y="54"/>
                  </a:cubicBezTo>
                  <a:cubicBezTo>
                    <a:pt x="105" y="55"/>
                    <a:pt x="107" y="50"/>
                    <a:pt x="109" y="50"/>
                  </a:cubicBezTo>
                  <a:cubicBezTo>
                    <a:pt x="111" y="50"/>
                    <a:pt x="113" y="52"/>
                    <a:pt x="115" y="52"/>
                  </a:cubicBezTo>
                  <a:lnTo>
                    <a:pt x="114" y="46"/>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160">
              <a:extLst>
                <a:ext uri="{FF2B5EF4-FFF2-40B4-BE49-F238E27FC236}">
                  <a16:creationId xmlns:a16="http://schemas.microsoft.com/office/drawing/2014/main" id="{9CFA6BDC-3ADB-44C4-8868-7926BF665CA0}"/>
                </a:ext>
              </a:extLst>
            </p:cNvPr>
            <p:cNvSpPr>
              <a:spLocks/>
            </p:cNvSpPr>
            <p:nvPr/>
          </p:nvSpPr>
          <p:spPr bwMode="auto">
            <a:xfrm>
              <a:off x="5233988" y="2235200"/>
              <a:ext cx="398463" cy="336550"/>
            </a:xfrm>
            <a:custGeom>
              <a:avLst/>
              <a:gdLst>
                <a:gd name="T0" fmla="*/ 155 w 159"/>
                <a:gd name="T1" fmla="*/ 116 h 134"/>
                <a:gd name="T2" fmla="*/ 151 w 159"/>
                <a:gd name="T3" fmla="*/ 107 h 134"/>
                <a:gd name="T4" fmla="*/ 143 w 159"/>
                <a:gd name="T5" fmla="*/ 100 h 134"/>
                <a:gd name="T6" fmla="*/ 137 w 159"/>
                <a:gd name="T7" fmla="*/ 93 h 134"/>
                <a:gd name="T8" fmla="*/ 145 w 159"/>
                <a:gd name="T9" fmla="*/ 82 h 134"/>
                <a:gd name="T10" fmla="*/ 138 w 159"/>
                <a:gd name="T11" fmla="*/ 77 h 134"/>
                <a:gd name="T12" fmla="*/ 136 w 159"/>
                <a:gd name="T13" fmla="*/ 68 h 134"/>
                <a:gd name="T14" fmla="*/ 136 w 159"/>
                <a:gd name="T15" fmla="*/ 60 h 134"/>
                <a:gd name="T16" fmla="*/ 137 w 159"/>
                <a:gd name="T17" fmla="*/ 53 h 134"/>
                <a:gd name="T18" fmla="*/ 140 w 159"/>
                <a:gd name="T19" fmla="*/ 46 h 134"/>
                <a:gd name="T20" fmla="*/ 142 w 159"/>
                <a:gd name="T21" fmla="*/ 43 h 134"/>
                <a:gd name="T22" fmla="*/ 141 w 159"/>
                <a:gd name="T23" fmla="*/ 33 h 134"/>
                <a:gd name="T24" fmla="*/ 135 w 159"/>
                <a:gd name="T25" fmla="*/ 32 h 134"/>
                <a:gd name="T26" fmla="*/ 130 w 159"/>
                <a:gd name="T27" fmla="*/ 27 h 134"/>
                <a:gd name="T28" fmla="*/ 126 w 159"/>
                <a:gd name="T29" fmla="*/ 25 h 134"/>
                <a:gd name="T30" fmla="*/ 119 w 159"/>
                <a:gd name="T31" fmla="*/ 22 h 134"/>
                <a:gd name="T32" fmla="*/ 115 w 159"/>
                <a:gd name="T33" fmla="*/ 21 h 134"/>
                <a:gd name="T34" fmla="*/ 109 w 159"/>
                <a:gd name="T35" fmla="*/ 18 h 134"/>
                <a:gd name="T36" fmla="*/ 100 w 159"/>
                <a:gd name="T37" fmla="*/ 18 h 134"/>
                <a:gd name="T38" fmla="*/ 94 w 159"/>
                <a:gd name="T39" fmla="*/ 18 h 134"/>
                <a:gd name="T40" fmla="*/ 87 w 159"/>
                <a:gd name="T41" fmla="*/ 23 h 134"/>
                <a:gd name="T42" fmla="*/ 81 w 159"/>
                <a:gd name="T43" fmla="*/ 25 h 134"/>
                <a:gd name="T44" fmla="*/ 80 w 159"/>
                <a:gd name="T45" fmla="*/ 29 h 134"/>
                <a:gd name="T46" fmla="*/ 63 w 159"/>
                <a:gd name="T47" fmla="*/ 33 h 134"/>
                <a:gd name="T48" fmla="*/ 48 w 159"/>
                <a:gd name="T49" fmla="*/ 24 h 134"/>
                <a:gd name="T50" fmla="*/ 38 w 159"/>
                <a:gd name="T51" fmla="*/ 14 h 134"/>
                <a:gd name="T52" fmla="*/ 33 w 159"/>
                <a:gd name="T53" fmla="*/ 10 h 134"/>
                <a:gd name="T54" fmla="*/ 31 w 159"/>
                <a:gd name="T55" fmla="*/ 3 h 134"/>
                <a:gd name="T56" fmla="*/ 15 w 159"/>
                <a:gd name="T57" fmla="*/ 10 h 134"/>
                <a:gd name="T58" fmla="*/ 10 w 159"/>
                <a:gd name="T59" fmla="*/ 7 h 134"/>
                <a:gd name="T60" fmla="*/ 5 w 159"/>
                <a:gd name="T61" fmla="*/ 1 h 134"/>
                <a:gd name="T62" fmla="*/ 2 w 159"/>
                <a:gd name="T63" fmla="*/ 5 h 134"/>
                <a:gd name="T64" fmla="*/ 2 w 159"/>
                <a:gd name="T65" fmla="*/ 11 h 134"/>
                <a:gd name="T66" fmla="*/ 2 w 159"/>
                <a:gd name="T67" fmla="*/ 20 h 134"/>
                <a:gd name="T68" fmla="*/ 6 w 159"/>
                <a:gd name="T69" fmla="*/ 26 h 134"/>
                <a:gd name="T70" fmla="*/ 9 w 159"/>
                <a:gd name="T71" fmla="*/ 33 h 134"/>
                <a:gd name="T72" fmla="*/ 13 w 159"/>
                <a:gd name="T73" fmla="*/ 37 h 134"/>
                <a:gd name="T74" fmla="*/ 17 w 159"/>
                <a:gd name="T75" fmla="*/ 40 h 134"/>
                <a:gd name="T76" fmla="*/ 16 w 159"/>
                <a:gd name="T77" fmla="*/ 45 h 134"/>
                <a:gd name="T78" fmla="*/ 12 w 159"/>
                <a:gd name="T79" fmla="*/ 51 h 134"/>
                <a:gd name="T80" fmla="*/ 13 w 159"/>
                <a:gd name="T81" fmla="*/ 59 h 134"/>
                <a:gd name="T82" fmla="*/ 17 w 159"/>
                <a:gd name="T83" fmla="*/ 63 h 134"/>
                <a:gd name="T84" fmla="*/ 26 w 159"/>
                <a:gd name="T85" fmla="*/ 69 h 134"/>
                <a:gd name="T86" fmla="*/ 30 w 159"/>
                <a:gd name="T87" fmla="*/ 74 h 134"/>
                <a:gd name="T88" fmla="*/ 29 w 159"/>
                <a:gd name="T89" fmla="*/ 79 h 134"/>
                <a:gd name="T90" fmla="*/ 32 w 159"/>
                <a:gd name="T91" fmla="*/ 85 h 134"/>
                <a:gd name="T92" fmla="*/ 37 w 159"/>
                <a:gd name="T93" fmla="*/ 91 h 134"/>
                <a:gd name="T94" fmla="*/ 39 w 159"/>
                <a:gd name="T95" fmla="*/ 91 h 134"/>
                <a:gd name="T96" fmla="*/ 42 w 159"/>
                <a:gd name="T97" fmla="*/ 90 h 134"/>
                <a:gd name="T98" fmla="*/ 48 w 159"/>
                <a:gd name="T99" fmla="*/ 90 h 134"/>
                <a:gd name="T100" fmla="*/ 56 w 159"/>
                <a:gd name="T101" fmla="*/ 102 h 134"/>
                <a:gd name="T102" fmla="*/ 61 w 159"/>
                <a:gd name="T103" fmla="*/ 110 h 134"/>
                <a:gd name="T104" fmla="*/ 70 w 159"/>
                <a:gd name="T105" fmla="*/ 114 h 134"/>
                <a:gd name="T106" fmla="*/ 89 w 159"/>
                <a:gd name="T107" fmla="*/ 121 h 134"/>
                <a:gd name="T108" fmla="*/ 102 w 159"/>
                <a:gd name="T109" fmla="*/ 118 h 134"/>
                <a:gd name="T110" fmla="*/ 108 w 159"/>
                <a:gd name="T111" fmla="*/ 128 h 134"/>
                <a:gd name="T112" fmla="*/ 136 w 159"/>
                <a:gd name="T113" fmla="*/ 134 h 134"/>
                <a:gd name="T114" fmla="*/ 144 w 159"/>
                <a:gd name="T115" fmla="*/ 134 h 134"/>
                <a:gd name="T116" fmla="*/ 144 w 159"/>
                <a:gd name="T117" fmla="*/ 132 h 134"/>
                <a:gd name="T118" fmla="*/ 149 w 159"/>
                <a:gd name="T119" fmla="*/ 124 h 134"/>
                <a:gd name="T120" fmla="*/ 157 w 159"/>
                <a:gd name="T121" fmla="*/ 122 h 134"/>
                <a:gd name="T122" fmla="*/ 155 w 159"/>
                <a:gd name="T123" fmla="*/ 116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 h="134">
                  <a:moveTo>
                    <a:pt x="155" y="116"/>
                  </a:moveTo>
                  <a:cubicBezTo>
                    <a:pt x="153" y="115"/>
                    <a:pt x="155" y="109"/>
                    <a:pt x="151" y="107"/>
                  </a:cubicBezTo>
                  <a:cubicBezTo>
                    <a:pt x="147" y="105"/>
                    <a:pt x="144" y="103"/>
                    <a:pt x="143" y="100"/>
                  </a:cubicBezTo>
                  <a:cubicBezTo>
                    <a:pt x="142" y="98"/>
                    <a:pt x="137" y="95"/>
                    <a:pt x="137" y="93"/>
                  </a:cubicBezTo>
                  <a:cubicBezTo>
                    <a:pt x="138" y="91"/>
                    <a:pt x="147" y="85"/>
                    <a:pt x="145" y="82"/>
                  </a:cubicBezTo>
                  <a:cubicBezTo>
                    <a:pt x="144" y="78"/>
                    <a:pt x="138" y="79"/>
                    <a:pt x="138" y="77"/>
                  </a:cubicBezTo>
                  <a:cubicBezTo>
                    <a:pt x="137" y="76"/>
                    <a:pt x="138" y="72"/>
                    <a:pt x="136" y="68"/>
                  </a:cubicBezTo>
                  <a:cubicBezTo>
                    <a:pt x="135" y="65"/>
                    <a:pt x="138" y="62"/>
                    <a:pt x="136" y="60"/>
                  </a:cubicBezTo>
                  <a:cubicBezTo>
                    <a:pt x="135" y="58"/>
                    <a:pt x="137" y="54"/>
                    <a:pt x="137" y="53"/>
                  </a:cubicBezTo>
                  <a:cubicBezTo>
                    <a:pt x="138" y="51"/>
                    <a:pt x="141" y="50"/>
                    <a:pt x="140" y="46"/>
                  </a:cubicBezTo>
                  <a:cubicBezTo>
                    <a:pt x="140" y="44"/>
                    <a:pt x="141" y="43"/>
                    <a:pt x="142" y="43"/>
                  </a:cubicBezTo>
                  <a:cubicBezTo>
                    <a:pt x="141" y="40"/>
                    <a:pt x="141" y="34"/>
                    <a:pt x="141" y="33"/>
                  </a:cubicBezTo>
                  <a:cubicBezTo>
                    <a:pt x="141" y="32"/>
                    <a:pt x="137" y="32"/>
                    <a:pt x="135" y="32"/>
                  </a:cubicBezTo>
                  <a:cubicBezTo>
                    <a:pt x="133" y="32"/>
                    <a:pt x="131" y="27"/>
                    <a:pt x="130" y="27"/>
                  </a:cubicBezTo>
                  <a:cubicBezTo>
                    <a:pt x="128" y="27"/>
                    <a:pt x="126" y="26"/>
                    <a:pt x="126" y="25"/>
                  </a:cubicBezTo>
                  <a:cubicBezTo>
                    <a:pt x="126" y="23"/>
                    <a:pt x="121" y="22"/>
                    <a:pt x="119" y="22"/>
                  </a:cubicBezTo>
                  <a:cubicBezTo>
                    <a:pt x="117" y="23"/>
                    <a:pt x="116" y="21"/>
                    <a:pt x="115" y="21"/>
                  </a:cubicBezTo>
                  <a:cubicBezTo>
                    <a:pt x="114" y="21"/>
                    <a:pt x="111" y="19"/>
                    <a:pt x="109" y="18"/>
                  </a:cubicBezTo>
                  <a:cubicBezTo>
                    <a:pt x="108" y="16"/>
                    <a:pt x="101" y="16"/>
                    <a:pt x="100" y="18"/>
                  </a:cubicBezTo>
                  <a:cubicBezTo>
                    <a:pt x="99" y="19"/>
                    <a:pt x="96" y="18"/>
                    <a:pt x="94" y="18"/>
                  </a:cubicBezTo>
                  <a:cubicBezTo>
                    <a:pt x="92" y="18"/>
                    <a:pt x="88" y="22"/>
                    <a:pt x="87" y="23"/>
                  </a:cubicBezTo>
                  <a:cubicBezTo>
                    <a:pt x="86" y="24"/>
                    <a:pt x="83" y="25"/>
                    <a:pt x="81" y="25"/>
                  </a:cubicBezTo>
                  <a:cubicBezTo>
                    <a:pt x="81" y="27"/>
                    <a:pt x="81" y="28"/>
                    <a:pt x="80" y="29"/>
                  </a:cubicBezTo>
                  <a:cubicBezTo>
                    <a:pt x="79" y="31"/>
                    <a:pt x="70" y="32"/>
                    <a:pt x="63" y="33"/>
                  </a:cubicBezTo>
                  <a:cubicBezTo>
                    <a:pt x="56" y="33"/>
                    <a:pt x="56" y="24"/>
                    <a:pt x="48" y="24"/>
                  </a:cubicBezTo>
                  <a:cubicBezTo>
                    <a:pt x="43" y="24"/>
                    <a:pt x="39" y="19"/>
                    <a:pt x="38" y="14"/>
                  </a:cubicBezTo>
                  <a:cubicBezTo>
                    <a:pt x="35" y="13"/>
                    <a:pt x="32" y="11"/>
                    <a:pt x="33" y="10"/>
                  </a:cubicBezTo>
                  <a:cubicBezTo>
                    <a:pt x="33" y="9"/>
                    <a:pt x="35" y="1"/>
                    <a:pt x="31" y="3"/>
                  </a:cubicBezTo>
                  <a:cubicBezTo>
                    <a:pt x="27" y="5"/>
                    <a:pt x="22" y="11"/>
                    <a:pt x="15" y="10"/>
                  </a:cubicBezTo>
                  <a:cubicBezTo>
                    <a:pt x="8" y="9"/>
                    <a:pt x="13" y="8"/>
                    <a:pt x="10" y="7"/>
                  </a:cubicBezTo>
                  <a:cubicBezTo>
                    <a:pt x="6" y="5"/>
                    <a:pt x="8" y="1"/>
                    <a:pt x="5" y="1"/>
                  </a:cubicBezTo>
                  <a:cubicBezTo>
                    <a:pt x="1" y="0"/>
                    <a:pt x="4" y="5"/>
                    <a:pt x="2" y="5"/>
                  </a:cubicBezTo>
                  <a:cubicBezTo>
                    <a:pt x="0" y="5"/>
                    <a:pt x="2" y="10"/>
                    <a:pt x="2" y="11"/>
                  </a:cubicBezTo>
                  <a:cubicBezTo>
                    <a:pt x="3" y="13"/>
                    <a:pt x="1" y="20"/>
                    <a:pt x="2" y="20"/>
                  </a:cubicBezTo>
                  <a:cubicBezTo>
                    <a:pt x="4" y="20"/>
                    <a:pt x="6" y="25"/>
                    <a:pt x="6" y="26"/>
                  </a:cubicBezTo>
                  <a:cubicBezTo>
                    <a:pt x="6" y="27"/>
                    <a:pt x="9" y="31"/>
                    <a:pt x="9" y="33"/>
                  </a:cubicBezTo>
                  <a:cubicBezTo>
                    <a:pt x="9" y="35"/>
                    <a:pt x="12" y="37"/>
                    <a:pt x="13" y="37"/>
                  </a:cubicBezTo>
                  <a:cubicBezTo>
                    <a:pt x="15" y="37"/>
                    <a:pt x="17" y="38"/>
                    <a:pt x="17" y="40"/>
                  </a:cubicBezTo>
                  <a:cubicBezTo>
                    <a:pt x="16" y="42"/>
                    <a:pt x="17" y="45"/>
                    <a:pt x="16" y="45"/>
                  </a:cubicBezTo>
                  <a:cubicBezTo>
                    <a:pt x="14" y="45"/>
                    <a:pt x="14" y="51"/>
                    <a:pt x="12" y="51"/>
                  </a:cubicBezTo>
                  <a:cubicBezTo>
                    <a:pt x="11" y="52"/>
                    <a:pt x="12" y="58"/>
                    <a:pt x="13" y="59"/>
                  </a:cubicBezTo>
                  <a:cubicBezTo>
                    <a:pt x="15" y="59"/>
                    <a:pt x="17" y="61"/>
                    <a:pt x="17" y="63"/>
                  </a:cubicBezTo>
                  <a:cubicBezTo>
                    <a:pt x="17" y="65"/>
                    <a:pt x="24" y="69"/>
                    <a:pt x="26" y="69"/>
                  </a:cubicBezTo>
                  <a:cubicBezTo>
                    <a:pt x="28" y="70"/>
                    <a:pt x="29" y="73"/>
                    <a:pt x="30" y="74"/>
                  </a:cubicBezTo>
                  <a:cubicBezTo>
                    <a:pt x="31" y="75"/>
                    <a:pt x="29" y="78"/>
                    <a:pt x="29" y="79"/>
                  </a:cubicBezTo>
                  <a:cubicBezTo>
                    <a:pt x="30" y="81"/>
                    <a:pt x="32" y="82"/>
                    <a:pt x="32" y="85"/>
                  </a:cubicBezTo>
                  <a:cubicBezTo>
                    <a:pt x="32" y="86"/>
                    <a:pt x="34" y="89"/>
                    <a:pt x="37" y="91"/>
                  </a:cubicBezTo>
                  <a:cubicBezTo>
                    <a:pt x="37" y="91"/>
                    <a:pt x="38" y="91"/>
                    <a:pt x="39" y="91"/>
                  </a:cubicBezTo>
                  <a:cubicBezTo>
                    <a:pt x="41" y="91"/>
                    <a:pt x="41" y="88"/>
                    <a:pt x="42" y="90"/>
                  </a:cubicBezTo>
                  <a:cubicBezTo>
                    <a:pt x="44" y="91"/>
                    <a:pt x="46" y="90"/>
                    <a:pt x="48" y="90"/>
                  </a:cubicBezTo>
                  <a:cubicBezTo>
                    <a:pt x="50" y="89"/>
                    <a:pt x="54" y="98"/>
                    <a:pt x="56" y="102"/>
                  </a:cubicBezTo>
                  <a:cubicBezTo>
                    <a:pt x="58" y="106"/>
                    <a:pt x="58" y="108"/>
                    <a:pt x="61" y="110"/>
                  </a:cubicBezTo>
                  <a:cubicBezTo>
                    <a:pt x="63" y="111"/>
                    <a:pt x="67" y="110"/>
                    <a:pt x="70" y="114"/>
                  </a:cubicBezTo>
                  <a:cubicBezTo>
                    <a:pt x="74" y="118"/>
                    <a:pt x="84" y="121"/>
                    <a:pt x="89" y="121"/>
                  </a:cubicBezTo>
                  <a:cubicBezTo>
                    <a:pt x="93" y="122"/>
                    <a:pt x="96" y="117"/>
                    <a:pt x="102" y="118"/>
                  </a:cubicBezTo>
                  <a:cubicBezTo>
                    <a:pt x="107" y="119"/>
                    <a:pt x="106" y="126"/>
                    <a:pt x="108" y="128"/>
                  </a:cubicBezTo>
                  <a:cubicBezTo>
                    <a:pt x="110" y="131"/>
                    <a:pt x="132" y="133"/>
                    <a:pt x="136" y="134"/>
                  </a:cubicBezTo>
                  <a:cubicBezTo>
                    <a:pt x="137" y="134"/>
                    <a:pt x="141" y="134"/>
                    <a:pt x="144" y="134"/>
                  </a:cubicBezTo>
                  <a:cubicBezTo>
                    <a:pt x="144" y="134"/>
                    <a:pt x="144" y="133"/>
                    <a:pt x="144" y="132"/>
                  </a:cubicBezTo>
                  <a:cubicBezTo>
                    <a:pt x="144" y="129"/>
                    <a:pt x="147" y="125"/>
                    <a:pt x="149" y="124"/>
                  </a:cubicBezTo>
                  <a:cubicBezTo>
                    <a:pt x="152" y="123"/>
                    <a:pt x="154" y="122"/>
                    <a:pt x="157" y="122"/>
                  </a:cubicBezTo>
                  <a:cubicBezTo>
                    <a:pt x="159" y="122"/>
                    <a:pt x="157" y="117"/>
                    <a:pt x="155" y="116"/>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0" name="Freeform 161">
              <a:extLst>
                <a:ext uri="{FF2B5EF4-FFF2-40B4-BE49-F238E27FC236}">
                  <a16:creationId xmlns:a16="http://schemas.microsoft.com/office/drawing/2014/main" id="{C1F0FD5F-C175-4404-8FF7-190B5A636201}"/>
                </a:ext>
              </a:extLst>
            </p:cNvPr>
            <p:cNvSpPr>
              <a:spLocks noEditPoints="1"/>
            </p:cNvSpPr>
            <p:nvPr/>
          </p:nvSpPr>
          <p:spPr bwMode="auto">
            <a:xfrm>
              <a:off x="5286376" y="1833563"/>
              <a:ext cx="822325" cy="388938"/>
            </a:xfrm>
            <a:custGeom>
              <a:avLst/>
              <a:gdLst>
                <a:gd name="T0" fmla="*/ 316 w 327"/>
                <a:gd name="T1" fmla="*/ 64 h 154"/>
                <a:gd name="T2" fmla="*/ 305 w 327"/>
                <a:gd name="T3" fmla="*/ 53 h 154"/>
                <a:gd name="T4" fmla="*/ 284 w 327"/>
                <a:gd name="T5" fmla="*/ 50 h 154"/>
                <a:gd name="T6" fmla="*/ 265 w 327"/>
                <a:gd name="T7" fmla="*/ 36 h 154"/>
                <a:gd name="T8" fmla="*/ 243 w 327"/>
                <a:gd name="T9" fmla="*/ 12 h 154"/>
                <a:gd name="T10" fmla="*/ 220 w 327"/>
                <a:gd name="T11" fmla="*/ 21 h 154"/>
                <a:gd name="T12" fmla="*/ 215 w 327"/>
                <a:gd name="T13" fmla="*/ 15 h 154"/>
                <a:gd name="T14" fmla="*/ 203 w 327"/>
                <a:gd name="T15" fmla="*/ 14 h 154"/>
                <a:gd name="T16" fmla="*/ 197 w 327"/>
                <a:gd name="T17" fmla="*/ 2 h 154"/>
                <a:gd name="T18" fmla="*/ 169 w 327"/>
                <a:gd name="T19" fmla="*/ 7 h 154"/>
                <a:gd name="T20" fmla="*/ 137 w 327"/>
                <a:gd name="T21" fmla="*/ 14 h 154"/>
                <a:gd name="T22" fmla="*/ 121 w 327"/>
                <a:gd name="T23" fmla="*/ 22 h 154"/>
                <a:gd name="T24" fmla="*/ 118 w 327"/>
                <a:gd name="T25" fmla="*/ 33 h 154"/>
                <a:gd name="T26" fmla="*/ 121 w 327"/>
                <a:gd name="T27" fmla="*/ 43 h 154"/>
                <a:gd name="T28" fmla="*/ 112 w 327"/>
                <a:gd name="T29" fmla="*/ 49 h 154"/>
                <a:gd name="T30" fmla="*/ 100 w 327"/>
                <a:gd name="T31" fmla="*/ 48 h 154"/>
                <a:gd name="T32" fmla="*/ 80 w 327"/>
                <a:gd name="T33" fmla="*/ 50 h 154"/>
                <a:gd name="T34" fmla="*/ 65 w 327"/>
                <a:gd name="T35" fmla="*/ 50 h 154"/>
                <a:gd name="T36" fmla="*/ 44 w 327"/>
                <a:gd name="T37" fmla="*/ 41 h 154"/>
                <a:gd name="T38" fmla="*/ 25 w 327"/>
                <a:gd name="T39" fmla="*/ 47 h 154"/>
                <a:gd name="T40" fmla="*/ 18 w 327"/>
                <a:gd name="T41" fmla="*/ 60 h 154"/>
                <a:gd name="T42" fmla="*/ 2 w 327"/>
                <a:gd name="T43" fmla="*/ 63 h 154"/>
                <a:gd name="T44" fmla="*/ 0 w 327"/>
                <a:gd name="T45" fmla="*/ 74 h 154"/>
                <a:gd name="T46" fmla="*/ 12 w 327"/>
                <a:gd name="T47" fmla="*/ 81 h 154"/>
                <a:gd name="T48" fmla="*/ 20 w 327"/>
                <a:gd name="T49" fmla="*/ 95 h 154"/>
                <a:gd name="T50" fmla="*/ 41 w 327"/>
                <a:gd name="T51" fmla="*/ 90 h 154"/>
                <a:gd name="T52" fmla="*/ 46 w 327"/>
                <a:gd name="T53" fmla="*/ 107 h 154"/>
                <a:gd name="T54" fmla="*/ 31 w 327"/>
                <a:gd name="T55" fmla="*/ 117 h 154"/>
                <a:gd name="T56" fmla="*/ 46 w 327"/>
                <a:gd name="T57" fmla="*/ 132 h 154"/>
                <a:gd name="T58" fmla="*/ 53 w 327"/>
                <a:gd name="T59" fmla="*/ 141 h 154"/>
                <a:gd name="T60" fmla="*/ 77 w 327"/>
                <a:gd name="T61" fmla="*/ 145 h 154"/>
                <a:gd name="T62" fmla="*/ 99 w 327"/>
                <a:gd name="T63" fmla="*/ 103 h 154"/>
                <a:gd name="T64" fmla="*/ 111 w 327"/>
                <a:gd name="T65" fmla="*/ 104 h 154"/>
                <a:gd name="T66" fmla="*/ 136 w 327"/>
                <a:gd name="T67" fmla="*/ 124 h 154"/>
                <a:gd name="T68" fmla="*/ 160 w 327"/>
                <a:gd name="T69" fmla="*/ 137 h 154"/>
                <a:gd name="T70" fmla="*/ 178 w 327"/>
                <a:gd name="T71" fmla="*/ 151 h 154"/>
                <a:gd name="T72" fmla="*/ 195 w 327"/>
                <a:gd name="T73" fmla="*/ 143 h 154"/>
                <a:gd name="T74" fmla="*/ 213 w 327"/>
                <a:gd name="T75" fmla="*/ 133 h 154"/>
                <a:gd name="T76" fmla="*/ 239 w 327"/>
                <a:gd name="T77" fmla="*/ 132 h 154"/>
                <a:gd name="T78" fmla="*/ 274 w 327"/>
                <a:gd name="T79" fmla="*/ 138 h 154"/>
                <a:gd name="T80" fmla="*/ 275 w 327"/>
                <a:gd name="T81" fmla="*/ 119 h 154"/>
                <a:gd name="T82" fmla="*/ 286 w 327"/>
                <a:gd name="T83" fmla="*/ 108 h 154"/>
                <a:gd name="T84" fmla="*/ 296 w 327"/>
                <a:gd name="T85" fmla="*/ 90 h 154"/>
                <a:gd name="T86" fmla="*/ 317 w 327"/>
                <a:gd name="T87" fmla="*/ 88 h 154"/>
                <a:gd name="T88" fmla="*/ 324 w 327"/>
                <a:gd name="T89" fmla="*/ 71 h 154"/>
                <a:gd name="T90" fmla="*/ 122 w 327"/>
                <a:gd name="T91" fmla="*/ 98 h 154"/>
                <a:gd name="T92" fmla="*/ 257 w 327"/>
                <a:gd name="T93" fmla="*/ 97 h 154"/>
                <a:gd name="T94" fmla="*/ 224 w 327"/>
                <a:gd name="T95" fmla="*/ 97 h 154"/>
                <a:gd name="T96" fmla="*/ 257 w 327"/>
                <a:gd name="T97" fmla="*/ 97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7" h="154">
                  <a:moveTo>
                    <a:pt x="325" y="63"/>
                  </a:moveTo>
                  <a:cubicBezTo>
                    <a:pt x="325" y="61"/>
                    <a:pt x="324" y="62"/>
                    <a:pt x="323" y="63"/>
                  </a:cubicBezTo>
                  <a:cubicBezTo>
                    <a:pt x="321" y="63"/>
                    <a:pt x="318" y="64"/>
                    <a:pt x="316" y="64"/>
                  </a:cubicBezTo>
                  <a:cubicBezTo>
                    <a:pt x="315" y="64"/>
                    <a:pt x="312" y="62"/>
                    <a:pt x="312" y="60"/>
                  </a:cubicBezTo>
                  <a:cubicBezTo>
                    <a:pt x="312" y="59"/>
                    <a:pt x="312" y="57"/>
                    <a:pt x="310" y="57"/>
                  </a:cubicBezTo>
                  <a:cubicBezTo>
                    <a:pt x="309" y="57"/>
                    <a:pt x="307" y="57"/>
                    <a:pt x="305" y="53"/>
                  </a:cubicBezTo>
                  <a:cubicBezTo>
                    <a:pt x="304" y="50"/>
                    <a:pt x="302" y="50"/>
                    <a:pt x="300" y="49"/>
                  </a:cubicBezTo>
                  <a:cubicBezTo>
                    <a:pt x="299" y="48"/>
                    <a:pt x="294" y="51"/>
                    <a:pt x="292" y="51"/>
                  </a:cubicBezTo>
                  <a:cubicBezTo>
                    <a:pt x="290" y="52"/>
                    <a:pt x="287" y="51"/>
                    <a:pt x="284" y="50"/>
                  </a:cubicBezTo>
                  <a:cubicBezTo>
                    <a:pt x="282" y="50"/>
                    <a:pt x="280" y="45"/>
                    <a:pt x="278" y="46"/>
                  </a:cubicBezTo>
                  <a:cubicBezTo>
                    <a:pt x="276" y="46"/>
                    <a:pt x="275" y="51"/>
                    <a:pt x="273" y="51"/>
                  </a:cubicBezTo>
                  <a:cubicBezTo>
                    <a:pt x="272" y="51"/>
                    <a:pt x="268" y="41"/>
                    <a:pt x="265" y="36"/>
                  </a:cubicBezTo>
                  <a:cubicBezTo>
                    <a:pt x="262" y="31"/>
                    <a:pt x="256" y="21"/>
                    <a:pt x="250" y="19"/>
                  </a:cubicBezTo>
                  <a:cubicBezTo>
                    <a:pt x="245" y="17"/>
                    <a:pt x="247" y="14"/>
                    <a:pt x="248" y="13"/>
                  </a:cubicBezTo>
                  <a:cubicBezTo>
                    <a:pt x="249" y="11"/>
                    <a:pt x="245" y="11"/>
                    <a:pt x="243" y="12"/>
                  </a:cubicBezTo>
                  <a:cubicBezTo>
                    <a:pt x="240" y="13"/>
                    <a:pt x="238" y="16"/>
                    <a:pt x="235" y="16"/>
                  </a:cubicBezTo>
                  <a:cubicBezTo>
                    <a:pt x="233" y="17"/>
                    <a:pt x="229" y="21"/>
                    <a:pt x="227" y="20"/>
                  </a:cubicBezTo>
                  <a:cubicBezTo>
                    <a:pt x="224" y="19"/>
                    <a:pt x="223" y="23"/>
                    <a:pt x="220" y="21"/>
                  </a:cubicBezTo>
                  <a:cubicBezTo>
                    <a:pt x="218" y="19"/>
                    <a:pt x="223" y="18"/>
                    <a:pt x="223" y="16"/>
                  </a:cubicBezTo>
                  <a:cubicBezTo>
                    <a:pt x="223" y="14"/>
                    <a:pt x="220" y="17"/>
                    <a:pt x="219" y="16"/>
                  </a:cubicBezTo>
                  <a:cubicBezTo>
                    <a:pt x="218" y="15"/>
                    <a:pt x="215" y="13"/>
                    <a:pt x="215" y="15"/>
                  </a:cubicBezTo>
                  <a:cubicBezTo>
                    <a:pt x="215" y="17"/>
                    <a:pt x="213" y="16"/>
                    <a:pt x="213" y="15"/>
                  </a:cubicBezTo>
                  <a:cubicBezTo>
                    <a:pt x="213" y="13"/>
                    <a:pt x="211" y="11"/>
                    <a:pt x="210" y="13"/>
                  </a:cubicBezTo>
                  <a:cubicBezTo>
                    <a:pt x="209" y="14"/>
                    <a:pt x="204" y="15"/>
                    <a:pt x="203" y="14"/>
                  </a:cubicBezTo>
                  <a:cubicBezTo>
                    <a:pt x="202" y="13"/>
                    <a:pt x="203" y="12"/>
                    <a:pt x="204" y="10"/>
                  </a:cubicBezTo>
                  <a:cubicBezTo>
                    <a:pt x="204" y="9"/>
                    <a:pt x="202" y="7"/>
                    <a:pt x="202" y="5"/>
                  </a:cubicBezTo>
                  <a:cubicBezTo>
                    <a:pt x="202" y="3"/>
                    <a:pt x="199" y="1"/>
                    <a:pt x="197" y="2"/>
                  </a:cubicBezTo>
                  <a:cubicBezTo>
                    <a:pt x="195" y="2"/>
                    <a:pt x="193" y="2"/>
                    <a:pt x="191" y="1"/>
                  </a:cubicBezTo>
                  <a:cubicBezTo>
                    <a:pt x="189" y="0"/>
                    <a:pt x="181" y="1"/>
                    <a:pt x="181" y="3"/>
                  </a:cubicBezTo>
                  <a:cubicBezTo>
                    <a:pt x="180" y="5"/>
                    <a:pt x="171" y="6"/>
                    <a:pt x="169" y="7"/>
                  </a:cubicBezTo>
                  <a:cubicBezTo>
                    <a:pt x="167" y="8"/>
                    <a:pt x="160" y="9"/>
                    <a:pt x="158" y="9"/>
                  </a:cubicBezTo>
                  <a:cubicBezTo>
                    <a:pt x="155" y="9"/>
                    <a:pt x="153" y="12"/>
                    <a:pt x="149" y="12"/>
                  </a:cubicBezTo>
                  <a:cubicBezTo>
                    <a:pt x="146" y="12"/>
                    <a:pt x="140" y="12"/>
                    <a:pt x="137" y="14"/>
                  </a:cubicBezTo>
                  <a:cubicBezTo>
                    <a:pt x="134" y="16"/>
                    <a:pt x="130" y="14"/>
                    <a:pt x="128" y="15"/>
                  </a:cubicBezTo>
                  <a:cubicBezTo>
                    <a:pt x="125" y="16"/>
                    <a:pt x="122" y="15"/>
                    <a:pt x="121" y="15"/>
                  </a:cubicBezTo>
                  <a:cubicBezTo>
                    <a:pt x="120" y="16"/>
                    <a:pt x="120" y="20"/>
                    <a:pt x="121" y="22"/>
                  </a:cubicBezTo>
                  <a:cubicBezTo>
                    <a:pt x="122" y="24"/>
                    <a:pt x="128" y="25"/>
                    <a:pt x="128" y="26"/>
                  </a:cubicBezTo>
                  <a:cubicBezTo>
                    <a:pt x="129" y="27"/>
                    <a:pt x="123" y="27"/>
                    <a:pt x="120" y="27"/>
                  </a:cubicBezTo>
                  <a:cubicBezTo>
                    <a:pt x="117" y="28"/>
                    <a:pt x="118" y="31"/>
                    <a:pt x="118" y="33"/>
                  </a:cubicBezTo>
                  <a:cubicBezTo>
                    <a:pt x="119" y="35"/>
                    <a:pt x="115" y="36"/>
                    <a:pt x="113" y="37"/>
                  </a:cubicBezTo>
                  <a:cubicBezTo>
                    <a:pt x="111" y="38"/>
                    <a:pt x="113" y="41"/>
                    <a:pt x="115" y="41"/>
                  </a:cubicBezTo>
                  <a:cubicBezTo>
                    <a:pt x="118" y="41"/>
                    <a:pt x="119" y="43"/>
                    <a:pt x="121" y="43"/>
                  </a:cubicBezTo>
                  <a:cubicBezTo>
                    <a:pt x="123" y="43"/>
                    <a:pt x="123" y="47"/>
                    <a:pt x="123" y="49"/>
                  </a:cubicBezTo>
                  <a:cubicBezTo>
                    <a:pt x="123" y="51"/>
                    <a:pt x="121" y="52"/>
                    <a:pt x="118" y="52"/>
                  </a:cubicBezTo>
                  <a:cubicBezTo>
                    <a:pt x="115" y="52"/>
                    <a:pt x="114" y="50"/>
                    <a:pt x="112" y="49"/>
                  </a:cubicBezTo>
                  <a:cubicBezTo>
                    <a:pt x="110" y="49"/>
                    <a:pt x="111" y="53"/>
                    <a:pt x="109" y="53"/>
                  </a:cubicBezTo>
                  <a:cubicBezTo>
                    <a:pt x="108" y="54"/>
                    <a:pt x="108" y="51"/>
                    <a:pt x="105" y="51"/>
                  </a:cubicBezTo>
                  <a:cubicBezTo>
                    <a:pt x="103" y="51"/>
                    <a:pt x="101" y="50"/>
                    <a:pt x="100" y="48"/>
                  </a:cubicBezTo>
                  <a:cubicBezTo>
                    <a:pt x="99" y="46"/>
                    <a:pt x="94" y="46"/>
                    <a:pt x="92" y="48"/>
                  </a:cubicBezTo>
                  <a:cubicBezTo>
                    <a:pt x="90" y="50"/>
                    <a:pt x="89" y="49"/>
                    <a:pt x="88" y="48"/>
                  </a:cubicBezTo>
                  <a:cubicBezTo>
                    <a:pt x="86" y="46"/>
                    <a:pt x="80" y="48"/>
                    <a:pt x="80" y="50"/>
                  </a:cubicBezTo>
                  <a:cubicBezTo>
                    <a:pt x="79" y="52"/>
                    <a:pt x="75" y="53"/>
                    <a:pt x="72" y="51"/>
                  </a:cubicBezTo>
                  <a:cubicBezTo>
                    <a:pt x="69" y="49"/>
                    <a:pt x="68" y="48"/>
                    <a:pt x="68" y="51"/>
                  </a:cubicBezTo>
                  <a:cubicBezTo>
                    <a:pt x="68" y="53"/>
                    <a:pt x="65" y="51"/>
                    <a:pt x="65" y="50"/>
                  </a:cubicBezTo>
                  <a:cubicBezTo>
                    <a:pt x="65" y="48"/>
                    <a:pt x="61" y="45"/>
                    <a:pt x="59" y="44"/>
                  </a:cubicBezTo>
                  <a:cubicBezTo>
                    <a:pt x="57" y="43"/>
                    <a:pt x="50" y="43"/>
                    <a:pt x="49" y="41"/>
                  </a:cubicBezTo>
                  <a:cubicBezTo>
                    <a:pt x="49" y="40"/>
                    <a:pt x="45" y="39"/>
                    <a:pt x="44" y="41"/>
                  </a:cubicBezTo>
                  <a:cubicBezTo>
                    <a:pt x="43" y="44"/>
                    <a:pt x="41" y="42"/>
                    <a:pt x="39" y="41"/>
                  </a:cubicBezTo>
                  <a:cubicBezTo>
                    <a:pt x="38" y="40"/>
                    <a:pt x="35" y="42"/>
                    <a:pt x="33" y="43"/>
                  </a:cubicBezTo>
                  <a:cubicBezTo>
                    <a:pt x="32" y="44"/>
                    <a:pt x="27" y="47"/>
                    <a:pt x="25" y="47"/>
                  </a:cubicBezTo>
                  <a:cubicBezTo>
                    <a:pt x="22" y="47"/>
                    <a:pt x="24" y="50"/>
                    <a:pt x="21" y="51"/>
                  </a:cubicBezTo>
                  <a:cubicBezTo>
                    <a:pt x="17" y="51"/>
                    <a:pt x="18" y="54"/>
                    <a:pt x="18" y="55"/>
                  </a:cubicBezTo>
                  <a:cubicBezTo>
                    <a:pt x="19" y="56"/>
                    <a:pt x="21" y="59"/>
                    <a:pt x="18" y="60"/>
                  </a:cubicBezTo>
                  <a:cubicBezTo>
                    <a:pt x="15" y="61"/>
                    <a:pt x="14" y="56"/>
                    <a:pt x="11" y="55"/>
                  </a:cubicBezTo>
                  <a:cubicBezTo>
                    <a:pt x="9" y="53"/>
                    <a:pt x="7" y="55"/>
                    <a:pt x="7" y="58"/>
                  </a:cubicBezTo>
                  <a:cubicBezTo>
                    <a:pt x="7" y="60"/>
                    <a:pt x="4" y="60"/>
                    <a:pt x="2" y="63"/>
                  </a:cubicBezTo>
                  <a:cubicBezTo>
                    <a:pt x="1" y="65"/>
                    <a:pt x="5" y="65"/>
                    <a:pt x="5" y="66"/>
                  </a:cubicBezTo>
                  <a:cubicBezTo>
                    <a:pt x="5" y="68"/>
                    <a:pt x="3" y="69"/>
                    <a:pt x="2" y="69"/>
                  </a:cubicBezTo>
                  <a:cubicBezTo>
                    <a:pt x="1" y="69"/>
                    <a:pt x="0" y="73"/>
                    <a:pt x="0" y="74"/>
                  </a:cubicBezTo>
                  <a:cubicBezTo>
                    <a:pt x="1" y="75"/>
                    <a:pt x="5" y="75"/>
                    <a:pt x="5" y="77"/>
                  </a:cubicBezTo>
                  <a:cubicBezTo>
                    <a:pt x="5" y="80"/>
                    <a:pt x="4" y="82"/>
                    <a:pt x="6" y="81"/>
                  </a:cubicBezTo>
                  <a:cubicBezTo>
                    <a:pt x="8" y="81"/>
                    <a:pt x="11" y="81"/>
                    <a:pt x="12" y="81"/>
                  </a:cubicBezTo>
                  <a:cubicBezTo>
                    <a:pt x="13" y="81"/>
                    <a:pt x="14" y="84"/>
                    <a:pt x="17" y="87"/>
                  </a:cubicBezTo>
                  <a:cubicBezTo>
                    <a:pt x="19" y="90"/>
                    <a:pt x="21" y="91"/>
                    <a:pt x="18" y="92"/>
                  </a:cubicBezTo>
                  <a:cubicBezTo>
                    <a:pt x="16" y="92"/>
                    <a:pt x="17" y="94"/>
                    <a:pt x="20" y="95"/>
                  </a:cubicBezTo>
                  <a:cubicBezTo>
                    <a:pt x="21" y="96"/>
                    <a:pt x="22" y="96"/>
                    <a:pt x="22" y="97"/>
                  </a:cubicBezTo>
                  <a:cubicBezTo>
                    <a:pt x="23" y="97"/>
                    <a:pt x="23" y="96"/>
                    <a:pt x="24" y="96"/>
                  </a:cubicBezTo>
                  <a:cubicBezTo>
                    <a:pt x="28" y="92"/>
                    <a:pt x="35" y="89"/>
                    <a:pt x="41" y="90"/>
                  </a:cubicBezTo>
                  <a:cubicBezTo>
                    <a:pt x="46" y="92"/>
                    <a:pt x="51" y="89"/>
                    <a:pt x="53" y="93"/>
                  </a:cubicBezTo>
                  <a:cubicBezTo>
                    <a:pt x="56" y="96"/>
                    <a:pt x="53" y="102"/>
                    <a:pt x="54" y="105"/>
                  </a:cubicBezTo>
                  <a:cubicBezTo>
                    <a:pt x="55" y="107"/>
                    <a:pt x="50" y="107"/>
                    <a:pt x="46" y="107"/>
                  </a:cubicBezTo>
                  <a:cubicBezTo>
                    <a:pt x="43" y="106"/>
                    <a:pt x="35" y="108"/>
                    <a:pt x="36" y="110"/>
                  </a:cubicBezTo>
                  <a:cubicBezTo>
                    <a:pt x="37" y="112"/>
                    <a:pt x="40" y="117"/>
                    <a:pt x="35" y="115"/>
                  </a:cubicBezTo>
                  <a:cubicBezTo>
                    <a:pt x="30" y="112"/>
                    <a:pt x="28" y="117"/>
                    <a:pt x="31" y="117"/>
                  </a:cubicBezTo>
                  <a:cubicBezTo>
                    <a:pt x="34" y="117"/>
                    <a:pt x="37" y="121"/>
                    <a:pt x="37" y="123"/>
                  </a:cubicBezTo>
                  <a:cubicBezTo>
                    <a:pt x="37" y="125"/>
                    <a:pt x="37" y="130"/>
                    <a:pt x="40" y="129"/>
                  </a:cubicBezTo>
                  <a:cubicBezTo>
                    <a:pt x="42" y="128"/>
                    <a:pt x="42" y="132"/>
                    <a:pt x="46" y="132"/>
                  </a:cubicBezTo>
                  <a:cubicBezTo>
                    <a:pt x="49" y="132"/>
                    <a:pt x="52" y="133"/>
                    <a:pt x="49" y="136"/>
                  </a:cubicBezTo>
                  <a:cubicBezTo>
                    <a:pt x="47" y="139"/>
                    <a:pt x="51" y="148"/>
                    <a:pt x="52" y="146"/>
                  </a:cubicBezTo>
                  <a:cubicBezTo>
                    <a:pt x="53" y="145"/>
                    <a:pt x="52" y="142"/>
                    <a:pt x="53" y="141"/>
                  </a:cubicBezTo>
                  <a:cubicBezTo>
                    <a:pt x="51" y="136"/>
                    <a:pt x="59" y="136"/>
                    <a:pt x="61" y="136"/>
                  </a:cubicBezTo>
                  <a:cubicBezTo>
                    <a:pt x="64" y="136"/>
                    <a:pt x="68" y="140"/>
                    <a:pt x="71" y="144"/>
                  </a:cubicBezTo>
                  <a:cubicBezTo>
                    <a:pt x="74" y="148"/>
                    <a:pt x="77" y="145"/>
                    <a:pt x="77" y="145"/>
                  </a:cubicBezTo>
                  <a:cubicBezTo>
                    <a:pt x="78" y="109"/>
                    <a:pt x="78" y="109"/>
                    <a:pt x="78" y="109"/>
                  </a:cubicBezTo>
                  <a:cubicBezTo>
                    <a:pt x="98" y="104"/>
                    <a:pt x="98" y="104"/>
                    <a:pt x="98" y="104"/>
                  </a:cubicBezTo>
                  <a:cubicBezTo>
                    <a:pt x="98" y="104"/>
                    <a:pt x="99" y="103"/>
                    <a:pt x="99" y="103"/>
                  </a:cubicBezTo>
                  <a:cubicBezTo>
                    <a:pt x="101" y="99"/>
                    <a:pt x="105" y="102"/>
                    <a:pt x="106" y="103"/>
                  </a:cubicBezTo>
                  <a:cubicBezTo>
                    <a:pt x="107" y="104"/>
                    <a:pt x="107" y="99"/>
                    <a:pt x="109" y="99"/>
                  </a:cubicBezTo>
                  <a:cubicBezTo>
                    <a:pt x="112" y="99"/>
                    <a:pt x="109" y="104"/>
                    <a:pt x="111" y="104"/>
                  </a:cubicBezTo>
                  <a:cubicBezTo>
                    <a:pt x="113" y="104"/>
                    <a:pt x="117" y="110"/>
                    <a:pt x="116" y="114"/>
                  </a:cubicBezTo>
                  <a:cubicBezTo>
                    <a:pt x="119" y="117"/>
                    <a:pt x="125" y="123"/>
                    <a:pt x="125" y="125"/>
                  </a:cubicBezTo>
                  <a:cubicBezTo>
                    <a:pt x="126" y="127"/>
                    <a:pt x="134" y="123"/>
                    <a:pt x="136" y="124"/>
                  </a:cubicBezTo>
                  <a:cubicBezTo>
                    <a:pt x="137" y="125"/>
                    <a:pt x="150" y="125"/>
                    <a:pt x="152" y="125"/>
                  </a:cubicBezTo>
                  <a:cubicBezTo>
                    <a:pt x="154" y="125"/>
                    <a:pt x="156" y="129"/>
                    <a:pt x="158" y="129"/>
                  </a:cubicBezTo>
                  <a:cubicBezTo>
                    <a:pt x="161" y="130"/>
                    <a:pt x="160" y="134"/>
                    <a:pt x="160" y="137"/>
                  </a:cubicBezTo>
                  <a:cubicBezTo>
                    <a:pt x="160" y="140"/>
                    <a:pt x="164" y="143"/>
                    <a:pt x="164" y="145"/>
                  </a:cubicBezTo>
                  <a:cubicBezTo>
                    <a:pt x="165" y="148"/>
                    <a:pt x="169" y="147"/>
                    <a:pt x="171" y="147"/>
                  </a:cubicBezTo>
                  <a:cubicBezTo>
                    <a:pt x="174" y="148"/>
                    <a:pt x="178" y="149"/>
                    <a:pt x="178" y="151"/>
                  </a:cubicBezTo>
                  <a:cubicBezTo>
                    <a:pt x="178" y="154"/>
                    <a:pt x="182" y="152"/>
                    <a:pt x="182" y="150"/>
                  </a:cubicBezTo>
                  <a:cubicBezTo>
                    <a:pt x="182" y="148"/>
                    <a:pt x="185" y="146"/>
                    <a:pt x="190" y="144"/>
                  </a:cubicBezTo>
                  <a:cubicBezTo>
                    <a:pt x="192" y="143"/>
                    <a:pt x="194" y="143"/>
                    <a:pt x="195" y="143"/>
                  </a:cubicBezTo>
                  <a:cubicBezTo>
                    <a:pt x="196" y="141"/>
                    <a:pt x="197" y="139"/>
                    <a:pt x="197" y="139"/>
                  </a:cubicBezTo>
                  <a:cubicBezTo>
                    <a:pt x="199" y="138"/>
                    <a:pt x="202" y="136"/>
                    <a:pt x="202" y="133"/>
                  </a:cubicBezTo>
                  <a:cubicBezTo>
                    <a:pt x="202" y="131"/>
                    <a:pt x="209" y="131"/>
                    <a:pt x="213" y="133"/>
                  </a:cubicBezTo>
                  <a:cubicBezTo>
                    <a:pt x="217" y="135"/>
                    <a:pt x="220" y="135"/>
                    <a:pt x="220" y="132"/>
                  </a:cubicBezTo>
                  <a:cubicBezTo>
                    <a:pt x="221" y="129"/>
                    <a:pt x="227" y="128"/>
                    <a:pt x="229" y="129"/>
                  </a:cubicBezTo>
                  <a:cubicBezTo>
                    <a:pt x="231" y="130"/>
                    <a:pt x="236" y="133"/>
                    <a:pt x="239" y="132"/>
                  </a:cubicBezTo>
                  <a:cubicBezTo>
                    <a:pt x="242" y="131"/>
                    <a:pt x="256" y="132"/>
                    <a:pt x="260" y="133"/>
                  </a:cubicBezTo>
                  <a:cubicBezTo>
                    <a:pt x="264" y="134"/>
                    <a:pt x="265" y="131"/>
                    <a:pt x="268" y="135"/>
                  </a:cubicBezTo>
                  <a:cubicBezTo>
                    <a:pt x="270" y="138"/>
                    <a:pt x="271" y="135"/>
                    <a:pt x="274" y="138"/>
                  </a:cubicBezTo>
                  <a:cubicBezTo>
                    <a:pt x="274" y="137"/>
                    <a:pt x="274" y="136"/>
                    <a:pt x="274" y="134"/>
                  </a:cubicBezTo>
                  <a:cubicBezTo>
                    <a:pt x="274" y="132"/>
                    <a:pt x="278" y="130"/>
                    <a:pt x="278" y="128"/>
                  </a:cubicBezTo>
                  <a:cubicBezTo>
                    <a:pt x="279" y="127"/>
                    <a:pt x="275" y="121"/>
                    <a:pt x="275" y="119"/>
                  </a:cubicBezTo>
                  <a:cubicBezTo>
                    <a:pt x="275" y="118"/>
                    <a:pt x="275" y="113"/>
                    <a:pt x="273" y="112"/>
                  </a:cubicBezTo>
                  <a:cubicBezTo>
                    <a:pt x="272" y="112"/>
                    <a:pt x="277" y="109"/>
                    <a:pt x="278" y="109"/>
                  </a:cubicBezTo>
                  <a:cubicBezTo>
                    <a:pt x="281" y="109"/>
                    <a:pt x="284" y="107"/>
                    <a:pt x="286" y="108"/>
                  </a:cubicBezTo>
                  <a:cubicBezTo>
                    <a:pt x="287" y="109"/>
                    <a:pt x="289" y="109"/>
                    <a:pt x="291" y="109"/>
                  </a:cubicBezTo>
                  <a:cubicBezTo>
                    <a:pt x="294" y="109"/>
                    <a:pt x="293" y="107"/>
                    <a:pt x="291" y="106"/>
                  </a:cubicBezTo>
                  <a:cubicBezTo>
                    <a:pt x="290" y="104"/>
                    <a:pt x="296" y="94"/>
                    <a:pt x="296" y="90"/>
                  </a:cubicBezTo>
                  <a:cubicBezTo>
                    <a:pt x="297" y="86"/>
                    <a:pt x="299" y="90"/>
                    <a:pt x="302" y="90"/>
                  </a:cubicBezTo>
                  <a:cubicBezTo>
                    <a:pt x="304" y="90"/>
                    <a:pt x="308" y="90"/>
                    <a:pt x="309" y="91"/>
                  </a:cubicBezTo>
                  <a:cubicBezTo>
                    <a:pt x="311" y="92"/>
                    <a:pt x="316" y="90"/>
                    <a:pt x="317" y="88"/>
                  </a:cubicBezTo>
                  <a:cubicBezTo>
                    <a:pt x="318" y="86"/>
                    <a:pt x="315" y="86"/>
                    <a:pt x="316" y="81"/>
                  </a:cubicBezTo>
                  <a:cubicBezTo>
                    <a:pt x="316" y="77"/>
                    <a:pt x="318" y="75"/>
                    <a:pt x="321" y="75"/>
                  </a:cubicBezTo>
                  <a:cubicBezTo>
                    <a:pt x="323" y="75"/>
                    <a:pt x="324" y="73"/>
                    <a:pt x="324" y="71"/>
                  </a:cubicBezTo>
                  <a:cubicBezTo>
                    <a:pt x="324" y="69"/>
                    <a:pt x="326" y="68"/>
                    <a:pt x="327" y="66"/>
                  </a:cubicBezTo>
                  <a:cubicBezTo>
                    <a:pt x="326" y="65"/>
                    <a:pt x="326" y="64"/>
                    <a:pt x="325" y="63"/>
                  </a:cubicBezTo>
                  <a:close/>
                  <a:moveTo>
                    <a:pt x="122" y="98"/>
                  </a:moveTo>
                  <a:cubicBezTo>
                    <a:pt x="121" y="99"/>
                    <a:pt x="112" y="96"/>
                    <a:pt x="111" y="95"/>
                  </a:cubicBezTo>
                  <a:cubicBezTo>
                    <a:pt x="110" y="93"/>
                    <a:pt x="124" y="95"/>
                    <a:pt x="122" y="98"/>
                  </a:cubicBezTo>
                  <a:close/>
                  <a:moveTo>
                    <a:pt x="257" y="97"/>
                  </a:moveTo>
                  <a:cubicBezTo>
                    <a:pt x="250" y="97"/>
                    <a:pt x="236" y="93"/>
                    <a:pt x="230" y="100"/>
                  </a:cubicBezTo>
                  <a:cubicBezTo>
                    <a:pt x="224" y="106"/>
                    <a:pt x="228" y="110"/>
                    <a:pt x="225" y="110"/>
                  </a:cubicBezTo>
                  <a:cubicBezTo>
                    <a:pt x="222" y="111"/>
                    <a:pt x="221" y="100"/>
                    <a:pt x="224" y="97"/>
                  </a:cubicBezTo>
                  <a:cubicBezTo>
                    <a:pt x="228" y="94"/>
                    <a:pt x="238" y="92"/>
                    <a:pt x="245" y="94"/>
                  </a:cubicBezTo>
                  <a:cubicBezTo>
                    <a:pt x="252" y="96"/>
                    <a:pt x="264" y="92"/>
                    <a:pt x="265" y="93"/>
                  </a:cubicBezTo>
                  <a:cubicBezTo>
                    <a:pt x="267" y="93"/>
                    <a:pt x="264" y="97"/>
                    <a:pt x="257" y="9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162">
              <a:extLst>
                <a:ext uri="{FF2B5EF4-FFF2-40B4-BE49-F238E27FC236}">
                  <a16:creationId xmlns:a16="http://schemas.microsoft.com/office/drawing/2014/main" id="{1F6A9079-DF10-45C5-AAFB-9AEAA0D6527B}"/>
                </a:ext>
              </a:extLst>
            </p:cNvPr>
            <p:cNvSpPr>
              <a:spLocks noEditPoints="1"/>
            </p:cNvSpPr>
            <p:nvPr/>
          </p:nvSpPr>
          <p:spPr bwMode="auto">
            <a:xfrm>
              <a:off x="4743451" y="881063"/>
              <a:ext cx="3454400" cy="1325563"/>
            </a:xfrm>
            <a:custGeom>
              <a:avLst/>
              <a:gdLst>
                <a:gd name="T0" fmla="*/ 361 w 1374"/>
                <a:gd name="T1" fmla="*/ 10 h 527"/>
                <a:gd name="T2" fmla="*/ 611 w 1374"/>
                <a:gd name="T3" fmla="*/ 5 h 527"/>
                <a:gd name="T4" fmla="*/ 481 w 1374"/>
                <a:gd name="T5" fmla="*/ 150 h 527"/>
                <a:gd name="T6" fmla="*/ 663 w 1374"/>
                <a:gd name="T7" fmla="*/ 49 h 527"/>
                <a:gd name="T8" fmla="*/ 1003 w 1374"/>
                <a:gd name="T9" fmla="*/ 110 h 527"/>
                <a:gd name="T10" fmla="*/ 1054 w 1374"/>
                <a:gd name="T11" fmla="*/ 117 h 527"/>
                <a:gd name="T12" fmla="*/ 982 w 1374"/>
                <a:gd name="T13" fmla="*/ 426 h 527"/>
                <a:gd name="T14" fmla="*/ 244 w 1374"/>
                <a:gd name="T15" fmla="*/ 22 h 527"/>
                <a:gd name="T16" fmla="*/ 1332 w 1374"/>
                <a:gd name="T17" fmla="*/ 242 h 527"/>
                <a:gd name="T18" fmla="*/ 1194 w 1374"/>
                <a:gd name="T19" fmla="*/ 202 h 527"/>
                <a:gd name="T20" fmla="*/ 1063 w 1374"/>
                <a:gd name="T21" fmla="*/ 177 h 527"/>
                <a:gd name="T22" fmla="*/ 974 w 1374"/>
                <a:gd name="T23" fmla="*/ 150 h 527"/>
                <a:gd name="T24" fmla="*/ 903 w 1374"/>
                <a:gd name="T25" fmla="*/ 167 h 527"/>
                <a:gd name="T26" fmla="*/ 845 w 1374"/>
                <a:gd name="T27" fmla="*/ 138 h 527"/>
                <a:gd name="T28" fmla="*/ 748 w 1374"/>
                <a:gd name="T29" fmla="*/ 136 h 527"/>
                <a:gd name="T30" fmla="*/ 738 w 1374"/>
                <a:gd name="T31" fmla="*/ 118 h 527"/>
                <a:gd name="T32" fmla="*/ 699 w 1374"/>
                <a:gd name="T33" fmla="*/ 83 h 527"/>
                <a:gd name="T34" fmla="*/ 631 w 1374"/>
                <a:gd name="T35" fmla="*/ 96 h 527"/>
                <a:gd name="T36" fmla="*/ 547 w 1374"/>
                <a:gd name="T37" fmla="*/ 114 h 527"/>
                <a:gd name="T38" fmla="*/ 519 w 1374"/>
                <a:gd name="T39" fmla="*/ 137 h 527"/>
                <a:gd name="T40" fmla="*/ 479 w 1374"/>
                <a:gd name="T41" fmla="*/ 177 h 527"/>
                <a:gd name="T42" fmla="*/ 456 w 1374"/>
                <a:gd name="T43" fmla="*/ 204 h 527"/>
                <a:gd name="T44" fmla="*/ 422 w 1374"/>
                <a:gd name="T45" fmla="*/ 243 h 527"/>
                <a:gd name="T46" fmla="*/ 438 w 1374"/>
                <a:gd name="T47" fmla="*/ 213 h 527"/>
                <a:gd name="T48" fmla="*/ 387 w 1374"/>
                <a:gd name="T49" fmla="*/ 187 h 527"/>
                <a:gd name="T50" fmla="*/ 326 w 1374"/>
                <a:gd name="T51" fmla="*/ 196 h 527"/>
                <a:gd name="T52" fmla="*/ 269 w 1374"/>
                <a:gd name="T53" fmla="*/ 210 h 527"/>
                <a:gd name="T54" fmla="*/ 196 w 1374"/>
                <a:gd name="T55" fmla="*/ 214 h 527"/>
                <a:gd name="T56" fmla="*/ 150 w 1374"/>
                <a:gd name="T57" fmla="*/ 262 h 527"/>
                <a:gd name="T58" fmla="*/ 103 w 1374"/>
                <a:gd name="T59" fmla="*/ 233 h 527"/>
                <a:gd name="T60" fmla="*/ 107 w 1374"/>
                <a:gd name="T61" fmla="*/ 200 h 527"/>
                <a:gd name="T62" fmla="*/ 79 w 1374"/>
                <a:gd name="T63" fmla="*/ 230 h 527"/>
                <a:gd name="T64" fmla="*/ 70 w 1374"/>
                <a:gd name="T65" fmla="*/ 315 h 527"/>
                <a:gd name="T66" fmla="*/ 74 w 1374"/>
                <a:gd name="T67" fmla="*/ 370 h 527"/>
                <a:gd name="T68" fmla="*/ 115 w 1374"/>
                <a:gd name="T69" fmla="*/ 412 h 527"/>
                <a:gd name="T70" fmla="*/ 161 w 1374"/>
                <a:gd name="T71" fmla="*/ 450 h 527"/>
                <a:gd name="T72" fmla="*/ 165 w 1374"/>
                <a:gd name="T73" fmla="*/ 503 h 527"/>
                <a:gd name="T74" fmla="*/ 238 w 1374"/>
                <a:gd name="T75" fmla="*/ 476 h 527"/>
                <a:gd name="T76" fmla="*/ 237 w 1374"/>
                <a:gd name="T77" fmla="*/ 430 h 527"/>
                <a:gd name="T78" fmla="*/ 325 w 1374"/>
                <a:gd name="T79" fmla="*/ 432 h 527"/>
                <a:gd name="T80" fmla="*/ 374 w 1374"/>
                <a:gd name="T81" fmla="*/ 388 h 527"/>
                <a:gd name="T82" fmla="*/ 451 w 1374"/>
                <a:gd name="T83" fmla="*/ 395 h 527"/>
                <a:gd name="T84" fmla="*/ 541 w 1374"/>
                <a:gd name="T85" fmla="*/ 442 h 527"/>
                <a:gd name="T86" fmla="*/ 625 w 1374"/>
                <a:gd name="T87" fmla="*/ 432 h 527"/>
                <a:gd name="T88" fmla="*/ 697 w 1374"/>
                <a:gd name="T89" fmla="*/ 437 h 527"/>
                <a:gd name="T90" fmla="*/ 804 w 1374"/>
                <a:gd name="T91" fmla="*/ 419 h 527"/>
                <a:gd name="T92" fmla="*/ 888 w 1374"/>
                <a:gd name="T93" fmla="*/ 453 h 527"/>
                <a:gd name="T94" fmla="*/ 899 w 1374"/>
                <a:gd name="T95" fmla="*/ 508 h 527"/>
                <a:gd name="T96" fmla="*/ 961 w 1374"/>
                <a:gd name="T97" fmla="*/ 393 h 527"/>
                <a:gd name="T98" fmla="*/ 970 w 1374"/>
                <a:gd name="T99" fmla="*/ 348 h 527"/>
                <a:gd name="T100" fmla="*/ 1078 w 1374"/>
                <a:gd name="T101" fmla="*/ 337 h 527"/>
                <a:gd name="T102" fmla="*/ 1152 w 1374"/>
                <a:gd name="T103" fmla="*/ 299 h 527"/>
                <a:gd name="T104" fmla="*/ 1098 w 1374"/>
                <a:gd name="T105" fmla="*/ 424 h 527"/>
                <a:gd name="T106" fmla="*/ 1151 w 1374"/>
                <a:gd name="T107" fmla="*/ 352 h 527"/>
                <a:gd name="T108" fmla="*/ 1235 w 1374"/>
                <a:gd name="T109" fmla="*/ 309 h 527"/>
                <a:gd name="T110" fmla="*/ 1292 w 1374"/>
                <a:gd name="T111" fmla="*/ 262 h 527"/>
                <a:gd name="T112" fmla="*/ 1347 w 1374"/>
                <a:gd name="T113" fmla="*/ 267 h 527"/>
                <a:gd name="T114" fmla="*/ 707 w 1374"/>
                <a:gd name="T115" fmla="*/ 392 h 527"/>
                <a:gd name="T116" fmla="*/ 277 w 1374"/>
                <a:gd name="T117" fmla="*/ 23 h 527"/>
                <a:gd name="T118" fmla="*/ 282 w 1374"/>
                <a:gd name="T119" fmla="*/ 14 h 527"/>
                <a:gd name="T120" fmla="*/ 300 w 1374"/>
                <a:gd name="T121" fmla="*/ 145 h 527"/>
                <a:gd name="T122" fmla="*/ 301 w 1374"/>
                <a:gd name="T123" fmla="*/ 11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4" h="527">
                  <a:moveTo>
                    <a:pt x="21" y="381"/>
                  </a:moveTo>
                  <a:cubicBezTo>
                    <a:pt x="20" y="381"/>
                    <a:pt x="17" y="380"/>
                    <a:pt x="16" y="379"/>
                  </a:cubicBezTo>
                  <a:cubicBezTo>
                    <a:pt x="16" y="378"/>
                    <a:pt x="13" y="378"/>
                    <a:pt x="11" y="378"/>
                  </a:cubicBezTo>
                  <a:cubicBezTo>
                    <a:pt x="12" y="379"/>
                    <a:pt x="12" y="379"/>
                    <a:pt x="13" y="380"/>
                  </a:cubicBezTo>
                  <a:cubicBezTo>
                    <a:pt x="14" y="382"/>
                    <a:pt x="8" y="382"/>
                    <a:pt x="10" y="384"/>
                  </a:cubicBezTo>
                  <a:cubicBezTo>
                    <a:pt x="12" y="386"/>
                    <a:pt x="6" y="386"/>
                    <a:pt x="6" y="384"/>
                  </a:cubicBezTo>
                  <a:cubicBezTo>
                    <a:pt x="6" y="382"/>
                    <a:pt x="1" y="383"/>
                    <a:pt x="1" y="384"/>
                  </a:cubicBezTo>
                  <a:cubicBezTo>
                    <a:pt x="1" y="385"/>
                    <a:pt x="1" y="386"/>
                    <a:pt x="0" y="386"/>
                  </a:cubicBezTo>
                  <a:cubicBezTo>
                    <a:pt x="2" y="387"/>
                    <a:pt x="4" y="388"/>
                    <a:pt x="4" y="388"/>
                  </a:cubicBezTo>
                  <a:cubicBezTo>
                    <a:pt x="5" y="388"/>
                    <a:pt x="20" y="390"/>
                    <a:pt x="25" y="389"/>
                  </a:cubicBezTo>
                  <a:cubicBezTo>
                    <a:pt x="25" y="388"/>
                    <a:pt x="26" y="385"/>
                    <a:pt x="26" y="383"/>
                  </a:cubicBezTo>
                  <a:cubicBezTo>
                    <a:pt x="26" y="382"/>
                    <a:pt x="22" y="380"/>
                    <a:pt x="21" y="381"/>
                  </a:cubicBezTo>
                  <a:close/>
                  <a:moveTo>
                    <a:pt x="365" y="14"/>
                  </a:moveTo>
                  <a:cubicBezTo>
                    <a:pt x="374" y="13"/>
                    <a:pt x="374" y="8"/>
                    <a:pt x="369" y="8"/>
                  </a:cubicBezTo>
                  <a:cubicBezTo>
                    <a:pt x="364" y="7"/>
                    <a:pt x="364" y="10"/>
                    <a:pt x="361" y="10"/>
                  </a:cubicBezTo>
                  <a:cubicBezTo>
                    <a:pt x="359" y="10"/>
                    <a:pt x="350" y="12"/>
                    <a:pt x="352" y="14"/>
                  </a:cubicBezTo>
                  <a:cubicBezTo>
                    <a:pt x="354" y="16"/>
                    <a:pt x="361" y="15"/>
                    <a:pt x="365" y="14"/>
                  </a:cubicBezTo>
                  <a:close/>
                  <a:moveTo>
                    <a:pt x="411" y="147"/>
                  </a:moveTo>
                  <a:cubicBezTo>
                    <a:pt x="414" y="147"/>
                    <a:pt x="423" y="145"/>
                    <a:pt x="423" y="144"/>
                  </a:cubicBezTo>
                  <a:cubicBezTo>
                    <a:pt x="424" y="142"/>
                    <a:pt x="420" y="140"/>
                    <a:pt x="415" y="140"/>
                  </a:cubicBezTo>
                  <a:cubicBezTo>
                    <a:pt x="409" y="140"/>
                    <a:pt x="408" y="146"/>
                    <a:pt x="411" y="147"/>
                  </a:cubicBezTo>
                  <a:close/>
                  <a:moveTo>
                    <a:pt x="587" y="25"/>
                  </a:moveTo>
                  <a:cubicBezTo>
                    <a:pt x="591" y="27"/>
                    <a:pt x="590" y="28"/>
                    <a:pt x="585" y="28"/>
                  </a:cubicBezTo>
                  <a:cubicBezTo>
                    <a:pt x="580" y="28"/>
                    <a:pt x="576" y="30"/>
                    <a:pt x="579" y="31"/>
                  </a:cubicBezTo>
                  <a:cubicBezTo>
                    <a:pt x="582" y="32"/>
                    <a:pt x="581" y="35"/>
                    <a:pt x="586" y="36"/>
                  </a:cubicBezTo>
                  <a:cubicBezTo>
                    <a:pt x="591" y="37"/>
                    <a:pt x="596" y="33"/>
                    <a:pt x="596" y="30"/>
                  </a:cubicBezTo>
                  <a:cubicBezTo>
                    <a:pt x="595" y="27"/>
                    <a:pt x="613" y="25"/>
                    <a:pt x="618" y="23"/>
                  </a:cubicBezTo>
                  <a:cubicBezTo>
                    <a:pt x="623" y="22"/>
                    <a:pt x="615" y="17"/>
                    <a:pt x="620" y="17"/>
                  </a:cubicBezTo>
                  <a:cubicBezTo>
                    <a:pt x="625" y="16"/>
                    <a:pt x="623" y="14"/>
                    <a:pt x="617" y="13"/>
                  </a:cubicBezTo>
                  <a:cubicBezTo>
                    <a:pt x="610" y="12"/>
                    <a:pt x="613" y="7"/>
                    <a:pt x="611" y="5"/>
                  </a:cubicBezTo>
                  <a:cubicBezTo>
                    <a:pt x="609" y="3"/>
                    <a:pt x="608" y="7"/>
                    <a:pt x="599" y="9"/>
                  </a:cubicBezTo>
                  <a:cubicBezTo>
                    <a:pt x="591" y="10"/>
                    <a:pt x="587" y="13"/>
                    <a:pt x="590" y="14"/>
                  </a:cubicBezTo>
                  <a:cubicBezTo>
                    <a:pt x="593" y="16"/>
                    <a:pt x="590" y="20"/>
                    <a:pt x="587" y="20"/>
                  </a:cubicBezTo>
                  <a:cubicBezTo>
                    <a:pt x="583" y="19"/>
                    <a:pt x="582" y="23"/>
                    <a:pt x="587" y="25"/>
                  </a:cubicBezTo>
                  <a:close/>
                  <a:moveTo>
                    <a:pt x="599" y="32"/>
                  </a:moveTo>
                  <a:cubicBezTo>
                    <a:pt x="599" y="34"/>
                    <a:pt x="592" y="37"/>
                    <a:pt x="594" y="39"/>
                  </a:cubicBezTo>
                  <a:cubicBezTo>
                    <a:pt x="596" y="41"/>
                    <a:pt x="598" y="40"/>
                    <a:pt x="600" y="41"/>
                  </a:cubicBezTo>
                  <a:cubicBezTo>
                    <a:pt x="602" y="41"/>
                    <a:pt x="603" y="47"/>
                    <a:pt x="608" y="46"/>
                  </a:cubicBezTo>
                  <a:cubicBezTo>
                    <a:pt x="612" y="45"/>
                    <a:pt x="624" y="51"/>
                    <a:pt x="631" y="51"/>
                  </a:cubicBezTo>
                  <a:cubicBezTo>
                    <a:pt x="637" y="51"/>
                    <a:pt x="638" y="45"/>
                    <a:pt x="636" y="45"/>
                  </a:cubicBezTo>
                  <a:cubicBezTo>
                    <a:pt x="634" y="45"/>
                    <a:pt x="636" y="41"/>
                    <a:pt x="640" y="36"/>
                  </a:cubicBezTo>
                  <a:cubicBezTo>
                    <a:pt x="643" y="30"/>
                    <a:pt x="628" y="26"/>
                    <a:pt x="628" y="31"/>
                  </a:cubicBezTo>
                  <a:cubicBezTo>
                    <a:pt x="628" y="35"/>
                    <a:pt x="623" y="30"/>
                    <a:pt x="622" y="27"/>
                  </a:cubicBezTo>
                  <a:cubicBezTo>
                    <a:pt x="620" y="24"/>
                    <a:pt x="599" y="29"/>
                    <a:pt x="599" y="32"/>
                  </a:cubicBezTo>
                  <a:close/>
                  <a:moveTo>
                    <a:pt x="481" y="150"/>
                  </a:moveTo>
                  <a:cubicBezTo>
                    <a:pt x="484" y="152"/>
                    <a:pt x="487" y="151"/>
                    <a:pt x="487" y="148"/>
                  </a:cubicBezTo>
                  <a:cubicBezTo>
                    <a:pt x="486" y="144"/>
                    <a:pt x="478" y="149"/>
                    <a:pt x="481" y="150"/>
                  </a:cubicBezTo>
                  <a:close/>
                  <a:moveTo>
                    <a:pt x="581" y="8"/>
                  </a:moveTo>
                  <a:cubicBezTo>
                    <a:pt x="582" y="5"/>
                    <a:pt x="566" y="6"/>
                    <a:pt x="570" y="10"/>
                  </a:cubicBezTo>
                  <a:cubicBezTo>
                    <a:pt x="571" y="11"/>
                    <a:pt x="580" y="12"/>
                    <a:pt x="581" y="8"/>
                  </a:cubicBezTo>
                  <a:close/>
                  <a:moveTo>
                    <a:pt x="1280" y="181"/>
                  </a:moveTo>
                  <a:cubicBezTo>
                    <a:pt x="1285" y="183"/>
                    <a:pt x="1288" y="178"/>
                    <a:pt x="1292" y="180"/>
                  </a:cubicBezTo>
                  <a:cubicBezTo>
                    <a:pt x="1296" y="183"/>
                    <a:pt x="1305" y="179"/>
                    <a:pt x="1309" y="179"/>
                  </a:cubicBezTo>
                  <a:cubicBezTo>
                    <a:pt x="1313" y="178"/>
                    <a:pt x="1311" y="173"/>
                    <a:pt x="1300" y="172"/>
                  </a:cubicBezTo>
                  <a:cubicBezTo>
                    <a:pt x="1289" y="170"/>
                    <a:pt x="1275" y="178"/>
                    <a:pt x="1280" y="181"/>
                  </a:cubicBezTo>
                  <a:close/>
                  <a:moveTo>
                    <a:pt x="636" y="65"/>
                  </a:moveTo>
                  <a:cubicBezTo>
                    <a:pt x="640" y="67"/>
                    <a:pt x="650" y="63"/>
                    <a:pt x="657" y="63"/>
                  </a:cubicBezTo>
                  <a:cubicBezTo>
                    <a:pt x="665" y="63"/>
                    <a:pt x="685" y="58"/>
                    <a:pt x="685" y="54"/>
                  </a:cubicBezTo>
                  <a:cubicBezTo>
                    <a:pt x="686" y="50"/>
                    <a:pt x="678" y="50"/>
                    <a:pt x="675" y="47"/>
                  </a:cubicBezTo>
                  <a:cubicBezTo>
                    <a:pt x="672" y="44"/>
                    <a:pt x="665" y="47"/>
                    <a:pt x="663" y="49"/>
                  </a:cubicBezTo>
                  <a:cubicBezTo>
                    <a:pt x="661" y="52"/>
                    <a:pt x="660" y="50"/>
                    <a:pt x="664" y="45"/>
                  </a:cubicBezTo>
                  <a:cubicBezTo>
                    <a:pt x="669" y="41"/>
                    <a:pt x="660" y="37"/>
                    <a:pt x="659" y="40"/>
                  </a:cubicBezTo>
                  <a:cubicBezTo>
                    <a:pt x="659" y="43"/>
                    <a:pt x="651" y="40"/>
                    <a:pt x="651" y="43"/>
                  </a:cubicBezTo>
                  <a:cubicBezTo>
                    <a:pt x="651" y="46"/>
                    <a:pt x="648" y="47"/>
                    <a:pt x="648" y="49"/>
                  </a:cubicBezTo>
                  <a:cubicBezTo>
                    <a:pt x="648" y="52"/>
                    <a:pt x="642" y="48"/>
                    <a:pt x="642" y="54"/>
                  </a:cubicBezTo>
                  <a:cubicBezTo>
                    <a:pt x="642" y="60"/>
                    <a:pt x="633" y="63"/>
                    <a:pt x="636" y="65"/>
                  </a:cubicBezTo>
                  <a:close/>
                  <a:moveTo>
                    <a:pt x="943" y="114"/>
                  </a:moveTo>
                  <a:cubicBezTo>
                    <a:pt x="946" y="116"/>
                    <a:pt x="948" y="118"/>
                    <a:pt x="949" y="120"/>
                  </a:cubicBezTo>
                  <a:cubicBezTo>
                    <a:pt x="951" y="121"/>
                    <a:pt x="958" y="119"/>
                    <a:pt x="961" y="118"/>
                  </a:cubicBezTo>
                  <a:cubicBezTo>
                    <a:pt x="964" y="117"/>
                    <a:pt x="964" y="122"/>
                    <a:pt x="969" y="119"/>
                  </a:cubicBezTo>
                  <a:cubicBezTo>
                    <a:pt x="973" y="116"/>
                    <a:pt x="978" y="118"/>
                    <a:pt x="983" y="118"/>
                  </a:cubicBezTo>
                  <a:cubicBezTo>
                    <a:pt x="988" y="118"/>
                    <a:pt x="982" y="111"/>
                    <a:pt x="983" y="108"/>
                  </a:cubicBezTo>
                  <a:cubicBezTo>
                    <a:pt x="983" y="106"/>
                    <a:pt x="989" y="107"/>
                    <a:pt x="987" y="110"/>
                  </a:cubicBezTo>
                  <a:cubicBezTo>
                    <a:pt x="985" y="112"/>
                    <a:pt x="990" y="118"/>
                    <a:pt x="997" y="117"/>
                  </a:cubicBezTo>
                  <a:cubicBezTo>
                    <a:pt x="1005" y="117"/>
                    <a:pt x="999" y="112"/>
                    <a:pt x="1003" y="110"/>
                  </a:cubicBezTo>
                  <a:cubicBezTo>
                    <a:pt x="1007" y="109"/>
                    <a:pt x="1006" y="107"/>
                    <a:pt x="1001" y="103"/>
                  </a:cubicBezTo>
                  <a:cubicBezTo>
                    <a:pt x="995" y="100"/>
                    <a:pt x="988" y="102"/>
                    <a:pt x="983" y="100"/>
                  </a:cubicBezTo>
                  <a:cubicBezTo>
                    <a:pt x="978" y="98"/>
                    <a:pt x="972" y="98"/>
                    <a:pt x="972" y="103"/>
                  </a:cubicBezTo>
                  <a:cubicBezTo>
                    <a:pt x="972" y="108"/>
                    <a:pt x="962" y="97"/>
                    <a:pt x="957" y="96"/>
                  </a:cubicBezTo>
                  <a:cubicBezTo>
                    <a:pt x="951" y="94"/>
                    <a:pt x="935" y="110"/>
                    <a:pt x="943" y="114"/>
                  </a:cubicBezTo>
                  <a:close/>
                  <a:moveTo>
                    <a:pt x="993" y="145"/>
                  </a:moveTo>
                  <a:cubicBezTo>
                    <a:pt x="997" y="144"/>
                    <a:pt x="990" y="136"/>
                    <a:pt x="982" y="135"/>
                  </a:cubicBezTo>
                  <a:cubicBezTo>
                    <a:pt x="975" y="134"/>
                    <a:pt x="968" y="140"/>
                    <a:pt x="969" y="141"/>
                  </a:cubicBezTo>
                  <a:cubicBezTo>
                    <a:pt x="971" y="144"/>
                    <a:pt x="988" y="146"/>
                    <a:pt x="993" y="145"/>
                  </a:cubicBezTo>
                  <a:close/>
                  <a:moveTo>
                    <a:pt x="974" y="129"/>
                  </a:moveTo>
                  <a:cubicBezTo>
                    <a:pt x="974" y="125"/>
                    <a:pt x="961" y="130"/>
                    <a:pt x="966" y="132"/>
                  </a:cubicBezTo>
                  <a:cubicBezTo>
                    <a:pt x="969" y="133"/>
                    <a:pt x="974" y="133"/>
                    <a:pt x="974" y="129"/>
                  </a:cubicBezTo>
                  <a:close/>
                  <a:moveTo>
                    <a:pt x="1015" y="114"/>
                  </a:moveTo>
                  <a:cubicBezTo>
                    <a:pt x="1021" y="115"/>
                    <a:pt x="1024" y="120"/>
                    <a:pt x="1035" y="121"/>
                  </a:cubicBezTo>
                  <a:cubicBezTo>
                    <a:pt x="1046" y="121"/>
                    <a:pt x="1054" y="119"/>
                    <a:pt x="1054" y="117"/>
                  </a:cubicBezTo>
                  <a:cubicBezTo>
                    <a:pt x="1054" y="115"/>
                    <a:pt x="1044" y="111"/>
                    <a:pt x="1041" y="113"/>
                  </a:cubicBezTo>
                  <a:cubicBezTo>
                    <a:pt x="1038" y="115"/>
                    <a:pt x="1035" y="110"/>
                    <a:pt x="1032" y="111"/>
                  </a:cubicBezTo>
                  <a:cubicBezTo>
                    <a:pt x="1028" y="112"/>
                    <a:pt x="1022" y="112"/>
                    <a:pt x="1021" y="109"/>
                  </a:cubicBezTo>
                  <a:cubicBezTo>
                    <a:pt x="1019" y="105"/>
                    <a:pt x="1012" y="114"/>
                    <a:pt x="1015" y="114"/>
                  </a:cubicBezTo>
                  <a:close/>
                  <a:moveTo>
                    <a:pt x="221" y="18"/>
                  </a:moveTo>
                  <a:cubicBezTo>
                    <a:pt x="226" y="13"/>
                    <a:pt x="233" y="17"/>
                    <a:pt x="234" y="15"/>
                  </a:cubicBezTo>
                  <a:cubicBezTo>
                    <a:pt x="235" y="13"/>
                    <a:pt x="224" y="12"/>
                    <a:pt x="220" y="14"/>
                  </a:cubicBezTo>
                  <a:cubicBezTo>
                    <a:pt x="216" y="16"/>
                    <a:pt x="206" y="14"/>
                    <a:pt x="208" y="17"/>
                  </a:cubicBezTo>
                  <a:cubicBezTo>
                    <a:pt x="208" y="19"/>
                    <a:pt x="215" y="23"/>
                    <a:pt x="221" y="18"/>
                  </a:cubicBezTo>
                  <a:close/>
                  <a:moveTo>
                    <a:pt x="991" y="419"/>
                  </a:moveTo>
                  <a:cubicBezTo>
                    <a:pt x="988" y="413"/>
                    <a:pt x="995" y="406"/>
                    <a:pt x="990" y="402"/>
                  </a:cubicBezTo>
                  <a:cubicBezTo>
                    <a:pt x="985" y="399"/>
                    <a:pt x="987" y="391"/>
                    <a:pt x="985" y="393"/>
                  </a:cubicBezTo>
                  <a:cubicBezTo>
                    <a:pt x="982" y="394"/>
                    <a:pt x="985" y="401"/>
                    <a:pt x="981" y="401"/>
                  </a:cubicBezTo>
                  <a:cubicBezTo>
                    <a:pt x="977" y="402"/>
                    <a:pt x="981" y="405"/>
                    <a:pt x="979" y="410"/>
                  </a:cubicBezTo>
                  <a:cubicBezTo>
                    <a:pt x="978" y="415"/>
                    <a:pt x="980" y="422"/>
                    <a:pt x="982" y="426"/>
                  </a:cubicBezTo>
                  <a:cubicBezTo>
                    <a:pt x="984" y="430"/>
                    <a:pt x="979" y="453"/>
                    <a:pt x="981" y="457"/>
                  </a:cubicBezTo>
                  <a:cubicBezTo>
                    <a:pt x="983" y="461"/>
                    <a:pt x="978" y="477"/>
                    <a:pt x="980" y="479"/>
                  </a:cubicBezTo>
                  <a:cubicBezTo>
                    <a:pt x="983" y="483"/>
                    <a:pt x="981" y="475"/>
                    <a:pt x="985" y="474"/>
                  </a:cubicBezTo>
                  <a:cubicBezTo>
                    <a:pt x="989" y="473"/>
                    <a:pt x="989" y="479"/>
                    <a:pt x="992" y="480"/>
                  </a:cubicBezTo>
                  <a:cubicBezTo>
                    <a:pt x="994" y="481"/>
                    <a:pt x="993" y="472"/>
                    <a:pt x="990" y="473"/>
                  </a:cubicBezTo>
                  <a:cubicBezTo>
                    <a:pt x="988" y="473"/>
                    <a:pt x="986" y="467"/>
                    <a:pt x="985" y="463"/>
                  </a:cubicBezTo>
                  <a:cubicBezTo>
                    <a:pt x="984" y="460"/>
                    <a:pt x="987" y="455"/>
                    <a:pt x="987" y="450"/>
                  </a:cubicBezTo>
                  <a:cubicBezTo>
                    <a:pt x="987" y="446"/>
                    <a:pt x="993" y="446"/>
                    <a:pt x="997" y="449"/>
                  </a:cubicBezTo>
                  <a:cubicBezTo>
                    <a:pt x="1000" y="453"/>
                    <a:pt x="1001" y="451"/>
                    <a:pt x="999" y="448"/>
                  </a:cubicBezTo>
                  <a:cubicBezTo>
                    <a:pt x="998" y="445"/>
                    <a:pt x="993" y="426"/>
                    <a:pt x="991" y="419"/>
                  </a:cubicBezTo>
                  <a:close/>
                  <a:moveTo>
                    <a:pt x="243" y="15"/>
                  </a:moveTo>
                  <a:cubicBezTo>
                    <a:pt x="246" y="18"/>
                    <a:pt x="234" y="17"/>
                    <a:pt x="232" y="19"/>
                  </a:cubicBezTo>
                  <a:cubicBezTo>
                    <a:pt x="230" y="22"/>
                    <a:pt x="223" y="21"/>
                    <a:pt x="224" y="24"/>
                  </a:cubicBezTo>
                  <a:cubicBezTo>
                    <a:pt x="226" y="27"/>
                    <a:pt x="238" y="27"/>
                    <a:pt x="238" y="24"/>
                  </a:cubicBezTo>
                  <a:cubicBezTo>
                    <a:pt x="238" y="22"/>
                    <a:pt x="244" y="24"/>
                    <a:pt x="244" y="22"/>
                  </a:cubicBezTo>
                  <a:cubicBezTo>
                    <a:pt x="244" y="20"/>
                    <a:pt x="247" y="18"/>
                    <a:pt x="254" y="17"/>
                  </a:cubicBezTo>
                  <a:cubicBezTo>
                    <a:pt x="260" y="17"/>
                    <a:pt x="260" y="14"/>
                    <a:pt x="254" y="11"/>
                  </a:cubicBezTo>
                  <a:cubicBezTo>
                    <a:pt x="248" y="8"/>
                    <a:pt x="240" y="13"/>
                    <a:pt x="243" y="15"/>
                  </a:cubicBezTo>
                  <a:close/>
                  <a:moveTo>
                    <a:pt x="233" y="208"/>
                  </a:moveTo>
                  <a:cubicBezTo>
                    <a:pt x="239" y="213"/>
                    <a:pt x="245" y="205"/>
                    <a:pt x="248" y="204"/>
                  </a:cubicBezTo>
                  <a:cubicBezTo>
                    <a:pt x="251" y="204"/>
                    <a:pt x="246" y="201"/>
                    <a:pt x="241" y="199"/>
                  </a:cubicBezTo>
                  <a:cubicBezTo>
                    <a:pt x="235" y="198"/>
                    <a:pt x="228" y="203"/>
                    <a:pt x="233" y="208"/>
                  </a:cubicBezTo>
                  <a:close/>
                  <a:moveTo>
                    <a:pt x="1372" y="248"/>
                  </a:moveTo>
                  <a:cubicBezTo>
                    <a:pt x="1370" y="247"/>
                    <a:pt x="1362" y="242"/>
                    <a:pt x="1360" y="240"/>
                  </a:cubicBezTo>
                  <a:cubicBezTo>
                    <a:pt x="1358" y="237"/>
                    <a:pt x="1349" y="236"/>
                    <a:pt x="1349" y="237"/>
                  </a:cubicBezTo>
                  <a:cubicBezTo>
                    <a:pt x="1349" y="238"/>
                    <a:pt x="1346" y="237"/>
                    <a:pt x="1345" y="235"/>
                  </a:cubicBezTo>
                  <a:cubicBezTo>
                    <a:pt x="1345" y="234"/>
                    <a:pt x="1335" y="233"/>
                    <a:pt x="1335" y="235"/>
                  </a:cubicBezTo>
                  <a:cubicBezTo>
                    <a:pt x="1335" y="237"/>
                    <a:pt x="1337" y="237"/>
                    <a:pt x="1338" y="239"/>
                  </a:cubicBezTo>
                  <a:cubicBezTo>
                    <a:pt x="1340" y="241"/>
                    <a:pt x="1337" y="242"/>
                    <a:pt x="1337" y="244"/>
                  </a:cubicBezTo>
                  <a:cubicBezTo>
                    <a:pt x="1338" y="246"/>
                    <a:pt x="1334" y="243"/>
                    <a:pt x="1332" y="242"/>
                  </a:cubicBezTo>
                  <a:cubicBezTo>
                    <a:pt x="1331" y="240"/>
                    <a:pt x="1331" y="236"/>
                    <a:pt x="1332" y="233"/>
                  </a:cubicBezTo>
                  <a:cubicBezTo>
                    <a:pt x="1332" y="231"/>
                    <a:pt x="1329" y="231"/>
                    <a:pt x="1329" y="229"/>
                  </a:cubicBezTo>
                  <a:cubicBezTo>
                    <a:pt x="1328" y="227"/>
                    <a:pt x="1318" y="222"/>
                    <a:pt x="1313" y="220"/>
                  </a:cubicBezTo>
                  <a:cubicBezTo>
                    <a:pt x="1309" y="218"/>
                    <a:pt x="1303" y="216"/>
                    <a:pt x="1301" y="214"/>
                  </a:cubicBezTo>
                  <a:cubicBezTo>
                    <a:pt x="1300" y="212"/>
                    <a:pt x="1292" y="211"/>
                    <a:pt x="1289" y="208"/>
                  </a:cubicBezTo>
                  <a:cubicBezTo>
                    <a:pt x="1285" y="205"/>
                    <a:pt x="1272" y="199"/>
                    <a:pt x="1266" y="199"/>
                  </a:cubicBezTo>
                  <a:cubicBezTo>
                    <a:pt x="1260" y="198"/>
                    <a:pt x="1262" y="195"/>
                    <a:pt x="1259" y="196"/>
                  </a:cubicBezTo>
                  <a:cubicBezTo>
                    <a:pt x="1256" y="196"/>
                    <a:pt x="1244" y="196"/>
                    <a:pt x="1240" y="195"/>
                  </a:cubicBezTo>
                  <a:cubicBezTo>
                    <a:pt x="1236" y="194"/>
                    <a:pt x="1235" y="197"/>
                    <a:pt x="1232" y="196"/>
                  </a:cubicBezTo>
                  <a:cubicBezTo>
                    <a:pt x="1230" y="195"/>
                    <a:pt x="1216" y="190"/>
                    <a:pt x="1214" y="192"/>
                  </a:cubicBezTo>
                  <a:cubicBezTo>
                    <a:pt x="1212" y="194"/>
                    <a:pt x="1213" y="197"/>
                    <a:pt x="1211" y="197"/>
                  </a:cubicBezTo>
                  <a:cubicBezTo>
                    <a:pt x="1210" y="198"/>
                    <a:pt x="1211" y="200"/>
                    <a:pt x="1215" y="203"/>
                  </a:cubicBezTo>
                  <a:cubicBezTo>
                    <a:pt x="1219" y="207"/>
                    <a:pt x="1217" y="210"/>
                    <a:pt x="1213" y="211"/>
                  </a:cubicBezTo>
                  <a:cubicBezTo>
                    <a:pt x="1210" y="213"/>
                    <a:pt x="1204" y="210"/>
                    <a:pt x="1202" y="207"/>
                  </a:cubicBezTo>
                  <a:cubicBezTo>
                    <a:pt x="1200" y="204"/>
                    <a:pt x="1195" y="206"/>
                    <a:pt x="1194" y="202"/>
                  </a:cubicBezTo>
                  <a:cubicBezTo>
                    <a:pt x="1193" y="198"/>
                    <a:pt x="1196" y="198"/>
                    <a:pt x="1198" y="200"/>
                  </a:cubicBezTo>
                  <a:cubicBezTo>
                    <a:pt x="1200" y="202"/>
                    <a:pt x="1204" y="200"/>
                    <a:pt x="1204" y="198"/>
                  </a:cubicBezTo>
                  <a:cubicBezTo>
                    <a:pt x="1204" y="195"/>
                    <a:pt x="1198" y="193"/>
                    <a:pt x="1194" y="194"/>
                  </a:cubicBezTo>
                  <a:cubicBezTo>
                    <a:pt x="1190" y="194"/>
                    <a:pt x="1188" y="199"/>
                    <a:pt x="1184" y="201"/>
                  </a:cubicBezTo>
                  <a:cubicBezTo>
                    <a:pt x="1181" y="203"/>
                    <a:pt x="1166" y="200"/>
                    <a:pt x="1164" y="199"/>
                  </a:cubicBezTo>
                  <a:cubicBezTo>
                    <a:pt x="1163" y="197"/>
                    <a:pt x="1142" y="199"/>
                    <a:pt x="1140" y="200"/>
                  </a:cubicBezTo>
                  <a:cubicBezTo>
                    <a:pt x="1138" y="202"/>
                    <a:pt x="1139" y="207"/>
                    <a:pt x="1138" y="208"/>
                  </a:cubicBezTo>
                  <a:cubicBezTo>
                    <a:pt x="1137" y="208"/>
                    <a:pt x="1136" y="201"/>
                    <a:pt x="1136" y="200"/>
                  </a:cubicBezTo>
                  <a:cubicBezTo>
                    <a:pt x="1136" y="199"/>
                    <a:pt x="1134" y="198"/>
                    <a:pt x="1130" y="198"/>
                  </a:cubicBezTo>
                  <a:cubicBezTo>
                    <a:pt x="1126" y="198"/>
                    <a:pt x="1124" y="198"/>
                    <a:pt x="1126" y="196"/>
                  </a:cubicBezTo>
                  <a:cubicBezTo>
                    <a:pt x="1127" y="194"/>
                    <a:pt x="1124" y="193"/>
                    <a:pt x="1127" y="191"/>
                  </a:cubicBezTo>
                  <a:cubicBezTo>
                    <a:pt x="1130" y="189"/>
                    <a:pt x="1122" y="183"/>
                    <a:pt x="1114" y="179"/>
                  </a:cubicBezTo>
                  <a:cubicBezTo>
                    <a:pt x="1106" y="176"/>
                    <a:pt x="1088" y="178"/>
                    <a:pt x="1084" y="180"/>
                  </a:cubicBezTo>
                  <a:cubicBezTo>
                    <a:pt x="1079" y="181"/>
                    <a:pt x="1069" y="181"/>
                    <a:pt x="1065" y="181"/>
                  </a:cubicBezTo>
                  <a:cubicBezTo>
                    <a:pt x="1060" y="181"/>
                    <a:pt x="1064" y="179"/>
                    <a:pt x="1063" y="177"/>
                  </a:cubicBezTo>
                  <a:cubicBezTo>
                    <a:pt x="1061" y="175"/>
                    <a:pt x="1054" y="172"/>
                    <a:pt x="1053" y="174"/>
                  </a:cubicBezTo>
                  <a:cubicBezTo>
                    <a:pt x="1052" y="176"/>
                    <a:pt x="1050" y="174"/>
                    <a:pt x="1050" y="172"/>
                  </a:cubicBezTo>
                  <a:cubicBezTo>
                    <a:pt x="1050" y="171"/>
                    <a:pt x="1042" y="169"/>
                    <a:pt x="1039" y="169"/>
                  </a:cubicBezTo>
                  <a:cubicBezTo>
                    <a:pt x="1037" y="170"/>
                    <a:pt x="1035" y="167"/>
                    <a:pt x="1039" y="167"/>
                  </a:cubicBezTo>
                  <a:cubicBezTo>
                    <a:pt x="1042" y="167"/>
                    <a:pt x="1048" y="167"/>
                    <a:pt x="1045" y="163"/>
                  </a:cubicBezTo>
                  <a:cubicBezTo>
                    <a:pt x="1043" y="160"/>
                    <a:pt x="1021" y="158"/>
                    <a:pt x="1019" y="159"/>
                  </a:cubicBezTo>
                  <a:cubicBezTo>
                    <a:pt x="1017" y="160"/>
                    <a:pt x="1019" y="163"/>
                    <a:pt x="1015" y="167"/>
                  </a:cubicBezTo>
                  <a:cubicBezTo>
                    <a:pt x="1010" y="171"/>
                    <a:pt x="1005" y="168"/>
                    <a:pt x="1006" y="166"/>
                  </a:cubicBezTo>
                  <a:cubicBezTo>
                    <a:pt x="1007" y="164"/>
                    <a:pt x="1012" y="164"/>
                    <a:pt x="1012" y="162"/>
                  </a:cubicBezTo>
                  <a:cubicBezTo>
                    <a:pt x="1012" y="160"/>
                    <a:pt x="1004" y="161"/>
                    <a:pt x="1003" y="160"/>
                  </a:cubicBezTo>
                  <a:cubicBezTo>
                    <a:pt x="1002" y="158"/>
                    <a:pt x="1005" y="157"/>
                    <a:pt x="1008" y="157"/>
                  </a:cubicBezTo>
                  <a:cubicBezTo>
                    <a:pt x="1011" y="158"/>
                    <a:pt x="1016" y="159"/>
                    <a:pt x="1016" y="157"/>
                  </a:cubicBezTo>
                  <a:cubicBezTo>
                    <a:pt x="1016" y="156"/>
                    <a:pt x="1013" y="156"/>
                    <a:pt x="1008" y="155"/>
                  </a:cubicBezTo>
                  <a:cubicBezTo>
                    <a:pt x="1003" y="154"/>
                    <a:pt x="992" y="152"/>
                    <a:pt x="986" y="152"/>
                  </a:cubicBezTo>
                  <a:cubicBezTo>
                    <a:pt x="980" y="153"/>
                    <a:pt x="977" y="150"/>
                    <a:pt x="974" y="150"/>
                  </a:cubicBezTo>
                  <a:cubicBezTo>
                    <a:pt x="970" y="149"/>
                    <a:pt x="970" y="151"/>
                    <a:pt x="972" y="153"/>
                  </a:cubicBezTo>
                  <a:cubicBezTo>
                    <a:pt x="973" y="155"/>
                    <a:pt x="969" y="156"/>
                    <a:pt x="965" y="156"/>
                  </a:cubicBezTo>
                  <a:cubicBezTo>
                    <a:pt x="961" y="155"/>
                    <a:pt x="955" y="158"/>
                    <a:pt x="957" y="161"/>
                  </a:cubicBezTo>
                  <a:cubicBezTo>
                    <a:pt x="960" y="164"/>
                    <a:pt x="962" y="160"/>
                    <a:pt x="964" y="161"/>
                  </a:cubicBezTo>
                  <a:cubicBezTo>
                    <a:pt x="966" y="162"/>
                    <a:pt x="959" y="164"/>
                    <a:pt x="962" y="165"/>
                  </a:cubicBezTo>
                  <a:cubicBezTo>
                    <a:pt x="964" y="167"/>
                    <a:pt x="964" y="169"/>
                    <a:pt x="964" y="171"/>
                  </a:cubicBezTo>
                  <a:cubicBezTo>
                    <a:pt x="964" y="172"/>
                    <a:pt x="959" y="173"/>
                    <a:pt x="958" y="171"/>
                  </a:cubicBezTo>
                  <a:cubicBezTo>
                    <a:pt x="956" y="169"/>
                    <a:pt x="953" y="170"/>
                    <a:pt x="950" y="170"/>
                  </a:cubicBezTo>
                  <a:cubicBezTo>
                    <a:pt x="947" y="170"/>
                    <a:pt x="944" y="172"/>
                    <a:pt x="948" y="172"/>
                  </a:cubicBezTo>
                  <a:cubicBezTo>
                    <a:pt x="951" y="172"/>
                    <a:pt x="952" y="175"/>
                    <a:pt x="948" y="175"/>
                  </a:cubicBezTo>
                  <a:cubicBezTo>
                    <a:pt x="943" y="176"/>
                    <a:pt x="944" y="171"/>
                    <a:pt x="941" y="171"/>
                  </a:cubicBezTo>
                  <a:cubicBezTo>
                    <a:pt x="938" y="172"/>
                    <a:pt x="932" y="169"/>
                    <a:pt x="929" y="169"/>
                  </a:cubicBezTo>
                  <a:cubicBezTo>
                    <a:pt x="926" y="169"/>
                    <a:pt x="924" y="172"/>
                    <a:pt x="920" y="172"/>
                  </a:cubicBezTo>
                  <a:cubicBezTo>
                    <a:pt x="915" y="173"/>
                    <a:pt x="909" y="170"/>
                    <a:pt x="907" y="168"/>
                  </a:cubicBezTo>
                  <a:cubicBezTo>
                    <a:pt x="906" y="165"/>
                    <a:pt x="905" y="165"/>
                    <a:pt x="903" y="167"/>
                  </a:cubicBezTo>
                  <a:cubicBezTo>
                    <a:pt x="901" y="170"/>
                    <a:pt x="901" y="175"/>
                    <a:pt x="899" y="176"/>
                  </a:cubicBezTo>
                  <a:cubicBezTo>
                    <a:pt x="896" y="176"/>
                    <a:pt x="896" y="181"/>
                    <a:pt x="893" y="182"/>
                  </a:cubicBezTo>
                  <a:cubicBezTo>
                    <a:pt x="891" y="183"/>
                    <a:pt x="891" y="180"/>
                    <a:pt x="888" y="180"/>
                  </a:cubicBezTo>
                  <a:cubicBezTo>
                    <a:pt x="886" y="181"/>
                    <a:pt x="877" y="172"/>
                    <a:pt x="876" y="169"/>
                  </a:cubicBezTo>
                  <a:cubicBezTo>
                    <a:pt x="876" y="167"/>
                    <a:pt x="871" y="162"/>
                    <a:pt x="869" y="161"/>
                  </a:cubicBezTo>
                  <a:cubicBezTo>
                    <a:pt x="868" y="160"/>
                    <a:pt x="871" y="160"/>
                    <a:pt x="872" y="161"/>
                  </a:cubicBezTo>
                  <a:cubicBezTo>
                    <a:pt x="874" y="163"/>
                    <a:pt x="876" y="163"/>
                    <a:pt x="878" y="162"/>
                  </a:cubicBezTo>
                  <a:cubicBezTo>
                    <a:pt x="880" y="161"/>
                    <a:pt x="880" y="157"/>
                    <a:pt x="877" y="157"/>
                  </a:cubicBezTo>
                  <a:cubicBezTo>
                    <a:pt x="873" y="156"/>
                    <a:pt x="875" y="154"/>
                    <a:pt x="876" y="153"/>
                  </a:cubicBezTo>
                  <a:cubicBezTo>
                    <a:pt x="878" y="153"/>
                    <a:pt x="873" y="148"/>
                    <a:pt x="875" y="148"/>
                  </a:cubicBezTo>
                  <a:cubicBezTo>
                    <a:pt x="876" y="147"/>
                    <a:pt x="876" y="145"/>
                    <a:pt x="873" y="145"/>
                  </a:cubicBezTo>
                  <a:cubicBezTo>
                    <a:pt x="870" y="145"/>
                    <a:pt x="868" y="142"/>
                    <a:pt x="868" y="141"/>
                  </a:cubicBezTo>
                  <a:cubicBezTo>
                    <a:pt x="867" y="140"/>
                    <a:pt x="856" y="139"/>
                    <a:pt x="857" y="141"/>
                  </a:cubicBezTo>
                  <a:cubicBezTo>
                    <a:pt x="857" y="143"/>
                    <a:pt x="853" y="142"/>
                    <a:pt x="854" y="141"/>
                  </a:cubicBezTo>
                  <a:cubicBezTo>
                    <a:pt x="854" y="139"/>
                    <a:pt x="850" y="140"/>
                    <a:pt x="845" y="138"/>
                  </a:cubicBezTo>
                  <a:cubicBezTo>
                    <a:pt x="839" y="137"/>
                    <a:pt x="839" y="133"/>
                    <a:pt x="838" y="133"/>
                  </a:cubicBezTo>
                  <a:cubicBezTo>
                    <a:pt x="836" y="133"/>
                    <a:pt x="836" y="138"/>
                    <a:pt x="834" y="137"/>
                  </a:cubicBezTo>
                  <a:cubicBezTo>
                    <a:pt x="831" y="136"/>
                    <a:pt x="828" y="138"/>
                    <a:pt x="830" y="141"/>
                  </a:cubicBezTo>
                  <a:cubicBezTo>
                    <a:pt x="831" y="144"/>
                    <a:pt x="830" y="145"/>
                    <a:pt x="830" y="147"/>
                  </a:cubicBezTo>
                  <a:cubicBezTo>
                    <a:pt x="829" y="150"/>
                    <a:pt x="828" y="149"/>
                    <a:pt x="825" y="148"/>
                  </a:cubicBezTo>
                  <a:cubicBezTo>
                    <a:pt x="822" y="147"/>
                    <a:pt x="822" y="150"/>
                    <a:pt x="815" y="149"/>
                  </a:cubicBezTo>
                  <a:cubicBezTo>
                    <a:pt x="808" y="147"/>
                    <a:pt x="805" y="149"/>
                    <a:pt x="804" y="147"/>
                  </a:cubicBezTo>
                  <a:cubicBezTo>
                    <a:pt x="803" y="144"/>
                    <a:pt x="801" y="144"/>
                    <a:pt x="801" y="146"/>
                  </a:cubicBezTo>
                  <a:cubicBezTo>
                    <a:pt x="801" y="148"/>
                    <a:pt x="790" y="147"/>
                    <a:pt x="790" y="144"/>
                  </a:cubicBezTo>
                  <a:cubicBezTo>
                    <a:pt x="789" y="142"/>
                    <a:pt x="791" y="141"/>
                    <a:pt x="793" y="141"/>
                  </a:cubicBezTo>
                  <a:cubicBezTo>
                    <a:pt x="794" y="140"/>
                    <a:pt x="791" y="139"/>
                    <a:pt x="786" y="139"/>
                  </a:cubicBezTo>
                  <a:cubicBezTo>
                    <a:pt x="780" y="140"/>
                    <a:pt x="776" y="136"/>
                    <a:pt x="771" y="137"/>
                  </a:cubicBezTo>
                  <a:cubicBezTo>
                    <a:pt x="765" y="138"/>
                    <a:pt x="752" y="139"/>
                    <a:pt x="751" y="140"/>
                  </a:cubicBezTo>
                  <a:cubicBezTo>
                    <a:pt x="749" y="140"/>
                    <a:pt x="752" y="144"/>
                    <a:pt x="749" y="144"/>
                  </a:cubicBezTo>
                  <a:cubicBezTo>
                    <a:pt x="747" y="144"/>
                    <a:pt x="749" y="139"/>
                    <a:pt x="748" y="136"/>
                  </a:cubicBezTo>
                  <a:cubicBezTo>
                    <a:pt x="748" y="133"/>
                    <a:pt x="744" y="133"/>
                    <a:pt x="744" y="135"/>
                  </a:cubicBezTo>
                  <a:cubicBezTo>
                    <a:pt x="745" y="137"/>
                    <a:pt x="738" y="138"/>
                    <a:pt x="736" y="136"/>
                  </a:cubicBezTo>
                  <a:cubicBezTo>
                    <a:pt x="734" y="135"/>
                    <a:pt x="731" y="133"/>
                    <a:pt x="727" y="131"/>
                  </a:cubicBezTo>
                  <a:cubicBezTo>
                    <a:pt x="722" y="130"/>
                    <a:pt x="716" y="135"/>
                    <a:pt x="717" y="137"/>
                  </a:cubicBezTo>
                  <a:cubicBezTo>
                    <a:pt x="719" y="138"/>
                    <a:pt x="722" y="137"/>
                    <a:pt x="722" y="138"/>
                  </a:cubicBezTo>
                  <a:cubicBezTo>
                    <a:pt x="723" y="140"/>
                    <a:pt x="713" y="139"/>
                    <a:pt x="713" y="141"/>
                  </a:cubicBezTo>
                  <a:cubicBezTo>
                    <a:pt x="713" y="142"/>
                    <a:pt x="703" y="145"/>
                    <a:pt x="700" y="145"/>
                  </a:cubicBezTo>
                  <a:cubicBezTo>
                    <a:pt x="692" y="146"/>
                    <a:pt x="691" y="146"/>
                    <a:pt x="687" y="149"/>
                  </a:cubicBezTo>
                  <a:cubicBezTo>
                    <a:pt x="683" y="152"/>
                    <a:pt x="686" y="146"/>
                    <a:pt x="689" y="144"/>
                  </a:cubicBezTo>
                  <a:cubicBezTo>
                    <a:pt x="692" y="141"/>
                    <a:pt x="695" y="142"/>
                    <a:pt x="697" y="140"/>
                  </a:cubicBezTo>
                  <a:cubicBezTo>
                    <a:pt x="698" y="137"/>
                    <a:pt x="701" y="138"/>
                    <a:pt x="705" y="137"/>
                  </a:cubicBezTo>
                  <a:cubicBezTo>
                    <a:pt x="710" y="136"/>
                    <a:pt x="710" y="134"/>
                    <a:pt x="712" y="133"/>
                  </a:cubicBezTo>
                  <a:cubicBezTo>
                    <a:pt x="714" y="132"/>
                    <a:pt x="719" y="130"/>
                    <a:pt x="720" y="128"/>
                  </a:cubicBezTo>
                  <a:cubicBezTo>
                    <a:pt x="721" y="125"/>
                    <a:pt x="732" y="122"/>
                    <a:pt x="734" y="122"/>
                  </a:cubicBezTo>
                  <a:cubicBezTo>
                    <a:pt x="736" y="122"/>
                    <a:pt x="737" y="118"/>
                    <a:pt x="738" y="118"/>
                  </a:cubicBezTo>
                  <a:cubicBezTo>
                    <a:pt x="739" y="118"/>
                    <a:pt x="745" y="115"/>
                    <a:pt x="747" y="114"/>
                  </a:cubicBezTo>
                  <a:cubicBezTo>
                    <a:pt x="750" y="113"/>
                    <a:pt x="751" y="111"/>
                    <a:pt x="751" y="109"/>
                  </a:cubicBezTo>
                  <a:cubicBezTo>
                    <a:pt x="751" y="107"/>
                    <a:pt x="748" y="108"/>
                    <a:pt x="748" y="106"/>
                  </a:cubicBezTo>
                  <a:cubicBezTo>
                    <a:pt x="747" y="105"/>
                    <a:pt x="749" y="106"/>
                    <a:pt x="752" y="105"/>
                  </a:cubicBezTo>
                  <a:cubicBezTo>
                    <a:pt x="754" y="104"/>
                    <a:pt x="752" y="101"/>
                    <a:pt x="750" y="101"/>
                  </a:cubicBezTo>
                  <a:cubicBezTo>
                    <a:pt x="748" y="102"/>
                    <a:pt x="751" y="99"/>
                    <a:pt x="749" y="97"/>
                  </a:cubicBezTo>
                  <a:cubicBezTo>
                    <a:pt x="747" y="95"/>
                    <a:pt x="744" y="99"/>
                    <a:pt x="744" y="96"/>
                  </a:cubicBezTo>
                  <a:cubicBezTo>
                    <a:pt x="744" y="94"/>
                    <a:pt x="743" y="91"/>
                    <a:pt x="742" y="90"/>
                  </a:cubicBezTo>
                  <a:cubicBezTo>
                    <a:pt x="741" y="88"/>
                    <a:pt x="738" y="92"/>
                    <a:pt x="735" y="90"/>
                  </a:cubicBezTo>
                  <a:cubicBezTo>
                    <a:pt x="732" y="88"/>
                    <a:pt x="723" y="86"/>
                    <a:pt x="723" y="87"/>
                  </a:cubicBezTo>
                  <a:cubicBezTo>
                    <a:pt x="723" y="88"/>
                    <a:pt x="719" y="86"/>
                    <a:pt x="718" y="87"/>
                  </a:cubicBezTo>
                  <a:cubicBezTo>
                    <a:pt x="717" y="88"/>
                    <a:pt x="711" y="88"/>
                    <a:pt x="708" y="87"/>
                  </a:cubicBezTo>
                  <a:cubicBezTo>
                    <a:pt x="706" y="86"/>
                    <a:pt x="703" y="88"/>
                    <a:pt x="703" y="90"/>
                  </a:cubicBezTo>
                  <a:cubicBezTo>
                    <a:pt x="703" y="92"/>
                    <a:pt x="695" y="91"/>
                    <a:pt x="693" y="91"/>
                  </a:cubicBezTo>
                  <a:cubicBezTo>
                    <a:pt x="692" y="91"/>
                    <a:pt x="699" y="84"/>
                    <a:pt x="699" y="83"/>
                  </a:cubicBezTo>
                  <a:cubicBezTo>
                    <a:pt x="699" y="82"/>
                    <a:pt x="686" y="84"/>
                    <a:pt x="686" y="82"/>
                  </a:cubicBezTo>
                  <a:cubicBezTo>
                    <a:pt x="685" y="81"/>
                    <a:pt x="679" y="81"/>
                    <a:pt x="676" y="81"/>
                  </a:cubicBezTo>
                  <a:cubicBezTo>
                    <a:pt x="674" y="81"/>
                    <a:pt x="676" y="80"/>
                    <a:pt x="679" y="80"/>
                  </a:cubicBezTo>
                  <a:cubicBezTo>
                    <a:pt x="681" y="80"/>
                    <a:pt x="683" y="78"/>
                    <a:pt x="686" y="77"/>
                  </a:cubicBezTo>
                  <a:cubicBezTo>
                    <a:pt x="689" y="77"/>
                    <a:pt x="688" y="76"/>
                    <a:pt x="687" y="74"/>
                  </a:cubicBezTo>
                  <a:cubicBezTo>
                    <a:pt x="686" y="72"/>
                    <a:pt x="683" y="73"/>
                    <a:pt x="680" y="72"/>
                  </a:cubicBezTo>
                  <a:cubicBezTo>
                    <a:pt x="678" y="72"/>
                    <a:pt x="674" y="70"/>
                    <a:pt x="672" y="70"/>
                  </a:cubicBezTo>
                  <a:cubicBezTo>
                    <a:pt x="669" y="70"/>
                    <a:pt x="667" y="72"/>
                    <a:pt x="661" y="73"/>
                  </a:cubicBezTo>
                  <a:cubicBezTo>
                    <a:pt x="656" y="74"/>
                    <a:pt x="655" y="78"/>
                    <a:pt x="652" y="79"/>
                  </a:cubicBezTo>
                  <a:cubicBezTo>
                    <a:pt x="649" y="81"/>
                    <a:pt x="644" y="86"/>
                    <a:pt x="647" y="86"/>
                  </a:cubicBezTo>
                  <a:cubicBezTo>
                    <a:pt x="649" y="87"/>
                    <a:pt x="648" y="88"/>
                    <a:pt x="648" y="90"/>
                  </a:cubicBezTo>
                  <a:cubicBezTo>
                    <a:pt x="649" y="91"/>
                    <a:pt x="647" y="92"/>
                    <a:pt x="644" y="91"/>
                  </a:cubicBezTo>
                  <a:cubicBezTo>
                    <a:pt x="641" y="91"/>
                    <a:pt x="632" y="91"/>
                    <a:pt x="632" y="93"/>
                  </a:cubicBezTo>
                  <a:cubicBezTo>
                    <a:pt x="632" y="95"/>
                    <a:pt x="637" y="96"/>
                    <a:pt x="637" y="97"/>
                  </a:cubicBezTo>
                  <a:cubicBezTo>
                    <a:pt x="637" y="98"/>
                    <a:pt x="633" y="97"/>
                    <a:pt x="631" y="96"/>
                  </a:cubicBezTo>
                  <a:cubicBezTo>
                    <a:pt x="629" y="95"/>
                    <a:pt x="625" y="95"/>
                    <a:pt x="624" y="97"/>
                  </a:cubicBezTo>
                  <a:cubicBezTo>
                    <a:pt x="623" y="99"/>
                    <a:pt x="620" y="99"/>
                    <a:pt x="619" y="98"/>
                  </a:cubicBezTo>
                  <a:cubicBezTo>
                    <a:pt x="618" y="98"/>
                    <a:pt x="615" y="99"/>
                    <a:pt x="613" y="99"/>
                  </a:cubicBezTo>
                  <a:cubicBezTo>
                    <a:pt x="612" y="98"/>
                    <a:pt x="617" y="95"/>
                    <a:pt x="616" y="94"/>
                  </a:cubicBezTo>
                  <a:cubicBezTo>
                    <a:pt x="614" y="93"/>
                    <a:pt x="609" y="94"/>
                    <a:pt x="608" y="96"/>
                  </a:cubicBezTo>
                  <a:cubicBezTo>
                    <a:pt x="607" y="98"/>
                    <a:pt x="604" y="95"/>
                    <a:pt x="603" y="95"/>
                  </a:cubicBezTo>
                  <a:cubicBezTo>
                    <a:pt x="601" y="96"/>
                    <a:pt x="600" y="97"/>
                    <a:pt x="597" y="98"/>
                  </a:cubicBezTo>
                  <a:cubicBezTo>
                    <a:pt x="595" y="99"/>
                    <a:pt x="591" y="97"/>
                    <a:pt x="590" y="99"/>
                  </a:cubicBezTo>
                  <a:cubicBezTo>
                    <a:pt x="589" y="101"/>
                    <a:pt x="594" y="101"/>
                    <a:pt x="595" y="102"/>
                  </a:cubicBezTo>
                  <a:cubicBezTo>
                    <a:pt x="595" y="103"/>
                    <a:pt x="582" y="103"/>
                    <a:pt x="581" y="104"/>
                  </a:cubicBezTo>
                  <a:cubicBezTo>
                    <a:pt x="581" y="105"/>
                    <a:pt x="576" y="105"/>
                    <a:pt x="571" y="105"/>
                  </a:cubicBezTo>
                  <a:cubicBezTo>
                    <a:pt x="566" y="106"/>
                    <a:pt x="568" y="108"/>
                    <a:pt x="564" y="109"/>
                  </a:cubicBezTo>
                  <a:cubicBezTo>
                    <a:pt x="559" y="110"/>
                    <a:pt x="557" y="110"/>
                    <a:pt x="556" y="112"/>
                  </a:cubicBezTo>
                  <a:cubicBezTo>
                    <a:pt x="555" y="114"/>
                    <a:pt x="551" y="115"/>
                    <a:pt x="550" y="113"/>
                  </a:cubicBezTo>
                  <a:cubicBezTo>
                    <a:pt x="548" y="111"/>
                    <a:pt x="544" y="114"/>
                    <a:pt x="547" y="114"/>
                  </a:cubicBezTo>
                  <a:cubicBezTo>
                    <a:pt x="549" y="114"/>
                    <a:pt x="547" y="116"/>
                    <a:pt x="545" y="116"/>
                  </a:cubicBezTo>
                  <a:cubicBezTo>
                    <a:pt x="544" y="115"/>
                    <a:pt x="540" y="118"/>
                    <a:pt x="542" y="118"/>
                  </a:cubicBezTo>
                  <a:cubicBezTo>
                    <a:pt x="545" y="118"/>
                    <a:pt x="546" y="119"/>
                    <a:pt x="545" y="121"/>
                  </a:cubicBezTo>
                  <a:cubicBezTo>
                    <a:pt x="544" y="122"/>
                    <a:pt x="539" y="119"/>
                    <a:pt x="538" y="120"/>
                  </a:cubicBezTo>
                  <a:cubicBezTo>
                    <a:pt x="537" y="122"/>
                    <a:pt x="540" y="123"/>
                    <a:pt x="542" y="123"/>
                  </a:cubicBezTo>
                  <a:cubicBezTo>
                    <a:pt x="544" y="123"/>
                    <a:pt x="545" y="124"/>
                    <a:pt x="546" y="126"/>
                  </a:cubicBezTo>
                  <a:cubicBezTo>
                    <a:pt x="546" y="127"/>
                    <a:pt x="541" y="125"/>
                    <a:pt x="540" y="126"/>
                  </a:cubicBezTo>
                  <a:cubicBezTo>
                    <a:pt x="539" y="127"/>
                    <a:pt x="540" y="128"/>
                    <a:pt x="543" y="128"/>
                  </a:cubicBezTo>
                  <a:cubicBezTo>
                    <a:pt x="545" y="128"/>
                    <a:pt x="543" y="129"/>
                    <a:pt x="545" y="131"/>
                  </a:cubicBezTo>
                  <a:cubicBezTo>
                    <a:pt x="545" y="131"/>
                    <a:pt x="546" y="131"/>
                    <a:pt x="546" y="131"/>
                  </a:cubicBezTo>
                  <a:cubicBezTo>
                    <a:pt x="547" y="133"/>
                    <a:pt x="545" y="133"/>
                    <a:pt x="545" y="135"/>
                  </a:cubicBezTo>
                  <a:cubicBezTo>
                    <a:pt x="545" y="136"/>
                    <a:pt x="543" y="137"/>
                    <a:pt x="543" y="135"/>
                  </a:cubicBezTo>
                  <a:cubicBezTo>
                    <a:pt x="543" y="134"/>
                    <a:pt x="536" y="134"/>
                    <a:pt x="535" y="135"/>
                  </a:cubicBezTo>
                  <a:cubicBezTo>
                    <a:pt x="534" y="137"/>
                    <a:pt x="533" y="138"/>
                    <a:pt x="531" y="136"/>
                  </a:cubicBezTo>
                  <a:cubicBezTo>
                    <a:pt x="530" y="135"/>
                    <a:pt x="525" y="137"/>
                    <a:pt x="519" y="137"/>
                  </a:cubicBezTo>
                  <a:cubicBezTo>
                    <a:pt x="513" y="137"/>
                    <a:pt x="501" y="138"/>
                    <a:pt x="498" y="139"/>
                  </a:cubicBezTo>
                  <a:cubicBezTo>
                    <a:pt x="496" y="140"/>
                    <a:pt x="493" y="144"/>
                    <a:pt x="496" y="147"/>
                  </a:cubicBezTo>
                  <a:cubicBezTo>
                    <a:pt x="498" y="150"/>
                    <a:pt x="496" y="151"/>
                    <a:pt x="496" y="152"/>
                  </a:cubicBezTo>
                  <a:cubicBezTo>
                    <a:pt x="496" y="154"/>
                    <a:pt x="503" y="158"/>
                    <a:pt x="507" y="158"/>
                  </a:cubicBezTo>
                  <a:cubicBezTo>
                    <a:pt x="511" y="159"/>
                    <a:pt x="514" y="163"/>
                    <a:pt x="511" y="166"/>
                  </a:cubicBezTo>
                  <a:cubicBezTo>
                    <a:pt x="509" y="169"/>
                    <a:pt x="502" y="165"/>
                    <a:pt x="498" y="162"/>
                  </a:cubicBezTo>
                  <a:cubicBezTo>
                    <a:pt x="493" y="158"/>
                    <a:pt x="483" y="157"/>
                    <a:pt x="479" y="157"/>
                  </a:cubicBezTo>
                  <a:cubicBezTo>
                    <a:pt x="476" y="157"/>
                    <a:pt x="478" y="154"/>
                    <a:pt x="474" y="154"/>
                  </a:cubicBezTo>
                  <a:cubicBezTo>
                    <a:pt x="469" y="154"/>
                    <a:pt x="465" y="158"/>
                    <a:pt x="468" y="158"/>
                  </a:cubicBezTo>
                  <a:cubicBezTo>
                    <a:pt x="471" y="158"/>
                    <a:pt x="473" y="158"/>
                    <a:pt x="472" y="159"/>
                  </a:cubicBezTo>
                  <a:cubicBezTo>
                    <a:pt x="470" y="161"/>
                    <a:pt x="473" y="160"/>
                    <a:pt x="476" y="162"/>
                  </a:cubicBezTo>
                  <a:cubicBezTo>
                    <a:pt x="480" y="163"/>
                    <a:pt x="473" y="166"/>
                    <a:pt x="469" y="163"/>
                  </a:cubicBezTo>
                  <a:cubicBezTo>
                    <a:pt x="466" y="161"/>
                    <a:pt x="462" y="163"/>
                    <a:pt x="461" y="165"/>
                  </a:cubicBezTo>
                  <a:cubicBezTo>
                    <a:pt x="460" y="167"/>
                    <a:pt x="465" y="172"/>
                    <a:pt x="471" y="173"/>
                  </a:cubicBezTo>
                  <a:cubicBezTo>
                    <a:pt x="478" y="174"/>
                    <a:pt x="476" y="176"/>
                    <a:pt x="479" y="177"/>
                  </a:cubicBezTo>
                  <a:cubicBezTo>
                    <a:pt x="482" y="178"/>
                    <a:pt x="480" y="179"/>
                    <a:pt x="478" y="180"/>
                  </a:cubicBezTo>
                  <a:cubicBezTo>
                    <a:pt x="476" y="180"/>
                    <a:pt x="471" y="177"/>
                    <a:pt x="468" y="175"/>
                  </a:cubicBezTo>
                  <a:cubicBezTo>
                    <a:pt x="465" y="173"/>
                    <a:pt x="456" y="176"/>
                    <a:pt x="455" y="174"/>
                  </a:cubicBezTo>
                  <a:cubicBezTo>
                    <a:pt x="453" y="172"/>
                    <a:pt x="456" y="170"/>
                    <a:pt x="454" y="168"/>
                  </a:cubicBezTo>
                  <a:cubicBezTo>
                    <a:pt x="452" y="167"/>
                    <a:pt x="454" y="164"/>
                    <a:pt x="456" y="160"/>
                  </a:cubicBezTo>
                  <a:cubicBezTo>
                    <a:pt x="458" y="157"/>
                    <a:pt x="456" y="151"/>
                    <a:pt x="453" y="150"/>
                  </a:cubicBezTo>
                  <a:cubicBezTo>
                    <a:pt x="450" y="150"/>
                    <a:pt x="450" y="153"/>
                    <a:pt x="450" y="154"/>
                  </a:cubicBezTo>
                  <a:cubicBezTo>
                    <a:pt x="451" y="155"/>
                    <a:pt x="451" y="159"/>
                    <a:pt x="448" y="162"/>
                  </a:cubicBezTo>
                  <a:cubicBezTo>
                    <a:pt x="446" y="165"/>
                    <a:pt x="439" y="165"/>
                    <a:pt x="439" y="167"/>
                  </a:cubicBezTo>
                  <a:cubicBezTo>
                    <a:pt x="439" y="169"/>
                    <a:pt x="434" y="171"/>
                    <a:pt x="436" y="172"/>
                  </a:cubicBezTo>
                  <a:cubicBezTo>
                    <a:pt x="437" y="174"/>
                    <a:pt x="444" y="181"/>
                    <a:pt x="445" y="183"/>
                  </a:cubicBezTo>
                  <a:cubicBezTo>
                    <a:pt x="446" y="185"/>
                    <a:pt x="439" y="193"/>
                    <a:pt x="440" y="197"/>
                  </a:cubicBezTo>
                  <a:cubicBezTo>
                    <a:pt x="441" y="201"/>
                    <a:pt x="439" y="203"/>
                    <a:pt x="440" y="205"/>
                  </a:cubicBezTo>
                  <a:cubicBezTo>
                    <a:pt x="442" y="207"/>
                    <a:pt x="445" y="205"/>
                    <a:pt x="447" y="206"/>
                  </a:cubicBezTo>
                  <a:cubicBezTo>
                    <a:pt x="448" y="207"/>
                    <a:pt x="452" y="205"/>
                    <a:pt x="456" y="204"/>
                  </a:cubicBezTo>
                  <a:cubicBezTo>
                    <a:pt x="460" y="203"/>
                    <a:pt x="468" y="208"/>
                    <a:pt x="471" y="209"/>
                  </a:cubicBezTo>
                  <a:cubicBezTo>
                    <a:pt x="474" y="211"/>
                    <a:pt x="473" y="213"/>
                    <a:pt x="474" y="215"/>
                  </a:cubicBezTo>
                  <a:cubicBezTo>
                    <a:pt x="476" y="218"/>
                    <a:pt x="471" y="218"/>
                    <a:pt x="471" y="221"/>
                  </a:cubicBezTo>
                  <a:cubicBezTo>
                    <a:pt x="471" y="225"/>
                    <a:pt x="480" y="226"/>
                    <a:pt x="480" y="227"/>
                  </a:cubicBezTo>
                  <a:cubicBezTo>
                    <a:pt x="480" y="228"/>
                    <a:pt x="474" y="228"/>
                    <a:pt x="471" y="227"/>
                  </a:cubicBezTo>
                  <a:cubicBezTo>
                    <a:pt x="468" y="226"/>
                    <a:pt x="468" y="222"/>
                    <a:pt x="467" y="222"/>
                  </a:cubicBezTo>
                  <a:cubicBezTo>
                    <a:pt x="466" y="221"/>
                    <a:pt x="469" y="218"/>
                    <a:pt x="469" y="216"/>
                  </a:cubicBezTo>
                  <a:cubicBezTo>
                    <a:pt x="469" y="213"/>
                    <a:pt x="466" y="212"/>
                    <a:pt x="465" y="211"/>
                  </a:cubicBezTo>
                  <a:cubicBezTo>
                    <a:pt x="464" y="209"/>
                    <a:pt x="462" y="207"/>
                    <a:pt x="460" y="207"/>
                  </a:cubicBezTo>
                  <a:cubicBezTo>
                    <a:pt x="458" y="208"/>
                    <a:pt x="450" y="208"/>
                    <a:pt x="448" y="211"/>
                  </a:cubicBezTo>
                  <a:cubicBezTo>
                    <a:pt x="445" y="213"/>
                    <a:pt x="448" y="219"/>
                    <a:pt x="449" y="222"/>
                  </a:cubicBezTo>
                  <a:cubicBezTo>
                    <a:pt x="451" y="225"/>
                    <a:pt x="442" y="229"/>
                    <a:pt x="443" y="231"/>
                  </a:cubicBezTo>
                  <a:cubicBezTo>
                    <a:pt x="443" y="234"/>
                    <a:pt x="440" y="235"/>
                    <a:pt x="437" y="237"/>
                  </a:cubicBezTo>
                  <a:cubicBezTo>
                    <a:pt x="433" y="239"/>
                    <a:pt x="429" y="240"/>
                    <a:pt x="429" y="243"/>
                  </a:cubicBezTo>
                  <a:cubicBezTo>
                    <a:pt x="429" y="246"/>
                    <a:pt x="425" y="245"/>
                    <a:pt x="422" y="243"/>
                  </a:cubicBezTo>
                  <a:cubicBezTo>
                    <a:pt x="420" y="242"/>
                    <a:pt x="416" y="244"/>
                    <a:pt x="413" y="244"/>
                  </a:cubicBezTo>
                  <a:cubicBezTo>
                    <a:pt x="409" y="244"/>
                    <a:pt x="409" y="241"/>
                    <a:pt x="406" y="242"/>
                  </a:cubicBezTo>
                  <a:cubicBezTo>
                    <a:pt x="403" y="243"/>
                    <a:pt x="402" y="240"/>
                    <a:pt x="402" y="238"/>
                  </a:cubicBezTo>
                  <a:cubicBezTo>
                    <a:pt x="403" y="236"/>
                    <a:pt x="406" y="238"/>
                    <a:pt x="407" y="239"/>
                  </a:cubicBezTo>
                  <a:cubicBezTo>
                    <a:pt x="407" y="241"/>
                    <a:pt x="409" y="240"/>
                    <a:pt x="411" y="239"/>
                  </a:cubicBezTo>
                  <a:cubicBezTo>
                    <a:pt x="414" y="238"/>
                    <a:pt x="413" y="241"/>
                    <a:pt x="416" y="241"/>
                  </a:cubicBezTo>
                  <a:cubicBezTo>
                    <a:pt x="419" y="241"/>
                    <a:pt x="418" y="239"/>
                    <a:pt x="420" y="239"/>
                  </a:cubicBezTo>
                  <a:cubicBezTo>
                    <a:pt x="423" y="240"/>
                    <a:pt x="423" y="239"/>
                    <a:pt x="422" y="237"/>
                  </a:cubicBezTo>
                  <a:cubicBezTo>
                    <a:pt x="421" y="236"/>
                    <a:pt x="424" y="235"/>
                    <a:pt x="426" y="234"/>
                  </a:cubicBezTo>
                  <a:cubicBezTo>
                    <a:pt x="427" y="234"/>
                    <a:pt x="427" y="231"/>
                    <a:pt x="428" y="230"/>
                  </a:cubicBezTo>
                  <a:cubicBezTo>
                    <a:pt x="430" y="229"/>
                    <a:pt x="429" y="228"/>
                    <a:pt x="430" y="228"/>
                  </a:cubicBezTo>
                  <a:cubicBezTo>
                    <a:pt x="432" y="227"/>
                    <a:pt x="433" y="225"/>
                    <a:pt x="434" y="225"/>
                  </a:cubicBezTo>
                  <a:cubicBezTo>
                    <a:pt x="436" y="225"/>
                    <a:pt x="437" y="222"/>
                    <a:pt x="436" y="221"/>
                  </a:cubicBezTo>
                  <a:cubicBezTo>
                    <a:pt x="435" y="220"/>
                    <a:pt x="436" y="216"/>
                    <a:pt x="438" y="216"/>
                  </a:cubicBezTo>
                  <a:cubicBezTo>
                    <a:pt x="439" y="215"/>
                    <a:pt x="439" y="214"/>
                    <a:pt x="438" y="213"/>
                  </a:cubicBezTo>
                  <a:cubicBezTo>
                    <a:pt x="437" y="212"/>
                    <a:pt x="431" y="208"/>
                    <a:pt x="432" y="206"/>
                  </a:cubicBezTo>
                  <a:cubicBezTo>
                    <a:pt x="432" y="204"/>
                    <a:pt x="431" y="199"/>
                    <a:pt x="431" y="198"/>
                  </a:cubicBezTo>
                  <a:cubicBezTo>
                    <a:pt x="432" y="196"/>
                    <a:pt x="432" y="192"/>
                    <a:pt x="431" y="190"/>
                  </a:cubicBezTo>
                  <a:cubicBezTo>
                    <a:pt x="431" y="188"/>
                    <a:pt x="433" y="186"/>
                    <a:pt x="433" y="182"/>
                  </a:cubicBezTo>
                  <a:cubicBezTo>
                    <a:pt x="434" y="178"/>
                    <a:pt x="429" y="174"/>
                    <a:pt x="427" y="172"/>
                  </a:cubicBezTo>
                  <a:cubicBezTo>
                    <a:pt x="424" y="171"/>
                    <a:pt x="426" y="169"/>
                    <a:pt x="429" y="166"/>
                  </a:cubicBezTo>
                  <a:cubicBezTo>
                    <a:pt x="433" y="164"/>
                    <a:pt x="433" y="155"/>
                    <a:pt x="433" y="153"/>
                  </a:cubicBezTo>
                  <a:cubicBezTo>
                    <a:pt x="433" y="151"/>
                    <a:pt x="426" y="149"/>
                    <a:pt x="423" y="149"/>
                  </a:cubicBezTo>
                  <a:cubicBezTo>
                    <a:pt x="420" y="150"/>
                    <a:pt x="410" y="149"/>
                    <a:pt x="408" y="149"/>
                  </a:cubicBezTo>
                  <a:cubicBezTo>
                    <a:pt x="405" y="148"/>
                    <a:pt x="404" y="151"/>
                    <a:pt x="403" y="153"/>
                  </a:cubicBezTo>
                  <a:cubicBezTo>
                    <a:pt x="402" y="156"/>
                    <a:pt x="399" y="159"/>
                    <a:pt x="398" y="165"/>
                  </a:cubicBezTo>
                  <a:cubicBezTo>
                    <a:pt x="396" y="170"/>
                    <a:pt x="390" y="172"/>
                    <a:pt x="387" y="173"/>
                  </a:cubicBezTo>
                  <a:cubicBezTo>
                    <a:pt x="384" y="174"/>
                    <a:pt x="382" y="178"/>
                    <a:pt x="384" y="180"/>
                  </a:cubicBezTo>
                  <a:cubicBezTo>
                    <a:pt x="385" y="182"/>
                    <a:pt x="387" y="180"/>
                    <a:pt x="388" y="181"/>
                  </a:cubicBezTo>
                  <a:cubicBezTo>
                    <a:pt x="389" y="182"/>
                    <a:pt x="388" y="187"/>
                    <a:pt x="387" y="187"/>
                  </a:cubicBezTo>
                  <a:cubicBezTo>
                    <a:pt x="386" y="188"/>
                    <a:pt x="389" y="190"/>
                    <a:pt x="387" y="191"/>
                  </a:cubicBezTo>
                  <a:cubicBezTo>
                    <a:pt x="385" y="192"/>
                    <a:pt x="383" y="195"/>
                    <a:pt x="384" y="197"/>
                  </a:cubicBezTo>
                  <a:cubicBezTo>
                    <a:pt x="385" y="198"/>
                    <a:pt x="391" y="199"/>
                    <a:pt x="393" y="200"/>
                  </a:cubicBezTo>
                  <a:cubicBezTo>
                    <a:pt x="396" y="202"/>
                    <a:pt x="395" y="204"/>
                    <a:pt x="397" y="207"/>
                  </a:cubicBezTo>
                  <a:cubicBezTo>
                    <a:pt x="399" y="209"/>
                    <a:pt x="401" y="208"/>
                    <a:pt x="402" y="209"/>
                  </a:cubicBezTo>
                  <a:cubicBezTo>
                    <a:pt x="403" y="211"/>
                    <a:pt x="398" y="217"/>
                    <a:pt x="397" y="217"/>
                  </a:cubicBezTo>
                  <a:cubicBezTo>
                    <a:pt x="395" y="217"/>
                    <a:pt x="389" y="211"/>
                    <a:pt x="387" y="209"/>
                  </a:cubicBezTo>
                  <a:cubicBezTo>
                    <a:pt x="385" y="208"/>
                    <a:pt x="378" y="206"/>
                    <a:pt x="374" y="204"/>
                  </a:cubicBezTo>
                  <a:cubicBezTo>
                    <a:pt x="370" y="202"/>
                    <a:pt x="367" y="202"/>
                    <a:pt x="363" y="199"/>
                  </a:cubicBezTo>
                  <a:cubicBezTo>
                    <a:pt x="359" y="197"/>
                    <a:pt x="356" y="195"/>
                    <a:pt x="349" y="196"/>
                  </a:cubicBezTo>
                  <a:cubicBezTo>
                    <a:pt x="341" y="196"/>
                    <a:pt x="336" y="194"/>
                    <a:pt x="334" y="194"/>
                  </a:cubicBezTo>
                  <a:cubicBezTo>
                    <a:pt x="331" y="195"/>
                    <a:pt x="332" y="192"/>
                    <a:pt x="328" y="190"/>
                  </a:cubicBezTo>
                  <a:cubicBezTo>
                    <a:pt x="324" y="188"/>
                    <a:pt x="321" y="185"/>
                    <a:pt x="318" y="187"/>
                  </a:cubicBezTo>
                  <a:cubicBezTo>
                    <a:pt x="316" y="188"/>
                    <a:pt x="317" y="193"/>
                    <a:pt x="321" y="193"/>
                  </a:cubicBezTo>
                  <a:cubicBezTo>
                    <a:pt x="324" y="194"/>
                    <a:pt x="322" y="196"/>
                    <a:pt x="326" y="196"/>
                  </a:cubicBezTo>
                  <a:cubicBezTo>
                    <a:pt x="330" y="195"/>
                    <a:pt x="332" y="197"/>
                    <a:pt x="332" y="199"/>
                  </a:cubicBezTo>
                  <a:cubicBezTo>
                    <a:pt x="331" y="202"/>
                    <a:pt x="333" y="204"/>
                    <a:pt x="335" y="206"/>
                  </a:cubicBezTo>
                  <a:cubicBezTo>
                    <a:pt x="337" y="208"/>
                    <a:pt x="336" y="210"/>
                    <a:pt x="333" y="210"/>
                  </a:cubicBezTo>
                  <a:cubicBezTo>
                    <a:pt x="330" y="210"/>
                    <a:pt x="326" y="211"/>
                    <a:pt x="327" y="213"/>
                  </a:cubicBezTo>
                  <a:cubicBezTo>
                    <a:pt x="329" y="215"/>
                    <a:pt x="326" y="216"/>
                    <a:pt x="323" y="215"/>
                  </a:cubicBezTo>
                  <a:cubicBezTo>
                    <a:pt x="320" y="214"/>
                    <a:pt x="322" y="211"/>
                    <a:pt x="323" y="210"/>
                  </a:cubicBezTo>
                  <a:cubicBezTo>
                    <a:pt x="324" y="209"/>
                    <a:pt x="320" y="207"/>
                    <a:pt x="318" y="206"/>
                  </a:cubicBezTo>
                  <a:cubicBezTo>
                    <a:pt x="316" y="206"/>
                    <a:pt x="308" y="212"/>
                    <a:pt x="306" y="213"/>
                  </a:cubicBezTo>
                  <a:cubicBezTo>
                    <a:pt x="304" y="213"/>
                    <a:pt x="298" y="211"/>
                    <a:pt x="292" y="213"/>
                  </a:cubicBezTo>
                  <a:cubicBezTo>
                    <a:pt x="287" y="214"/>
                    <a:pt x="287" y="218"/>
                    <a:pt x="285" y="218"/>
                  </a:cubicBezTo>
                  <a:cubicBezTo>
                    <a:pt x="283" y="218"/>
                    <a:pt x="276" y="219"/>
                    <a:pt x="274" y="217"/>
                  </a:cubicBezTo>
                  <a:cubicBezTo>
                    <a:pt x="272" y="216"/>
                    <a:pt x="274" y="215"/>
                    <a:pt x="276" y="215"/>
                  </a:cubicBezTo>
                  <a:cubicBezTo>
                    <a:pt x="279" y="215"/>
                    <a:pt x="279" y="214"/>
                    <a:pt x="278" y="213"/>
                  </a:cubicBezTo>
                  <a:cubicBezTo>
                    <a:pt x="277" y="211"/>
                    <a:pt x="280" y="208"/>
                    <a:pt x="280" y="207"/>
                  </a:cubicBezTo>
                  <a:cubicBezTo>
                    <a:pt x="280" y="206"/>
                    <a:pt x="270" y="209"/>
                    <a:pt x="269" y="210"/>
                  </a:cubicBezTo>
                  <a:cubicBezTo>
                    <a:pt x="267" y="212"/>
                    <a:pt x="269" y="214"/>
                    <a:pt x="267" y="215"/>
                  </a:cubicBezTo>
                  <a:cubicBezTo>
                    <a:pt x="266" y="216"/>
                    <a:pt x="266" y="213"/>
                    <a:pt x="264" y="213"/>
                  </a:cubicBezTo>
                  <a:cubicBezTo>
                    <a:pt x="262" y="212"/>
                    <a:pt x="248" y="215"/>
                    <a:pt x="245" y="218"/>
                  </a:cubicBezTo>
                  <a:cubicBezTo>
                    <a:pt x="243" y="221"/>
                    <a:pt x="238" y="221"/>
                    <a:pt x="238" y="223"/>
                  </a:cubicBezTo>
                  <a:cubicBezTo>
                    <a:pt x="238" y="225"/>
                    <a:pt x="231" y="225"/>
                    <a:pt x="229" y="226"/>
                  </a:cubicBezTo>
                  <a:cubicBezTo>
                    <a:pt x="226" y="227"/>
                    <a:pt x="228" y="232"/>
                    <a:pt x="227" y="234"/>
                  </a:cubicBezTo>
                  <a:cubicBezTo>
                    <a:pt x="226" y="237"/>
                    <a:pt x="216" y="236"/>
                    <a:pt x="213" y="236"/>
                  </a:cubicBezTo>
                  <a:cubicBezTo>
                    <a:pt x="210" y="236"/>
                    <a:pt x="209" y="230"/>
                    <a:pt x="207" y="230"/>
                  </a:cubicBezTo>
                  <a:cubicBezTo>
                    <a:pt x="204" y="230"/>
                    <a:pt x="206" y="226"/>
                    <a:pt x="207" y="225"/>
                  </a:cubicBezTo>
                  <a:cubicBezTo>
                    <a:pt x="207" y="223"/>
                    <a:pt x="209" y="225"/>
                    <a:pt x="212" y="223"/>
                  </a:cubicBezTo>
                  <a:cubicBezTo>
                    <a:pt x="215" y="221"/>
                    <a:pt x="218" y="224"/>
                    <a:pt x="219" y="222"/>
                  </a:cubicBezTo>
                  <a:cubicBezTo>
                    <a:pt x="221" y="221"/>
                    <a:pt x="215" y="218"/>
                    <a:pt x="214" y="215"/>
                  </a:cubicBezTo>
                  <a:cubicBezTo>
                    <a:pt x="214" y="212"/>
                    <a:pt x="208" y="211"/>
                    <a:pt x="204" y="212"/>
                  </a:cubicBezTo>
                  <a:cubicBezTo>
                    <a:pt x="201" y="213"/>
                    <a:pt x="197" y="212"/>
                    <a:pt x="194" y="211"/>
                  </a:cubicBezTo>
                  <a:cubicBezTo>
                    <a:pt x="192" y="209"/>
                    <a:pt x="192" y="213"/>
                    <a:pt x="196" y="214"/>
                  </a:cubicBezTo>
                  <a:cubicBezTo>
                    <a:pt x="199" y="215"/>
                    <a:pt x="197" y="218"/>
                    <a:pt x="198" y="219"/>
                  </a:cubicBezTo>
                  <a:cubicBezTo>
                    <a:pt x="199" y="221"/>
                    <a:pt x="197" y="225"/>
                    <a:pt x="195" y="228"/>
                  </a:cubicBezTo>
                  <a:cubicBezTo>
                    <a:pt x="193" y="231"/>
                    <a:pt x="194" y="231"/>
                    <a:pt x="198" y="231"/>
                  </a:cubicBezTo>
                  <a:cubicBezTo>
                    <a:pt x="201" y="231"/>
                    <a:pt x="201" y="235"/>
                    <a:pt x="201" y="238"/>
                  </a:cubicBezTo>
                  <a:cubicBezTo>
                    <a:pt x="201" y="241"/>
                    <a:pt x="198" y="242"/>
                    <a:pt x="198" y="244"/>
                  </a:cubicBezTo>
                  <a:cubicBezTo>
                    <a:pt x="198" y="247"/>
                    <a:pt x="195" y="243"/>
                    <a:pt x="195" y="244"/>
                  </a:cubicBezTo>
                  <a:cubicBezTo>
                    <a:pt x="194" y="245"/>
                    <a:pt x="193" y="244"/>
                    <a:pt x="192" y="242"/>
                  </a:cubicBezTo>
                  <a:cubicBezTo>
                    <a:pt x="192" y="240"/>
                    <a:pt x="187" y="241"/>
                    <a:pt x="184" y="240"/>
                  </a:cubicBezTo>
                  <a:cubicBezTo>
                    <a:pt x="181" y="240"/>
                    <a:pt x="180" y="241"/>
                    <a:pt x="179" y="243"/>
                  </a:cubicBezTo>
                  <a:cubicBezTo>
                    <a:pt x="178" y="245"/>
                    <a:pt x="174" y="246"/>
                    <a:pt x="172" y="246"/>
                  </a:cubicBezTo>
                  <a:cubicBezTo>
                    <a:pt x="170" y="246"/>
                    <a:pt x="166" y="250"/>
                    <a:pt x="164" y="252"/>
                  </a:cubicBezTo>
                  <a:cubicBezTo>
                    <a:pt x="162" y="253"/>
                    <a:pt x="162" y="256"/>
                    <a:pt x="165" y="259"/>
                  </a:cubicBezTo>
                  <a:cubicBezTo>
                    <a:pt x="168" y="261"/>
                    <a:pt x="168" y="263"/>
                    <a:pt x="168" y="265"/>
                  </a:cubicBezTo>
                  <a:cubicBezTo>
                    <a:pt x="168" y="266"/>
                    <a:pt x="160" y="266"/>
                    <a:pt x="158" y="264"/>
                  </a:cubicBezTo>
                  <a:cubicBezTo>
                    <a:pt x="157" y="263"/>
                    <a:pt x="152" y="262"/>
                    <a:pt x="150" y="262"/>
                  </a:cubicBezTo>
                  <a:cubicBezTo>
                    <a:pt x="148" y="263"/>
                    <a:pt x="143" y="257"/>
                    <a:pt x="141" y="257"/>
                  </a:cubicBezTo>
                  <a:cubicBezTo>
                    <a:pt x="138" y="257"/>
                    <a:pt x="137" y="260"/>
                    <a:pt x="136" y="261"/>
                  </a:cubicBezTo>
                  <a:cubicBezTo>
                    <a:pt x="135" y="263"/>
                    <a:pt x="137" y="263"/>
                    <a:pt x="138" y="266"/>
                  </a:cubicBezTo>
                  <a:cubicBezTo>
                    <a:pt x="140" y="269"/>
                    <a:pt x="144" y="269"/>
                    <a:pt x="146" y="269"/>
                  </a:cubicBezTo>
                  <a:cubicBezTo>
                    <a:pt x="148" y="269"/>
                    <a:pt x="148" y="272"/>
                    <a:pt x="147" y="274"/>
                  </a:cubicBezTo>
                  <a:cubicBezTo>
                    <a:pt x="146" y="275"/>
                    <a:pt x="142" y="276"/>
                    <a:pt x="141" y="275"/>
                  </a:cubicBezTo>
                  <a:cubicBezTo>
                    <a:pt x="140" y="273"/>
                    <a:pt x="135" y="275"/>
                    <a:pt x="135" y="273"/>
                  </a:cubicBezTo>
                  <a:cubicBezTo>
                    <a:pt x="134" y="271"/>
                    <a:pt x="131" y="268"/>
                    <a:pt x="127" y="269"/>
                  </a:cubicBezTo>
                  <a:cubicBezTo>
                    <a:pt x="123" y="269"/>
                    <a:pt x="123" y="267"/>
                    <a:pt x="123" y="264"/>
                  </a:cubicBezTo>
                  <a:cubicBezTo>
                    <a:pt x="123" y="261"/>
                    <a:pt x="121" y="259"/>
                    <a:pt x="121" y="258"/>
                  </a:cubicBezTo>
                  <a:cubicBezTo>
                    <a:pt x="121" y="257"/>
                    <a:pt x="119" y="254"/>
                    <a:pt x="121" y="253"/>
                  </a:cubicBezTo>
                  <a:cubicBezTo>
                    <a:pt x="123" y="252"/>
                    <a:pt x="122" y="250"/>
                    <a:pt x="122" y="248"/>
                  </a:cubicBezTo>
                  <a:cubicBezTo>
                    <a:pt x="122" y="246"/>
                    <a:pt x="119" y="243"/>
                    <a:pt x="116" y="243"/>
                  </a:cubicBezTo>
                  <a:cubicBezTo>
                    <a:pt x="113" y="243"/>
                    <a:pt x="113" y="240"/>
                    <a:pt x="111" y="240"/>
                  </a:cubicBezTo>
                  <a:cubicBezTo>
                    <a:pt x="108" y="239"/>
                    <a:pt x="103" y="235"/>
                    <a:pt x="103" y="233"/>
                  </a:cubicBezTo>
                  <a:cubicBezTo>
                    <a:pt x="103" y="231"/>
                    <a:pt x="99" y="231"/>
                    <a:pt x="100" y="230"/>
                  </a:cubicBezTo>
                  <a:cubicBezTo>
                    <a:pt x="101" y="230"/>
                    <a:pt x="104" y="231"/>
                    <a:pt x="107" y="233"/>
                  </a:cubicBezTo>
                  <a:cubicBezTo>
                    <a:pt x="109" y="235"/>
                    <a:pt x="112" y="237"/>
                    <a:pt x="118" y="238"/>
                  </a:cubicBezTo>
                  <a:cubicBezTo>
                    <a:pt x="123" y="238"/>
                    <a:pt x="126" y="241"/>
                    <a:pt x="132" y="242"/>
                  </a:cubicBezTo>
                  <a:cubicBezTo>
                    <a:pt x="138" y="243"/>
                    <a:pt x="142" y="244"/>
                    <a:pt x="151" y="245"/>
                  </a:cubicBezTo>
                  <a:cubicBezTo>
                    <a:pt x="160" y="246"/>
                    <a:pt x="171" y="237"/>
                    <a:pt x="174" y="235"/>
                  </a:cubicBezTo>
                  <a:cubicBezTo>
                    <a:pt x="176" y="232"/>
                    <a:pt x="173" y="227"/>
                    <a:pt x="173" y="225"/>
                  </a:cubicBezTo>
                  <a:cubicBezTo>
                    <a:pt x="173" y="223"/>
                    <a:pt x="169" y="223"/>
                    <a:pt x="169" y="222"/>
                  </a:cubicBezTo>
                  <a:cubicBezTo>
                    <a:pt x="168" y="220"/>
                    <a:pt x="165" y="218"/>
                    <a:pt x="162" y="218"/>
                  </a:cubicBezTo>
                  <a:cubicBezTo>
                    <a:pt x="158" y="218"/>
                    <a:pt x="158" y="214"/>
                    <a:pt x="155" y="214"/>
                  </a:cubicBezTo>
                  <a:cubicBezTo>
                    <a:pt x="152" y="214"/>
                    <a:pt x="151" y="213"/>
                    <a:pt x="143" y="208"/>
                  </a:cubicBezTo>
                  <a:cubicBezTo>
                    <a:pt x="136" y="203"/>
                    <a:pt x="126" y="200"/>
                    <a:pt x="125" y="201"/>
                  </a:cubicBezTo>
                  <a:cubicBezTo>
                    <a:pt x="123" y="202"/>
                    <a:pt x="122" y="202"/>
                    <a:pt x="121" y="200"/>
                  </a:cubicBezTo>
                  <a:cubicBezTo>
                    <a:pt x="119" y="198"/>
                    <a:pt x="117" y="199"/>
                    <a:pt x="115" y="200"/>
                  </a:cubicBezTo>
                  <a:cubicBezTo>
                    <a:pt x="113" y="202"/>
                    <a:pt x="111" y="199"/>
                    <a:pt x="107" y="200"/>
                  </a:cubicBezTo>
                  <a:cubicBezTo>
                    <a:pt x="104" y="201"/>
                    <a:pt x="102" y="198"/>
                    <a:pt x="103" y="197"/>
                  </a:cubicBezTo>
                  <a:cubicBezTo>
                    <a:pt x="104" y="196"/>
                    <a:pt x="109" y="197"/>
                    <a:pt x="109" y="195"/>
                  </a:cubicBezTo>
                  <a:cubicBezTo>
                    <a:pt x="109" y="193"/>
                    <a:pt x="107" y="195"/>
                    <a:pt x="103" y="193"/>
                  </a:cubicBezTo>
                  <a:cubicBezTo>
                    <a:pt x="100" y="191"/>
                    <a:pt x="98" y="192"/>
                    <a:pt x="98" y="194"/>
                  </a:cubicBezTo>
                  <a:cubicBezTo>
                    <a:pt x="97" y="196"/>
                    <a:pt x="94" y="195"/>
                    <a:pt x="93" y="194"/>
                  </a:cubicBezTo>
                  <a:cubicBezTo>
                    <a:pt x="93" y="194"/>
                    <a:pt x="92" y="194"/>
                    <a:pt x="92" y="193"/>
                  </a:cubicBezTo>
                  <a:cubicBezTo>
                    <a:pt x="92" y="196"/>
                    <a:pt x="90" y="197"/>
                    <a:pt x="88" y="196"/>
                  </a:cubicBezTo>
                  <a:cubicBezTo>
                    <a:pt x="86" y="196"/>
                    <a:pt x="84" y="199"/>
                    <a:pt x="82" y="199"/>
                  </a:cubicBezTo>
                  <a:cubicBezTo>
                    <a:pt x="79" y="199"/>
                    <a:pt x="77" y="202"/>
                    <a:pt x="76" y="204"/>
                  </a:cubicBezTo>
                  <a:cubicBezTo>
                    <a:pt x="76" y="206"/>
                    <a:pt x="73" y="205"/>
                    <a:pt x="73" y="207"/>
                  </a:cubicBezTo>
                  <a:cubicBezTo>
                    <a:pt x="73" y="208"/>
                    <a:pt x="73" y="209"/>
                    <a:pt x="72" y="211"/>
                  </a:cubicBezTo>
                  <a:cubicBezTo>
                    <a:pt x="71" y="212"/>
                    <a:pt x="72" y="213"/>
                    <a:pt x="73" y="215"/>
                  </a:cubicBezTo>
                  <a:cubicBezTo>
                    <a:pt x="74" y="218"/>
                    <a:pt x="77" y="218"/>
                    <a:pt x="78" y="218"/>
                  </a:cubicBezTo>
                  <a:cubicBezTo>
                    <a:pt x="79" y="219"/>
                    <a:pt x="84" y="223"/>
                    <a:pt x="84" y="224"/>
                  </a:cubicBezTo>
                  <a:cubicBezTo>
                    <a:pt x="84" y="226"/>
                    <a:pt x="80" y="229"/>
                    <a:pt x="79" y="230"/>
                  </a:cubicBezTo>
                  <a:cubicBezTo>
                    <a:pt x="77" y="231"/>
                    <a:pt x="75" y="233"/>
                    <a:pt x="76" y="235"/>
                  </a:cubicBezTo>
                  <a:cubicBezTo>
                    <a:pt x="77" y="236"/>
                    <a:pt x="81" y="242"/>
                    <a:pt x="84" y="247"/>
                  </a:cubicBezTo>
                  <a:cubicBezTo>
                    <a:pt x="87" y="252"/>
                    <a:pt x="83" y="250"/>
                    <a:pt x="81" y="252"/>
                  </a:cubicBezTo>
                  <a:cubicBezTo>
                    <a:pt x="80" y="254"/>
                    <a:pt x="82" y="257"/>
                    <a:pt x="82" y="258"/>
                  </a:cubicBezTo>
                  <a:cubicBezTo>
                    <a:pt x="83" y="259"/>
                    <a:pt x="80" y="259"/>
                    <a:pt x="81" y="260"/>
                  </a:cubicBezTo>
                  <a:cubicBezTo>
                    <a:pt x="81" y="262"/>
                    <a:pt x="84" y="262"/>
                    <a:pt x="85" y="263"/>
                  </a:cubicBezTo>
                  <a:cubicBezTo>
                    <a:pt x="85" y="264"/>
                    <a:pt x="82" y="265"/>
                    <a:pt x="83" y="267"/>
                  </a:cubicBezTo>
                  <a:cubicBezTo>
                    <a:pt x="85" y="269"/>
                    <a:pt x="87" y="269"/>
                    <a:pt x="88" y="271"/>
                  </a:cubicBezTo>
                  <a:cubicBezTo>
                    <a:pt x="88" y="274"/>
                    <a:pt x="82" y="274"/>
                    <a:pt x="83" y="276"/>
                  </a:cubicBezTo>
                  <a:cubicBezTo>
                    <a:pt x="83" y="278"/>
                    <a:pt x="90" y="280"/>
                    <a:pt x="93" y="284"/>
                  </a:cubicBezTo>
                  <a:cubicBezTo>
                    <a:pt x="96" y="287"/>
                    <a:pt x="96" y="288"/>
                    <a:pt x="95" y="290"/>
                  </a:cubicBezTo>
                  <a:cubicBezTo>
                    <a:pt x="94" y="294"/>
                    <a:pt x="85" y="297"/>
                    <a:pt x="83" y="301"/>
                  </a:cubicBezTo>
                  <a:cubicBezTo>
                    <a:pt x="81" y="306"/>
                    <a:pt x="74" y="308"/>
                    <a:pt x="71" y="311"/>
                  </a:cubicBezTo>
                  <a:cubicBezTo>
                    <a:pt x="69" y="313"/>
                    <a:pt x="68" y="315"/>
                    <a:pt x="67" y="316"/>
                  </a:cubicBezTo>
                  <a:cubicBezTo>
                    <a:pt x="68" y="316"/>
                    <a:pt x="70" y="316"/>
                    <a:pt x="70" y="315"/>
                  </a:cubicBezTo>
                  <a:cubicBezTo>
                    <a:pt x="72" y="314"/>
                    <a:pt x="74" y="319"/>
                    <a:pt x="75" y="320"/>
                  </a:cubicBezTo>
                  <a:cubicBezTo>
                    <a:pt x="77" y="322"/>
                    <a:pt x="81" y="320"/>
                    <a:pt x="82" y="322"/>
                  </a:cubicBezTo>
                  <a:cubicBezTo>
                    <a:pt x="84" y="323"/>
                    <a:pt x="81" y="323"/>
                    <a:pt x="79" y="323"/>
                  </a:cubicBezTo>
                  <a:cubicBezTo>
                    <a:pt x="76" y="323"/>
                    <a:pt x="75" y="324"/>
                    <a:pt x="71" y="326"/>
                  </a:cubicBezTo>
                  <a:cubicBezTo>
                    <a:pt x="68" y="327"/>
                    <a:pt x="68" y="328"/>
                    <a:pt x="67" y="329"/>
                  </a:cubicBezTo>
                  <a:cubicBezTo>
                    <a:pt x="69" y="331"/>
                    <a:pt x="66" y="332"/>
                    <a:pt x="65" y="334"/>
                  </a:cubicBezTo>
                  <a:cubicBezTo>
                    <a:pt x="64" y="336"/>
                    <a:pt x="63" y="337"/>
                    <a:pt x="63" y="338"/>
                  </a:cubicBezTo>
                  <a:cubicBezTo>
                    <a:pt x="62" y="340"/>
                    <a:pt x="63" y="341"/>
                    <a:pt x="63" y="343"/>
                  </a:cubicBezTo>
                  <a:cubicBezTo>
                    <a:pt x="63" y="345"/>
                    <a:pt x="64" y="345"/>
                    <a:pt x="65" y="347"/>
                  </a:cubicBezTo>
                  <a:cubicBezTo>
                    <a:pt x="66" y="349"/>
                    <a:pt x="64" y="349"/>
                    <a:pt x="63" y="350"/>
                  </a:cubicBezTo>
                  <a:cubicBezTo>
                    <a:pt x="62" y="351"/>
                    <a:pt x="62" y="353"/>
                    <a:pt x="64" y="354"/>
                  </a:cubicBezTo>
                  <a:cubicBezTo>
                    <a:pt x="65" y="355"/>
                    <a:pt x="65" y="357"/>
                    <a:pt x="65" y="358"/>
                  </a:cubicBezTo>
                  <a:cubicBezTo>
                    <a:pt x="64" y="360"/>
                    <a:pt x="66" y="362"/>
                    <a:pt x="67" y="363"/>
                  </a:cubicBezTo>
                  <a:cubicBezTo>
                    <a:pt x="69" y="364"/>
                    <a:pt x="68" y="368"/>
                    <a:pt x="69" y="369"/>
                  </a:cubicBezTo>
                  <a:cubicBezTo>
                    <a:pt x="71" y="369"/>
                    <a:pt x="72" y="370"/>
                    <a:pt x="74" y="370"/>
                  </a:cubicBezTo>
                  <a:cubicBezTo>
                    <a:pt x="76" y="369"/>
                    <a:pt x="77" y="370"/>
                    <a:pt x="78" y="372"/>
                  </a:cubicBezTo>
                  <a:cubicBezTo>
                    <a:pt x="79" y="373"/>
                    <a:pt x="80" y="373"/>
                    <a:pt x="82" y="372"/>
                  </a:cubicBezTo>
                  <a:cubicBezTo>
                    <a:pt x="84" y="371"/>
                    <a:pt x="89" y="373"/>
                    <a:pt x="90" y="374"/>
                  </a:cubicBezTo>
                  <a:cubicBezTo>
                    <a:pt x="91" y="374"/>
                    <a:pt x="90" y="377"/>
                    <a:pt x="90" y="379"/>
                  </a:cubicBezTo>
                  <a:cubicBezTo>
                    <a:pt x="90" y="381"/>
                    <a:pt x="89" y="384"/>
                    <a:pt x="91" y="385"/>
                  </a:cubicBezTo>
                  <a:cubicBezTo>
                    <a:pt x="93" y="386"/>
                    <a:pt x="93" y="389"/>
                    <a:pt x="95" y="390"/>
                  </a:cubicBezTo>
                  <a:cubicBezTo>
                    <a:pt x="97" y="391"/>
                    <a:pt x="98" y="394"/>
                    <a:pt x="100" y="395"/>
                  </a:cubicBezTo>
                  <a:cubicBezTo>
                    <a:pt x="101" y="395"/>
                    <a:pt x="104" y="397"/>
                    <a:pt x="104" y="399"/>
                  </a:cubicBezTo>
                  <a:cubicBezTo>
                    <a:pt x="104" y="400"/>
                    <a:pt x="102" y="402"/>
                    <a:pt x="100" y="402"/>
                  </a:cubicBezTo>
                  <a:cubicBezTo>
                    <a:pt x="98" y="403"/>
                    <a:pt x="95" y="400"/>
                    <a:pt x="94" y="402"/>
                  </a:cubicBezTo>
                  <a:cubicBezTo>
                    <a:pt x="93" y="403"/>
                    <a:pt x="95" y="405"/>
                    <a:pt x="95" y="409"/>
                  </a:cubicBezTo>
                  <a:cubicBezTo>
                    <a:pt x="96" y="413"/>
                    <a:pt x="97" y="413"/>
                    <a:pt x="99" y="413"/>
                  </a:cubicBezTo>
                  <a:cubicBezTo>
                    <a:pt x="101" y="413"/>
                    <a:pt x="101" y="412"/>
                    <a:pt x="103" y="411"/>
                  </a:cubicBezTo>
                  <a:cubicBezTo>
                    <a:pt x="104" y="411"/>
                    <a:pt x="107" y="412"/>
                    <a:pt x="108" y="411"/>
                  </a:cubicBezTo>
                  <a:cubicBezTo>
                    <a:pt x="109" y="411"/>
                    <a:pt x="114" y="410"/>
                    <a:pt x="115" y="412"/>
                  </a:cubicBezTo>
                  <a:cubicBezTo>
                    <a:pt x="115" y="413"/>
                    <a:pt x="116" y="417"/>
                    <a:pt x="116" y="418"/>
                  </a:cubicBezTo>
                  <a:cubicBezTo>
                    <a:pt x="115" y="419"/>
                    <a:pt x="117" y="421"/>
                    <a:pt x="117" y="422"/>
                  </a:cubicBezTo>
                  <a:cubicBezTo>
                    <a:pt x="118" y="424"/>
                    <a:pt x="122" y="423"/>
                    <a:pt x="123" y="424"/>
                  </a:cubicBezTo>
                  <a:cubicBezTo>
                    <a:pt x="125" y="424"/>
                    <a:pt x="127" y="428"/>
                    <a:pt x="127" y="430"/>
                  </a:cubicBezTo>
                  <a:cubicBezTo>
                    <a:pt x="126" y="432"/>
                    <a:pt x="129" y="432"/>
                    <a:pt x="130" y="432"/>
                  </a:cubicBezTo>
                  <a:cubicBezTo>
                    <a:pt x="131" y="431"/>
                    <a:pt x="132" y="433"/>
                    <a:pt x="134" y="433"/>
                  </a:cubicBezTo>
                  <a:cubicBezTo>
                    <a:pt x="135" y="434"/>
                    <a:pt x="137" y="434"/>
                    <a:pt x="138" y="433"/>
                  </a:cubicBezTo>
                  <a:cubicBezTo>
                    <a:pt x="139" y="432"/>
                    <a:pt x="142" y="432"/>
                    <a:pt x="142" y="433"/>
                  </a:cubicBezTo>
                  <a:cubicBezTo>
                    <a:pt x="143" y="434"/>
                    <a:pt x="146" y="436"/>
                    <a:pt x="146" y="437"/>
                  </a:cubicBezTo>
                  <a:cubicBezTo>
                    <a:pt x="146" y="438"/>
                    <a:pt x="150" y="437"/>
                    <a:pt x="153" y="438"/>
                  </a:cubicBezTo>
                  <a:cubicBezTo>
                    <a:pt x="155" y="439"/>
                    <a:pt x="157" y="439"/>
                    <a:pt x="159" y="440"/>
                  </a:cubicBezTo>
                  <a:cubicBezTo>
                    <a:pt x="162" y="441"/>
                    <a:pt x="164" y="441"/>
                    <a:pt x="164" y="443"/>
                  </a:cubicBezTo>
                  <a:cubicBezTo>
                    <a:pt x="164" y="444"/>
                    <a:pt x="162" y="445"/>
                    <a:pt x="162" y="446"/>
                  </a:cubicBezTo>
                  <a:cubicBezTo>
                    <a:pt x="162" y="447"/>
                    <a:pt x="164" y="447"/>
                    <a:pt x="164" y="448"/>
                  </a:cubicBezTo>
                  <a:cubicBezTo>
                    <a:pt x="164" y="450"/>
                    <a:pt x="161" y="450"/>
                    <a:pt x="161" y="450"/>
                  </a:cubicBezTo>
                  <a:cubicBezTo>
                    <a:pt x="160" y="451"/>
                    <a:pt x="162" y="453"/>
                    <a:pt x="163" y="453"/>
                  </a:cubicBezTo>
                  <a:cubicBezTo>
                    <a:pt x="163" y="454"/>
                    <a:pt x="161" y="457"/>
                    <a:pt x="161" y="458"/>
                  </a:cubicBezTo>
                  <a:cubicBezTo>
                    <a:pt x="161" y="459"/>
                    <a:pt x="156" y="458"/>
                    <a:pt x="155" y="458"/>
                  </a:cubicBezTo>
                  <a:cubicBezTo>
                    <a:pt x="153" y="458"/>
                    <a:pt x="150" y="462"/>
                    <a:pt x="148" y="462"/>
                  </a:cubicBezTo>
                  <a:cubicBezTo>
                    <a:pt x="147" y="463"/>
                    <a:pt x="148" y="465"/>
                    <a:pt x="148" y="466"/>
                  </a:cubicBezTo>
                  <a:cubicBezTo>
                    <a:pt x="152" y="465"/>
                    <a:pt x="156" y="465"/>
                    <a:pt x="156" y="466"/>
                  </a:cubicBezTo>
                  <a:cubicBezTo>
                    <a:pt x="157" y="467"/>
                    <a:pt x="148" y="471"/>
                    <a:pt x="146" y="472"/>
                  </a:cubicBezTo>
                  <a:cubicBezTo>
                    <a:pt x="145" y="472"/>
                    <a:pt x="150" y="475"/>
                    <a:pt x="149" y="476"/>
                  </a:cubicBezTo>
                  <a:cubicBezTo>
                    <a:pt x="149" y="478"/>
                    <a:pt x="144" y="478"/>
                    <a:pt x="145" y="481"/>
                  </a:cubicBezTo>
                  <a:cubicBezTo>
                    <a:pt x="145" y="484"/>
                    <a:pt x="143" y="484"/>
                    <a:pt x="140" y="484"/>
                  </a:cubicBezTo>
                  <a:cubicBezTo>
                    <a:pt x="138" y="484"/>
                    <a:pt x="137" y="486"/>
                    <a:pt x="138" y="486"/>
                  </a:cubicBezTo>
                  <a:cubicBezTo>
                    <a:pt x="139" y="487"/>
                    <a:pt x="139" y="490"/>
                    <a:pt x="144" y="491"/>
                  </a:cubicBezTo>
                  <a:cubicBezTo>
                    <a:pt x="150" y="493"/>
                    <a:pt x="155" y="498"/>
                    <a:pt x="159" y="502"/>
                  </a:cubicBezTo>
                  <a:cubicBezTo>
                    <a:pt x="160" y="503"/>
                    <a:pt x="161" y="503"/>
                    <a:pt x="161" y="504"/>
                  </a:cubicBezTo>
                  <a:cubicBezTo>
                    <a:pt x="163" y="503"/>
                    <a:pt x="164" y="503"/>
                    <a:pt x="165" y="503"/>
                  </a:cubicBezTo>
                  <a:cubicBezTo>
                    <a:pt x="167" y="502"/>
                    <a:pt x="172" y="504"/>
                    <a:pt x="174" y="505"/>
                  </a:cubicBezTo>
                  <a:cubicBezTo>
                    <a:pt x="177" y="507"/>
                    <a:pt x="186" y="505"/>
                    <a:pt x="187" y="506"/>
                  </a:cubicBezTo>
                  <a:cubicBezTo>
                    <a:pt x="188" y="508"/>
                    <a:pt x="190" y="510"/>
                    <a:pt x="192" y="510"/>
                  </a:cubicBezTo>
                  <a:cubicBezTo>
                    <a:pt x="193" y="510"/>
                    <a:pt x="195" y="513"/>
                    <a:pt x="197" y="512"/>
                  </a:cubicBezTo>
                  <a:cubicBezTo>
                    <a:pt x="198" y="511"/>
                    <a:pt x="203" y="511"/>
                    <a:pt x="205" y="511"/>
                  </a:cubicBezTo>
                  <a:cubicBezTo>
                    <a:pt x="206" y="511"/>
                    <a:pt x="206" y="512"/>
                    <a:pt x="208" y="512"/>
                  </a:cubicBezTo>
                  <a:cubicBezTo>
                    <a:pt x="209" y="512"/>
                    <a:pt x="209" y="517"/>
                    <a:pt x="210" y="517"/>
                  </a:cubicBezTo>
                  <a:cubicBezTo>
                    <a:pt x="211" y="517"/>
                    <a:pt x="215" y="520"/>
                    <a:pt x="218" y="521"/>
                  </a:cubicBezTo>
                  <a:cubicBezTo>
                    <a:pt x="220" y="521"/>
                    <a:pt x="223" y="525"/>
                    <a:pt x="224" y="525"/>
                  </a:cubicBezTo>
                  <a:cubicBezTo>
                    <a:pt x="225" y="525"/>
                    <a:pt x="227" y="527"/>
                    <a:pt x="227" y="525"/>
                  </a:cubicBezTo>
                  <a:cubicBezTo>
                    <a:pt x="228" y="523"/>
                    <a:pt x="231" y="524"/>
                    <a:pt x="232" y="521"/>
                  </a:cubicBezTo>
                  <a:cubicBezTo>
                    <a:pt x="228" y="516"/>
                    <a:pt x="223" y="510"/>
                    <a:pt x="223" y="507"/>
                  </a:cubicBezTo>
                  <a:cubicBezTo>
                    <a:pt x="223" y="503"/>
                    <a:pt x="225" y="500"/>
                    <a:pt x="220" y="496"/>
                  </a:cubicBezTo>
                  <a:cubicBezTo>
                    <a:pt x="215" y="492"/>
                    <a:pt x="221" y="489"/>
                    <a:pt x="224" y="485"/>
                  </a:cubicBezTo>
                  <a:cubicBezTo>
                    <a:pt x="227" y="481"/>
                    <a:pt x="234" y="479"/>
                    <a:pt x="238" y="476"/>
                  </a:cubicBezTo>
                  <a:cubicBezTo>
                    <a:pt x="238" y="475"/>
                    <a:pt x="237" y="475"/>
                    <a:pt x="236" y="474"/>
                  </a:cubicBezTo>
                  <a:cubicBezTo>
                    <a:pt x="233" y="473"/>
                    <a:pt x="232" y="471"/>
                    <a:pt x="234" y="471"/>
                  </a:cubicBezTo>
                  <a:cubicBezTo>
                    <a:pt x="237" y="470"/>
                    <a:pt x="235" y="469"/>
                    <a:pt x="233" y="466"/>
                  </a:cubicBezTo>
                  <a:cubicBezTo>
                    <a:pt x="230" y="463"/>
                    <a:pt x="229" y="460"/>
                    <a:pt x="228" y="460"/>
                  </a:cubicBezTo>
                  <a:cubicBezTo>
                    <a:pt x="227" y="460"/>
                    <a:pt x="224" y="460"/>
                    <a:pt x="222" y="460"/>
                  </a:cubicBezTo>
                  <a:cubicBezTo>
                    <a:pt x="220" y="461"/>
                    <a:pt x="221" y="459"/>
                    <a:pt x="221" y="456"/>
                  </a:cubicBezTo>
                  <a:cubicBezTo>
                    <a:pt x="221" y="454"/>
                    <a:pt x="217" y="454"/>
                    <a:pt x="216" y="453"/>
                  </a:cubicBezTo>
                  <a:cubicBezTo>
                    <a:pt x="216" y="452"/>
                    <a:pt x="217" y="448"/>
                    <a:pt x="218" y="448"/>
                  </a:cubicBezTo>
                  <a:cubicBezTo>
                    <a:pt x="219" y="448"/>
                    <a:pt x="221" y="447"/>
                    <a:pt x="221" y="445"/>
                  </a:cubicBezTo>
                  <a:cubicBezTo>
                    <a:pt x="221" y="444"/>
                    <a:pt x="217" y="444"/>
                    <a:pt x="218" y="442"/>
                  </a:cubicBezTo>
                  <a:cubicBezTo>
                    <a:pt x="220" y="439"/>
                    <a:pt x="223" y="439"/>
                    <a:pt x="223" y="437"/>
                  </a:cubicBezTo>
                  <a:cubicBezTo>
                    <a:pt x="223" y="434"/>
                    <a:pt x="225" y="432"/>
                    <a:pt x="227" y="434"/>
                  </a:cubicBezTo>
                  <a:cubicBezTo>
                    <a:pt x="230" y="435"/>
                    <a:pt x="231" y="440"/>
                    <a:pt x="234" y="439"/>
                  </a:cubicBezTo>
                  <a:cubicBezTo>
                    <a:pt x="237" y="438"/>
                    <a:pt x="235" y="435"/>
                    <a:pt x="234" y="434"/>
                  </a:cubicBezTo>
                  <a:cubicBezTo>
                    <a:pt x="234" y="433"/>
                    <a:pt x="233" y="430"/>
                    <a:pt x="237" y="430"/>
                  </a:cubicBezTo>
                  <a:cubicBezTo>
                    <a:pt x="240" y="429"/>
                    <a:pt x="238" y="426"/>
                    <a:pt x="241" y="426"/>
                  </a:cubicBezTo>
                  <a:cubicBezTo>
                    <a:pt x="243" y="426"/>
                    <a:pt x="248" y="423"/>
                    <a:pt x="249" y="422"/>
                  </a:cubicBezTo>
                  <a:cubicBezTo>
                    <a:pt x="251" y="421"/>
                    <a:pt x="254" y="419"/>
                    <a:pt x="255" y="420"/>
                  </a:cubicBezTo>
                  <a:cubicBezTo>
                    <a:pt x="257" y="421"/>
                    <a:pt x="259" y="423"/>
                    <a:pt x="260" y="420"/>
                  </a:cubicBezTo>
                  <a:cubicBezTo>
                    <a:pt x="261" y="418"/>
                    <a:pt x="265" y="419"/>
                    <a:pt x="265" y="420"/>
                  </a:cubicBezTo>
                  <a:cubicBezTo>
                    <a:pt x="266" y="422"/>
                    <a:pt x="273" y="422"/>
                    <a:pt x="275" y="423"/>
                  </a:cubicBezTo>
                  <a:cubicBezTo>
                    <a:pt x="277" y="424"/>
                    <a:pt x="281" y="427"/>
                    <a:pt x="281" y="429"/>
                  </a:cubicBezTo>
                  <a:cubicBezTo>
                    <a:pt x="281" y="430"/>
                    <a:pt x="284" y="432"/>
                    <a:pt x="284" y="430"/>
                  </a:cubicBezTo>
                  <a:cubicBezTo>
                    <a:pt x="284" y="427"/>
                    <a:pt x="285" y="428"/>
                    <a:pt x="288" y="430"/>
                  </a:cubicBezTo>
                  <a:cubicBezTo>
                    <a:pt x="291" y="432"/>
                    <a:pt x="295" y="431"/>
                    <a:pt x="296" y="429"/>
                  </a:cubicBezTo>
                  <a:cubicBezTo>
                    <a:pt x="296" y="427"/>
                    <a:pt x="302" y="425"/>
                    <a:pt x="304" y="427"/>
                  </a:cubicBezTo>
                  <a:cubicBezTo>
                    <a:pt x="305" y="428"/>
                    <a:pt x="306" y="429"/>
                    <a:pt x="308" y="427"/>
                  </a:cubicBezTo>
                  <a:cubicBezTo>
                    <a:pt x="310" y="425"/>
                    <a:pt x="315" y="425"/>
                    <a:pt x="316" y="427"/>
                  </a:cubicBezTo>
                  <a:cubicBezTo>
                    <a:pt x="317" y="429"/>
                    <a:pt x="319" y="430"/>
                    <a:pt x="321" y="430"/>
                  </a:cubicBezTo>
                  <a:cubicBezTo>
                    <a:pt x="324" y="430"/>
                    <a:pt x="324" y="433"/>
                    <a:pt x="325" y="432"/>
                  </a:cubicBezTo>
                  <a:cubicBezTo>
                    <a:pt x="327" y="432"/>
                    <a:pt x="326" y="428"/>
                    <a:pt x="328" y="428"/>
                  </a:cubicBezTo>
                  <a:cubicBezTo>
                    <a:pt x="330" y="429"/>
                    <a:pt x="331" y="431"/>
                    <a:pt x="334" y="431"/>
                  </a:cubicBezTo>
                  <a:cubicBezTo>
                    <a:pt x="337" y="431"/>
                    <a:pt x="339" y="430"/>
                    <a:pt x="339" y="428"/>
                  </a:cubicBezTo>
                  <a:cubicBezTo>
                    <a:pt x="339" y="426"/>
                    <a:pt x="339" y="422"/>
                    <a:pt x="337" y="422"/>
                  </a:cubicBezTo>
                  <a:cubicBezTo>
                    <a:pt x="335" y="422"/>
                    <a:pt x="334" y="420"/>
                    <a:pt x="331" y="420"/>
                  </a:cubicBezTo>
                  <a:cubicBezTo>
                    <a:pt x="329" y="420"/>
                    <a:pt x="327" y="417"/>
                    <a:pt x="329" y="416"/>
                  </a:cubicBezTo>
                  <a:cubicBezTo>
                    <a:pt x="331" y="415"/>
                    <a:pt x="335" y="414"/>
                    <a:pt x="334" y="412"/>
                  </a:cubicBezTo>
                  <a:cubicBezTo>
                    <a:pt x="334" y="410"/>
                    <a:pt x="333" y="407"/>
                    <a:pt x="336" y="406"/>
                  </a:cubicBezTo>
                  <a:cubicBezTo>
                    <a:pt x="339" y="406"/>
                    <a:pt x="345" y="406"/>
                    <a:pt x="344" y="405"/>
                  </a:cubicBezTo>
                  <a:cubicBezTo>
                    <a:pt x="344" y="404"/>
                    <a:pt x="338" y="403"/>
                    <a:pt x="337" y="401"/>
                  </a:cubicBezTo>
                  <a:cubicBezTo>
                    <a:pt x="336" y="399"/>
                    <a:pt x="336" y="395"/>
                    <a:pt x="337" y="394"/>
                  </a:cubicBezTo>
                  <a:cubicBezTo>
                    <a:pt x="338" y="394"/>
                    <a:pt x="341" y="395"/>
                    <a:pt x="344" y="394"/>
                  </a:cubicBezTo>
                  <a:cubicBezTo>
                    <a:pt x="346" y="393"/>
                    <a:pt x="350" y="395"/>
                    <a:pt x="353" y="393"/>
                  </a:cubicBezTo>
                  <a:cubicBezTo>
                    <a:pt x="356" y="391"/>
                    <a:pt x="362" y="391"/>
                    <a:pt x="365" y="391"/>
                  </a:cubicBezTo>
                  <a:cubicBezTo>
                    <a:pt x="369" y="391"/>
                    <a:pt x="371" y="388"/>
                    <a:pt x="374" y="388"/>
                  </a:cubicBezTo>
                  <a:cubicBezTo>
                    <a:pt x="376" y="388"/>
                    <a:pt x="383" y="387"/>
                    <a:pt x="385" y="386"/>
                  </a:cubicBezTo>
                  <a:cubicBezTo>
                    <a:pt x="387" y="385"/>
                    <a:pt x="396" y="384"/>
                    <a:pt x="397" y="382"/>
                  </a:cubicBezTo>
                  <a:cubicBezTo>
                    <a:pt x="397" y="380"/>
                    <a:pt x="405" y="379"/>
                    <a:pt x="407" y="380"/>
                  </a:cubicBezTo>
                  <a:cubicBezTo>
                    <a:pt x="409" y="381"/>
                    <a:pt x="411" y="381"/>
                    <a:pt x="413" y="381"/>
                  </a:cubicBezTo>
                  <a:cubicBezTo>
                    <a:pt x="415" y="380"/>
                    <a:pt x="418" y="382"/>
                    <a:pt x="418" y="384"/>
                  </a:cubicBezTo>
                  <a:cubicBezTo>
                    <a:pt x="418" y="386"/>
                    <a:pt x="420" y="388"/>
                    <a:pt x="420" y="389"/>
                  </a:cubicBezTo>
                  <a:cubicBezTo>
                    <a:pt x="419" y="391"/>
                    <a:pt x="418" y="392"/>
                    <a:pt x="419" y="393"/>
                  </a:cubicBezTo>
                  <a:cubicBezTo>
                    <a:pt x="420" y="394"/>
                    <a:pt x="425" y="393"/>
                    <a:pt x="426" y="392"/>
                  </a:cubicBezTo>
                  <a:cubicBezTo>
                    <a:pt x="427" y="390"/>
                    <a:pt x="429" y="392"/>
                    <a:pt x="429" y="394"/>
                  </a:cubicBezTo>
                  <a:cubicBezTo>
                    <a:pt x="429" y="395"/>
                    <a:pt x="431" y="396"/>
                    <a:pt x="431" y="394"/>
                  </a:cubicBezTo>
                  <a:cubicBezTo>
                    <a:pt x="431" y="392"/>
                    <a:pt x="434" y="394"/>
                    <a:pt x="435" y="395"/>
                  </a:cubicBezTo>
                  <a:cubicBezTo>
                    <a:pt x="436" y="396"/>
                    <a:pt x="439" y="393"/>
                    <a:pt x="439" y="395"/>
                  </a:cubicBezTo>
                  <a:cubicBezTo>
                    <a:pt x="439" y="397"/>
                    <a:pt x="434" y="398"/>
                    <a:pt x="436" y="400"/>
                  </a:cubicBezTo>
                  <a:cubicBezTo>
                    <a:pt x="439" y="402"/>
                    <a:pt x="440" y="398"/>
                    <a:pt x="443" y="399"/>
                  </a:cubicBezTo>
                  <a:cubicBezTo>
                    <a:pt x="445" y="400"/>
                    <a:pt x="449" y="396"/>
                    <a:pt x="451" y="395"/>
                  </a:cubicBezTo>
                  <a:cubicBezTo>
                    <a:pt x="454" y="395"/>
                    <a:pt x="456" y="392"/>
                    <a:pt x="459" y="391"/>
                  </a:cubicBezTo>
                  <a:cubicBezTo>
                    <a:pt x="461" y="390"/>
                    <a:pt x="465" y="390"/>
                    <a:pt x="464" y="392"/>
                  </a:cubicBezTo>
                  <a:cubicBezTo>
                    <a:pt x="463" y="393"/>
                    <a:pt x="461" y="396"/>
                    <a:pt x="466" y="398"/>
                  </a:cubicBezTo>
                  <a:cubicBezTo>
                    <a:pt x="472" y="400"/>
                    <a:pt x="478" y="410"/>
                    <a:pt x="481" y="415"/>
                  </a:cubicBezTo>
                  <a:cubicBezTo>
                    <a:pt x="484" y="420"/>
                    <a:pt x="488" y="430"/>
                    <a:pt x="489" y="430"/>
                  </a:cubicBezTo>
                  <a:cubicBezTo>
                    <a:pt x="491" y="430"/>
                    <a:pt x="492" y="425"/>
                    <a:pt x="494" y="425"/>
                  </a:cubicBezTo>
                  <a:cubicBezTo>
                    <a:pt x="496" y="424"/>
                    <a:pt x="498" y="429"/>
                    <a:pt x="500" y="429"/>
                  </a:cubicBezTo>
                  <a:cubicBezTo>
                    <a:pt x="503" y="430"/>
                    <a:pt x="506" y="431"/>
                    <a:pt x="508" y="430"/>
                  </a:cubicBezTo>
                  <a:cubicBezTo>
                    <a:pt x="510" y="430"/>
                    <a:pt x="515" y="427"/>
                    <a:pt x="516" y="428"/>
                  </a:cubicBezTo>
                  <a:cubicBezTo>
                    <a:pt x="518" y="429"/>
                    <a:pt x="520" y="429"/>
                    <a:pt x="521" y="432"/>
                  </a:cubicBezTo>
                  <a:cubicBezTo>
                    <a:pt x="523" y="436"/>
                    <a:pt x="525" y="436"/>
                    <a:pt x="526" y="436"/>
                  </a:cubicBezTo>
                  <a:cubicBezTo>
                    <a:pt x="528" y="436"/>
                    <a:pt x="528" y="438"/>
                    <a:pt x="528" y="439"/>
                  </a:cubicBezTo>
                  <a:cubicBezTo>
                    <a:pt x="528" y="441"/>
                    <a:pt x="531" y="443"/>
                    <a:pt x="532" y="443"/>
                  </a:cubicBezTo>
                  <a:cubicBezTo>
                    <a:pt x="534" y="443"/>
                    <a:pt x="537" y="442"/>
                    <a:pt x="539" y="442"/>
                  </a:cubicBezTo>
                  <a:cubicBezTo>
                    <a:pt x="540" y="441"/>
                    <a:pt x="541" y="440"/>
                    <a:pt x="541" y="442"/>
                  </a:cubicBezTo>
                  <a:cubicBezTo>
                    <a:pt x="542" y="443"/>
                    <a:pt x="544" y="446"/>
                    <a:pt x="545" y="446"/>
                  </a:cubicBezTo>
                  <a:cubicBezTo>
                    <a:pt x="547" y="446"/>
                    <a:pt x="549" y="447"/>
                    <a:pt x="550" y="446"/>
                  </a:cubicBezTo>
                  <a:cubicBezTo>
                    <a:pt x="550" y="445"/>
                    <a:pt x="554" y="444"/>
                    <a:pt x="555" y="444"/>
                  </a:cubicBezTo>
                  <a:cubicBezTo>
                    <a:pt x="557" y="444"/>
                    <a:pt x="562" y="443"/>
                    <a:pt x="563" y="441"/>
                  </a:cubicBezTo>
                  <a:cubicBezTo>
                    <a:pt x="564" y="438"/>
                    <a:pt x="568" y="438"/>
                    <a:pt x="569" y="437"/>
                  </a:cubicBezTo>
                  <a:cubicBezTo>
                    <a:pt x="570" y="436"/>
                    <a:pt x="573" y="435"/>
                    <a:pt x="574" y="433"/>
                  </a:cubicBezTo>
                  <a:cubicBezTo>
                    <a:pt x="575" y="432"/>
                    <a:pt x="579" y="432"/>
                    <a:pt x="579" y="431"/>
                  </a:cubicBezTo>
                  <a:cubicBezTo>
                    <a:pt x="580" y="430"/>
                    <a:pt x="583" y="430"/>
                    <a:pt x="585" y="430"/>
                  </a:cubicBezTo>
                  <a:cubicBezTo>
                    <a:pt x="587" y="431"/>
                    <a:pt x="595" y="432"/>
                    <a:pt x="596" y="432"/>
                  </a:cubicBezTo>
                  <a:cubicBezTo>
                    <a:pt x="598" y="432"/>
                    <a:pt x="598" y="436"/>
                    <a:pt x="599" y="437"/>
                  </a:cubicBezTo>
                  <a:cubicBezTo>
                    <a:pt x="600" y="437"/>
                    <a:pt x="604" y="440"/>
                    <a:pt x="606" y="439"/>
                  </a:cubicBezTo>
                  <a:cubicBezTo>
                    <a:pt x="607" y="438"/>
                    <a:pt x="610" y="437"/>
                    <a:pt x="612" y="439"/>
                  </a:cubicBezTo>
                  <a:cubicBezTo>
                    <a:pt x="614" y="440"/>
                    <a:pt x="617" y="442"/>
                    <a:pt x="618" y="440"/>
                  </a:cubicBezTo>
                  <a:cubicBezTo>
                    <a:pt x="619" y="439"/>
                    <a:pt x="624" y="438"/>
                    <a:pt x="624" y="437"/>
                  </a:cubicBezTo>
                  <a:cubicBezTo>
                    <a:pt x="625" y="436"/>
                    <a:pt x="626" y="433"/>
                    <a:pt x="625" y="432"/>
                  </a:cubicBezTo>
                  <a:cubicBezTo>
                    <a:pt x="623" y="431"/>
                    <a:pt x="622" y="427"/>
                    <a:pt x="622" y="426"/>
                  </a:cubicBezTo>
                  <a:cubicBezTo>
                    <a:pt x="621" y="424"/>
                    <a:pt x="625" y="423"/>
                    <a:pt x="625" y="422"/>
                  </a:cubicBezTo>
                  <a:cubicBezTo>
                    <a:pt x="626" y="420"/>
                    <a:pt x="628" y="420"/>
                    <a:pt x="629" y="419"/>
                  </a:cubicBezTo>
                  <a:cubicBezTo>
                    <a:pt x="630" y="418"/>
                    <a:pt x="631" y="416"/>
                    <a:pt x="632" y="416"/>
                  </a:cubicBezTo>
                  <a:cubicBezTo>
                    <a:pt x="634" y="417"/>
                    <a:pt x="637" y="418"/>
                    <a:pt x="638" y="418"/>
                  </a:cubicBezTo>
                  <a:cubicBezTo>
                    <a:pt x="639" y="419"/>
                    <a:pt x="642" y="420"/>
                    <a:pt x="643" y="420"/>
                  </a:cubicBezTo>
                  <a:cubicBezTo>
                    <a:pt x="645" y="420"/>
                    <a:pt x="647" y="421"/>
                    <a:pt x="649" y="422"/>
                  </a:cubicBezTo>
                  <a:cubicBezTo>
                    <a:pt x="651" y="423"/>
                    <a:pt x="656" y="423"/>
                    <a:pt x="657" y="424"/>
                  </a:cubicBezTo>
                  <a:cubicBezTo>
                    <a:pt x="658" y="426"/>
                    <a:pt x="657" y="430"/>
                    <a:pt x="658" y="431"/>
                  </a:cubicBezTo>
                  <a:cubicBezTo>
                    <a:pt x="659" y="433"/>
                    <a:pt x="662" y="436"/>
                    <a:pt x="663" y="435"/>
                  </a:cubicBezTo>
                  <a:cubicBezTo>
                    <a:pt x="664" y="434"/>
                    <a:pt x="668" y="437"/>
                    <a:pt x="670" y="437"/>
                  </a:cubicBezTo>
                  <a:cubicBezTo>
                    <a:pt x="672" y="437"/>
                    <a:pt x="674" y="434"/>
                    <a:pt x="676" y="434"/>
                  </a:cubicBezTo>
                  <a:cubicBezTo>
                    <a:pt x="677" y="434"/>
                    <a:pt x="682" y="433"/>
                    <a:pt x="683" y="433"/>
                  </a:cubicBezTo>
                  <a:cubicBezTo>
                    <a:pt x="685" y="434"/>
                    <a:pt x="690" y="436"/>
                    <a:pt x="691" y="435"/>
                  </a:cubicBezTo>
                  <a:cubicBezTo>
                    <a:pt x="691" y="435"/>
                    <a:pt x="696" y="435"/>
                    <a:pt x="697" y="437"/>
                  </a:cubicBezTo>
                  <a:cubicBezTo>
                    <a:pt x="697" y="438"/>
                    <a:pt x="703" y="438"/>
                    <a:pt x="703" y="440"/>
                  </a:cubicBezTo>
                  <a:cubicBezTo>
                    <a:pt x="703" y="442"/>
                    <a:pt x="707" y="442"/>
                    <a:pt x="708" y="444"/>
                  </a:cubicBezTo>
                  <a:cubicBezTo>
                    <a:pt x="709" y="446"/>
                    <a:pt x="716" y="445"/>
                    <a:pt x="718" y="446"/>
                  </a:cubicBezTo>
                  <a:cubicBezTo>
                    <a:pt x="719" y="447"/>
                    <a:pt x="728" y="447"/>
                    <a:pt x="729" y="446"/>
                  </a:cubicBezTo>
                  <a:cubicBezTo>
                    <a:pt x="729" y="445"/>
                    <a:pt x="737" y="445"/>
                    <a:pt x="739" y="444"/>
                  </a:cubicBezTo>
                  <a:cubicBezTo>
                    <a:pt x="741" y="442"/>
                    <a:pt x="745" y="443"/>
                    <a:pt x="745" y="441"/>
                  </a:cubicBezTo>
                  <a:cubicBezTo>
                    <a:pt x="746" y="440"/>
                    <a:pt x="750" y="438"/>
                    <a:pt x="752" y="437"/>
                  </a:cubicBezTo>
                  <a:cubicBezTo>
                    <a:pt x="754" y="436"/>
                    <a:pt x="761" y="436"/>
                    <a:pt x="762" y="437"/>
                  </a:cubicBezTo>
                  <a:cubicBezTo>
                    <a:pt x="762" y="439"/>
                    <a:pt x="767" y="440"/>
                    <a:pt x="769" y="439"/>
                  </a:cubicBezTo>
                  <a:cubicBezTo>
                    <a:pt x="771" y="438"/>
                    <a:pt x="776" y="439"/>
                    <a:pt x="776" y="441"/>
                  </a:cubicBezTo>
                  <a:cubicBezTo>
                    <a:pt x="777" y="442"/>
                    <a:pt x="783" y="443"/>
                    <a:pt x="784" y="443"/>
                  </a:cubicBezTo>
                  <a:cubicBezTo>
                    <a:pt x="786" y="442"/>
                    <a:pt x="790" y="439"/>
                    <a:pt x="792" y="439"/>
                  </a:cubicBezTo>
                  <a:cubicBezTo>
                    <a:pt x="793" y="439"/>
                    <a:pt x="796" y="437"/>
                    <a:pt x="795" y="435"/>
                  </a:cubicBezTo>
                  <a:cubicBezTo>
                    <a:pt x="795" y="434"/>
                    <a:pt x="799" y="429"/>
                    <a:pt x="799" y="427"/>
                  </a:cubicBezTo>
                  <a:cubicBezTo>
                    <a:pt x="800" y="425"/>
                    <a:pt x="803" y="420"/>
                    <a:pt x="804" y="419"/>
                  </a:cubicBezTo>
                  <a:cubicBezTo>
                    <a:pt x="805" y="419"/>
                    <a:pt x="808" y="417"/>
                    <a:pt x="808" y="415"/>
                  </a:cubicBezTo>
                  <a:cubicBezTo>
                    <a:pt x="808" y="414"/>
                    <a:pt x="807" y="410"/>
                    <a:pt x="805" y="410"/>
                  </a:cubicBezTo>
                  <a:cubicBezTo>
                    <a:pt x="804" y="410"/>
                    <a:pt x="801" y="410"/>
                    <a:pt x="805" y="405"/>
                  </a:cubicBezTo>
                  <a:cubicBezTo>
                    <a:pt x="808" y="401"/>
                    <a:pt x="814" y="402"/>
                    <a:pt x="815" y="402"/>
                  </a:cubicBezTo>
                  <a:cubicBezTo>
                    <a:pt x="816" y="402"/>
                    <a:pt x="823" y="400"/>
                    <a:pt x="827" y="401"/>
                  </a:cubicBezTo>
                  <a:cubicBezTo>
                    <a:pt x="830" y="402"/>
                    <a:pt x="832" y="401"/>
                    <a:pt x="836" y="403"/>
                  </a:cubicBezTo>
                  <a:cubicBezTo>
                    <a:pt x="839" y="404"/>
                    <a:pt x="844" y="404"/>
                    <a:pt x="846" y="405"/>
                  </a:cubicBezTo>
                  <a:cubicBezTo>
                    <a:pt x="847" y="407"/>
                    <a:pt x="851" y="408"/>
                    <a:pt x="851" y="411"/>
                  </a:cubicBezTo>
                  <a:cubicBezTo>
                    <a:pt x="850" y="414"/>
                    <a:pt x="853" y="413"/>
                    <a:pt x="855" y="419"/>
                  </a:cubicBezTo>
                  <a:cubicBezTo>
                    <a:pt x="856" y="425"/>
                    <a:pt x="859" y="425"/>
                    <a:pt x="859" y="428"/>
                  </a:cubicBezTo>
                  <a:cubicBezTo>
                    <a:pt x="860" y="431"/>
                    <a:pt x="864" y="436"/>
                    <a:pt x="863" y="438"/>
                  </a:cubicBezTo>
                  <a:cubicBezTo>
                    <a:pt x="863" y="440"/>
                    <a:pt x="862" y="442"/>
                    <a:pt x="866" y="442"/>
                  </a:cubicBezTo>
                  <a:cubicBezTo>
                    <a:pt x="871" y="443"/>
                    <a:pt x="873" y="446"/>
                    <a:pt x="874" y="445"/>
                  </a:cubicBezTo>
                  <a:cubicBezTo>
                    <a:pt x="875" y="445"/>
                    <a:pt x="880" y="447"/>
                    <a:pt x="882" y="449"/>
                  </a:cubicBezTo>
                  <a:cubicBezTo>
                    <a:pt x="885" y="451"/>
                    <a:pt x="888" y="450"/>
                    <a:pt x="888" y="453"/>
                  </a:cubicBezTo>
                  <a:cubicBezTo>
                    <a:pt x="888" y="455"/>
                    <a:pt x="890" y="457"/>
                    <a:pt x="890" y="460"/>
                  </a:cubicBezTo>
                  <a:cubicBezTo>
                    <a:pt x="890" y="462"/>
                    <a:pt x="894" y="463"/>
                    <a:pt x="898" y="463"/>
                  </a:cubicBezTo>
                  <a:cubicBezTo>
                    <a:pt x="901" y="462"/>
                    <a:pt x="903" y="464"/>
                    <a:pt x="905" y="461"/>
                  </a:cubicBezTo>
                  <a:cubicBezTo>
                    <a:pt x="906" y="458"/>
                    <a:pt x="911" y="459"/>
                    <a:pt x="913" y="458"/>
                  </a:cubicBezTo>
                  <a:cubicBezTo>
                    <a:pt x="914" y="457"/>
                    <a:pt x="919" y="456"/>
                    <a:pt x="919" y="460"/>
                  </a:cubicBezTo>
                  <a:cubicBezTo>
                    <a:pt x="919" y="464"/>
                    <a:pt x="922" y="465"/>
                    <a:pt x="919" y="466"/>
                  </a:cubicBezTo>
                  <a:cubicBezTo>
                    <a:pt x="917" y="468"/>
                    <a:pt x="916" y="474"/>
                    <a:pt x="915" y="477"/>
                  </a:cubicBezTo>
                  <a:cubicBezTo>
                    <a:pt x="914" y="479"/>
                    <a:pt x="911" y="480"/>
                    <a:pt x="910" y="483"/>
                  </a:cubicBezTo>
                  <a:cubicBezTo>
                    <a:pt x="910" y="486"/>
                    <a:pt x="906" y="486"/>
                    <a:pt x="906" y="488"/>
                  </a:cubicBezTo>
                  <a:cubicBezTo>
                    <a:pt x="906" y="490"/>
                    <a:pt x="902" y="490"/>
                    <a:pt x="899" y="488"/>
                  </a:cubicBezTo>
                  <a:cubicBezTo>
                    <a:pt x="897" y="486"/>
                    <a:pt x="895" y="491"/>
                    <a:pt x="893" y="491"/>
                  </a:cubicBezTo>
                  <a:cubicBezTo>
                    <a:pt x="891" y="491"/>
                    <a:pt x="891" y="495"/>
                    <a:pt x="891" y="497"/>
                  </a:cubicBezTo>
                  <a:cubicBezTo>
                    <a:pt x="892" y="499"/>
                    <a:pt x="891" y="501"/>
                    <a:pt x="892" y="504"/>
                  </a:cubicBezTo>
                  <a:cubicBezTo>
                    <a:pt x="893" y="505"/>
                    <a:pt x="892" y="508"/>
                    <a:pt x="892" y="511"/>
                  </a:cubicBezTo>
                  <a:cubicBezTo>
                    <a:pt x="895" y="509"/>
                    <a:pt x="898" y="508"/>
                    <a:pt x="899" y="508"/>
                  </a:cubicBezTo>
                  <a:cubicBezTo>
                    <a:pt x="902" y="508"/>
                    <a:pt x="905" y="513"/>
                    <a:pt x="908" y="513"/>
                  </a:cubicBezTo>
                  <a:cubicBezTo>
                    <a:pt x="912" y="513"/>
                    <a:pt x="927" y="503"/>
                    <a:pt x="927" y="501"/>
                  </a:cubicBezTo>
                  <a:cubicBezTo>
                    <a:pt x="927" y="500"/>
                    <a:pt x="936" y="491"/>
                    <a:pt x="940" y="487"/>
                  </a:cubicBezTo>
                  <a:cubicBezTo>
                    <a:pt x="944" y="482"/>
                    <a:pt x="950" y="476"/>
                    <a:pt x="952" y="471"/>
                  </a:cubicBezTo>
                  <a:cubicBezTo>
                    <a:pt x="953" y="468"/>
                    <a:pt x="959" y="462"/>
                    <a:pt x="960" y="459"/>
                  </a:cubicBezTo>
                  <a:cubicBezTo>
                    <a:pt x="962" y="457"/>
                    <a:pt x="963" y="457"/>
                    <a:pt x="965" y="451"/>
                  </a:cubicBezTo>
                  <a:cubicBezTo>
                    <a:pt x="968" y="446"/>
                    <a:pt x="968" y="431"/>
                    <a:pt x="969" y="430"/>
                  </a:cubicBezTo>
                  <a:cubicBezTo>
                    <a:pt x="970" y="429"/>
                    <a:pt x="969" y="427"/>
                    <a:pt x="970" y="425"/>
                  </a:cubicBezTo>
                  <a:cubicBezTo>
                    <a:pt x="972" y="424"/>
                    <a:pt x="971" y="421"/>
                    <a:pt x="973" y="419"/>
                  </a:cubicBezTo>
                  <a:cubicBezTo>
                    <a:pt x="976" y="417"/>
                    <a:pt x="975" y="416"/>
                    <a:pt x="975" y="414"/>
                  </a:cubicBezTo>
                  <a:cubicBezTo>
                    <a:pt x="974" y="413"/>
                    <a:pt x="975" y="409"/>
                    <a:pt x="974" y="408"/>
                  </a:cubicBezTo>
                  <a:cubicBezTo>
                    <a:pt x="974" y="407"/>
                    <a:pt x="974" y="406"/>
                    <a:pt x="975" y="406"/>
                  </a:cubicBezTo>
                  <a:cubicBezTo>
                    <a:pt x="977" y="405"/>
                    <a:pt x="974" y="403"/>
                    <a:pt x="972" y="402"/>
                  </a:cubicBezTo>
                  <a:cubicBezTo>
                    <a:pt x="970" y="401"/>
                    <a:pt x="968" y="400"/>
                    <a:pt x="967" y="398"/>
                  </a:cubicBezTo>
                  <a:cubicBezTo>
                    <a:pt x="967" y="395"/>
                    <a:pt x="964" y="393"/>
                    <a:pt x="961" y="393"/>
                  </a:cubicBezTo>
                  <a:cubicBezTo>
                    <a:pt x="958" y="393"/>
                    <a:pt x="954" y="391"/>
                    <a:pt x="954" y="393"/>
                  </a:cubicBezTo>
                  <a:cubicBezTo>
                    <a:pt x="955" y="395"/>
                    <a:pt x="954" y="396"/>
                    <a:pt x="953" y="396"/>
                  </a:cubicBezTo>
                  <a:cubicBezTo>
                    <a:pt x="951" y="396"/>
                    <a:pt x="951" y="397"/>
                    <a:pt x="949" y="399"/>
                  </a:cubicBezTo>
                  <a:cubicBezTo>
                    <a:pt x="948" y="401"/>
                    <a:pt x="942" y="402"/>
                    <a:pt x="945" y="399"/>
                  </a:cubicBezTo>
                  <a:cubicBezTo>
                    <a:pt x="947" y="397"/>
                    <a:pt x="944" y="397"/>
                    <a:pt x="944" y="395"/>
                  </a:cubicBezTo>
                  <a:cubicBezTo>
                    <a:pt x="945" y="392"/>
                    <a:pt x="947" y="390"/>
                    <a:pt x="944" y="391"/>
                  </a:cubicBezTo>
                  <a:cubicBezTo>
                    <a:pt x="941" y="393"/>
                    <a:pt x="941" y="397"/>
                    <a:pt x="939" y="397"/>
                  </a:cubicBezTo>
                  <a:cubicBezTo>
                    <a:pt x="937" y="398"/>
                    <a:pt x="937" y="391"/>
                    <a:pt x="938" y="389"/>
                  </a:cubicBezTo>
                  <a:cubicBezTo>
                    <a:pt x="939" y="387"/>
                    <a:pt x="934" y="389"/>
                    <a:pt x="929" y="389"/>
                  </a:cubicBezTo>
                  <a:cubicBezTo>
                    <a:pt x="924" y="388"/>
                    <a:pt x="925" y="385"/>
                    <a:pt x="929" y="383"/>
                  </a:cubicBezTo>
                  <a:cubicBezTo>
                    <a:pt x="933" y="381"/>
                    <a:pt x="933" y="379"/>
                    <a:pt x="935" y="378"/>
                  </a:cubicBezTo>
                  <a:cubicBezTo>
                    <a:pt x="937" y="377"/>
                    <a:pt x="942" y="373"/>
                    <a:pt x="945" y="372"/>
                  </a:cubicBezTo>
                  <a:cubicBezTo>
                    <a:pt x="948" y="370"/>
                    <a:pt x="949" y="368"/>
                    <a:pt x="949" y="366"/>
                  </a:cubicBezTo>
                  <a:cubicBezTo>
                    <a:pt x="950" y="364"/>
                    <a:pt x="956" y="361"/>
                    <a:pt x="961" y="357"/>
                  </a:cubicBezTo>
                  <a:cubicBezTo>
                    <a:pt x="966" y="353"/>
                    <a:pt x="968" y="351"/>
                    <a:pt x="970" y="348"/>
                  </a:cubicBezTo>
                  <a:cubicBezTo>
                    <a:pt x="971" y="346"/>
                    <a:pt x="978" y="342"/>
                    <a:pt x="979" y="341"/>
                  </a:cubicBezTo>
                  <a:cubicBezTo>
                    <a:pt x="979" y="339"/>
                    <a:pt x="988" y="334"/>
                    <a:pt x="994" y="333"/>
                  </a:cubicBezTo>
                  <a:cubicBezTo>
                    <a:pt x="1000" y="332"/>
                    <a:pt x="1009" y="333"/>
                    <a:pt x="1011" y="335"/>
                  </a:cubicBezTo>
                  <a:cubicBezTo>
                    <a:pt x="1013" y="337"/>
                    <a:pt x="1014" y="336"/>
                    <a:pt x="1015" y="335"/>
                  </a:cubicBezTo>
                  <a:cubicBezTo>
                    <a:pt x="1016" y="334"/>
                    <a:pt x="1019" y="334"/>
                    <a:pt x="1023" y="335"/>
                  </a:cubicBezTo>
                  <a:cubicBezTo>
                    <a:pt x="1027" y="335"/>
                    <a:pt x="1028" y="333"/>
                    <a:pt x="1031" y="334"/>
                  </a:cubicBezTo>
                  <a:cubicBezTo>
                    <a:pt x="1033" y="334"/>
                    <a:pt x="1036" y="335"/>
                    <a:pt x="1037" y="332"/>
                  </a:cubicBezTo>
                  <a:cubicBezTo>
                    <a:pt x="1039" y="328"/>
                    <a:pt x="1047" y="329"/>
                    <a:pt x="1049" y="330"/>
                  </a:cubicBezTo>
                  <a:cubicBezTo>
                    <a:pt x="1050" y="332"/>
                    <a:pt x="1052" y="333"/>
                    <a:pt x="1055" y="332"/>
                  </a:cubicBezTo>
                  <a:cubicBezTo>
                    <a:pt x="1057" y="330"/>
                    <a:pt x="1057" y="334"/>
                    <a:pt x="1060" y="334"/>
                  </a:cubicBezTo>
                  <a:cubicBezTo>
                    <a:pt x="1063" y="335"/>
                    <a:pt x="1061" y="337"/>
                    <a:pt x="1059" y="337"/>
                  </a:cubicBezTo>
                  <a:cubicBezTo>
                    <a:pt x="1056" y="337"/>
                    <a:pt x="1053" y="338"/>
                    <a:pt x="1056" y="340"/>
                  </a:cubicBezTo>
                  <a:cubicBezTo>
                    <a:pt x="1059" y="341"/>
                    <a:pt x="1062" y="338"/>
                    <a:pt x="1064" y="338"/>
                  </a:cubicBezTo>
                  <a:cubicBezTo>
                    <a:pt x="1066" y="339"/>
                    <a:pt x="1070" y="339"/>
                    <a:pt x="1073" y="337"/>
                  </a:cubicBezTo>
                  <a:cubicBezTo>
                    <a:pt x="1076" y="335"/>
                    <a:pt x="1076" y="339"/>
                    <a:pt x="1078" y="337"/>
                  </a:cubicBezTo>
                  <a:cubicBezTo>
                    <a:pt x="1080" y="335"/>
                    <a:pt x="1085" y="335"/>
                    <a:pt x="1087" y="335"/>
                  </a:cubicBezTo>
                  <a:cubicBezTo>
                    <a:pt x="1089" y="335"/>
                    <a:pt x="1087" y="332"/>
                    <a:pt x="1083" y="332"/>
                  </a:cubicBezTo>
                  <a:cubicBezTo>
                    <a:pt x="1080" y="332"/>
                    <a:pt x="1080" y="330"/>
                    <a:pt x="1083" y="326"/>
                  </a:cubicBezTo>
                  <a:cubicBezTo>
                    <a:pt x="1086" y="321"/>
                    <a:pt x="1091" y="318"/>
                    <a:pt x="1095" y="315"/>
                  </a:cubicBezTo>
                  <a:cubicBezTo>
                    <a:pt x="1098" y="312"/>
                    <a:pt x="1101" y="314"/>
                    <a:pt x="1101" y="312"/>
                  </a:cubicBezTo>
                  <a:cubicBezTo>
                    <a:pt x="1101" y="310"/>
                    <a:pt x="1102" y="304"/>
                    <a:pt x="1105" y="304"/>
                  </a:cubicBezTo>
                  <a:cubicBezTo>
                    <a:pt x="1107" y="304"/>
                    <a:pt x="1114" y="305"/>
                    <a:pt x="1118" y="303"/>
                  </a:cubicBezTo>
                  <a:cubicBezTo>
                    <a:pt x="1122" y="301"/>
                    <a:pt x="1122" y="305"/>
                    <a:pt x="1123" y="305"/>
                  </a:cubicBezTo>
                  <a:cubicBezTo>
                    <a:pt x="1125" y="306"/>
                    <a:pt x="1127" y="302"/>
                    <a:pt x="1129" y="303"/>
                  </a:cubicBezTo>
                  <a:cubicBezTo>
                    <a:pt x="1131" y="304"/>
                    <a:pt x="1126" y="307"/>
                    <a:pt x="1125" y="311"/>
                  </a:cubicBezTo>
                  <a:cubicBezTo>
                    <a:pt x="1124" y="314"/>
                    <a:pt x="1128" y="313"/>
                    <a:pt x="1130" y="314"/>
                  </a:cubicBezTo>
                  <a:cubicBezTo>
                    <a:pt x="1132" y="315"/>
                    <a:pt x="1127" y="316"/>
                    <a:pt x="1128" y="317"/>
                  </a:cubicBezTo>
                  <a:cubicBezTo>
                    <a:pt x="1128" y="318"/>
                    <a:pt x="1132" y="318"/>
                    <a:pt x="1137" y="313"/>
                  </a:cubicBezTo>
                  <a:cubicBezTo>
                    <a:pt x="1143" y="308"/>
                    <a:pt x="1147" y="306"/>
                    <a:pt x="1151" y="306"/>
                  </a:cubicBezTo>
                  <a:cubicBezTo>
                    <a:pt x="1154" y="307"/>
                    <a:pt x="1152" y="303"/>
                    <a:pt x="1152" y="299"/>
                  </a:cubicBezTo>
                  <a:cubicBezTo>
                    <a:pt x="1153" y="294"/>
                    <a:pt x="1163" y="292"/>
                    <a:pt x="1166" y="294"/>
                  </a:cubicBezTo>
                  <a:cubicBezTo>
                    <a:pt x="1170" y="295"/>
                    <a:pt x="1169" y="296"/>
                    <a:pt x="1166" y="296"/>
                  </a:cubicBezTo>
                  <a:cubicBezTo>
                    <a:pt x="1163" y="295"/>
                    <a:pt x="1160" y="298"/>
                    <a:pt x="1160" y="302"/>
                  </a:cubicBezTo>
                  <a:cubicBezTo>
                    <a:pt x="1160" y="306"/>
                    <a:pt x="1157" y="307"/>
                    <a:pt x="1159" y="309"/>
                  </a:cubicBezTo>
                  <a:cubicBezTo>
                    <a:pt x="1160" y="310"/>
                    <a:pt x="1156" y="311"/>
                    <a:pt x="1156" y="312"/>
                  </a:cubicBezTo>
                  <a:cubicBezTo>
                    <a:pt x="1156" y="314"/>
                    <a:pt x="1156" y="315"/>
                    <a:pt x="1154" y="316"/>
                  </a:cubicBezTo>
                  <a:cubicBezTo>
                    <a:pt x="1152" y="317"/>
                    <a:pt x="1144" y="317"/>
                    <a:pt x="1143" y="320"/>
                  </a:cubicBezTo>
                  <a:cubicBezTo>
                    <a:pt x="1143" y="324"/>
                    <a:pt x="1139" y="324"/>
                    <a:pt x="1137" y="328"/>
                  </a:cubicBezTo>
                  <a:cubicBezTo>
                    <a:pt x="1135" y="332"/>
                    <a:pt x="1127" y="334"/>
                    <a:pt x="1122" y="341"/>
                  </a:cubicBezTo>
                  <a:cubicBezTo>
                    <a:pt x="1117" y="349"/>
                    <a:pt x="1109" y="349"/>
                    <a:pt x="1109" y="350"/>
                  </a:cubicBezTo>
                  <a:cubicBezTo>
                    <a:pt x="1109" y="352"/>
                    <a:pt x="1103" y="352"/>
                    <a:pt x="1101" y="352"/>
                  </a:cubicBezTo>
                  <a:cubicBezTo>
                    <a:pt x="1099" y="352"/>
                    <a:pt x="1103" y="357"/>
                    <a:pt x="1099" y="362"/>
                  </a:cubicBezTo>
                  <a:cubicBezTo>
                    <a:pt x="1094" y="367"/>
                    <a:pt x="1091" y="373"/>
                    <a:pt x="1091" y="380"/>
                  </a:cubicBezTo>
                  <a:cubicBezTo>
                    <a:pt x="1091" y="387"/>
                    <a:pt x="1094" y="406"/>
                    <a:pt x="1096" y="410"/>
                  </a:cubicBezTo>
                  <a:cubicBezTo>
                    <a:pt x="1098" y="413"/>
                    <a:pt x="1096" y="422"/>
                    <a:pt x="1098" y="424"/>
                  </a:cubicBezTo>
                  <a:cubicBezTo>
                    <a:pt x="1100" y="425"/>
                    <a:pt x="1099" y="428"/>
                    <a:pt x="1100" y="429"/>
                  </a:cubicBezTo>
                  <a:cubicBezTo>
                    <a:pt x="1101" y="430"/>
                    <a:pt x="1106" y="425"/>
                    <a:pt x="1109" y="422"/>
                  </a:cubicBezTo>
                  <a:cubicBezTo>
                    <a:pt x="1112" y="420"/>
                    <a:pt x="1111" y="419"/>
                    <a:pt x="1113" y="418"/>
                  </a:cubicBezTo>
                  <a:cubicBezTo>
                    <a:pt x="1115" y="416"/>
                    <a:pt x="1114" y="411"/>
                    <a:pt x="1114" y="409"/>
                  </a:cubicBezTo>
                  <a:cubicBezTo>
                    <a:pt x="1115" y="408"/>
                    <a:pt x="1119" y="407"/>
                    <a:pt x="1120" y="406"/>
                  </a:cubicBezTo>
                  <a:cubicBezTo>
                    <a:pt x="1121" y="404"/>
                    <a:pt x="1124" y="405"/>
                    <a:pt x="1126" y="404"/>
                  </a:cubicBezTo>
                  <a:cubicBezTo>
                    <a:pt x="1128" y="404"/>
                    <a:pt x="1126" y="400"/>
                    <a:pt x="1125" y="398"/>
                  </a:cubicBezTo>
                  <a:cubicBezTo>
                    <a:pt x="1125" y="395"/>
                    <a:pt x="1130" y="392"/>
                    <a:pt x="1133" y="390"/>
                  </a:cubicBezTo>
                  <a:cubicBezTo>
                    <a:pt x="1136" y="388"/>
                    <a:pt x="1139" y="392"/>
                    <a:pt x="1143" y="389"/>
                  </a:cubicBezTo>
                  <a:cubicBezTo>
                    <a:pt x="1146" y="386"/>
                    <a:pt x="1142" y="382"/>
                    <a:pt x="1141" y="381"/>
                  </a:cubicBezTo>
                  <a:cubicBezTo>
                    <a:pt x="1140" y="379"/>
                    <a:pt x="1144" y="372"/>
                    <a:pt x="1147" y="371"/>
                  </a:cubicBezTo>
                  <a:cubicBezTo>
                    <a:pt x="1149" y="370"/>
                    <a:pt x="1151" y="373"/>
                    <a:pt x="1153" y="371"/>
                  </a:cubicBezTo>
                  <a:cubicBezTo>
                    <a:pt x="1155" y="368"/>
                    <a:pt x="1151" y="365"/>
                    <a:pt x="1149" y="365"/>
                  </a:cubicBezTo>
                  <a:cubicBezTo>
                    <a:pt x="1148" y="365"/>
                    <a:pt x="1147" y="359"/>
                    <a:pt x="1151" y="356"/>
                  </a:cubicBezTo>
                  <a:cubicBezTo>
                    <a:pt x="1155" y="353"/>
                    <a:pt x="1153" y="353"/>
                    <a:pt x="1151" y="352"/>
                  </a:cubicBezTo>
                  <a:cubicBezTo>
                    <a:pt x="1148" y="351"/>
                    <a:pt x="1148" y="352"/>
                    <a:pt x="1146" y="352"/>
                  </a:cubicBezTo>
                  <a:cubicBezTo>
                    <a:pt x="1144" y="352"/>
                    <a:pt x="1141" y="348"/>
                    <a:pt x="1145" y="344"/>
                  </a:cubicBezTo>
                  <a:cubicBezTo>
                    <a:pt x="1148" y="340"/>
                    <a:pt x="1151" y="340"/>
                    <a:pt x="1151" y="337"/>
                  </a:cubicBezTo>
                  <a:cubicBezTo>
                    <a:pt x="1152" y="333"/>
                    <a:pt x="1156" y="328"/>
                    <a:pt x="1157" y="327"/>
                  </a:cubicBezTo>
                  <a:cubicBezTo>
                    <a:pt x="1158" y="325"/>
                    <a:pt x="1163" y="327"/>
                    <a:pt x="1164" y="326"/>
                  </a:cubicBezTo>
                  <a:cubicBezTo>
                    <a:pt x="1166" y="326"/>
                    <a:pt x="1166" y="330"/>
                    <a:pt x="1168" y="328"/>
                  </a:cubicBezTo>
                  <a:cubicBezTo>
                    <a:pt x="1170" y="326"/>
                    <a:pt x="1173" y="320"/>
                    <a:pt x="1176" y="320"/>
                  </a:cubicBezTo>
                  <a:cubicBezTo>
                    <a:pt x="1178" y="320"/>
                    <a:pt x="1177" y="324"/>
                    <a:pt x="1177" y="327"/>
                  </a:cubicBezTo>
                  <a:cubicBezTo>
                    <a:pt x="1178" y="330"/>
                    <a:pt x="1180" y="326"/>
                    <a:pt x="1185" y="323"/>
                  </a:cubicBezTo>
                  <a:cubicBezTo>
                    <a:pt x="1190" y="319"/>
                    <a:pt x="1201" y="320"/>
                    <a:pt x="1205" y="321"/>
                  </a:cubicBezTo>
                  <a:cubicBezTo>
                    <a:pt x="1208" y="323"/>
                    <a:pt x="1209" y="327"/>
                    <a:pt x="1211" y="326"/>
                  </a:cubicBezTo>
                  <a:cubicBezTo>
                    <a:pt x="1214" y="326"/>
                    <a:pt x="1211" y="322"/>
                    <a:pt x="1214" y="322"/>
                  </a:cubicBezTo>
                  <a:cubicBezTo>
                    <a:pt x="1217" y="321"/>
                    <a:pt x="1222" y="318"/>
                    <a:pt x="1226" y="315"/>
                  </a:cubicBezTo>
                  <a:cubicBezTo>
                    <a:pt x="1230" y="312"/>
                    <a:pt x="1229" y="314"/>
                    <a:pt x="1231" y="312"/>
                  </a:cubicBezTo>
                  <a:cubicBezTo>
                    <a:pt x="1233" y="309"/>
                    <a:pt x="1235" y="310"/>
                    <a:pt x="1235" y="309"/>
                  </a:cubicBezTo>
                  <a:cubicBezTo>
                    <a:pt x="1236" y="307"/>
                    <a:pt x="1241" y="304"/>
                    <a:pt x="1249" y="303"/>
                  </a:cubicBezTo>
                  <a:cubicBezTo>
                    <a:pt x="1256" y="301"/>
                    <a:pt x="1266" y="296"/>
                    <a:pt x="1265" y="294"/>
                  </a:cubicBezTo>
                  <a:cubicBezTo>
                    <a:pt x="1265" y="293"/>
                    <a:pt x="1268" y="292"/>
                    <a:pt x="1269" y="294"/>
                  </a:cubicBezTo>
                  <a:cubicBezTo>
                    <a:pt x="1269" y="295"/>
                    <a:pt x="1272" y="295"/>
                    <a:pt x="1276" y="296"/>
                  </a:cubicBezTo>
                  <a:cubicBezTo>
                    <a:pt x="1280" y="296"/>
                    <a:pt x="1282" y="298"/>
                    <a:pt x="1285" y="295"/>
                  </a:cubicBezTo>
                  <a:cubicBezTo>
                    <a:pt x="1288" y="292"/>
                    <a:pt x="1284" y="291"/>
                    <a:pt x="1284" y="288"/>
                  </a:cubicBezTo>
                  <a:cubicBezTo>
                    <a:pt x="1285" y="286"/>
                    <a:pt x="1279" y="283"/>
                    <a:pt x="1280" y="281"/>
                  </a:cubicBezTo>
                  <a:cubicBezTo>
                    <a:pt x="1280" y="278"/>
                    <a:pt x="1276" y="272"/>
                    <a:pt x="1274" y="273"/>
                  </a:cubicBezTo>
                  <a:cubicBezTo>
                    <a:pt x="1273" y="274"/>
                    <a:pt x="1270" y="272"/>
                    <a:pt x="1270" y="270"/>
                  </a:cubicBezTo>
                  <a:cubicBezTo>
                    <a:pt x="1270" y="268"/>
                    <a:pt x="1269" y="266"/>
                    <a:pt x="1267" y="267"/>
                  </a:cubicBezTo>
                  <a:cubicBezTo>
                    <a:pt x="1265" y="269"/>
                    <a:pt x="1261" y="268"/>
                    <a:pt x="1260" y="266"/>
                  </a:cubicBezTo>
                  <a:cubicBezTo>
                    <a:pt x="1260" y="264"/>
                    <a:pt x="1265" y="262"/>
                    <a:pt x="1268" y="264"/>
                  </a:cubicBezTo>
                  <a:cubicBezTo>
                    <a:pt x="1272" y="265"/>
                    <a:pt x="1271" y="267"/>
                    <a:pt x="1273" y="268"/>
                  </a:cubicBezTo>
                  <a:cubicBezTo>
                    <a:pt x="1274" y="269"/>
                    <a:pt x="1279" y="268"/>
                    <a:pt x="1282" y="267"/>
                  </a:cubicBezTo>
                  <a:cubicBezTo>
                    <a:pt x="1284" y="266"/>
                    <a:pt x="1291" y="264"/>
                    <a:pt x="1292" y="262"/>
                  </a:cubicBezTo>
                  <a:cubicBezTo>
                    <a:pt x="1294" y="259"/>
                    <a:pt x="1292" y="259"/>
                    <a:pt x="1295" y="257"/>
                  </a:cubicBezTo>
                  <a:cubicBezTo>
                    <a:pt x="1297" y="256"/>
                    <a:pt x="1295" y="254"/>
                    <a:pt x="1293" y="253"/>
                  </a:cubicBezTo>
                  <a:cubicBezTo>
                    <a:pt x="1291" y="252"/>
                    <a:pt x="1292" y="249"/>
                    <a:pt x="1294" y="249"/>
                  </a:cubicBezTo>
                  <a:cubicBezTo>
                    <a:pt x="1296" y="249"/>
                    <a:pt x="1295" y="246"/>
                    <a:pt x="1297" y="246"/>
                  </a:cubicBezTo>
                  <a:cubicBezTo>
                    <a:pt x="1298" y="246"/>
                    <a:pt x="1298" y="247"/>
                    <a:pt x="1301" y="246"/>
                  </a:cubicBezTo>
                  <a:cubicBezTo>
                    <a:pt x="1304" y="245"/>
                    <a:pt x="1301" y="248"/>
                    <a:pt x="1300" y="250"/>
                  </a:cubicBezTo>
                  <a:cubicBezTo>
                    <a:pt x="1299" y="252"/>
                    <a:pt x="1302" y="254"/>
                    <a:pt x="1303" y="256"/>
                  </a:cubicBezTo>
                  <a:cubicBezTo>
                    <a:pt x="1303" y="257"/>
                    <a:pt x="1308" y="257"/>
                    <a:pt x="1311" y="256"/>
                  </a:cubicBezTo>
                  <a:cubicBezTo>
                    <a:pt x="1314" y="254"/>
                    <a:pt x="1323" y="258"/>
                    <a:pt x="1324" y="260"/>
                  </a:cubicBezTo>
                  <a:cubicBezTo>
                    <a:pt x="1324" y="262"/>
                    <a:pt x="1326" y="265"/>
                    <a:pt x="1329" y="267"/>
                  </a:cubicBezTo>
                  <a:cubicBezTo>
                    <a:pt x="1333" y="269"/>
                    <a:pt x="1337" y="268"/>
                    <a:pt x="1337" y="270"/>
                  </a:cubicBezTo>
                  <a:cubicBezTo>
                    <a:pt x="1338" y="272"/>
                    <a:pt x="1340" y="272"/>
                    <a:pt x="1342" y="272"/>
                  </a:cubicBezTo>
                  <a:cubicBezTo>
                    <a:pt x="1344" y="272"/>
                    <a:pt x="1345" y="274"/>
                    <a:pt x="1347" y="272"/>
                  </a:cubicBezTo>
                  <a:cubicBezTo>
                    <a:pt x="1348" y="271"/>
                    <a:pt x="1349" y="273"/>
                    <a:pt x="1351" y="272"/>
                  </a:cubicBezTo>
                  <a:cubicBezTo>
                    <a:pt x="1353" y="270"/>
                    <a:pt x="1347" y="269"/>
                    <a:pt x="1347" y="267"/>
                  </a:cubicBezTo>
                  <a:cubicBezTo>
                    <a:pt x="1348" y="266"/>
                    <a:pt x="1350" y="268"/>
                    <a:pt x="1351" y="268"/>
                  </a:cubicBezTo>
                  <a:cubicBezTo>
                    <a:pt x="1353" y="268"/>
                    <a:pt x="1351" y="264"/>
                    <a:pt x="1352" y="264"/>
                  </a:cubicBezTo>
                  <a:cubicBezTo>
                    <a:pt x="1353" y="264"/>
                    <a:pt x="1352" y="257"/>
                    <a:pt x="1351" y="256"/>
                  </a:cubicBezTo>
                  <a:cubicBezTo>
                    <a:pt x="1350" y="256"/>
                    <a:pt x="1351" y="253"/>
                    <a:pt x="1353" y="255"/>
                  </a:cubicBezTo>
                  <a:cubicBezTo>
                    <a:pt x="1356" y="257"/>
                    <a:pt x="1360" y="257"/>
                    <a:pt x="1363" y="257"/>
                  </a:cubicBezTo>
                  <a:cubicBezTo>
                    <a:pt x="1365" y="257"/>
                    <a:pt x="1363" y="255"/>
                    <a:pt x="1361" y="255"/>
                  </a:cubicBezTo>
                  <a:cubicBezTo>
                    <a:pt x="1359" y="255"/>
                    <a:pt x="1361" y="253"/>
                    <a:pt x="1362" y="254"/>
                  </a:cubicBezTo>
                  <a:cubicBezTo>
                    <a:pt x="1364" y="255"/>
                    <a:pt x="1367" y="256"/>
                    <a:pt x="1367" y="255"/>
                  </a:cubicBezTo>
                  <a:cubicBezTo>
                    <a:pt x="1367" y="253"/>
                    <a:pt x="1368" y="250"/>
                    <a:pt x="1371" y="250"/>
                  </a:cubicBezTo>
                  <a:cubicBezTo>
                    <a:pt x="1373" y="250"/>
                    <a:pt x="1374" y="249"/>
                    <a:pt x="1372" y="248"/>
                  </a:cubicBezTo>
                  <a:close/>
                  <a:moveTo>
                    <a:pt x="709" y="404"/>
                  </a:moveTo>
                  <a:cubicBezTo>
                    <a:pt x="702" y="410"/>
                    <a:pt x="688" y="412"/>
                    <a:pt x="688" y="417"/>
                  </a:cubicBezTo>
                  <a:cubicBezTo>
                    <a:pt x="688" y="422"/>
                    <a:pt x="672" y="424"/>
                    <a:pt x="671" y="422"/>
                  </a:cubicBezTo>
                  <a:cubicBezTo>
                    <a:pt x="669" y="420"/>
                    <a:pt x="683" y="419"/>
                    <a:pt x="686" y="412"/>
                  </a:cubicBezTo>
                  <a:cubicBezTo>
                    <a:pt x="689" y="405"/>
                    <a:pt x="701" y="401"/>
                    <a:pt x="707" y="392"/>
                  </a:cubicBezTo>
                  <a:cubicBezTo>
                    <a:pt x="712" y="385"/>
                    <a:pt x="715" y="375"/>
                    <a:pt x="718" y="376"/>
                  </a:cubicBezTo>
                  <a:cubicBezTo>
                    <a:pt x="720" y="376"/>
                    <a:pt x="716" y="398"/>
                    <a:pt x="709" y="404"/>
                  </a:cubicBezTo>
                  <a:close/>
                  <a:moveTo>
                    <a:pt x="739" y="125"/>
                  </a:moveTo>
                  <a:cubicBezTo>
                    <a:pt x="738" y="127"/>
                    <a:pt x="733" y="127"/>
                    <a:pt x="734" y="129"/>
                  </a:cubicBezTo>
                  <a:cubicBezTo>
                    <a:pt x="737" y="132"/>
                    <a:pt x="749" y="130"/>
                    <a:pt x="749" y="126"/>
                  </a:cubicBezTo>
                  <a:cubicBezTo>
                    <a:pt x="749" y="122"/>
                    <a:pt x="740" y="123"/>
                    <a:pt x="739" y="125"/>
                  </a:cubicBezTo>
                  <a:close/>
                  <a:moveTo>
                    <a:pt x="306" y="7"/>
                  </a:moveTo>
                  <a:cubicBezTo>
                    <a:pt x="312" y="7"/>
                    <a:pt x="310" y="4"/>
                    <a:pt x="314" y="4"/>
                  </a:cubicBezTo>
                  <a:cubicBezTo>
                    <a:pt x="318" y="5"/>
                    <a:pt x="323" y="4"/>
                    <a:pt x="321" y="2"/>
                  </a:cubicBezTo>
                  <a:cubicBezTo>
                    <a:pt x="319" y="0"/>
                    <a:pt x="305" y="1"/>
                    <a:pt x="306" y="3"/>
                  </a:cubicBezTo>
                  <a:cubicBezTo>
                    <a:pt x="308" y="4"/>
                    <a:pt x="295" y="4"/>
                    <a:pt x="296" y="4"/>
                  </a:cubicBezTo>
                  <a:cubicBezTo>
                    <a:pt x="296" y="6"/>
                    <a:pt x="300" y="7"/>
                    <a:pt x="306" y="7"/>
                  </a:cubicBezTo>
                  <a:close/>
                  <a:moveTo>
                    <a:pt x="277" y="23"/>
                  </a:moveTo>
                  <a:cubicBezTo>
                    <a:pt x="277" y="19"/>
                    <a:pt x="264" y="24"/>
                    <a:pt x="267" y="24"/>
                  </a:cubicBezTo>
                  <a:cubicBezTo>
                    <a:pt x="269" y="25"/>
                    <a:pt x="277" y="27"/>
                    <a:pt x="277" y="23"/>
                  </a:cubicBezTo>
                  <a:close/>
                  <a:moveTo>
                    <a:pt x="307" y="20"/>
                  </a:moveTo>
                  <a:cubicBezTo>
                    <a:pt x="308" y="22"/>
                    <a:pt x="306" y="22"/>
                    <a:pt x="301" y="22"/>
                  </a:cubicBezTo>
                  <a:cubicBezTo>
                    <a:pt x="296" y="22"/>
                    <a:pt x="294" y="25"/>
                    <a:pt x="296" y="27"/>
                  </a:cubicBezTo>
                  <a:cubicBezTo>
                    <a:pt x="299" y="29"/>
                    <a:pt x="312" y="28"/>
                    <a:pt x="314" y="26"/>
                  </a:cubicBezTo>
                  <a:cubicBezTo>
                    <a:pt x="316" y="23"/>
                    <a:pt x="322" y="25"/>
                    <a:pt x="323" y="22"/>
                  </a:cubicBezTo>
                  <a:cubicBezTo>
                    <a:pt x="324" y="19"/>
                    <a:pt x="306" y="18"/>
                    <a:pt x="307" y="20"/>
                  </a:cubicBezTo>
                  <a:close/>
                  <a:moveTo>
                    <a:pt x="348" y="16"/>
                  </a:moveTo>
                  <a:cubicBezTo>
                    <a:pt x="350" y="13"/>
                    <a:pt x="345" y="13"/>
                    <a:pt x="344" y="11"/>
                  </a:cubicBezTo>
                  <a:cubicBezTo>
                    <a:pt x="344" y="9"/>
                    <a:pt x="330" y="9"/>
                    <a:pt x="331" y="11"/>
                  </a:cubicBezTo>
                  <a:cubicBezTo>
                    <a:pt x="332" y="13"/>
                    <a:pt x="322" y="16"/>
                    <a:pt x="325" y="18"/>
                  </a:cubicBezTo>
                  <a:cubicBezTo>
                    <a:pt x="331" y="23"/>
                    <a:pt x="346" y="18"/>
                    <a:pt x="348" y="16"/>
                  </a:cubicBezTo>
                  <a:close/>
                  <a:moveTo>
                    <a:pt x="310" y="12"/>
                  </a:moveTo>
                  <a:cubicBezTo>
                    <a:pt x="311" y="7"/>
                    <a:pt x="302" y="11"/>
                    <a:pt x="296" y="8"/>
                  </a:cubicBezTo>
                  <a:cubicBezTo>
                    <a:pt x="290" y="6"/>
                    <a:pt x="286" y="6"/>
                    <a:pt x="291" y="9"/>
                  </a:cubicBezTo>
                  <a:cubicBezTo>
                    <a:pt x="292" y="11"/>
                    <a:pt x="280" y="12"/>
                    <a:pt x="282" y="14"/>
                  </a:cubicBezTo>
                  <a:cubicBezTo>
                    <a:pt x="286" y="19"/>
                    <a:pt x="309" y="17"/>
                    <a:pt x="310" y="12"/>
                  </a:cubicBezTo>
                  <a:close/>
                  <a:moveTo>
                    <a:pt x="275" y="144"/>
                  </a:moveTo>
                  <a:cubicBezTo>
                    <a:pt x="275" y="146"/>
                    <a:pt x="273" y="148"/>
                    <a:pt x="269" y="148"/>
                  </a:cubicBezTo>
                  <a:cubicBezTo>
                    <a:pt x="264" y="148"/>
                    <a:pt x="271" y="151"/>
                    <a:pt x="272" y="153"/>
                  </a:cubicBezTo>
                  <a:cubicBezTo>
                    <a:pt x="272" y="156"/>
                    <a:pt x="267" y="154"/>
                    <a:pt x="267" y="158"/>
                  </a:cubicBezTo>
                  <a:cubicBezTo>
                    <a:pt x="267" y="162"/>
                    <a:pt x="258" y="158"/>
                    <a:pt x="257" y="163"/>
                  </a:cubicBezTo>
                  <a:cubicBezTo>
                    <a:pt x="256" y="169"/>
                    <a:pt x="261" y="168"/>
                    <a:pt x="265" y="168"/>
                  </a:cubicBezTo>
                  <a:cubicBezTo>
                    <a:pt x="269" y="168"/>
                    <a:pt x="263" y="172"/>
                    <a:pt x="266" y="174"/>
                  </a:cubicBezTo>
                  <a:cubicBezTo>
                    <a:pt x="269" y="176"/>
                    <a:pt x="271" y="175"/>
                    <a:pt x="269" y="171"/>
                  </a:cubicBezTo>
                  <a:cubicBezTo>
                    <a:pt x="267" y="167"/>
                    <a:pt x="279" y="173"/>
                    <a:pt x="276" y="176"/>
                  </a:cubicBezTo>
                  <a:cubicBezTo>
                    <a:pt x="272" y="179"/>
                    <a:pt x="281" y="181"/>
                    <a:pt x="286" y="182"/>
                  </a:cubicBezTo>
                  <a:cubicBezTo>
                    <a:pt x="291" y="182"/>
                    <a:pt x="307" y="185"/>
                    <a:pt x="307" y="182"/>
                  </a:cubicBezTo>
                  <a:cubicBezTo>
                    <a:pt x="307" y="179"/>
                    <a:pt x="301" y="177"/>
                    <a:pt x="296" y="172"/>
                  </a:cubicBezTo>
                  <a:cubicBezTo>
                    <a:pt x="291" y="167"/>
                    <a:pt x="287" y="158"/>
                    <a:pt x="293" y="155"/>
                  </a:cubicBezTo>
                  <a:cubicBezTo>
                    <a:pt x="299" y="151"/>
                    <a:pt x="294" y="149"/>
                    <a:pt x="300" y="145"/>
                  </a:cubicBezTo>
                  <a:cubicBezTo>
                    <a:pt x="305" y="141"/>
                    <a:pt x="302" y="137"/>
                    <a:pt x="307" y="137"/>
                  </a:cubicBezTo>
                  <a:cubicBezTo>
                    <a:pt x="311" y="136"/>
                    <a:pt x="306" y="132"/>
                    <a:pt x="311" y="131"/>
                  </a:cubicBezTo>
                  <a:cubicBezTo>
                    <a:pt x="316" y="131"/>
                    <a:pt x="317" y="125"/>
                    <a:pt x="316" y="124"/>
                  </a:cubicBezTo>
                  <a:cubicBezTo>
                    <a:pt x="315" y="122"/>
                    <a:pt x="321" y="124"/>
                    <a:pt x="324" y="121"/>
                  </a:cubicBezTo>
                  <a:cubicBezTo>
                    <a:pt x="326" y="118"/>
                    <a:pt x="332" y="120"/>
                    <a:pt x="334" y="116"/>
                  </a:cubicBezTo>
                  <a:cubicBezTo>
                    <a:pt x="336" y="112"/>
                    <a:pt x="364" y="103"/>
                    <a:pt x="379" y="99"/>
                  </a:cubicBezTo>
                  <a:cubicBezTo>
                    <a:pt x="394" y="96"/>
                    <a:pt x="405" y="89"/>
                    <a:pt x="400" y="85"/>
                  </a:cubicBezTo>
                  <a:cubicBezTo>
                    <a:pt x="394" y="81"/>
                    <a:pt x="379" y="86"/>
                    <a:pt x="375" y="90"/>
                  </a:cubicBezTo>
                  <a:cubicBezTo>
                    <a:pt x="371" y="93"/>
                    <a:pt x="366" y="91"/>
                    <a:pt x="362" y="93"/>
                  </a:cubicBezTo>
                  <a:cubicBezTo>
                    <a:pt x="358" y="95"/>
                    <a:pt x="350" y="97"/>
                    <a:pt x="346" y="94"/>
                  </a:cubicBezTo>
                  <a:cubicBezTo>
                    <a:pt x="342" y="91"/>
                    <a:pt x="337" y="97"/>
                    <a:pt x="334" y="97"/>
                  </a:cubicBezTo>
                  <a:cubicBezTo>
                    <a:pt x="331" y="97"/>
                    <a:pt x="327" y="100"/>
                    <a:pt x="324" y="100"/>
                  </a:cubicBezTo>
                  <a:cubicBezTo>
                    <a:pt x="321" y="100"/>
                    <a:pt x="314" y="102"/>
                    <a:pt x="314" y="104"/>
                  </a:cubicBezTo>
                  <a:cubicBezTo>
                    <a:pt x="313" y="106"/>
                    <a:pt x="307" y="106"/>
                    <a:pt x="307" y="108"/>
                  </a:cubicBezTo>
                  <a:cubicBezTo>
                    <a:pt x="307" y="111"/>
                    <a:pt x="303" y="113"/>
                    <a:pt x="301" y="111"/>
                  </a:cubicBezTo>
                  <a:cubicBezTo>
                    <a:pt x="298" y="108"/>
                    <a:pt x="295" y="113"/>
                    <a:pt x="299" y="116"/>
                  </a:cubicBezTo>
                  <a:cubicBezTo>
                    <a:pt x="302" y="119"/>
                    <a:pt x="292" y="119"/>
                    <a:pt x="294" y="121"/>
                  </a:cubicBezTo>
                  <a:cubicBezTo>
                    <a:pt x="296" y="123"/>
                    <a:pt x="291" y="124"/>
                    <a:pt x="292" y="126"/>
                  </a:cubicBezTo>
                  <a:cubicBezTo>
                    <a:pt x="293" y="129"/>
                    <a:pt x="288" y="129"/>
                    <a:pt x="285" y="130"/>
                  </a:cubicBezTo>
                  <a:cubicBezTo>
                    <a:pt x="281" y="131"/>
                    <a:pt x="279" y="135"/>
                    <a:pt x="284" y="136"/>
                  </a:cubicBezTo>
                  <a:cubicBezTo>
                    <a:pt x="288" y="136"/>
                    <a:pt x="281" y="137"/>
                    <a:pt x="282" y="140"/>
                  </a:cubicBezTo>
                  <a:cubicBezTo>
                    <a:pt x="282" y="144"/>
                    <a:pt x="274" y="141"/>
                    <a:pt x="275" y="14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163">
              <a:extLst>
                <a:ext uri="{FF2B5EF4-FFF2-40B4-BE49-F238E27FC236}">
                  <a16:creationId xmlns:a16="http://schemas.microsoft.com/office/drawing/2014/main" id="{4E4C5616-79BC-4884-A9FD-78EFD49951F3}"/>
                </a:ext>
              </a:extLst>
            </p:cNvPr>
            <p:cNvSpPr>
              <a:spLocks noEditPoints="1"/>
            </p:cNvSpPr>
            <p:nvPr/>
          </p:nvSpPr>
          <p:spPr bwMode="auto">
            <a:xfrm>
              <a:off x="4743451" y="881063"/>
              <a:ext cx="3454400" cy="1325563"/>
            </a:xfrm>
            <a:custGeom>
              <a:avLst/>
              <a:gdLst>
                <a:gd name="T0" fmla="*/ 361 w 1374"/>
                <a:gd name="T1" fmla="*/ 10 h 527"/>
                <a:gd name="T2" fmla="*/ 611 w 1374"/>
                <a:gd name="T3" fmla="*/ 5 h 527"/>
                <a:gd name="T4" fmla="*/ 481 w 1374"/>
                <a:gd name="T5" fmla="*/ 150 h 527"/>
                <a:gd name="T6" fmla="*/ 663 w 1374"/>
                <a:gd name="T7" fmla="*/ 49 h 527"/>
                <a:gd name="T8" fmla="*/ 1003 w 1374"/>
                <a:gd name="T9" fmla="*/ 110 h 527"/>
                <a:gd name="T10" fmla="*/ 1054 w 1374"/>
                <a:gd name="T11" fmla="*/ 117 h 527"/>
                <a:gd name="T12" fmla="*/ 982 w 1374"/>
                <a:gd name="T13" fmla="*/ 426 h 527"/>
                <a:gd name="T14" fmla="*/ 244 w 1374"/>
                <a:gd name="T15" fmla="*/ 22 h 527"/>
                <a:gd name="T16" fmla="*/ 1332 w 1374"/>
                <a:gd name="T17" fmla="*/ 242 h 527"/>
                <a:gd name="T18" fmla="*/ 1194 w 1374"/>
                <a:gd name="T19" fmla="*/ 202 h 527"/>
                <a:gd name="T20" fmla="*/ 1063 w 1374"/>
                <a:gd name="T21" fmla="*/ 177 h 527"/>
                <a:gd name="T22" fmla="*/ 974 w 1374"/>
                <a:gd name="T23" fmla="*/ 150 h 527"/>
                <a:gd name="T24" fmla="*/ 903 w 1374"/>
                <a:gd name="T25" fmla="*/ 167 h 527"/>
                <a:gd name="T26" fmla="*/ 845 w 1374"/>
                <a:gd name="T27" fmla="*/ 138 h 527"/>
                <a:gd name="T28" fmla="*/ 748 w 1374"/>
                <a:gd name="T29" fmla="*/ 136 h 527"/>
                <a:gd name="T30" fmla="*/ 738 w 1374"/>
                <a:gd name="T31" fmla="*/ 118 h 527"/>
                <a:gd name="T32" fmla="*/ 699 w 1374"/>
                <a:gd name="T33" fmla="*/ 83 h 527"/>
                <a:gd name="T34" fmla="*/ 631 w 1374"/>
                <a:gd name="T35" fmla="*/ 96 h 527"/>
                <a:gd name="T36" fmla="*/ 547 w 1374"/>
                <a:gd name="T37" fmla="*/ 114 h 527"/>
                <a:gd name="T38" fmla="*/ 519 w 1374"/>
                <a:gd name="T39" fmla="*/ 137 h 527"/>
                <a:gd name="T40" fmla="*/ 479 w 1374"/>
                <a:gd name="T41" fmla="*/ 177 h 527"/>
                <a:gd name="T42" fmla="*/ 456 w 1374"/>
                <a:gd name="T43" fmla="*/ 204 h 527"/>
                <a:gd name="T44" fmla="*/ 422 w 1374"/>
                <a:gd name="T45" fmla="*/ 243 h 527"/>
                <a:gd name="T46" fmla="*/ 438 w 1374"/>
                <a:gd name="T47" fmla="*/ 213 h 527"/>
                <a:gd name="T48" fmla="*/ 387 w 1374"/>
                <a:gd name="T49" fmla="*/ 187 h 527"/>
                <a:gd name="T50" fmla="*/ 326 w 1374"/>
                <a:gd name="T51" fmla="*/ 196 h 527"/>
                <a:gd name="T52" fmla="*/ 269 w 1374"/>
                <a:gd name="T53" fmla="*/ 210 h 527"/>
                <a:gd name="T54" fmla="*/ 196 w 1374"/>
                <a:gd name="T55" fmla="*/ 214 h 527"/>
                <a:gd name="T56" fmla="*/ 150 w 1374"/>
                <a:gd name="T57" fmla="*/ 262 h 527"/>
                <a:gd name="T58" fmla="*/ 103 w 1374"/>
                <a:gd name="T59" fmla="*/ 233 h 527"/>
                <a:gd name="T60" fmla="*/ 107 w 1374"/>
                <a:gd name="T61" fmla="*/ 200 h 527"/>
                <a:gd name="T62" fmla="*/ 79 w 1374"/>
                <a:gd name="T63" fmla="*/ 230 h 527"/>
                <a:gd name="T64" fmla="*/ 70 w 1374"/>
                <a:gd name="T65" fmla="*/ 315 h 527"/>
                <a:gd name="T66" fmla="*/ 74 w 1374"/>
                <a:gd name="T67" fmla="*/ 370 h 527"/>
                <a:gd name="T68" fmla="*/ 115 w 1374"/>
                <a:gd name="T69" fmla="*/ 412 h 527"/>
                <a:gd name="T70" fmla="*/ 161 w 1374"/>
                <a:gd name="T71" fmla="*/ 450 h 527"/>
                <a:gd name="T72" fmla="*/ 165 w 1374"/>
                <a:gd name="T73" fmla="*/ 503 h 527"/>
                <a:gd name="T74" fmla="*/ 238 w 1374"/>
                <a:gd name="T75" fmla="*/ 476 h 527"/>
                <a:gd name="T76" fmla="*/ 237 w 1374"/>
                <a:gd name="T77" fmla="*/ 430 h 527"/>
                <a:gd name="T78" fmla="*/ 325 w 1374"/>
                <a:gd name="T79" fmla="*/ 432 h 527"/>
                <a:gd name="T80" fmla="*/ 374 w 1374"/>
                <a:gd name="T81" fmla="*/ 388 h 527"/>
                <a:gd name="T82" fmla="*/ 451 w 1374"/>
                <a:gd name="T83" fmla="*/ 395 h 527"/>
                <a:gd name="T84" fmla="*/ 541 w 1374"/>
                <a:gd name="T85" fmla="*/ 442 h 527"/>
                <a:gd name="T86" fmla="*/ 625 w 1374"/>
                <a:gd name="T87" fmla="*/ 432 h 527"/>
                <a:gd name="T88" fmla="*/ 697 w 1374"/>
                <a:gd name="T89" fmla="*/ 437 h 527"/>
                <a:gd name="T90" fmla="*/ 804 w 1374"/>
                <a:gd name="T91" fmla="*/ 419 h 527"/>
                <a:gd name="T92" fmla="*/ 888 w 1374"/>
                <a:gd name="T93" fmla="*/ 453 h 527"/>
                <a:gd name="T94" fmla="*/ 899 w 1374"/>
                <a:gd name="T95" fmla="*/ 508 h 527"/>
                <a:gd name="T96" fmla="*/ 961 w 1374"/>
                <a:gd name="T97" fmla="*/ 393 h 527"/>
                <a:gd name="T98" fmla="*/ 970 w 1374"/>
                <a:gd name="T99" fmla="*/ 348 h 527"/>
                <a:gd name="T100" fmla="*/ 1078 w 1374"/>
                <a:gd name="T101" fmla="*/ 337 h 527"/>
                <a:gd name="T102" fmla="*/ 1152 w 1374"/>
                <a:gd name="T103" fmla="*/ 299 h 527"/>
                <a:gd name="T104" fmla="*/ 1098 w 1374"/>
                <a:gd name="T105" fmla="*/ 424 h 527"/>
                <a:gd name="T106" fmla="*/ 1151 w 1374"/>
                <a:gd name="T107" fmla="*/ 352 h 527"/>
                <a:gd name="T108" fmla="*/ 1235 w 1374"/>
                <a:gd name="T109" fmla="*/ 309 h 527"/>
                <a:gd name="T110" fmla="*/ 1292 w 1374"/>
                <a:gd name="T111" fmla="*/ 262 h 527"/>
                <a:gd name="T112" fmla="*/ 1347 w 1374"/>
                <a:gd name="T113" fmla="*/ 267 h 527"/>
                <a:gd name="T114" fmla="*/ 707 w 1374"/>
                <a:gd name="T115" fmla="*/ 392 h 527"/>
                <a:gd name="T116" fmla="*/ 277 w 1374"/>
                <a:gd name="T117" fmla="*/ 23 h 527"/>
                <a:gd name="T118" fmla="*/ 282 w 1374"/>
                <a:gd name="T119" fmla="*/ 14 h 527"/>
                <a:gd name="T120" fmla="*/ 300 w 1374"/>
                <a:gd name="T121" fmla="*/ 145 h 527"/>
                <a:gd name="T122" fmla="*/ 301 w 1374"/>
                <a:gd name="T123" fmla="*/ 11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4" h="527">
                  <a:moveTo>
                    <a:pt x="21" y="381"/>
                  </a:moveTo>
                  <a:cubicBezTo>
                    <a:pt x="20" y="381"/>
                    <a:pt x="17" y="380"/>
                    <a:pt x="16" y="379"/>
                  </a:cubicBezTo>
                  <a:cubicBezTo>
                    <a:pt x="16" y="378"/>
                    <a:pt x="13" y="378"/>
                    <a:pt x="11" y="378"/>
                  </a:cubicBezTo>
                  <a:cubicBezTo>
                    <a:pt x="12" y="379"/>
                    <a:pt x="12" y="379"/>
                    <a:pt x="13" y="380"/>
                  </a:cubicBezTo>
                  <a:cubicBezTo>
                    <a:pt x="14" y="382"/>
                    <a:pt x="8" y="382"/>
                    <a:pt x="10" y="384"/>
                  </a:cubicBezTo>
                  <a:cubicBezTo>
                    <a:pt x="12" y="386"/>
                    <a:pt x="6" y="386"/>
                    <a:pt x="6" y="384"/>
                  </a:cubicBezTo>
                  <a:cubicBezTo>
                    <a:pt x="6" y="382"/>
                    <a:pt x="1" y="383"/>
                    <a:pt x="1" y="384"/>
                  </a:cubicBezTo>
                  <a:cubicBezTo>
                    <a:pt x="1" y="385"/>
                    <a:pt x="1" y="386"/>
                    <a:pt x="0" y="386"/>
                  </a:cubicBezTo>
                  <a:cubicBezTo>
                    <a:pt x="2" y="387"/>
                    <a:pt x="4" y="388"/>
                    <a:pt x="4" y="388"/>
                  </a:cubicBezTo>
                  <a:cubicBezTo>
                    <a:pt x="5" y="388"/>
                    <a:pt x="20" y="390"/>
                    <a:pt x="25" y="389"/>
                  </a:cubicBezTo>
                  <a:cubicBezTo>
                    <a:pt x="25" y="388"/>
                    <a:pt x="26" y="385"/>
                    <a:pt x="26" y="383"/>
                  </a:cubicBezTo>
                  <a:cubicBezTo>
                    <a:pt x="26" y="382"/>
                    <a:pt x="22" y="380"/>
                    <a:pt x="21" y="381"/>
                  </a:cubicBezTo>
                  <a:close/>
                  <a:moveTo>
                    <a:pt x="365" y="14"/>
                  </a:moveTo>
                  <a:cubicBezTo>
                    <a:pt x="374" y="13"/>
                    <a:pt x="374" y="8"/>
                    <a:pt x="369" y="8"/>
                  </a:cubicBezTo>
                  <a:cubicBezTo>
                    <a:pt x="364" y="7"/>
                    <a:pt x="364" y="10"/>
                    <a:pt x="361" y="10"/>
                  </a:cubicBezTo>
                  <a:cubicBezTo>
                    <a:pt x="359" y="10"/>
                    <a:pt x="350" y="12"/>
                    <a:pt x="352" y="14"/>
                  </a:cubicBezTo>
                  <a:cubicBezTo>
                    <a:pt x="354" y="16"/>
                    <a:pt x="361" y="15"/>
                    <a:pt x="365" y="14"/>
                  </a:cubicBezTo>
                  <a:close/>
                  <a:moveTo>
                    <a:pt x="411" y="147"/>
                  </a:moveTo>
                  <a:cubicBezTo>
                    <a:pt x="414" y="147"/>
                    <a:pt x="423" y="145"/>
                    <a:pt x="423" y="144"/>
                  </a:cubicBezTo>
                  <a:cubicBezTo>
                    <a:pt x="424" y="142"/>
                    <a:pt x="420" y="140"/>
                    <a:pt x="415" y="140"/>
                  </a:cubicBezTo>
                  <a:cubicBezTo>
                    <a:pt x="409" y="140"/>
                    <a:pt x="408" y="146"/>
                    <a:pt x="411" y="147"/>
                  </a:cubicBezTo>
                  <a:close/>
                  <a:moveTo>
                    <a:pt x="587" y="25"/>
                  </a:moveTo>
                  <a:cubicBezTo>
                    <a:pt x="591" y="27"/>
                    <a:pt x="590" y="28"/>
                    <a:pt x="585" y="28"/>
                  </a:cubicBezTo>
                  <a:cubicBezTo>
                    <a:pt x="580" y="28"/>
                    <a:pt x="576" y="30"/>
                    <a:pt x="579" y="31"/>
                  </a:cubicBezTo>
                  <a:cubicBezTo>
                    <a:pt x="582" y="32"/>
                    <a:pt x="581" y="35"/>
                    <a:pt x="586" y="36"/>
                  </a:cubicBezTo>
                  <a:cubicBezTo>
                    <a:pt x="591" y="37"/>
                    <a:pt x="596" y="33"/>
                    <a:pt x="596" y="30"/>
                  </a:cubicBezTo>
                  <a:cubicBezTo>
                    <a:pt x="595" y="27"/>
                    <a:pt x="613" y="25"/>
                    <a:pt x="618" y="23"/>
                  </a:cubicBezTo>
                  <a:cubicBezTo>
                    <a:pt x="623" y="22"/>
                    <a:pt x="615" y="17"/>
                    <a:pt x="620" y="17"/>
                  </a:cubicBezTo>
                  <a:cubicBezTo>
                    <a:pt x="625" y="16"/>
                    <a:pt x="623" y="14"/>
                    <a:pt x="617" y="13"/>
                  </a:cubicBezTo>
                  <a:cubicBezTo>
                    <a:pt x="610" y="12"/>
                    <a:pt x="613" y="7"/>
                    <a:pt x="611" y="5"/>
                  </a:cubicBezTo>
                  <a:cubicBezTo>
                    <a:pt x="609" y="3"/>
                    <a:pt x="608" y="7"/>
                    <a:pt x="599" y="9"/>
                  </a:cubicBezTo>
                  <a:cubicBezTo>
                    <a:pt x="591" y="10"/>
                    <a:pt x="587" y="13"/>
                    <a:pt x="590" y="14"/>
                  </a:cubicBezTo>
                  <a:cubicBezTo>
                    <a:pt x="593" y="16"/>
                    <a:pt x="590" y="20"/>
                    <a:pt x="587" y="20"/>
                  </a:cubicBezTo>
                  <a:cubicBezTo>
                    <a:pt x="583" y="19"/>
                    <a:pt x="582" y="23"/>
                    <a:pt x="587" y="25"/>
                  </a:cubicBezTo>
                  <a:close/>
                  <a:moveTo>
                    <a:pt x="599" y="32"/>
                  </a:moveTo>
                  <a:cubicBezTo>
                    <a:pt x="599" y="34"/>
                    <a:pt x="592" y="37"/>
                    <a:pt x="594" y="39"/>
                  </a:cubicBezTo>
                  <a:cubicBezTo>
                    <a:pt x="596" y="41"/>
                    <a:pt x="598" y="40"/>
                    <a:pt x="600" y="41"/>
                  </a:cubicBezTo>
                  <a:cubicBezTo>
                    <a:pt x="602" y="41"/>
                    <a:pt x="603" y="47"/>
                    <a:pt x="608" y="46"/>
                  </a:cubicBezTo>
                  <a:cubicBezTo>
                    <a:pt x="612" y="45"/>
                    <a:pt x="624" y="51"/>
                    <a:pt x="631" y="51"/>
                  </a:cubicBezTo>
                  <a:cubicBezTo>
                    <a:pt x="637" y="51"/>
                    <a:pt x="638" y="45"/>
                    <a:pt x="636" y="45"/>
                  </a:cubicBezTo>
                  <a:cubicBezTo>
                    <a:pt x="634" y="45"/>
                    <a:pt x="636" y="41"/>
                    <a:pt x="640" y="36"/>
                  </a:cubicBezTo>
                  <a:cubicBezTo>
                    <a:pt x="643" y="30"/>
                    <a:pt x="628" y="26"/>
                    <a:pt x="628" y="31"/>
                  </a:cubicBezTo>
                  <a:cubicBezTo>
                    <a:pt x="628" y="35"/>
                    <a:pt x="623" y="30"/>
                    <a:pt x="622" y="27"/>
                  </a:cubicBezTo>
                  <a:cubicBezTo>
                    <a:pt x="620" y="24"/>
                    <a:pt x="599" y="29"/>
                    <a:pt x="599" y="32"/>
                  </a:cubicBezTo>
                  <a:close/>
                  <a:moveTo>
                    <a:pt x="481" y="150"/>
                  </a:moveTo>
                  <a:cubicBezTo>
                    <a:pt x="484" y="152"/>
                    <a:pt x="487" y="151"/>
                    <a:pt x="487" y="148"/>
                  </a:cubicBezTo>
                  <a:cubicBezTo>
                    <a:pt x="486" y="144"/>
                    <a:pt x="478" y="149"/>
                    <a:pt x="481" y="150"/>
                  </a:cubicBezTo>
                  <a:close/>
                  <a:moveTo>
                    <a:pt x="581" y="8"/>
                  </a:moveTo>
                  <a:cubicBezTo>
                    <a:pt x="582" y="5"/>
                    <a:pt x="566" y="6"/>
                    <a:pt x="570" y="10"/>
                  </a:cubicBezTo>
                  <a:cubicBezTo>
                    <a:pt x="571" y="11"/>
                    <a:pt x="580" y="12"/>
                    <a:pt x="581" y="8"/>
                  </a:cubicBezTo>
                  <a:close/>
                  <a:moveTo>
                    <a:pt x="1280" y="181"/>
                  </a:moveTo>
                  <a:cubicBezTo>
                    <a:pt x="1285" y="183"/>
                    <a:pt x="1288" y="178"/>
                    <a:pt x="1292" y="180"/>
                  </a:cubicBezTo>
                  <a:cubicBezTo>
                    <a:pt x="1296" y="183"/>
                    <a:pt x="1305" y="179"/>
                    <a:pt x="1309" y="179"/>
                  </a:cubicBezTo>
                  <a:cubicBezTo>
                    <a:pt x="1313" y="178"/>
                    <a:pt x="1311" y="173"/>
                    <a:pt x="1300" y="172"/>
                  </a:cubicBezTo>
                  <a:cubicBezTo>
                    <a:pt x="1289" y="170"/>
                    <a:pt x="1275" y="178"/>
                    <a:pt x="1280" y="181"/>
                  </a:cubicBezTo>
                  <a:close/>
                  <a:moveTo>
                    <a:pt x="636" y="65"/>
                  </a:moveTo>
                  <a:cubicBezTo>
                    <a:pt x="640" y="67"/>
                    <a:pt x="650" y="63"/>
                    <a:pt x="657" y="63"/>
                  </a:cubicBezTo>
                  <a:cubicBezTo>
                    <a:pt x="665" y="63"/>
                    <a:pt x="685" y="58"/>
                    <a:pt x="685" y="54"/>
                  </a:cubicBezTo>
                  <a:cubicBezTo>
                    <a:pt x="686" y="50"/>
                    <a:pt x="678" y="50"/>
                    <a:pt x="675" y="47"/>
                  </a:cubicBezTo>
                  <a:cubicBezTo>
                    <a:pt x="672" y="44"/>
                    <a:pt x="665" y="47"/>
                    <a:pt x="663" y="49"/>
                  </a:cubicBezTo>
                  <a:cubicBezTo>
                    <a:pt x="661" y="52"/>
                    <a:pt x="660" y="50"/>
                    <a:pt x="664" y="45"/>
                  </a:cubicBezTo>
                  <a:cubicBezTo>
                    <a:pt x="669" y="41"/>
                    <a:pt x="660" y="37"/>
                    <a:pt x="659" y="40"/>
                  </a:cubicBezTo>
                  <a:cubicBezTo>
                    <a:pt x="659" y="43"/>
                    <a:pt x="651" y="40"/>
                    <a:pt x="651" y="43"/>
                  </a:cubicBezTo>
                  <a:cubicBezTo>
                    <a:pt x="651" y="46"/>
                    <a:pt x="648" y="47"/>
                    <a:pt x="648" y="49"/>
                  </a:cubicBezTo>
                  <a:cubicBezTo>
                    <a:pt x="648" y="52"/>
                    <a:pt x="642" y="48"/>
                    <a:pt x="642" y="54"/>
                  </a:cubicBezTo>
                  <a:cubicBezTo>
                    <a:pt x="642" y="60"/>
                    <a:pt x="633" y="63"/>
                    <a:pt x="636" y="65"/>
                  </a:cubicBezTo>
                  <a:close/>
                  <a:moveTo>
                    <a:pt x="943" y="114"/>
                  </a:moveTo>
                  <a:cubicBezTo>
                    <a:pt x="946" y="116"/>
                    <a:pt x="948" y="118"/>
                    <a:pt x="949" y="120"/>
                  </a:cubicBezTo>
                  <a:cubicBezTo>
                    <a:pt x="951" y="121"/>
                    <a:pt x="958" y="119"/>
                    <a:pt x="961" y="118"/>
                  </a:cubicBezTo>
                  <a:cubicBezTo>
                    <a:pt x="964" y="117"/>
                    <a:pt x="964" y="122"/>
                    <a:pt x="969" y="119"/>
                  </a:cubicBezTo>
                  <a:cubicBezTo>
                    <a:pt x="973" y="116"/>
                    <a:pt x="978" y="118"/>
                    <a:pt x="983" y="118"/>
                  </a:cubicBezTo>
                  <a:cubicBezTo>
                    <a:pt x="988" y="118"/>
                    <a:pt x="982" y="111"/>
                    <a:pt x="983" y="108"/>
                  </a:cubicBezTo>
                  <a:cubicBezTo>
                    <a:pt x="983" y="106"/>
                    <a:pt x="989" y="107"/>
                    <a:pt x="987" y="110"/>
                  </a:cubicBezTo>
                  <a:cubicBezTo>
                    <a:pt x="985" y="112"/>
                    <a:pt x="990" y="118"/>
                    <a:pt x="997" y="117"/>
                  </a:cubicBezTo>
                  <a:cubicBezTo>
                    <a:pt x="1005" y="117"/>
                    <a:pt x="999" y="112"/>
                    <a:pt x="1003" y="110"/>
                  </a:cubicBezTo>
                  <a:cubicBezTo>
                    <a:pt x="1007" y="109"/>
                    <a:pt x="1006" y="107"/>
                    <a:pt x="1001" y="103"/>
                  </a:cubicBezTo>
                  <a:cubicBezTo>
                    <a:pt x="995" y="100"/>
                    <a:pt x="988" y="102"/>
                    <a:pt x="983" y="100"/>
                  </a:cubicBezTo>
                  <a:cubicBezTo>
                    <a:pt x="978" y="98"/>
                    <a:pt x="972" y="98"/>
                    <a:pt x="972" y="103"/>
                  </a:cubicBezTo>
                  <a:cubicBezTo>
                    <a:pt x="972" y="108"/>
                    <a:pt x="962" y="97"/>
                    <a:pt x="957" y="96"/>
                  </a:cubicBezTo>
                  <a:cubicBezTo>
                    <a:pt x="951" y="94"/>
                    <a:pt x="935" y="110"/>
                    <a:pt x="943" y="114"/>
                  </a:cubicBezTo>
                  <a:close/>
                  <a:moveTo>
                    <a:pt x="993" y="145"/>
                  </a:moveTo>
                  <a:cubicBezTo>
                    <a:pt x="997" y="144"/>
                    <a:pt x="990" y="136"/>
                    <a:pt x="982" y="135"/>
                  </a:cubicBezTo>
                  <a:cubicBezTo>
                    <a:pt x="975" y="134"/>
                    <a:pt x="968" y="140"/>
                    <a:pt x="969" y="141"/>
                  </a:cubicBezTo>
                  <a:cubicBezTo>
                    <a:pt x="971" y="144"/>
                    <a:pt x="988" y="146"/>
                    <a:pt x="993" y="145"/>
                  </a:cubicBezTo>
                  <a:close/>
                  <a:moveTo>
                    <a:pt x="974" y="129"/>
                  </a:moveTo>
                  <a:cubicBezTo>
                    <a:pt x="974" y="125"/>
                    <a:pt x="961" y="130"/>
                    <a:pt x="966" y="132"/>
                  </a:cubicBezTo>
                  <a:cubicBezTo>
                    <a:pt x="969" y="133"/>
                    <a:pt x="974" y="133"/>
                    <a:pt x="974" y="129"/>
                  </a:cubicBezTo>
                  <a:close/>
                  <a:moveTo>
                    <a:pt x="1015" y="114"/>
                  </a:moveTo>
                  <a:cubicBezTo>
                    <a:pt x="1021" y="115"/>
                    <a:pt x="1024" y="120"/>
                    <a:pt x="1035" y="121"/>
                  </a:cubicBezTo>
                  <a:cubicBezTo>
                    <a:pt x="1046" y="121"/>
                    <a:pt x="1054" y="119"/>
                    <a:pt x="1054" y="117"/>
                  </a:cubicBezTo>
                  <a:cubicBezTo>
                    <a:pt x="1054" y="115"/>
                    <a:pt x="1044" y="111"/>
                    <a:pt x="1041" y="113"/>
                  </a:cubicBezTo>
                  <a:cubicBezTo>
                    <a:pt x="1038" y="115"/>
                    <a:pt x="1035" y="110"/>
                    <a:pt x="1032" y="111"/>
                  </a:cubicBezTo>
                  <a:cubicBezTo>
                    <a:pt x="1028" y="112"/>
                    <a:pt x="1022" y="112"/>
                    <a:pt x="1021" y="109"/>
                  </a:cubicBezTo>
                  <a:cubicBezTo>
                    <a:pt x="1019" y="105"/>
                    <a:pt x="1012" y="114"/>
                    <a:pt x="1015" y="114"/>
                  </a:cubicBezTo>
                  <a:close/>
                  <a:moveTo>
                    <a:pt x="221" y="18"/>
                  </a:moveTo>
                  <a:cubicBezTo>
                    <a:pt x="226" y="13"/>
                    <a:pt x="233" y="17"/>
                    <a:pt x="234" y="15"/>
                  </a:cubicBezTo>
                  <a:cubicBezTo>
                    <a:pt x="235" y="13"/>
                    <a:pt x="224" y="12"/>
                    <a:pt x="220" y="14"/>
                  </a:cubicBezTo>
                  <a:cubicBezTo>
                    <a:pt x="216" y="16"/>
                    <a:pt x="206" y="14"/>
                    <a:pt x="208" y="17"/>
                  </a:cubicBezTo>
                  <a:cubicBezTo>
                    <a:pt x="208" y="19"/>
                    <a:pt x="215" y="23"/>
                    <a:pt x="221" y="18"/>
                  </a:cubicBezTo>
                  <a:close/>
                  <a:moveTo>
                    <a:pt x="991" y="419"/>
                  </a:moveTo>
                  <a:cubicBezTo>
                    <a:pt x="988" y="413"/>
                    <a:pt x="995" y="406"/>
                    <a:pt x="990" y="402"/>
                  </a:cubicBezTo>
                  <a:cubicBezTo>
                    <a:pt x="985" y="399"/>
                    <a:pt x="987" y="391"/>
                    <a:pt x="985" y="393"/>
                  </a:cubicBezTo>
                  <a:cubicBezTo>
                    <a:pt x="982" y="394"/>
                    <a:pt x="985" y="401"/>
                    <a:pt x="981" y="401"/>
                  </a:cubicBezTo>
                  <a:cubicBezTo>
                    <a:pt x="977" y="402"/>
                    <a:pt x="981" y="405"/>
                    <a:pt x="979" y="410"/>
                  </a:cubicBezTo>
                  <a:cubicBezTo>
                    <a:pt x="978" y="415"/>
                    <a:pt x="980" y="422"/>
                    <a:pt x="982" y="426"/>
                  </a:cubicBezTo>
                  <a:cubicBezTo>
                    <a:pt x="984" y="430"/>
                    <a:pt x="979" y="453"/>
                    <a:pt x="981" y="457"/>
                  </a:cubicBezTo>
                  <a:cubicBezTo>
                    <a:pt x="983" y="461"/>
                    <a:pt x="978" y="477"/>
                    <a:pt x="980" y="479"/>
                  </a:cubicBezTo>
                  <a:cubicBezTo>
                    <a:pt x="983" y="483"/>
                    <a:pt x="981" y="475"/>
                    <a:pt x="985" y="474"/>
                  </a:cubicBezTo>
                  <a:cubicBezTo>
                    <a:pt x="989" y="473"/>
                    <a:pt x="989" y="479"/>
                    <a:pt x="992" y="480"/>
                  </a:cubicBezTo>
                  <a:cubicBezTo>
                    <a:pt x="994" y="481"/>
                    <a:pt x="993" y="472"/>
                    <a:pt x="990" y="473"/>
                  </a:cubicBezTo>
                  <a:cubicBezTo>
                    <a:pt x="988" y="473"/>
                    <a:pt x="986" y="467"/>
                    <a:pt x="985" y="463"/>
                  </a:cubicBezTo>
                  <a:cubicBezTo>
                    <a:pt x="984" y="460"/>
                    <a:pt x="987" y="455"/>
                    <a:pt x="987" y="450"/>
                  </a:cubicBezTo>
                  <a:cubicBezTo>
                    <a:pt x="987" y="446"/>
                    <a:pt x="993" y="446"/>
                    <a:pt x="997" y="449"/>
                  </a:cubicBezTo>
                  <a:cubicBezTo>
                    <a:pt x="1000" y="453"/>
                    <a:pt x="1001" y="451"/>
                    <a:pt x="999" y="448"/>
                  </a:cubicBezTo>
                  <a:cubicBezTo>
                    <a:pt x="998" y="445"/>
                    <a:pt x="993" y="426"/>
                    <a:pt x="991" y="419"/>
                  </a:cubicBezTo>
                  <a:close/>
                  <a:moveTo>
                    <a:pt x="243" y="15"/>
                  </a:moveTo>
                  <a:cubicBezTo>
                    <a:pt x="246" y="18"/>
                    <a:pt x="234" y="17"/>
                    <a:pt x="232" y="19"/>
                  </a:cubicBezTo>
                  <a:cubicBezTo>
                    <a:pt x="230" y="22"/>
                    <a:pt x="223" y="21"/>
                    <a:pt x="224" y="24"/>
                  </a:cubicBezTo>
                  <a:cubicBezTo>
                    <a:pt x="226" y="27"/>
                    <a:pt x="238" y="27"/>
                    <a:pt x="238" y="24"/>
                  </a:cubicBezTo>
                  <a:cubicBezTo>
                    <a:pt x="238" y="22"/>
                    <a:pt x="244" y="24"/>
                    <a:pt x="244" y="22"/>
                  </a:cubicBezTo>
                  <a:cubicBezTo>
                    <a:pt x="244" y="20"/>
                    <a:pt x="247" y="18"/>
                    <a:pt x="254" y="17"/>
                  </a:cubicBezTo>
                  <a:cubicBezTo>
                    <a:pt x="260" y="17"/>
                    <a:pt x="260" y="14"/>
                    <a:pt x="254" y="11"/>
                  </a:cubicBezTo>
                  <a:cubicBezTo>
                    <a:pt x="248" y="8"/>
                    <a:pt x="240" y="13"/>
                    <a:pt x="243" y="15"/>
                  </a:cubicBezTo>
                  <a:close/>
                  <a:moveTo>
                    <a:pt x="233" y="208"/>
                  </a:moveTo>
                  <a:cubicBezTo>
                    <a:pt x="239" y="213"/>
                    <a:pt x="245" y="205"/>
                    <a:pt x="248" y="204"/>
                  </a:cubicBezTo>
                  <a:cubicBezTo>
                    <a:pt x="251" y="204"/>
                    <a:pt x="246" y="201"/>
                    <a:pt x="241" y="199"/>
                  </a:cubicBezTo>
                  <a:cubicBezTo>
                    <a:pt x="235" y="198"/>
                    <a:pt x="228" y="203"/>
                    <a:pt x="233" y="208"/>
                  </a:cubicBezTo>
                  <a:close/>
                  <a:moveTo>
                    <a:pt x="1372" y="248"/>
                  </a:moveTo>
                  <a:cubicBezTo>
                    <a:pt x="1370" y="247"/>
                    <a:pt x="1362" y="242"/>
                    <a:pt x="1360" y="240"/>
                  </a:cubicBezTo>
                  <a:cubicBezTo>
                    <a:pt x="1358" y="237"/>
                    <a:pt x="1349" y="236"/>
                    <a:pt x="1349" y="237"/>
                  </a:cubicBezTo>
                  <a:cubicBezTo>
                    <a:pt x="1349" y="238"/>
                    <a:pt x="1346" y="237"/>
                    <a:pt x="1345" y="235"/>
                  </a:cubicBezTo>
                  <a:cubicBezTo>
                    <a:pt x="1345" y="234"/>
                    <a:pt x="1335" y="233"/>
                    <a:pt x="1335" y="235"/>
                  </a:cubicBezTo>
                  <a:cubicBezTo>
                    <a:pt x="1335" y="237"/>
                    <a:pt x="1337" y="237"/>
                    <a:pt x="1338" y="239"/>
                  </a:cubicBezTo>
                  <a:cubicBezTo>
                    <a:pt x="1340" y="241"/>
                    <a:pt x="1337" y="242"/>
                    <a:pt x="1337" y="244"/>
                  </a:cubicBezTo>
                  <a:cubicBezTo>
                    <a:pt x="1338" y="246"/>
                    <a:pt x="1334" y="243"/>
                    <a:pt x="1332" y="242"/>
                  </a:cubicBezTo>
                  <a:cubicBezTo>
                    <a:pt x="1331" y="240"/>
                    <a:pt x="1331" y="236"/>
                    <a:pt x="1332" y="233"/>
                  </a:cubicBezTo>
                  <a:cubicBezTo>
                    <a:pt x="1332" y="231"/>
                    <a:pt x="1329" y="231"/>
                    <a:pt x="1329" y="229"/>
                  </a:cubicBezTo>
                  <a:cubicBezTo>
                    <a:pt x="1328" y="227"/>
                    <a:pt x="1318" y="222"/>
                    <a:pt x="1313" y="220"/>
                  </a:cubicBezTo>
                  <a:cubicBezTo>
                    <a:pt x="1309" y="218"/>
                    <a:pt x="1303" y="216"/>
                    <a:pt x="1301" y="214"/>
                  </a:cubicBezTo>
                  <a:cubicBezTo>
                    <a:pt x="1300" y="212"/>
                    <a:pt x="1292" y="211"/>
                    <a:pt x="1289" y="208"/>
                  </a:cubicBezTo>
                  <a:cubicBezTo>
                    <a:pt x="1285" y="205"/>
                    <a:pt x="1272" y="199"/>
                    <a:pt x="1266" y="199"/>
                  </a:cubicBezTo>
                  <a:cubicBezTo>
                    <a:pt x="1260" y="198"/>
                    <a:pt x="1262" y="195"/>
                    <a:pt x="1259" y="196"/>
                  </a:cubicBezTo>
                  <a:cubicBezTo>
                    <a:pt x="1256" y="196"/>
                    <a:pt x="1244" y="196"/>
                    <a:pt x="1240" y="195"/>
                  </a:cubicBezTo>
                  <a:cubicBezTo>
                    <a:pt x="1236" y="194"/>
                    <a:pt x="1235" y="197"/>
                    <a:pt x="1232" y="196"/>
                  </a:cubicBezTo>
                  <a:cubicBezTo>
                    <a:pt x="1230" y="195"/>
                    <a:pt x="1216" y="190"/>
                    <a:pt x="1214" y="192"/>
                  </a:cubicBezTo>
                  <a:cubicBezTo>
                    <a:pt x="1212" y="194"/>
                    <a:pt x="1213" y="197"/>
                    <a:pt x="1211" y="197"/>
                  </a:cubicBezTo>
                  <a:cubicBezTo>
                    <a:pt x="1210" y="198"/>
                    <a:pt x="1211" y="200"/>
                    <a:pt x="1215" y="203"/>
                  </a:cubicBezTo>
                  <a:cubicBezTo>
                    <a:pt x="1219" y="207"/>
                    <a:pt x="1217" y="210"/>
                    <a:pt x="1213" y="211"/>
                  </a:cubicBezTo>
                  <a:cubicBezTo>
                    <a:pt x="1210" y="213"/>
                    <a:pt x="1204" y="210"/>
                    <a:pt x="1202" y="207"/>
                  </a:cubicBezTo>
                  <a:cubicBezTo>
                    <a:pt x="1200" y="204"/>
                    <a:pt x="1195" y="206"/>
                    <a:pt x="1194" y="202"/>
                  </a:cubicBezTo>
                  <a:cubicBezTo>
                    <a:pt x="1193" y="198"/>
                    <a:pt x="1196" y="198"/>
                    <a:pt x="1198" y="200"/>
                  </a:cubicBezTo>
                  <a:cubicBezTo>
                    <a:pt x="1200" y="202"/>
                    <a:pt x="1204" y="200"/>
                    <a:pt x="1204" y="198"/>
                  </a:cubicBezTo>
                  <a:cubicBezTo>
                    <a:pt x="1204" y="195"/>
                    <a:pt x="1198" y="193"/>
                    <a:pt x="1194" y="194"/>
                  </a:cubicBezTo>
                  <a:cubicBezTo>
                    <a:pt x="1190" y="194"/>
                    <a:pt x="1188" y="199"/>
                    <a:pt x="1184" y="201"/>
                  </a:cubicBezTo>
                  <a:cubicBezTo>
                    <a:pt x="1181" y="203"/>
                    <a:pt x="1166" y="200"/>
                    <a:pt x="1164" y="199"/>
                  </a:cubicBezTo>
                  <a:cubicBezTo>
                    <a:pt x="1163" y="197"/>
                    <a:pt x="1142" y="199"/>
                    <a:pt x="1140" y="200"/>
                  </a:cubicBezTo>
                  <a:cubicBezTo>
                    <a:pt x="1138" y="202"/>
                    <a:pt x="1139" y="207"/>
                    <a:pt x="1138" y="208"/>
                  </a:cubicBezTo>
                  <a:cubicBezTo>
                    <a:pt x="1137" y="208"/>
                    <a:pt x="1136" y="201"/>
                    <a:pt x="1136" y="200"/>
                  </a:cubicBezTo>
                  <a:cubicBezTo>
                    <a:pt x="1136" y="199"/>
                    <a:pt x="1134" y="198"/>
                    <a:pt x="1130" y="198"/>
                  </a:cubicBezTo>
                  <a:cubicBezTo>
                    <a:pt x="1126" y="198"/>
                    <a:pt x="1124" y="198"/>
                    <a:pt x="1126" y="196"/>
                  </a:cubicBezTo>
                  <a:cubicBezTo>
                    <a:pt x="1127" y="194"/>
                    <a:pt x="1124" y="193"/>
                    <a:pt x="1127" y="191"/>
                  </a:cubicBezTo>
                  <a:cubicBezTo>
                    <a:pt x="1130" y="189"/>
                    <a:pt x="1122" y="183"/>
                    <a:pt x="1114" y="179"/>
                  </a:cubicBezTo>
                  <a:cubicBezTo>
                    <a:pt x="1106" y="176"/>
                    <a:pt x="1088" y="178"/>
                    <a:pt x="1084" y="180"/>
                  </a:cubicBezTo>
                  <a:cubicBezTo>
                    <a:pt x="1079" y="181"/>
                    <a:pt x="1069" y="181"/>
                    <a:pt x="1065" y="181"/>
                  </a:cubicBezTo>
                  <a:cubicBezTo>
                    <a:pt x="1060" y="181"/>
                    <a:pt x="1064" y="179"/>
                    <a:pt x="1063" y="177"/>
                  </a:cubicBezTo>
                  <a:cubicBezTo>
                    <a:pt x="1061" y="175"/>
                    <a:pt x="1054" y="172"/>
                    <a:pt x="1053" y="174"/>
                  </a:cubicBezTo>
                  <a:cubicBezTo>
                    <a:pt x="1052" y="176"/>
                    <a:pt x="1050" y="174"/>
                    <a:pt x="1050" y="172"/>
                  </a:cubicBezTo>
                  <a:cubicBezTo>
                    <a:pt x="1050" y="171"/>
                    <a:pt x="1042" y="169"/>
                    <a:pt x="1039" y="169"/>
                  </a:cubicBezTo>
                  <a:cubicBezTo>
                    <a:pt x="1037" y="170"/>
                    <a:pt x="1035" y="167"/>
                    <a:pt x="1039" y="167"/>
                  </a:cubicBezTo>
                  <a:cubicBezTo>
                    <a:pt x="1042" y="167"/>
                    <a:pt x="1048" y="167"/>
                    <a:pt x="1045" y="163"/>
                  </a:cubicBezTo>
                  <a:cubicBezTo>
                    <a:pt x="1043" y="160"/>
                    <a:pt x="1021" y="158"/>
                    <a:pt x="1019" y="159"/>
                  </a:cubicBezTo>
                  <a:cubicBezTo>
                    <a:pt x="1017" y="160"/>
                    <a:pt x="1019" y="163"/>
                    <a:pt x="1015" y="167"/>
                  </a:cubicBezTo>
                  <a:cubicBezTo>
                    <a:pt x="1010" y="171"/>
                    <a:pt x="1005" y="168"/>
                    <a:pt x="1006" y="166"/>
                  </a:cubicBezTo>
                  <a:cubicBezTo>
                    <a:pt x="1007" y="164"/>
                    <a:pt x="1012" y="164"/>
                    <a:pt x="1012" y="162"/>
                  </a:cubicBezTo>
                  <a:cubicBezTo>
                    <a:pt x="1012" y="160"/>
                    <a:pt x="1004" y="161"/>
                    <a:pt x="1003" y="160"/>
                  </a:cubicBezTo>
                  <a:cubicBezTo>
                    <a:pt x="1002" y="158"/>
                    <a:pt x="1005" y="157"/>
                    <a:pt x="1008" y="157"/>
                  </a:cubicBezTo>
                  <a:cubicBezTo>
                    <a:pt x="1011" y="158"/>
                    <a:pt x="1016" y="159"/>
                    <a:pt x="1016" y="157"/>
                  </a:cubicBezTo>
                  <a:cubicBezTo>
                    <a:pt x="1016" y="156"/>
                    <a:pt x="1013" y="156"/>
                    <a:pt x="1008" y="155"/>
                  </a:cubicBezTo>
                  <a:cubicBezTo>
                    <a:pt x="1003" y="154"/>
                    <a:pt x="992" y="152"/>
                    <a:pt x="986" y="152"/>
                  </a:cubicBezTo>
                  <a:cubicBezTo>
                    <a:pt x="980" y="153"/>
                    <a:pt x="977" y="150"/>
                    <a:pt x="974" y="150"/>
                  </a:cubicBezTo>
                  <a:cubicBezTo>
                    <a:pt x="970" y="149"/>
                    <a:pt x="970" y="151"/>
                    <a:pt x="972" y="153"/>
                  </a:cubicBezTo>
                  <a:cubicBezTo>
                    <a:pt x="973" y="155"/>
                    <a:pt x="969" y="156"/>
                    <a:pt x="965" y="156"/>
                  </a:cubicBezTo>
                  <a:cubicBezTo>
                    <a:pt x="961" y="155"/>
                    <a:pt x="955" y="158"/>
                    <a:pt x="957" y="161"/>
                  </a:cubicBezTo>
                  <a:cubicBezTo>
                    <a:pt x="960" y="164"/>
                    <a:pt x="962" y="160"/>
                    <a:pt x="964" y="161"/>
                  </a:cubicBezTo>
                  <a:cubicBezTo>
                    <a:pt x="966" y="162"/>
                    <a:pt x="959" y="164"/>
                    <a:pt x="962" y="165"/>
                  </a:cubicBezTo>
                  <a:cubicBezTo>
                    <a:pt x="964" y="167"/>
                    <a:pt x="964" y="169"/>
                    <a:pt x="964" y="171"/>
                  </a:cubicBezTo>
                  <a:cubicBezTo>
                    <a:pt x="964" y="172"/>
                    <a:pt x="959" y="173"/>
                    <a:pt x="958" y="171"/>
                  </a:cubicBezTo>
                  <a:cubicBezTo>
                    <a:pt x="956" y="169"/>
                    <a:pt x="953" y="170"/>
                    <a:pt x="950" y="170"/>
                  </a:cubicBezTo>
                  <a:cubicBezTo>
                    <a:pt x="947" y="170"/>
                    <a:pt x="944" y="172"/>
                    <a:pt x="948" y="172"/>
                  </a:cubicBezTo>
                  <a:cubicBezTo>
                    <a:pt x="951" y="172"/>
                    <a:pt x="952" y="175"/>
                    <a:pt x="948" y="175"/>
                  </a:cubicBezTo>
                  <a:cubicBezTo>
                    <a:pt x="943" y="176"/>
                    <a:pt x="944" y="171"/>
                    <a:pt x="941" y="171"/>
                  </a:cubicBezTo>
                  <a:cubicBezTo>
                    <a:pt x="938" y="172"/>
                    <a:pt x="932" y="169"/>
                    <a:pt x="929" y="169"/>
                  </a:cubicBezTo>
                  <a:cubicBezTo>
                    <a:pt x="926" y="169"/>
                    <a:pt x="924" y="172"/>
                    <a:pt x="920" y="172"/>
                  </a:cubicBezTo>
                  <a:cubicBezTo>
                    <a:pt x="915" y="173"/>
                    <a:pt x="909" y="170"/>
                    <a:pt x="907" y="168"/>
                  </a:cubicBezTo>
                  <a:cubicBezTo>
                    <a:pt x="906" y="165"/>
                    <a:pt x="905" y="165"/>
                    <a:pt x="903" y="167"/>
                  </a:cubicBezTo>
                  <a:cubicBezTo>
                    <a:pt x="901" y="170"/>
                    <a:pt x="901" y="175"/>
                    <a:pt x="899" y="176"/>
                  </a:cubicBezTo>
                  <a:cubicBezTo>
                    <a:pt x="896" y="176"/>
                    <a:pt x="896" y="181"/>
                    <a:pt x="893" y="182"/>
                  </a:cubicBezTo>
                  <a:cubicBezTo>
                    <a:pt x="891" y="183"/>
                    <a:pt x="891" y="180"/>
                    <a:pt x="888" y="180"/>
                  </a:cubicBezTo>
                  <a:cubicBezTo>
                    <a:pt x="886" y="181"/>
                    <a:pt x="877" y="172"/>
                    <a:pt x="876" y="169"/>
                  </a:cubicBezTo>
                  <a:cubicBezTo>
                    <a:pt x="876" y="167"/>
                    <a:pt x="871" y="162"/>
                    <a:pt x="869" y="161"/>
                  </a:cubicBezTo>
                  <a:cubicBezTo>
                    <a:pt x="868" y="160"/>
                    <a:pt x="871" y="160"/>
                    <a:pt x="872" y="161"/>
                  </a:cubicBezTo>
                  <a:cubicBezTo>
                    <a:pt x="874" y="163"/>
                    <a:pt x="876" y="163"/>
                    <a:pt x="878" y="162"/>
                  </a:cubicBezTo>
                  <a:cubicBezTo>
                    <a:pt x="880" y="161"/>
                    <a:pt x="880" y="157"/>
                    <a:pt x="877" y="157"/>
                  </a:cubicBezTo>
                  <a:cubicBezTo>
                    <a:pt x="873" y="156"/>
                    <a:pt x="875" y="154"/>
                    <a:pt x="876" y="153"/>
                  </a:cubicBezTo>
                  <a:cubicBezTo>
                    <a:pt x="878" y="153"/>
                    <a:pt x="873" y="148"/>
                    <a:pt x="875" y="148"/>
                  </a:cubicBezTo>
                  <a:cubicBezTo>
                    <a:pt x="876" y="147"/>
                    <a:pt x="876" y="145"/>
                    <a:pt x="873" y="145"/>
                  </a:cubicBezTo>
                  <a:cubicBezTo>
                    <a:pt x="870" y="145"/>
                    <a:pt x="868" y="142"/>
                    <a:pt x="868" y="141"/>
                  </a:cubicBezTo>
                  <a:cubicBezTo>
                    <a:pt x="867" y="140"/>
                    <a:pt x="856" y="139"/>
                    <a:pt x="857" y="141"/>
                  </a:cubicBezTo>
                  <a:cubicBezTo>
                    <a:pt x="857" y="143"/>
                    <a:pt x="853" y="142"/>
                    <a:pt x="854" y="141"/>
                  </a:cubicBezTo>
                  <a:cubicBezTo>
                    <a:pt x="854" y="139"/>
                    <a:pt x="850" y="140"/>
                    <a:pt x="845" y="138"/>
                  </a:cubicBezTo>
                  <a:cubicBezTo>
                    <a:pt x="839" y="137"/>
                    <a:pt x="839" y="133"/>
                    <a:pt x="838" y="133"/>
                  </a:cubicBezTo>
                  <a:cubicBezTo>
                    <a:pt x="836" y="133"/>
                    <a:pt x="836" y="138"/>
                    <a:pt x="834" y="137"/>
                  </a:cubicBezTo>
                  <a:cubicBezTo>
                    <a:pt x="831" y="136"/>
                    <a:pt x="828" y="138"/>
                    <a:pt x="830" y="141"/>
                  </a:cubicBezTo>
                  <a:cubicBezTo>
                    <a:pt x="831" y="144"/>
                    <a:pt x="830" y="145"/>
                    <a:pt x="830" y="147"/>
                  </a:cubicBezTo>
                  <a:cubicBezTo>
                    <a:pt x="829" y="150"/>
                    <a:pt x="828" y="149"/>
                    <a:pt x="825" y="148"/>
                  </a:cubicBezTo>
                  <a:cubicBezTo>
                    <a:pt x="822" y="147"/>
                    <a:pt x="822" y="150"/>
                    <a:pt x="815" y="149"/>
                  </a:cubicBezTo>
                  <a:cubicBezTo>
                    <a:pt x="808" y="147"/>
                    <a:pt x="805" y="149"/>
                    <a:pt x="804" y="147"/>
                  </a:cubicBezTo>
                  <a:cubicBezTo>
                    <a:pt x="803" y="144"/>
                    <a:pt x="801" y="144"/>
                    <a:pt x="801" y="146"/>
                  </a:cubicBezTo>
                  <a:cubicBezTo>
                    <a:pt x="801" y="148"/>
                    <a:pt x="790" y="147"/>
                    <a:pt x="790" y="144"/>
                  </a:cubicBezTo>
                  <a:cubicBezTo>
                    <a:pt x="789" y="142"/>
                    <a:pt x="791" y="141"/>
                    <a:pt x="793" y="141"/>
                  </a:cubicBezTo>
                  <a:cubicBezTo>
                    <a:pt x="794" y="140"/>
                    <a:pt x="791" y="139"/>
                    <a:pt x="786" y="139"/>
                  </a:cubicBezTo>
                  <a:cubicBezTo>
                    <a:pt x="780" y="140"/>
                    <a:pt x="776" y="136"/>
                    <a:pt x="771" y="137"/>
                  </a:cubicBezTo>
                  <a:cubicBezTo>
                    <a:pt x="765" y="138"/>
                    <a:pt x="752" y="139"/>
                    <a:pt x="751" y="140"/>
                  </a:cubicBezTo>
                  <a:cubicBezTo>
                    <a:pt x="749" y="140"/>
                    <a:pt x="752" y="144"/>
                    <a:pt x="749" y="144"/>
                  </a:cubicBezTo>
                  <a:cubicBezTo>
                    <a:pt x="747" y="144"/>
                    <a:pt x="749" y="139"/>
                    <a:pt x="748" y="136"/>
                  </a:cubicBezTo>
                  <a:cubicBezTo>
                    <a:pt x="748" y="133"/>
                    <a:pt x="744" y="133"/>
                    <a:pt x="744" y="135"/>
                  </a:cubicBezTo>
                  <a:cubicBezTo>
                    <a:pt x="745" y="137"/>
                    <a:pt x="738" y="138"/>
                    <a:pt x="736" y="136"/>
                  </a:cubicBezTo>
                  <a:cubicBezTo>
                    <a:pt x="734" y="135"/>
                    <a:pt x="731" y="133"/>
                    <a:pt x="727" y="131"/>
                  </a:cubicBezTo>
                  <a:cubicBezTo>
                    <a:pt x="722" y="130"/>
                    <a:pt x="716" y="135"/>
                    <a:pt x="717" y="137"/>
                  </a:cubicBezTo>
                  <a:cubicBezTo>
                    <a:pt x="719" y="138"/>
                    <a:pt x="722" y="137"/>
                    <a:pt x="722" y="138"/>
                  </a:cubicBezTo>
                  <a:cubicBezTo>
                    <a:pt x="723" y="140"/>
                    <a:pt x="713" y="139"/>
                    <a:pt x="713" y="141"/>
                  </a:cubicBezTo>
                  <a:cubicBezTo>
                    <a:pt x="713" y="142"/>
                    <a:pt x="703" y="145"/>
                    <a:pt x="700" y="145"/>
                  </a:cubicBezTo>
                  <a:cubicBezTo>
                    <a:pt x="692" y="146"/>
                    <a:pt x="691" y="146"/>
                    <a:pt x="687" y="149"/>
                  </a:cubicBezTo>
                  <a:cubicBezTo>
                    <a:pt x="683" y="152"/>
                    <a:pt x="686" y="146"/>
                    <a:pt x="689" y="144"/>
                  </a:cubicBezTo>
                  <a:cubicBezTo>
                    <a:pt x="692" y="141"/>
                    <a:pt x="695" y="142"/>
                    <a:pt x="697" y="140"/>
                  </a:cubicBezTo>
                  <a:cubicBezTo>
                    <a:pt x="698" y="137"/>
                    <a:pt x="701" y="138"/>
                    <a:pt x="705" y="137"/>
                  </a:cubicBezTo>
                  <a:cubicBezTo>
                    <a:pt x="710" y="136"/>
                    <a:pt x="710" y="134"/>
                    <a:pt x="712" y="133"/>
                  </a:cubicBezTo>
                  <a:cubicBezTo>
                    <a:pt x="714" y="132"/>
                    <a:pt x="719" y="130"/>
                    <a:pt x="720" y="128"/>
                  </a:cubicBezTo>
                  <a:cubicBezTo>
                    <a:pt x="721" y="125"/>
                    <a:pt x="732" y="122"/>
                    <a:pt x="734" y="122"/>
                  </a:cubicBezTo>
                  <a:cubicBezTo>
                    <a:pt x="736" y="122"/>
                    <a:pt x="737" y="118"/>
                    <a:pt x="738" y="118"/>
                  </a:cubicBezTo>
                  <a:cubicBezTo>
                    <a:pt x="739" y="118"/>
                    <a:pt x="745" y="115"/>
                    <a:pt x="747" y="114"/>
                  </a:cubicBezTo>
                  <a:cubicBezTo>
                    <a:pt x="750" y="113"/>
                    <a:pt x="751" y="111"/>
                    <a:pt x="751" y="109"/>
                  </a:cubicBezTo>
                  <a:cubicBezTo>
                    <a:pt x="751" y="107"/>
                    <a:pt x="748" y="108"/>
                    <a:pt x="748" y="106"/>
                  </a:cubicBezTo>
                  <a:cubicBezTo>
                    <a:pt x="747" y="105"/>
                    <a:pt x="749" y="106"/>
                    <a:pt x="752" y="105"/>
                  </a:cubicBezTo>
                  <a:cubicBezTo>
                    <a:pt x="754" y="104"/>
                    <a:pt x="752" y="101"/>
                    <a:pt x="750" y="101"/>
                  </a:cubicBezTo>
                  <a:cubicBezTo>
                    <a:pt x="748" y="102"/>
                    <a:pt x="751" y="99"/>
                    <a:pt x="749" y="97"/>
                  </a:cubicBezTo>
                  <a:cubicBezTo>
                    <a:pt x="747" y="95"/>
                    <a:pt x="744" y="99"/>
                    <a:pt x="744" y="96"/>
                  </a:cubicBezTo>
                  <a:cubicBezTo>
                    <a:pt x="744" y="94"/>
                    <a:pt x="743" y="91"/>
                    <a:pt x="742" y="90"/>
                  </a:cubicBezTo>
                  <a:cubicBezTo>
                    <a:pt x="741" y="88"/>
                    <a:pt x="738" y="92"/>
                    <a:pt x="735" y="90"/>
                  </a:cubicBezTo>
                  <a:cubicBezTo>
                    <a:pt x="732" y="88"/>
                    <a:pt x="723" y="86"/>
                    <a:pt x="723" y="87"/>
                  </a:cubicBezTo>
                  <a:cubicBezTo>
                    <a:pt x="723" y="88"/>
                    <a:pt x="719" y="86"/>
                    <a:pt x="718" y="87"/>
                  </a:cubicBezTo>
                  <a:cubicBezTo>
                    <a:pt x="717" y="88"/>
                    <a:pt x="711" y="88"/>
                    <a:pt x="708" y="87"/>
                  </a:cubicBezTo>
                  <a:cubicBezTo>
                    <a:pt x="706" y="86"/>
                    <a:pt x="703" y="88"/>
                    <a:pt x="703" y="90"/>
                  </a:cubicBezTo>
                  <a:cubicBezTo>
                    <a:pt x="703" y="92"/>
                    <a:pt x="695" y="91"/>
                    <a:pt x="693" y="91"/>
                  </a:cubicBezTo>
                  <a:cubicBezTo>
                    <a:pt x="692" y="91"/>
                    <a:pt x="699" y="84"/>
                    <a:pt x="699" y="83"/>
                  </a:cubicBezTo>
                  <a:cubicBezTo>
                    <a:pt x="699" y="82"/>
                    <a:pt x="686" y="84"/>
                    <a:pt x="686" y="82"/>
                  </a:cubicBezTo>
                  <a:cubicBezTo>
                    <a:pt x="685" y="81"/>
                    <a:pt x="679" y="81"/>
                    <a:pt x="676" y="81"/>
                  </a:cubicBezTo>
                  <a:cubicBezTo>
                    <a:pt x="674" y="81"/>
                    <a:pt x="676" y="80"/>
                    <a:pt x="679" y="80"/>
                  </a:cubicBezTo>
                  <a:cubicBezTo>
                    <a:pt x="681" y="80"/>
                    <a:pt x="683" y="78"/>
                    <a:pt x="686" y="77"/>
                  </a:cubicBezTo>
                  <a:cubicBezTo>
                    <a:pt x="689" y="77"/>
                    <a:pt x="688" y="76"/>
                    <a:pt x="687" y="74"/>
                  </a:cubicBezTo>
                  <a:cubicBezTo>
                    <a:pt x="686" y="72"/>
                    <a:pt x="683" y="73"/>
                    <a:pt x="680" y="72"/>
                  </a:cubicBezTo>
                  <a:cubicBezTo>
                    <a:pt x="678" y="72"/>
                    <a:pt x="674" y="70"/>
                    <a:pt x="672" y="70"/>
                  </a:cubicBezTo>
                  <a:cubicBezTo>
                    <a:pt x="669" y="70"/>
                    <a:pt x="667" y="72"/>
                    <a:pt x="661" y="73"/>
                  </a:cubicBezTo>
                  <a:cubicBezTo>
                    <a:pt x="656" y="74"/>
                    <a:pt x="655" y="78"/>
                    <a:pt x="652" y="79"/>
                  </a:cubicBezTo>
                  <a:cubicBezTo>
                    <a:pt x="649" y="81"/>
                    <a:pt x="644" y="86"/>
                    <a:pt x="647" y="86"/>
                  </a:cubicBezTo>
                  <a:cubicBezTo>
                    <a:pt x="649" y="87"/>
                    <a:pt x="648" y="88"/>
                    <a:pt x="648" y="90"/>
                  </a:cubicBezTo>
                  <a:cubicBezTo>
                    <a:pt x="649" y="91"/>
                    <a:pt x="647" y="92"/>
                    <a:pt x="644" y="91"/>
                  </a:cubicBezTo>
                  <a:cubicBezTo>
                    <a:pt x="641" y="91"/>
                    <a:pt x="632" y="91"/>
                    <a:pt x="632" y="93"/>
                  </a:cubicBezTo>
                  <a:cubicBezTo>
                    <a:pt x="632" y="95"/>
                    <a:pt x="637" y="96"/>
                    <a:pt x="637" y="97"/>
                  </a:cubicBezTo>
                  <a:cubicBezTo>
                    <a:pt x="637" y="98"/>
                    <a:pt x="633" y="97"/>
                    <a:pt x="631" y="96"/>
                  </a:cubicBezTo>
                  <a:cubicBezTo>
                    <a:pt x="629" y="95"/>
                    <a:pt x="625" y="95"/>
                    <a:pt x="624" y="97"/>
                  </a:cubicBezTo>
                  <a:cubicBezTo>
                    <a:pt x="623" y="99"/>
                    <a:pt x="620" y="99"/>
                    <a:pt x="619" y="98"/>
                  </a:cubicBezTo>
                  <a:cubicBezTo>
                    <a:pt x="618" y="98"/>
                    <a:pt x="615" y="99"/>
                    <a:pt x="613" y="99"/>
                  </a:cubicBezTo>
                  <a:cubicBezTo>
                    <a:pt x="612" y="98"/>
                    <a:pt x="617" y="95"/>
                    <a:pt x="616" y="94"/>
                  </a:cubicBezTo>
                  <a:cubicBezTo>
                    <a:pt x="614" y="93"/>
                    <a:pt x="609" y="94"/>
                    <a:pt x="608" y="96"/>
                  </a:cubicBezTo>
                  <a:cubicBezTo>
                    <a:pt x="607" y="98"/>
                    <a:pt x="604" y="95"/>
                    <a:pt x="603" y="95"/>
                  </a:cubicBezTo>
                  <a:cubicBezTo>
                    <a:pt x="601" y="96"/>
                    <a:pt x="600" y="97"/>
                    <a:pt x="597" y="98"/>
                  </a:cubicBezTo>
                  <a:cubicBezTo>
                    <a:pt x="595" y="99"/>
                    <a:pt x="591" y="97"/>
                    <a:pt x="590" y="99"/>
                  </a:cubicBezTo>
                  <a:cubicBezTo>
                    <a:pt x="589" y="101"/>
                    <a:pt x="594" y="101"/>
                    <a:pt x="595" y="102"/>
                  </a:cubicBezTo>
                  <a:cubicBezTo>
                    <a:pt x="595" y="103"/>
                    <a:pt x="582" y="103"/>
                    <a:pt x="581" y="104"/>
                  </a:cubicBezTo>
                  <a:cubicBezTo>
                    <a:pt x="581" y="105"/>
                    <a:pt x="576" y="105"/>
                    <a:pt x="571" y="105"/>
                  </a:cubicBezTo>
                  <a:cubicBezTo>
                    <a:pt x="566" y="106"/>
                    <a:pt x="568" y="108"/>
                    <a:pt x="564" y="109"/>
                  </a:cubicBezTo>
                  <a:cubicBezTo>
                    <a:pt x="559" y="110"/>
                    <a:pt x="557" y="110"/>
                    <a:pt x="556" y="112"/>
                  </a:cubicBezTo>
                  <a:cubicBezTo>
                    <a:pt x="555" y="114"/>
                    <a:pt x="551" y="115"/>
                    <a:pt x="550" y="113"/>
                  </a:cubicBezTo>
                  <a:cubicBezTo>
                    <a:pt x="548" y="111"/>
                    <a:pt x="544" y="114"/>
                    <a:pt x="547" y="114"/>
                  </a:cubicBezTo>
                  <a:cubicBezTo>
                    <a:pt x="549" y="114"/>
                    <a:pt x="547" y="116"/>
                    <a:pt x="545" y="116"/>
                  </a:cubicBezTo>
                  <a:cubicBezTo>
                    <a:pt x="544" y="115"/>
                    <a:pt x="540" y="118"/>
                    <a:pt x="542" y="118"/>
                  </a:cubicBezTo>
                  <a:cubicBezTo>
                    <a:pt x="545" y="118"/>
                    <a:pt x="546" y="119"/>
                    <a:pt x="545" y="121"/>
                  </a:cubicBezTo>
                  <a:cubicBezTo>
                    <a:pt x="544" y="122"/>
                    <a:pt x="539" y="119"/>
                    <a:pt x="538" y="120"/>
                  </a:cubicBezTo>
                  <a:cubicBezTo>
                    <a:pt x="537" y="122"/>
                    <a:pt x="540" y="123"/>
                    <a:pt x="542" y="123"/>
                  </a:cubicBezTo>
                  <a:cubicBezTo>
                    <a:pt x="544" y="123"/>
                    <a:pt x="545" y="124"/>
                    <a:pt x="546" y="126"/>
                  </a:cubicBezTo>
                  <a:cubicBezTo>
                    <a:pt x="546" y="127"/>
                    <a:pt x="541" y="125"/>
                    <a:pt x="540" y="126"/>
                  </a:cubicBezTo>
                  <a:cubicBezTo>
                    <a:pt x="539" y="127"/>
                    <a:pt x="540" y="128"/>
                    <a:pt x="543" y="128"/>
                  </a:cubicBezTo>
                  <a:cubicBezTo>
                    <a:pt x="545" y="128"/>
                    <a:pt x="543" y="129"/>
                    <a:pt x="545" y="131"/>
                  </a:cubicBezTo>
                  <a:cubicBezTo>
                    <a:pt x="545" y="131"/>
                    <a:pt x="546" y="131"/>
                    <a:pt x="546" y="131"/>
                  </a:cubicBezTo>
                  <a:cubicBezTo>
                    <a:pt x="547" y="133"/>
                    <a:pt x="545" y="133"/>
                    <a:pt x="545" y="135"/>
                  </a:cubicBezTo>
                  <a:cubicBezTo>
                    <a:pt x="545" y="136"/>
                    <a:pt x="543" y="137"/>
                    <a:pt x="543" y="135"/>
                  </a:cubicBezTo>
                  <a:cubicBezTo>
                    <a:pt x="543" y="134"/>
                    <a:pt x="536" y="134"/>
                    <a:pt x="535" y="135"/>
                  </a:cubicBezTo>
                  <a:cubicBezTo>
                    <a:pt x="534" y="137"/>
                    <a:pt x="533" y="138"/>
                    <a:pt x="531" y="136"/>
                  </a:cubicBezTo>
                  <a:cubicBezTo>
                    <a:pt x="530" y="135"/>
                    <a:pt x="525" y="137"/>
                    <a:pt x="519" y="137"/>
                  </a:cubicBezTo>
                  <a:cubicBezTo>
                    <a:pt x="513" y="137"/>
                    <a:pt x="501" y="138"/>
                    <a:pt x="498" y="139"/>
                  </a:cubicBezTo>
                  <a:cubicBezTo>
                    <a:pt x="496" y="140"/>
                    <a:pt x="493" y="144"/>
                    <a:pt x="496" y="147"/>
                  </a:cubicBezTo>
                  <a:cubicBezTo>
                    <a:pt x="498" y="150"/>
                    <a:pt x="496" y="151"/>
                    <a:pt x="496" y="152"/>
                  </a:cubicBezTo>
                  <a:cubicBezTo>
                    <a:pt x="496" y="154"/>
                    <a:pt x="503" y="158"/>
                    <a:pt x="507" y="158"/>
                  </a:cubicBezTo>
                  <a:cubicBezTo>
                    <a:pt x="511" y="159"/>
                    <a:pt x="514" y="163"/>
                    <a:pt x="511" y="166"/>
                  </a:cubicBezTo>
                  <a:cubicBezTo>
                    <a:pt x="509" y="169"/>
                    <a:pt x="502" y="165"/>
                    <a:pt x="498" y="162"/>
                  </a:cubicBezTo>
                  <a:cubicBezTo>
                    <a:pt x="493" y="158"/>
                    <a:pt x="483" y="157"/>
                    <a:pt x="479" y="157"/>
                  </a:cubicBezTo>
                  <a:cubicBezTo>
                    <a:pt x="476" y="157"/>
                    <a:pt x="478" y="154"/>
                    <a:pt x="474" y="154"/>
                  </a:cubicBezTo>
                  <a:cubicBezTo>
                    <a:pt x="469" y="154"/>
                    <a:pt x="465" y="158"/>
                    <a:pt x="468" y="158"/>
                  </a:cubicBezTo>
                  <a:cubicBezTo>
                    <a:pt x="471" y="158"/>
                    <a:pt x="473" y="158"/>
                    <a:pt x="472" y="159"/>
                  </a:cubicBezTo>
                  <a:cubicBezTo>
                    <a:pt x="470" y="161"/>
                    <a:pt x="473" y="160"/>
                    <a:pt x="476" y="162"/>
                  </a:cubicBezTo>
                  <a:cubicBezTo>
                    <a:pt x="480" y="163"/>
                    <a:pt x="473" y="166"/>
                    <a:pt x="469" y="163"/>
                  </a:cubicBezTo>
                  <a:cubicBezTo>
                    <a:pt x="466" y="161"/>
                    <a:pt x="462" y="163"/>
                    <a:pt x="461" y="165"/>
                  </a:cubicBezTo>
                  <a:cubicBezTo>
                    <a:pt x="460" y="167"/>
                    <a:pt x="465" y="172"/>
                    <a:pt x="471" y="173"/>
                  </a:cubicBezTo>
                  <a:cubicBezTo>
                    <a:pt x="478" y="174"/>
                    <a:pt x="476" y="176"/>
                    <a:pt x="479" y="177"/>
                  </a:cubicBezTo>
                  <a:cubicBezTo>
                    <a:pt x="482" y="178"/>
                    <a:pt x="480" y="179"/>
                    <a:pt x="478" y="180"/>
                  </a:cubicBezTo>
                  <a:cubicBezTo>
                    <a:pt x="476" y="180"/>
                    <a:pt x="471" y="177"/>
                    <a:pt x="468" y="175"/>
                  </a:cubicBezTo>
                  <a:cubicBezTo>
                    <a:pt x="465" y="173"/>
                    <a:pt x="456" y="176"/>
                    <a:pt x="455" y="174"/>
                  </a:cubicBezTo>
                  <a:cubicBezTo>
                    <a:pt x="453" y="172"/>
                    <a:pt x="456" y="170"/>
                    <a:pt x="454" y="168"/>
                  </a:cubicBezTo>
                  <a:cubicBezTo>
                    <a:pt x="452" y="167"/>
                    <a:pt x="454" y="164"/>
                    <a:pt x="456" y="160"/>
                  </a:cubicBezTo>
                  <a:cubicBezTo>
                    <a:pt x="458" y="157"/>
                    <a:pt x="456" y="151"/>
                    <a:pt x="453" y="150"/>
                  </a:cubicBezTo>
                  <a:cubicBezTo>
                    <a:pt x="450" y="150"/>
                    <a:pt x="450" y="153"/>
                    <a:pt x="450" y="154"/>
                  </a:cubicBezTo>
                  <a:cubicBezTo>
                    <a:pt x="451" y="155"/>
                    <a:pt x="451" y="159"/>
                    <a:pt x="448" y="162"/>
                  </a:cubicBezTo>
                  <a:cubicBezTo>
                    <a:pt x="446" y="165"/>
                    <a:pt x="439" y="165"/>
                    <a:pt x="439" y="167"/>
                  </a:cubicBezTo>
                  <a:cubicBezTo>
                    <a:pt x="439" y="169"/>
                    <a:pt x="434" y="171"/>
                    <a:pt x="436" y="172"/>
                  </a:cubicBezTo>
                  <a:cubicBezTo>
                    <a:pt x="437" y="174"/>
                    <a:pt x="444" y="181"/>
                    <a:pt x="445" y="183"/>
                  </a:cubicBezTo>
                  <a:cubicBezTo>
                    <a:pt x="446" y="185"/>
                    <a:pt x="439" y="193"/>
                    <a:pt x="440" y="197"/>
                  </a:cubicBezTo>
                  <a:cubicBezTo>
                    <a:pt x="441" y="201"/>
                    <a:pt x="439" y="203"/>
                    <a:pt x="440" y="205"/>
                  </a:cubicBezTo>
                  <a:cubicBezTo>
                    <a:pt x="442" y="207"/>
                    <a:pt x="445" y="205"/>
                    <a:pt x="447" y="206"/>
                  </a:cubicBezTo>
                  <a:cubicBezTo>
                    <a:pt x="448" y="207"/>
                    <a:pt x="452" y="205"/>
                    <a:pt x="456" y="204"/>
                  </a:cubicBezTo>
                  <a:cubicBezTo>
                    <a:pt x="460" y="203"/>
                    <a:pt x="468" y="208"/>
                    <a:pt x="471" y="209"/>
                  </a:cubicBezTo>
                  <a:cubicBezTo>
                    <a:pt x="474" y="211"/>
                    <a:pt x="473" y="213"/>
                    <a:pt x="474" y="215"/>
                  </a:cubicBezTo>
                  <a:cubicBezTo>
                    <a:pt x="476" y="218"/>
                    <a:pt x="471" y="218"/>
                    <a:pt x="471" y="221"/>
                  </a:cubicBezTo>
                  <a:cubicBezTo>
                    <a:pt x="471" y="225"/>
                    <a:pt x="480" y="226"/>
                    <a:pt x="480" y="227"/>
                  </a:cubicBezTo>
                  <a:cubicBezTo>
                    <a:pt x="480" y="228"/>
                    <a:pt x="474" y="228"/>
                    <a:pt x="471" y="227"/>
                  </a:cubicBezTo>
                  <a:cubicBezTo>
                    <a:pt x="468" y="226"/>
                    <a:pt x="468" y="222"/>
                    <a:pt x="467" y="222"/>
                  </a:cubicBezTo>
                  <a:cubicBezTo>
                    <a:pt x="466" y="221"/>
                    <a:pt x="469" y="218"/>
                    <a:pt x="469" y="216"/>
                  </a:cubicBezTo>
                  <a:cubicBezTo>
                    <a:pt x="469" y="213"/>
                    <a:pt x="466" y="212"/>
                    <a:pt x="465" y="211"/>
                  </a:cubicBezTo>
                  <a:cubicBezTo>
                    <a:pt x="464" y="209"/>
                    <a:pt x="462" y="207"/>
                    <a:pt x="460" y="207"/>
                  </a:cubicBezTo>
                  <a:cubicBezTo>
                    <a:pt x="458" y="208"/>
                    <a:pt x="450" y="208"/>
                    <a:pt x="448" y="211"/>
                  </a:cubicBezTo>
                  <a:cubicBezTo>
                    <a:pt x="445" y="213"/>
                    <a:pt x="448" y="219"/>
                    <a:pt x="449" y="222"/>
                  </a:cubicBezTo>
                  <a:cubicBezTo>
                    <a:pt x="451" y="225"/>
                    <a:pt x="442" y="229"/>
                    <a:pt x="443" y="231"/>
                  </a:cubicBezTo>
                  <a:cubicBezTo>
                    <a:pt x="443" y="234"/>
                    <a:pt x="440" y="235"/>
                    <a:pt x="437" y="237"/>
                  </a:cubicBezTo>
                  <a:cubicBezTo>
                    <a:pt x="433" y="239"/>
                    <a:pt x="429" y="240"/>
                    <a:pt x="429" y="243"/>
                  </a:cubicBezTo>
                  <a:cubicBezTo>
                    <a:pt x="429" y="246"/>
                    <a:pt x="425" y="245"/>
                    <a:pt x="422" y="243"/>
                  </a:cubicBezTo>
                  <a:cubicBezTo>
                    <a:pt x="420" y="242"/>
                    <a:pt x="416" y="244"/>
                    <a:pt x="413" y="244"/>
                  </a:cubicBezTo>
                  <a:cubicBezTo>
                    <a:pt x="409" y="244"/>
                    <a:pt x="409" y="241"/>
                    <a:pt x="406" y="242"/>
                  </a:cubicBezTo>
                  <a:cubicBezTo>
                    <a:pt x="403" y="243"/>
                    <a:pt x="402" y="240"/>
                    <a:pt x="402" y="238"/>
                  </a:cubicBezTo>
                  <a:cubicBezTo>
                    <a:pt x="403" y="236"/>
                    <a:pt x="406" y="238"/>
                    <a:pt x="407" y="239"/>
                  </a:cubicBezTo>
                  <a:cubicBezTo>
                    <a:pt x="407" y="241"/>
                    <a:pt x="409" y="240"/>
                    <a:pt x="411" y="239"/>
                  </a:cubicBezTo>
                  <a:cubicBezTo>
                    <a:pt x="414" y="238"/>
                    <a:pt x="413" y="241"/>
                    <a:pt x="416" y="241"/>
                  </a:cubicBezTo>
                  <a:cubicBezTo>
                    <a:pt x="419" y="241"/>
                    <a:pt x="418" y="239"/>
                    <a:pt x="420" y="239"/>
                  </a:cubicBezTo>
                  <a:cubicBezTo>
                    <a:pt x="423" y="240"/>
                    <a:pt x="423" y="239"/>
                    <a:pt x="422" y="237"/>
                  </a:cubicBezTo>
                  <a:cubicBezTo>
                    <a:pt x="421" y="236"/>
                    <a:pt x="424" y="235"/>
                    <a:pt x="426" y="234"/>
                  </a:cubicBezTo>
                  <a:cubicBezTo>
                    <a:pt x="427" y="234"/>
                    <a:pt x="427" y="231"/>
                    <a:pt x="428" y="230"/>
                  </a:cubicBezTo>
                  <a:cubicBezTo>
                    <a:pt x="430" y="229"/>
                    <a:pt x="429" y="228"/>
                    <a:pt x="430" y="228"/>
                  </a:cubicBezTo>
                  <a:cubicBezTo>
                    <a:pt x="432" y="227"/>
                    <a:pt x="433" y="225"/>
                    <a:pt x="434" y="225"/>
                  </a:cubicBezTo>
                  <a:cubicBezTo>
                    <a:pt x="436" y="225"/>
                    <a:pt x="437" y="222"/>
                    <a:pt x="436" y="221"/>
                  </a:cubicBezTo>
                  <a:cubicBezTo>
                    <a:pt x="435" y="220"/>
                    <a:pt x="436" y="216"/>
                    <a:pt x="438" y="216"/>
                  </a:cubicBezTo>
                  <a:cubicBezTo>
                    <a:pt x="439" y="215"/>
                    <a:pt x="439" y="214"/>
                    <a:pt x="438" y="213"/>
                  </a:cubicBezTo>
                  <a:cubicBezTo>
                    <a:pt x="437" y="212"/>
                    <a:pt x="431" y="208"/>
                    <a:pt x="432" y="206"/>
                  </a:cubicBezTo>
                  <a:cubicBezTo>
                    <a:pt x="432" y="204"/>
                    <a:pt x="431" y="199"/>
                    <a:pt x="431" y="198"/>
                  </a:cubicBezTo>
                  <a:cubicBezTo>
                    <a:pt x="432" y="196"/>
                    <a:pt x="432" y="192"/>
                    <a:pt x="431" y="190"/>
                  </a:cubicBezTo>
                  <a:cubicBezTo>
                    <a:pt x="431" y="188"/>
                    <a:pt x="433" y="186"/>
                    <a:pt x="433" y="182"/>
                  </a:cubicBezTo>
                  <a:cubicBezTo>
                    <a:pt x="434" y="178"/>
                    <a:pt x="429" y="174"/>
                    <a:pt x="427" y="172"/>
                  </a:cubicBezTo>
                  <a:cubicBezTo>
                    <a:pt x="424" y="171"/>
                    <a:pt x="426" y="169"/>
                    <a:pt x="429" y="166"/>
                  </a:cubicBezTo>
                  <a:cubicBezTo>
                    <a:pt x="433" y="164"/>
                    <a:pt x="433" y="155"/>
                    <a:pt x="433" y="153"/>
                  </a:cubicBezTo>
                  <a:cubicBezTo>
                    <a:pt x="433" y="151"/>
                    <a:pt x="426" y="149"/>
                    <a:pt x="423" y="149"/>
                  </a:cubicBezTo>
                  <a:cubicBezTo>
                    <a:pt x="420" y="150"/>
                    <a:pt x="410" y="149"/>
                    <a:pt x="408" y="149"/>
                  </a:cubicBezTo>
                  <a:cubicBezTo>
                    <a:pt x="405" y="148"/>
                    <a:pt x="404" y="151"/>
                    <a:pt x="403" y="153"/>
                  </a:cubicBezTo>
                  <a:cubicBezTo>
                    <a:pt x="402" y="156"/>
                    <a:pt x="399" y="159"/>
                    <a:pt x="398" y="165"/>
                  </a:cubicBezTo>
                  <a:cubicBezTo>
                    <a:pt x="396" y="170"/>
                    <a:pt x="390" y="172"/>
                    <a:pt x="387" y="173"/>
                  </a:cubicBezTo>
                  <a:cubicBezTo>
                    <a:pt x="384" y="174"/>
                    <a:pt x="382" y="178"/>
                    <a:pt x="384" y="180"/>
                  </a:cubicBezTo>
                  <a:cubicBezTo>
                    <a:pt x="385" y="182"/>
                    <a:pt x="387" y="180"/>
                    <a:pt x="388" y="181"/>
                  </a:cubicBezTo>
                  <a:cubicBezTo>
                    <a:pt x="389" y="182"/>
                    <a:pt x="388" y="187"/>
                    <a:pt x="387" y="187"/>
                  </a:cubicBezTo>
                  <a:cubicBezTo>
                    <a:pt x="386" y="188"/>
                    <a:pt x="389" y="190"/>
                    <a:pt x="387" y="191"/>
                  </a:cubicBezTo>
                  <a:cubicBezTo>
                    <a:pt x="385" y="192"/>
                    <a:pt x="383" y="195"/>
                    <a:pt x="384" y="197"/>
                  </a:cubicBezTo>
                  <a:cubicBezTo>
                    <a:pt x="385" y="198"/>
                    <a:pt x="391" y="199"/>
                    <a:pt x="393" y="200"/>
                  </a:cubicBezTo>
                  <a:cubicBezTo>
                    <a:pt x="396" y="202"/>
                    <a:pt x="395" y="204"/>
                    <a:pt x="397" y="207"/>
                  </a:cubicBezTo>
                  <a:cubicBezTo>
                    <a:pt x="399" y="209"/>
                    <a:pt x="401" y="208"/>
                    <a:pt x="402" y="209"/>
                  </a:cubicBezTo>
                  <a:cubicBezTo>
                    <a:pt x="403" y="211"/>
                    <a:pt x="398" y="217"/>
                    <a:pt x="397" y="217"/>
                  </a:cubicBezTo>
                  <a:cubicBezTo>
                    <a:pt x="395" y="217"/>
                    <a:pt x="389" y="211"/>
                    <a:pt x="387" y="209"/>
                  </a:cubicBezTo>
                  <a:cubicBezTo>
                    <a:pt x="385" y="208"/>
                    <a:pt x="378" y="206"/>
                    <a:pt x="374" y="204"/>
                  </a:cubicBezTo>
                  <a:cubicBezTo>
                    <a:pt x="370" y="202"/>
                    <a:pt x="367" y="202"/>
                    <a:pt x="363" y="199"/>
                  </a:cubicBezTo>
                  <a:cubicBezTo>
                    <a:pt x="359" y="197"/>
                    <a:pt x="356" y="195"/>
                    <a:pt x="349" y="196"/>
                  </a:cubicBezTo>
                  <a:cubicBezTo>
                    <a:pt x="341" y="196"/>
                    <a:pt x="336" y="194"/>
                    <a:pt x="334" y="194"/>
                  </a:cubicBezTo>
                  <a:cubicBezTo>
                    <a:pt x="331" y="195"/>
                    <a:pt x="332" y="192"/>
                    <a:pt x="328" y="190"/>
                  </a:cubicBezTo>
                  <a:cubicBezTo>
                    <a:pt x="324" y="188"/>
                    <a:pt x="321" y="185"/>
                    <a:pt x="318" y="187"/>
                  </a:cubicBezTo>
                  <a:cubicBezTo>
                    <a:pt x="316" y="188"/>
                    <a:pt x="317" y="193"/>
                    <a:pt x="321" y="193"/>
                  </a:cubicBezTo>
                  <a:cubicBezTo>
                    <a:pt x="324" y="194"/>
                    <a:pt x="322" y="196"/>
                    <a:pt x="326" y="196"/>
                  </a:cubicBezTo>
                  <a:cubicBezTo>
                    <a:pt x="330" y="195"/>
                    <a:pt x="332" y="197"/>
                    <a:pt x="332" y="199"/>
                  </a:cubicBezTo>
                  <a:cubicBezTo>
                    <a:pt x="331" y="202"/>
                    <a:pt x="333" y="204"/>
                    <a:pt x="335" y="206"/>
                  </a:cubicBezTo>
                  <a:cubicBezTo>
                    <a:pt x="337" y="208"/>
                    <a:pt x="336" y="210"/>
                    <a:pt x="333" y="210"/>
                  </a:cubicBezTo>
                  <a:cubicBezTo>
                    <a:pt x="330" y="210"/>
                    <a:pt x="326" y="211"/>
                    <a:pt x="327" y="213"/>
                  </a:cubicBezTo>
                  <a:cubicBezTo>
                    <a:pt x="329" y="215"/>
                    <a:pt x="326" y="216"/>
                    <a:pt x="323" y="215"/>
                  </a:cubicBezTo>
                  <a:cubicBezTo>
                    <a:pt x="320" y="214"/>
                    <a:pt x="322" y="211"/>
                    <a:pt x="323" y="210"/>
                  </a:cubicBezTo>
                  <a:cubicBezTo>
                    <a:pt x="324" y="209"/>
                    <a:pt x="320" y="207"/>
                    <a:pt x="318" y="206"/>
                  </a:cubicBezTo>
                  <a:cubicBezTo>
                    <a:pt x="316" y="206"/>
                    <a:pt x="308" y="212"/>
                    <a:pt x="306" y="213"/>
                  </a:cubicBezTo>
                  <a:cubicBezTo>
                    <a:pt x="304" y="213"/>
                    <a:pt x="298" y="211"/>
                    <a:pt x="292" y="213"/>
                  </a:cubicBezTo>
                  <a:cubicBezTo>
                    <a:pt x="287" y="214"/>
                    <a:pt x="287" y="218"/>
                    <a:pt x="285" y="218"/>
                  </a:cubicBezTo>
                  <a:cubicBezTo>
                    <a:pt x="283" y="218"/>
                    <a:pt x="276" y="219"/>
                    <a:pt x="274" y="217"/>
                  </a:cubicBezTo>
                  <a:cubicBezTo>
                    <a:pt x="272" y="216"/>
                    <a:pt x="274" y="215"/>
                    <a:pt x="276" y="215"/>
                  </a:cubicBezTo>
                  <a:cubicBezTo>
                    <a:pt x="279" y="215"/>
                    <a:pt x="279" y="214"/>
                    <a:pt x="278" y="213"/>
                  </a:cubicBezTo>
                  <a:cubicBezTo>
                    <a:pt x="277" y="211"/>
                    <a:pt x="280" y="208"/>
                    <a:pt x="280" y="207"/>
                  </a:cubicBezTo>
                  <a:cubicBezTo>
                    <a:pt x="280" y="206"/>
                    <a:pt x="270" y="209"/>
                    <a:pt x="269" y="210"/>
                  </a:cubicBezTo>
                  <a:cubicBezTo>
                    <a:pt x="267" y="212"/>
                    <a:pt x="269" y="214"/>
                    <a:pt x="267" y="215"/>
                  </a:cubicBezTo>
                  <a:cubicBezTo>
                    <a:pt x="266" y="216"/>
                    <a:pt x="266" y="213"/>
                    <a:pt x="264" y="213"/>
                  </a:cubicBezTo>
                  <a:cubicBezTo>
                    <a:pt x="262" y="212"/>
                    <a:pt x="248" y="215"/>
                    <a:pt x="245" y="218"/>
                  </a:cubicBezTo>
                  <a:cubicBezTo>
                    <a:pt x="243" y="221"/>
                    <a:pt x="238" y="221"/>
                    <a:pt x="238" y="223"/>
                  </a:cubicBezTo>
                  <a:cubicBezTo>
                    <a:pt x="238" y="225"/>
                    <a:pt x="231" y="225"/>
                    <a:pt x="229" y="226"/>
                  </a:cubicBezTo>
                  <a:cubicBezTo>
                    <a:pt x="226" y="227"/>
                    <a:pt x="228" y="232"/>
                    <a:pt x="227" y="234"/>
                  </a:cubicBezTo>
                  <a:cubicBezTo>
                    <a:pt x="226" y="237"/>
                    <a:pt x="216" y="236"/>
                    <a:pt x="213" y="236"/>
                  </a:cubicBezTo>
                  <a:cubicBezTo>
                    <a:pt x="210" y="236"/>
                    <a:pt x="209" y="230"/>
                    <a:pt x="207" y="230"/>
                  </a:cubicBezTo>
                  <a:cubicBezTo>
                    <a:pt x="204" y="230"/>
                    <a:pt x="206" y="226"/>
                    <a:pt x="207" y="225"/>
                  </a:cubicBezTo>
                  <a:cubicBezTo>
                    <a:pt x="207" y="223"/>
                    <a:pt x="209" y="225"/>
                    <a:pt x="212" y="223"/>
                  </a:cubicBezTo>
                  <a:cubicBezTo>
                    <a:pt x="215" y="221"/>
                    <a:pt x="218" y="224"/>
                    <a:pt x="219" y="222"/>
                  </a:cubicBezTo>
                  <a:cubicBezTo>
                    <a:pt x="221" y="221"/>
                    <a:pt x="215" y="218"/>
                    <a:pt x="214" y="215"/>
                  </a:cubicBezTo>
                  <a:cubicBezTo>
                    <a:pt x="214" y="212"/>
                    <a:pt x="208" y="211"/>
                    <a:pt x="204" y="212"/>
                  </a:cubicBezTo>
                  <a:cubicBezTo>
                    <a:pt x="201" y="213"/>
                    <a:pt x="197" y="212"/>
                    <a:pt x="194" y="211"/>
                  </a:cubicBezTo>
                  <a:cubicBezTo>
                    <a:pt x="192" y="209"/>
                    <a:pt x="192" y="213"/>
                    <a:pt x="196" y="214"/>
                  </a:cubicBezTo>
                  <a:cubicBezTo>
                    <a:pt x="199" y="215"/>
                    <a:pt x="197" y="218"/>
                    <a:pt x="198" y="219"/>
                  </a:cubicBezTo>
                  <a:cubicBezTo>
                    <a:pt x="199" y="221"/>
                    <a:pt x="197" y="225"/>
                    <a:pt x="195" y="228"/>
                  </a:cubicBezTo>
                  <a:cubicBezTo>
                    <a:pt x="193" y="231"/>
                    <a:pt x="194" y="231"/>
                    <a:pt x="198" y="231"/>
                  </a:cubicBezTo>
                  <a:cubicBezTo>
                    <a:pt x="201" y="231"/>
                    <a:pt x="201" y="235"/>
                    <a:pt x="201" y="238"/>
                  </a:cubicBezTo>
                  <a:cubicBezTo>
                    <a:pt x="201" y="241"/>
                    <a:pt x="198" y="242"/>
                    <a:pt x="198" y="244"/>
                  </a:cubicBezTo>
                  <a:cubicBezTo>
                    <a:pt x="198" y="247"/>
                    <a:pt x="195" y="243"/>
                    <a:pt x="195" y="244"/>
                  </a:cubicBezTo>
                  <a:cubicBezTo>
                    <a:pt x="194" y="245"/>
                    <a:pt x="193" y="244"/>
                    <a:pt x="192" y="242"/>
                  </a:cubicBezTo>
                  <a:cubicBezTo>
                    <a:pt x="192" y="240"/>
                    <a:pt x="187" y="241"/>
                    <a:pt x="184" y="240"/>
                  </a:cubicBezTo>
                  <a:cubicBezTo>
                    <a:pt x="181" y="240"/>
                    <a:pt x="180" y="241"/>
                    <a:pt x="179" y="243"/>
                  </a:cubicBezTo>
                  <a:cubicBezTo>
                    <a:pt x="178" y="245"/>
                    <a:pt x="174" y="246"/>
                    <a:pt x="172" y="246"/>
                  </a:cubicBezTo>
                  <a:cubicBezTo>
                    <a:pt x="170" y="246"/>
                    <a:pt x="166" y="250"/>
                    <a:pt x="164" y="252"/>
                  </a:cubicBezTo>
                  <a:cubicBezTo>
                    <a:pt x="162" y="253"/>
                    <a:pt x="162" y="256"/>
                    <a:pt x="165" y="259"/>
                  </a:cubicBezTo>
                  <a:cubicBezTo>
                    <a:pt x="168" y="261"/>
                    <a:pt x="168" y="263"/>
                    <a:pt x="168" y="265"/>
                  </a:cubicBezTo>
                  <a:cubicBezTo>
                    <a:pt x="168" y="266"/>
                    <a:pt x="160" y="266"/>
                    <a:pt x="158" y="264"/>
                  </a:cubicBezTo>
                  <a:cubicBezTo>
                    <a:pt x="157" y="263"/>
                    <a:pt x="152" y="262"/>
                    <a:pt x="150" y="262"/>
                  </a:cubicBezTo>
                  <a:cubicBezTo>
                    <a:pt x="148" y="263"/>
                    <a:pt x="143" y="257"/>
                    <a:pt x="141" y="257"/>
                  </a:cubicBezTo>
                  <a:cubicBezTo>
                    <a:pt x="138" y="257"/>
                    <a:pt x="137" y="260"/>
                    <a:pt x="136" y="261"/>
                  </a:cubicBezTo>
                  <a:cubicBezTo>
                    <a:pt x="135" y="263"/>
                    <a:pt x="137" y="263"/>
                    <a:pt x="138" y="266"/>
                  </a:cubicBezTo>
                  <a:cubicBezTo>
                    <a:pt x="140" y="269"/>
                    <a:pt x="144" y="269"/>
                    <a:pt x="146" y="269"/>
                  </a:cubicBezTo>
                  <a:cubicBezTo>
                    <a:pt x="148" y="269"/>
                    <a:pt x="148" y="272"/>
                    <a:pt x="147" y="274"/>
                  </a:cubicBezTo>
                  <a:cubicBezTo>
                    <a:pt x="146" y="275"/>
                    <a:pt x="142" y="276"/>
                    <a:pt x="141" y="275"/>
                  </a:cubicBezTo>
                  <a:cubicBezTo>
                    <a:pt x="140" y="273"/>
                    <a:pt x="135" y="275"/>
                    <a:pt x="135" y="273"/>
                  </a:cubicBezTo>
                  <a:cubicBezTo>
                    <a:pt x="134" y="271"/>
                    <a:pt x="131" y="268"/>
                    <a:pt x="127" y="269"/>
                  </a:cubicBezTo>
                  <a:cubicBezTo>
                    <a:pt x="123" y="269"/>
                    <a:pt x="123" y="267"/>
                    <a:pt x="123" y="264"/>
                  </a:cubicBezTo>
                  <a:cubicBezTo>
                    <a:pt x="123" y="261"/>
                    <a:pt x="121" y="259"/>
                    <a:pt x="121" y="258"/>
                  </a:cubicBezTo>
                  <a:cubicBezTo>
                    <a:pt x="121" y="257"/>
                    <a:pt x="119" y="254"/>
                    <a:pt x="121" y="253"/>
                  </a:cubicBezTo>
                  <a:cubicBezTo>
                    <a:pt x="123" y="252"/>
                    <a:pt x="122" y="250"/>
                    <a:pt x="122" y="248"/>
                  </a:cubicBezTo>
                  <a:cubicBezTo>
                    <a:pt x="122" y="246"/>
                    <a:pt x="119" y="243"/>
                    <a:pt x="116" y="243"/>
                  </a:cubicBezTo>
                  <a:cubicBezTo>
                    <a:pt x="113" y="243"/>
                    <a:pt x="113" y="240"/>
                    <a:pt x="111" y="240"/>
                  </a:cubicBezTo>
                  <a:cubicBezTo>
                    <a:pt x="108" y="239"/>
                    <a:pt x="103" y="235"/>
                    <a:pt x="103" y="233"/>
                  </a:cubicBezTo>
                  <a:cubicBezTo>
                    <a:pt x="103" y="231"/>
                    <a:pt x="99" y="231"/>
                    <a:pt x="100" y="230"/>
                  </a:cubicBezTo>
                  <a:cubicBezTo>
                    <a:pt x="101" y="230"/>
                    <a:pt x="104" y="231"/>
                    <a:pt x="107" y="233"/>
                  </a:cubicBezTo>
                  <a:cubicBezTo>
                    <a:pt x="109" y="235"/>
                    <a:pt x="112" y="237"/>
                    <a:pt x="118" y="238"/>
                  </a:cubicBezTo>
                  <a:cubicBezTo>
                    <a:pt x="123" y="238"/>
                    <a:pt x="126" y="241"/>
                    <a:pt x="132" y="242"/>
                  </a:cubicBezTo>
                  <a:cubicBezTo>
                    <a:pt x="138" y="243"/>
                    <a:pt x="142" y="244"/>
                    <a:pt x="151" y="245"/>
                  </a:cubicBezTo>
                  <a:cubicBezTo>
                    <a:pt x="160" y="246"/>
                    <a:pt x="171" y="237"/>
                    <a:pt x="174" y="235"/>
                  </a:cubicBezTo>
                  <a:cubicBezTo>
                    <a:pt x="176" y="232"/>
                    <a:pt x="173" y="227"/>
                    <a:pt x="173" y="225"/>
                  </a:cubicBezTo>
                  <a:cubicBezTo>
                    <a:pt x="173" y="223"/>
                    <a:pt x="169" y="223"/>
                    <a:pt x="169" y="222"/>
                  </a:cubicBezTo>
                  <a:cubicBezTo>
                    <a:pt x="168" y="220"/>
                    <a:pt x="165" y="218"/>
                    <a:pt x="162" y="218"/>
                  </a:cubicBezTo>
                  <a:cubicBezTo>
                    <a:pt x="158" y="218"/>
                    <a:pt x="158" y="214"/>
                    <a:pt x="155" y="214"/>
                  </a:cubicBezTo>
                  <a:cubicBezTo>
                    <a:pt x="152" y="214"/>
                    <a:pt x="151" y="213"/>
                    <a:pt x="143" y="208"/>
                  </a:cubicBezTo>
                  <a:cubicBezTo>
                    <a:pt x="136" y="203"/>
                    <a:pt x="126" y="200"/>
                    <a:pt x="125" y="201"/>
                  </a:cubicBezTo>
                  <a:cubicBezTo>
                    <a:pt x="123" y="202"/>
                    <a:pt x="122" y="202"/>
                    <a:pt x="121" y="200"/>
                  </a:cubicBezTo>
                  <a:cubicBezTo>
                    <a:pt x="119" y="198"/>
                    <a:pt x="117" y="199"/>
                    <a:pt x="115" y="200"/>
                  </a:cubicBezTo>
                  <a:cubicBezTo>
                    <a:pt x="113" y="202"/>
                    <a:pt x="111" y="199"/>
                    <a:pt x="107" y="200"/>
                  </a:cubicBezTo>
                  <a:cubicBezTo>
                    <a:pt x="104" y="201"/>
                    <a:pt x="102" y="198"/>
                    <a:pt x="103" y="197"/>
                  </a:cubicBezTo>
                  <a:cubicBezTo>
                    <a:pt x="104" y="196"/>
                    <a:pt x="109" y="197"/>
                    <a:pt x="109" y="195"/>
                  </a:cubicBezTo>
                  <a:cubicBezTo>
                    <a:pt x="109" y="193"/>
                    <a:pt x="107" y="195"/>
                    <a:pt x="103" y="193"/>
                  </a:cubicBezTo>
                  <a:cubicBezTo>
                    <a:pt x="100" y="191"/>
                    <a:pt x="98" y="192"/>
                    <a:pt x="98" y="194"/>
                  </a:cubicBezTo>
                  <a:cubicBezTo>
                    <a:pt x="97" y="196"/>
                    <a:pt x="94" y="195"/>
                    <a:pt x="93" y="194"/>
                  </a:cubicBezTo>
                  <a:cubicBezTo>
                    <a:pt x="93" y="194"/>
                    <a:pt x="92" y="194"/>
                    <a:pt x="92" y="193"/>
                  </a:cubicBezTo>
                  <a:cubicBezTo>
                    <a:pt x="92" y="196"/>
                    <a:pt x="90" y="197"/>
                    <a:pt x="88" y="196"/>
                  </a:cubicBezTo>
                  <a:cubicBezTo>
                    <a:pt x="86" y="196"/>
                    <a:pt x="84" y="199"/>
                    <a:pt x="82" y="199"/>
                  </a:cubicBezTo>
                  <a:cubicBezTo>
                    <a:pt x="79" y="199"/>
                    <a:pt x="77" y="202"/>
                    <a:pt x="76" y="204"/>
                  </a:cubicBezTo>
                  <a:cubicBezTo>
                    <a:pt x="76" y="206"/>
                    <a:pt x="73" y="205"/>
                    <a:pt x="73" y="207"/>
                  </a:cubicBezTo>
                  <a:cubicBezTo>
                    <a:pt x="73" y="208"/>
                    <a:pt x="73" y="209"/>
                    <a:pt x="72" y="211"/>
                  </a:cubicBezTo>
                  <a:cubicBezTo>
                    <a:pt x="71" y="212"/>
                    <a:pt x="72" y="213"/>
                    <a:pt x="73" y="215"/>
                  </a:cubicBezTo>
                  <a:cubicBezTo>
                    <a:pt x="74" y="218"/>
                    <a:pt x="77" y="218"/>
                    <a:pt x="78" y="218"/>
                  </a:cubicBezTo>
                  <a:cubicBezTo>
                    <a:pt x="79" y="219"/>
                    <a:pt x="84" y="223"/>
                    <a:pt x="84" y="224"/>
                  </a:cubicBezTo>
                  <a:cubicBezTo>
                    <a:pt x="84" y="226"/>
                    <a:pt x="80" y="229"/>
                    <a:pt x="79" y="230"/>
                  </a:cubicBezTo>
                  <a:cubicBezTo>
                    <a:pt x="77" y="231"/>
                    <a:pt x="75" y="233"/>
                    <a:pt x="76" y="235"/>
                  </a:cubicBezTo>
                  <a:cubicBezTo>
                    <a:pt x="77" y="236"/>
                    <a:pt x="81" y="242"/>
                    <a:pt x="84" y="247"/>
                  </a:cubicBezTo>
                  <a:cubicBezTo>
                    <a:pt x="87" y="252"/>
                    <a:pt x="83" y="250"/>
                    <a:pt x="81" y="252"/>
                  </a:cubicBezTo>
                  <a:cubicBezTo>
                    <a:pt x="80" y="254"/>
                    <a:pt x="82" y="257"/>
                    <a:pt x="82" y="258"/>
                  </a:cubicBezTo>
                  <a:cubicBezTo>
                    <a:pt x="83" y="259"/>
                    <a:pt x="80" y="259"/>
                    <a:pt x="81" y="260"/>
                  </a:cubicBezTo>
                  <a:cubicBezTo>
                    <a:pt x="81" y="262"/>
                    <a:pt x="84" y="262"/>
                    <a:pt x="85" y="263"/>
                  </a:cubicBezTo>
                  <a:cubicBezTo>
                    <a:pt x="85" y="264"/>
                    <a:pt x="82" y="265"/>
                    <a:pt x="83" y="267"/>
                  </a:cubicBezTo>
                  <a:cubicBezTo>
                    <a:pt x="85" y="269"/>
                    <a:pt x="87" y="269"/>
                    <a:pt x="88" y="271"/>
                  </a:cubicBezTo>
                  <a:cubicBezTo>
                    <a:pt x="88" y="274"/>
                    <a:pt x="82" y="274"/>
                    <a:pt x="83" y="276"/>
                  </a:cubicBezTo>
                  <a:cubicBezTo>
                    <a:pt x="83" y="278"/>
                    <a:pt x="90" y="280"/>
                    <a:pt x="93" y="284"/>
                  </a:cubicBezTo>
                  <a:cubicBezTo>
                    <a:pt x="96" y="287"/>
                    <a:pt x="96" y="288"/>
                    <a:pt x="95" y="290"/>
                  </a:cubicBezTo>
                  <a:cubicBezTo>
                    <a:pt x="94" y="294"/>
                    <a:pt x="85" y="297"/>
                    <a:pt x="83" y="301"/>
                  </a:cubicBezTo>
                  <a:cubicBezTo>
                    <a:pt x="81" y="306"/>
                    <a:pt x="74" y="308"/>
                    <a:pt x="71" y="311"/>
                  </a:cubicBezTo>
                  <a:cubicBezTo>
                    <a:pt x="69" y="313"/>
                    <a:pt x="68" y="315"/>
                    <a:pt x="67" y="316"/>
                  </a:cubicBezTo>
                  <a:cubicBezTo>
                    <a:pt x="68" y="316"/>
                    <a:pt x="70" y="316"/>
                    <a:pt x="70" y="315"/>
                  </a:cubicBezTo>
                  <a:cubicBezTo>
                    <a:pt x="72" y="314"/>
                    <a:pt x="74" y="319"/>
                    <a:pt x="75" y="320"/>
                  </a:cubicBezTo>
                  <a:cubicBezTo>
                    <a:pt x="77" y="322"/>
                    <a:pt x="81" y="320"/>
                    <a:pt x="82" y="322"/>
                  </a:cubicBezTo>
                  <a:cubicBezTo>
                    <a:pt x="84" y="323"/>
                    <a:pt x="81" y="323"/>
                    <a:pt x="79" y="323"/>
                  </a:cubicBezTo>
                  <a:cubicBezTo>
                    <a:pt x="76" y="323"/>
                    <a:pt x="75" y="324"/>
                    <a:pt x="71" y="326"/>
                  </a:cubicBezTo>
                  <a:cubicBezTo>
                    <a:pt x="68" y="327"/>
                    <a:pt x="68" y="328"/>
                    <a:pt x="67" y="329"/>
                  </a:cubicBezTo>
                  <a:cubicBezTo>
                    <a:pt x="69" y="331"/>
                    <a:pt x="66" y="332"/>
                    <a:pt x="65" y="334"/>
                  </a:cubicBezTo>
                  <a:cubicBezTo>
                    <a:pt x="64" y="336"/>
                    <a:pt x="63" y="337"/>
                    <a:pt x="63" y="338"/>
                  </a:cubicBezTo>
                  <a:cubicBezTo>
                    <a:pt x="62" y="340"/>
                    <a:pt x="63" y="341"/>
                    <a:pt x="63" y="343"/>
                  </a:cubicBezTo>
                  <a:cubicBezTo>
                    <a:pt x="63" y="345"/>
                    <a:pt x="64" y="345"/>
                    <a:pt x="65" y="347"/>
                  </a:cubicBezTo>
                  <a:cubicBezTo>
                    <a:pt x="66" y="349"/>
                    <a:pt x="64" y="349"/>
                    <a:pt x="63" y="350"/>
                  </a:cubicBezTo>
                  <a:cubicBezTo>
                    <a:pt x="62" y="351"/>
                    <a:pt x="62" y="353"/>
                    <a:pt x="64" y="354"/>
                  </a:cubicBezTo>
                  <a:cubicBezTo>
                    <a:pt x="65" y="355"/>
                    <a:pt x="65" y="357"/>
                    <a:pt x="65" y="358"/>
                  </a:cubicBezTo>
                  <a:cubicBezTo>
                    <a:pt x="64" y="360"/>
                    <a:pt x="66" y="362"/>
                    <a:pt x="67" y="363"/>
                  </a:cubicBezTo>
                  <a:cubicBezTo>
                    <a:pt x="69" y="364"/>
                    <a:pt x="68" y="368"/>
                    <a:pt x="69" y="369"/>
                  </a:cubicBezTo>
                  <a:cubicBezTo>
                    <a:pt x="71" y="369"/>
                    <a:pt x="72" y="370"/>
                    <a:pt x="74" y="370"/>
                  </a:cubicBezTo>
                  <a:cubicBezTo>
                    <a:pt x="76" y="369"/>
                    <a:pt x="77" y="370"/>
                    <a:pt x="78" y="372"/>
                  </a:cubicBezTo>
                  <a:cubicBezTo>
                    <a:pt x="79" y="373"/>
                    <a:pt x="80" y="373"/>
                    <a:pt x="82" y="372"/>
                  </a:cubicBezTo>
                  <a:cubicBezTo>
                    <a:pt x="84" y="371"/>
                    <a:pt x="89" y="373"/>
                    <a:pt x="90" y="374"/>
                  </a:cubicBezTo>
                  <a:cubicBezTo>
                    <a:pt x="91" y="374"/>
                    <a:pt x="90" y="377"/>
                    <a:pt x="90" y="379"/>
                  </a:cubicBezTo>
                  <a:cubicBezTo>
                    <a:pt x="90" y="381"/>
                    <a:pt x="89" y="384"/>
                    <a:pt x="91" y="385"/>
                  </a:cubicBezTo>
                  <a:cubicBezTo>
                    <a:pt x="93" y="386"/>
                    <a:pt x="93" y="389"/>
                    <a:pt x="95" y="390"/>
                  </a:cubicBezTo>
                  <a:cubicBezTo>
                    <a:pt x="97" y="391"/>
                    <a:pt x="98" y="394"/>
                    <a:pt x="100" y="395"/>
                  </a:cubicBezTo>
                  <a:cubicBezTo>
                    <a:pt x="101" y="395"/>
                    <a:pt x="104" y="397"/>
                    <a:pt x="104" y="399"/>
                  </a:cubicBezTo>
                  <a:cubicBezTo>
                    <a:pt x="104" y="400"/>
                    <a:pt x="102" y="402"/>
                    <a:pt x="100" y="402"/>
                  </a:cubicBezTo>
                  <a:cubicBezTo>
                    <a:pt x="98" y="403"/>
                    <a:pt x="95" y="400"/>
                    <a:pt x="94" y="402"/>
                  </a:cubicBezTo>
                  <a:cubicBezTo>
                    <a:pt x="93" y="403"/>
                    <a:pt x="95" y="405"/>
                    <a:pt x="95" y="409"/>
                  </a:cubicBezTo>
                  <a:cubicBezTo>
                    <a:pt x="96" y="413"/>
                    <a:pt x="97" y="413"/>
                    <a:pt x="99" y="413"/>
                  </a:cubicBezTo>
                  <a:cubicBezTo>
                    <a:pt x="101" y="413"/>
                    <a:pt x="101" y="412"/>
                    <a:pt x="103" y="411"/>
                  </a:cubicBezTo>
                  <a:cubicBezTo>
                    <a:pt x="104" y="411"/>
                    <a:pt x="107" y="412"/>
                    <a:pt x="108" y="411"/>
                  </a:cubicBezTo>
                  <a:cubicBezTo>
                    <a:pt x="109" y="411"/>
                    <a:pt x="114" y="410"/>
                    <a:pt x="115" y="412"/>
                  </a:cubicBezTo>
                  <a:cubicBezTo>
                    <a:pt x="115" y="413"/>
                    <a:pt x="116" y="417"/>
                    <a:pt x="116" y="418"/>
                  </a:cubicBezTo>
                  <a:cubicBezTo>
                    <a:pt x="115" y="419"/>
                    <a:pt x="117" y="421"/>
                    <a:pt x="117" y="422"/>
                  </a:cubicBezTo>
                  <a:cubicBezTo>
                    <a:pt x="118" y="424"/>
                    <a:pt x="122" y="423"/>
                    <a:pt x="123" y="424"/>
                  </a:cubicBezTo>
                  <a:cubicBezTo>
                    <a:pt x="125" y="424"/>
                    <a:pt x="127" y="428"/>
                    <a:pt x="127" y="430"/>
                  </a:cubicBezTo>
                  <a:cubicBezTo>
                    <a:pt x="126" y="432"/>
                    <a:pt x="129" y="432"/>
                    <a:pt x="130" y="432"/>
                  </a:cubicBezTo>
                  <a:cubicBezTo>
                    <a:pt x="131" y="431"/>
                    <a:pt x="132" y="433"/>
                    <a:pt x="134" y="433"/>
                  </a:cubicBezTo>
                  <a:cubicBezTo>
                    <a:pt x="135" y="434"/>
                    <a:pt x="137" y="434"/>
                    <a:pt x="138" y="433"/>
                  </a:cubicBezTo>
                  <a:cubicBezTo>
                    <a:pt x="139" y="432"/>
                    <a:pt x="142" y="432"/>
                    <a:pt x="142" y="433"/>
                  </a:cubicBezTo>
                  <a:cubicBezTo>
                    <a:pt x="143" y="434"/>
                    <a:pt x="146" y="436"/>
                    <a:pt x="146" y="437"/>
                  </a:cubicBezTo>
                  <a:cubicBezTo>
                    <a:pt x="146" y="438"/>
                    <a:pt x="150" y="437"/>
                    <a:pt x="153" y="438"/>
                  </a:cubicBezTo>
                  <a:cubicBezTo>
                    <a:pt x="155" y="439"/>
                    <a:pt x="157" y="439"/>
                    <a:pt x="159" y="440"/>
                  </a:cubicBezTo>
                  <a:cubicBezTo>
                    <a:pt x="162" y="441"/>
                    <a:pt x="164" y="441"/>
                    <a:pt x="164" y="443"/>
                  </a:cubicBezTo>
                  <a:cubicBezTo>
                    <a:pt x="164" y="444"/>
                    <a:pt x="162" y="445"/>
                    <a:pt x="162" y="446"/>
                  </a:cubicBezTo>
                  <a:cubicBezTo>
                    <a:pt x="162" y="447"/>
                    <a:pt x="164" y="447"/>
                    <a:pt x="164" y="448"/>
                  </a:cubicBezTo>
                  <a:cubicBezTo>
                    <a:pt x="164" y="450"/>
                    <a:pt x="161" y="450"/>
                    <a:pt x="161" y="450"/>
                  </a:cubicBezTo>
                  <a:cubicBezTo>
                    <a:pt x="160" y="451"/>
                    <a:pt x="162" y="453"/>
                    <a:pt x="163" y="453"/>
                  </a:cubicBezTo>
                  <a:cubicBezTo>
                    <a:pt x="163" y="454"/>
                    <a:pt x="161" y="457"/>
                    <a:pt x="161" y="458"/>
                  </a:cubicBezTo>
                  <a:cubicBezTo>
                    <a:pt x="161" y="459"/>
                    <a:pt x="156" y="458"/>
                    <a:pt x="155" y="458"/>
                  </a:cubicBezTo>
                  <a:cubicBezTo>
                    <a:pt x="153" y="458"/>
                    <a:pt x="150" y="462"/>
                    <a:pt x="148" y="462"/>
                  </a:cubicBezTo>
                  <a:cubicBezTo>
                    <a:pt x="147" y="463"/>
                    <a:pt x="148" y="465"/>
                    <a:pt x="148" y="466"/>
                  </a:cubicBezTo>
                  <a:cubicBezTo>
                    <a:pt x="152" y="465"/>
                    <a:pt x="156" y="465"/>
                    <a:pt x="156" y="466"/>
                  </a:cubicBezTo>
                  <a:cubicBezTo>
                    <a:pt x="157" y="467"/>
                    <a:pt x="148" y="471"/>
                    <a:pt x="146" y="472"/>
                  </a:cubicBezTo>
                  <a:cubicBezTo>
                    <a:pt x="145" y="472"/>
                    <a:pt x="150" y="475"/>
                    <a:pt x="149" y="476"/>
                  </a:cubicBezTo>
                  <a:cubicBezTo>
                    <a:pt x="149" y="478"/>
                    <a:pt x="144" y="478"/>
                    <a:pt x="145" y="481"/>
                  </a:cubicBezTo>
                  <a:cubicBezTo>
                    <a:pt x="145" y="484"/>
                    <a:pt x="143" y="484"/>
                    <a:pt x="140" y="484"/>
                  </a:cubicBezTo>
                  <a:cubicBezTo>
                    <a:pt x="138" y="484"/>
                    <a:pt x="137" y="486"/>
                    <a:pt x="138" y="486"/>
                  </a:cubicBezTo>
                  <a:cubicBezTo>
                    <a:pt x="139" y="487"/>
                    <a:pt x="139" y="490"/>
                    <a:pt x="144" y="491"/>
                  </a:cubicBezTo>
                  <a:cubicBezTo>
                    <a:pt x="150" y="493"/>
                    <a:pt x="155" y="498"/>
                    <a:pt x="159" y="502"/>
                  </a:cubicBezTo>
                  <a:cubicBezTo>
                    <a:pt x="160" y="503"/>
                    <a:pt x="161" y="503"/>
                    <a:pt x="161" y="504"/>
                  </a:cubicBezTo>
                  <a:cubicBezTo>
                    <a:pt x="163" y="503"/>
                    <a:pt x="164" y="503"/>
                    <a:pt x="165" y="503"/>
                  </a:cubicBezTo>
                  <a:cubicBezTo>
                    <a:pt x="167" y="502"/>
                    <a:pt x="172" y="504"/>
                    <a:pt x="174" y="505"/>
                  </a:cubicBezTo>
                  <a:cubicBezTo>
                    <a:pt x="177" y="507"/>
                    <a:pt x="186" y="505"/>
                    <a:pt x="187" y="506"/>
                  </a:cubicBezTo>
                  <a:cubicBezTo>
                    <a:pt x="188" y="508"/>
                    <a:pt x="190" y="510"/>
                    <a:pt x="192" y="510"/>
                  </a:cubicBezTo>
                  <a:cubicBezTo>
                    <a:pt x="193" y="510"/>
                    <a:pt x="195" y="513"/>
                    <a:pt x="197" y="512"/>
                  </a:cubicBezTo>
                  <a:cubicBezTo>
                    <a:pt x="198" y="511"/>
                    <a:pt x="203" y="511"/>
                    <a:pt x="205" y="511"/>
                  </a:cubicBezTo>
                  <a:cubicBezTo>
                    <a:pt x="206" y="511"/>
                    <a:pt x="206" y="512"/>
                    <a:pt x="208" y="512"/>
                  </a:cubicBezTo>
                  <a:cubicBezTo>
                    <a:pt x="209" y="512"/>
                    <a:pt x="209" y="517"/>
                    <a:pt x="210" y="517"/>
                  </a:cubicBezTo>
                  <a:cubicBezTo>
                    <a:pt x="211" y="517"/>
                    <a:pt x="215" y="520"/>
                    <a:pt x="218" y="521"/>
                  </a:cubicBezTo>
                  <a:cubicBezTo>
                    <a:pt x="220" y="521"/>
                    <a:pt x="223" y="525"/>
                    <a:pt x="224" y="525"/>
                  </a:cubicBezTo>
                  <a:cubicBezTo>
                    <a:pt x="225" y="525"/>
                    <a:pt x="227" y="527"/>
                    <a:pt x="227" y="525"/>
                  </a:cubicBezTo>
                  <a:cubicBezTo>
                    <a:pt x="228" y="523"/>
                    <a:pt x="231" y="524"/>
                    <a:pt x="232" y="521"/>
                  </a:cubicBezTo>
                  <a:cubicBezTo>
                    <a:pt x="228" y="516"/>
                    <a:pt x="223" y="510"/>
                    <a:pt x="223" y="507"/>
                  </a:cubicBezTo>
                  <a:cubicBezTo>
                    <a:pt x="223" y="503"/>
                    <a:pt x="225" y="500"/>
                    <a:pt x="220" y="496"/>
                  </a:cubicBezTo>
                  <a:cubicBezTo>
                    <a:pt x="215" y="492"/>
                    <a:pt x="221" y="489"/>
                    <a:pt x="224" y="485"/>
                  </a:cubicBezTo>
                  <a:cubicBezTo>
                    <a:pt x="227" y="481"/>
                    <a:pt x="234" y="479"/>
                    <a:pt x="238" y="476"/>
                  </a:cubicBezTo>
                  <a:cubicBezTo>
                    <a:pt x="238" y="475"/>
                    <a:pt x="237" y="475"/>
                    <a:pt x="236" y="474"/>
                  </a:cubicBezTo>
                  <a:cubicBezTo>
                    <a:pt x="233" y="473"/>
                    <a:pt x="232" y="471"/>
                    <a:pt x="234" y="471"/>
                  </a:cubicBezTo>
                  <a:cubicBezTo>
                    <a:pt x="237" y="470"/>
                    <a:pt x="235" y="469"/>
                    <a:pt x="233" y="466"/>
                  </a:cubicBezTo>
                  <a:cubicBezTo>
                    <a:pt x="230" y="463"/>
                    <a:pt x="229" y="460"/>
                    <a:pt x="228" y="460"/>
                  </a:cubicBezTo>
                  <a:cubicBezTo>
                    <a:pt x="227" y="460"/>
                    <a:pt x="224" y="460"/>
                    <a:pt x="222" y="460"/>
                  </a:cubicBezTo>
                  <a:cubicBezTo>
                    <a:pt x="220" y="461"/>
                    <a:pt x="221" y="459"/>
                    <a:pt x="221" y="456"/>
                  </a:cubicBezTo>
                  <a:cubicBezTo>
                    <a:pt x="221" y="454"/>
                    <a:pt x="217" y="454"/>
                    <a:pt x="216" y="453"/>
                  </a:cubicBezTo>
                  <a:cubicBezTo>
                    <a:pt x="216" y="452"/>
                    <a:pt x="217" y="448"/>
                    <a:pt x="218" y="448"/>
                  </a:cubicBezTo>
                  <a:cubicBezTo>
                    <a:pt x="219" y="448"/>
                    <a:pt x="221" y="447"/>
                    <a:pt x="221" y="445"/>
                  </a:cubicBezTo>
                  <a:cubicBezTo>
                    <a:pt x="221" y="444"/>
                    <a:pt x="217" y="444"/>
                    <a:pt x="218" y="442"/>
                  </a:cubicBezTo>
                  <a:cubicBezTo>
                    <a:pt x="220" y="439"/>
                    <a:pt x="223" y="439"/>
                    <a:pt x="223" y="437"/>
                  </a:cubicBezTo>
                  <a:cubicBezTo>
                    <a:pt x="223" y="434"/>
                    <a:pt x="225" y="432"/>
                    <a:pt x="227" y="434"/>
                  </a:cubicBezTo>
                  <a:cubicBezTo>
                    <a:pt x="230" y="435"/>
                    <a:pt x="231" y="440"/>
                    <a:pt x="234" y="439"/>
                  </a:cubicBezTo>
                  <a:cubicBezTo>
                    <a:pt x="237" y="438"/>
                    <a:pt x="235" y="435"/>
                    <a:pt x="234" y="434"/>
                  </a:cubicBezTo>
                  <a:cubicBezTo>
                    <a:pt x="234" y="433"/>
                    <a:pt x="233" y="430"/>
                    <a:pt x="237" y="430"/>
                  </a:cubicBezTo>
                  <a:cubicBezTo>
                    <a:pt x="240" y="429"/>
                    <a:pt x="238" y="426"/>
                    <a:pt x="241" y="426"/>
                  </a:cubicBezTo>
                  <a:cubicBezTo>
                    <a:pt x="243" y="426"/>
                    <a:pt x="248" y="423"/>
                    <a:pt x="249" y="422"/>
                  </a:cubicBezTo>
                  <a:cubicBezTo>
                    <a:pt x="251" y="421"/>
                    <a:pt x="254" y="419"/>
                    <a:pt x="255" y="420"/>
                  </a:cubicBezTo>
                  <a:cubicBezTo>
                    <a:pt x="257" y="421"/>
                    <a:pt x="259" y="423"/>
                    <a:pt x="260" y="420"/>
                  </a:cubicBezTo>
                  <a:cubicBezTo>
                    <a:pt x="261" y="418"/>
                    <a:pt x="265" y="419"/>
                    <a:pt x="265" y="420"/>
                  </a:cubicBezTo>
                  <a:cubicBezTo>
                    <a:pt x="266" y="422"/>
                    <a:pt x="273" y="422"/>
                    <a:pt x="275" y="423"/>
                  </a:cubicBezTo>
                  <a:cubicBezTo>
                    <a:pt x="277" y="424"/>
                    <a:pt x="281" y="427"/>
                    <a:pt x="281" y="429"/>
                  </a:cubicBezTo>
                  <a:cubicBezTo>
                    <a:pt x="281" y="430"/>
                    <a:pt x="284" y="432"/>
                    <a:pt x="284" y="430"/>
                  </a:cubicBezTo>
                  <a:cubicBezTo>
                    <a:pt x="284" y="427"/>
                    <a:pt x="285" y="428"/>
                    <a:pt x="288" y="430"/>
                  </a:cubicBezTo>
                  <a:cubicBezTo>
                    <a:pt x="291" y="432"/>
                    <a:pt x="295" y="431"/>
                    <a:pt x="296" y="429"/>
                  </a:cubicBezTo>
                  <a:cubicBezTo>
                    <a:pt x="296" y="427"/>
                    <a:pt x="302" y="425"/>
                    <a:pt x="304" y="427"/>
                  </a:cubicBezTo>
                  <a:cubicBezTo>
                    <a:pt x="305" y="428"/>
                    <a:pt x="306" y="429"/>
                    <a:pt x="308" y="427"/>
                  </a:cubicBezTo>
                  <a:cubicBezTo>
                    <a:pt x="310" y="425"/>
                    <a:pt x="315" y="425"/>
                    <a:pt x="316" y="427"/>
                  </a:cubicBezTo>
                  <a:cubicBezTo>
                    <a:pt x="317" y="429"/>
                    <a:pt x="319" y="430"/>
                    <a:pt x="321" y="430"/>
                  </a:cubicBezTo>
                  <a:cubicBezTo>
                    <a:pt x="324" y="430"/>
                    <a:pt x="324" y="433"/>
                    <a:pt x="325" y="432"/>
                  </a:cubicBezTo>
                  <a:cubicBezTo>
                    <a:pt x="327" y="432"/>
                    <a:pt x="326" y="428"/>
                    <a:pt x="328" y="428"/>
                  </a:cubicBezTo>
                  <a:cubicBezTo>
                    <a:pt x="330" y="429"/>
                    <a:pt x="331" y="431"/>
                    <a:pt x="334" y="431"/>
                  </a:cubicBezTo>
                  <a:cubicBezTo>
                    <a:pt x="337" y="431"/>
                    <a:pt x="339" y="430"/>
                    <a:pt x="339" y="428"/>
                  </a:cubicBezTo>
                  <a:cubicBezTo>
                    <a:pt x="339" y="426"/>
                    <a:pt x="339" y="422"/>
                    <a:pt x="337" y="422"/>
                  </a:cubicBezTo>
                  <a:cubicBezTo>
                    <a:pt x="335" y="422"/>
                    <a:pt x="334" y="420"/>
                    <a:pt x="331" y="420"/>
                  </a:cubicBezTo>
                  <a:cubicBezTo>
                    <a:pt x="329" y="420"/>
                    <a:pt x="327" y="417"/>
                    <a:pt x="329" y="416"/>
                  </a:cubicBezTo>
                  <a:cubicBezTo>
                    <a:pt x="331" y="415"/>
                    <a:pt x="335" y="414"/>
                    <a:pt x="334" y="412"/>
                  </a:cubicBezTo>
                  <a:cubicBezTo>
                    <a:pt x="334" y="410"/>
                    <a:pt x="333" y="407"/>
                    <a:pt x="336" y="406"/>
                  </a:cubicBezTo>
                  <a:cubicBezTo>
                    <a:pt x="339" y="406"/>
                    <a:pt x="345" y="406"/>
                    <a:pt x="344" y="405"/>
                  </a:cubicBezTo>
                  <a:cubicBezTo>
                    <a:pt x="344" y="404"/>
                    <a:pt x="338" y="403"/>
                    <a:pt x="337" y="401"/>
                  </a:cubicBezTo>
                  <a:cubicBezTo>
                    <a:pt x="336" y="399"/>
                    <a:pt x="336" y="395"/>
                    <a:pt x="337" y="394"/>
                  </a:cubicBezTo>
                  <a:cubicBezTo>
                    <a:pt x="338" y="394"/>
                    <a:pt x="341" y="395"/>
                    <a:pt x="344" y="394"/>
                  </a:cubicBezTo>
                  <a:cubicBezTo>
                    <a:pt x="346" y="393"/>
                    <a:pt x="350" y="395"/>
                    <a:pt x="353" y="393"/>
                  </a:cubicBezTo>
                  <a:cubicBezTo>
                    <a:pt x="356" y="391"/>
                    <a:pt x="362" y="391"/>
                    <a:pt x="365" y="391"/>
                  </a:cubicBezTo>
                  <a:cubicBezTo>
                    <a:pt x="369" y="391"/>
                    <a:pt x="371" y="388"/>
                    <a:pt x="374" y="388"/>
                  </a:cubicBezTo>
                  <a:cubicBezTo>
                    <a:pt x="376" y="388"/>
                    <a:pt x="383" y="387"/>
                    <a:pt x="385" y="386"/>
                  </a:cubicBezTo>
                  <a:cubicBezTo>
                    <a:pt x="387" y="385"/>
                    <a:pt x="396" y="384"/>
                    <a:pt x="397" y="382"/>
                  </a:cubicBezTo>
                  <a:cubicBezTo>
                    <a:pt x="397" y="380"/>
                    <a:pt x="405" y="379"/>
                    <a:pt x="407" y="380"/>
                  </a:cubicBezTo>
                  <a:cubicBezTo>
                    <a:pt x="409" y="381"/>
                    <a:pt x="411" y="381"/>
                    <a:pt x="413" y="381"/>
                  </a:cubicBezTo>
                  <a:cubicBezTo>
                    <a:pt x="415" y="380"/>
                    <a:pt x="418" y="382"/>
                    <a:pt x="418" y="384"/>
                  </a:cubicBezTo>
                  <a:cubicBezTo>
                    <a:pt x="418" y="386"/>
                    <a:pt x="420" y="388"/>
                    <a:pt x="420" y="389"/>
                  </a:cubicBezTo>
                  <a:cubicBezTo>
                    <a:pt x="419" y="391"/>
                    <a:pt x="418" y="392"/>
                    <a:pt x="419" y="393"/>
                  </a:cubicBezTo>
                  <a:cubicBezTo>
                    <a:pt x="420" y="394"/>
                    <a:pt x="425" y="393"/>
                    <a:pt x="426" y="392"/>
                  </a:cubicBezTo>
                  <a:cubicBezTo>
                    <a:pt x="427" y="390"/>
                    <a:pt x="429" y="392"/>
                    <a:pt x="429" y="394"/>
                  </a:cubicBezTo>
                  <a:cubicBezTo>
                    <a:pt x="429" y="395"/>
                    <a:pt x="431" y="396"/>
                    <a:pt x="431" y="394"/>
                  </a:cubicBezTo>
                  <a:cubicBezTo>
                    <a:pt x="431" y="392"/>
                    <a:pt x="434" y="394"/>
                    <a:pt x="435" y="395"/>
                  </a:cubicBezTo>
                  <a:cubicBezTo>
                    <a:pt x="436" y="396"/>
                    <a:pt x="439" y="393"/>
                    <a:pt x="439" y="395"/>
                  </a:cubicBezTo>
                  <a:cubicBezTo>
                    <a:pt x="439" y="397"/>
                    <a:pt x="434" y="398"/>
                    <a:pt x="436" y="400"/>
                  </a:cubicBezTo>
                  <a:cubicBezTo>
                    <a:pt x="439" y="402"/>
                    <a:pt x="440" y="398"/>
                    <a:pt x="443" y="399"/>
                  </a:cubicBezTo>
                  <a:cubicBezTo>
                    <a:pt x="445" y="400"/>
                    <a:pt x="449" y="396"/>
                    <a:pt x="451" y="395"/>
                  </a:cubicBezTo>
                  <a:cubicBezTo>
                    <a:pt x="454" y="395"/>
                    <a:pt x="456" y="392"/>
                    <a:pt x="459" y="391"/>
                  </a:cubicBezTo>
                  <a:cubicBezTo>
                    <a:pt x="461" y="390"/>
                    <a:pt x="465" y="390"/>
                    <a:pt x="464" y="392"/>
                  </a:cubicBezTo>
                  <a:cubicBezTo>
                    <a:pt x="463" y="393"/>
                    <a:pt x="461" y="396"/>
                    <a:pt x="466" y="398"/>
                  </a:cubicBezTo>
                  <a:cubicBezTo>
                    <a:pt x="472" y="400"/>
                    <a:pt x="478" y="410"/>
                    <a:pt x="481" y="415"/>
                  </a:cubicBezTo>
                  <a:cubicBezTo>
                    <a:pt x="484" y="420"/>
                    <a:pt x="488" y="430"/>
                    <a:pt x="489" y="430"/>
                  </a:cubicBezTo>
                  <a:cubicBezTo>
                    <a:pt x="491" y="430"/>
                    <a:pt x="492" y="425"/>
                    <a:pt x="494" y="425"/>
                  </a:cubicBezTo>
                  <a:cubicBezTo>
                    <a:pt x="496" y="424"/>
                    <a:pt x="498" y="429"/>
                    <a:pt x="500" y="429"/>
                  </a:cubicBezTo>
                  <a:cubicBezTo>
                    <a:pt x="503" y="430"/>
                    <a:pt x="506" y="431"/>
                    <a:pt x="508" y="430"/>
                  </a:cubicBezTo>
                  <a:cubicBezTo>
                    <a:pt x="510" y="430"/>
                    <a:pt x="515" y="427"/>
                    <a:pt x="516" y="428"/>
                  </a:cubicBezTo>
                  <a:cubicBezTo>
                    <a:pt x="518" y="429"/>
                    <a:pt x="520" y="429"/>
                    <a:pt x="521" y="432"/>
                  </a:cubicBezTo>
                  <a:cubicBezTo>
                    <a:pt x="523" y="436"/>
                    <a:pt x="525" y="436"/>
                    <a:pt x="526" y="436"/>
                  </a:cubicBezTo>
                  <a:cubicBezTo>
                    <a:pt x="528" y="436"/>
                    <a:pt x="528" y="438"/>
                    <a:pt x="528" y="439"/>
                  </a:cubicBezTo>
                  <a:cubicBezTo>
                    <a:pt x="528" y="441"/>
                    <a:pt x="531" y="443"/>
                    <a:pt x="532" y="443"/>
                  </a:cubicBezTo>
                  <a:cubicBezTo>
                    <a:pt x="534" y="443"/>
                    <a:pt x="537" y="442"/>
                    <a:pt x="539" y="442"/>
                  </a:cubicBezTo>
                  <a:cubicBezTo>
                    <a:pt x="540" y="441"/>
                    <a:pt x="541" y="440"/>
                    <a:pt x="541" y="442"/>
                  </a:cubicBezTo>
                  <a:cubicBezTo>
                    <a:pt x="542" y="443"/>
                    <a:pt x="544" y="446"/>
                    <a:pt x="545" y="446"/>
                  </a:cubicBezTo>
                  <a:cubicBezTo>
                    <a:pt x="547" y="446"/>
                    <a:pt x="549" y="447"/>
                    <a:pt x="550" y="446"/>
                  </a:cubicBezTo>
                  <a:cubicBezTo>
                    <a:pt x="550" y="445"/>
                    <a:pt x="554" y="444"/>
                    <a:pt x="555" y="444"/>
                  </a:cubicBezTo>
                  <a:cubicBezTo>
                    <a:pt x="557" y="444"/>
                    <a:pt x="562" y="443"/>
                    <a:pt x="563" y="441"/>
                  </a:cubicBezTo>
                  <a:cubicBezTo>
                    <a:pt x="564" y="438"/>
                    <a:pt x="568" y="438"/>
                    <a:pt x="569" y="437"/>
                  </a:cubicBezTo>
                  <a:cubicBezTo>
                    <a:pt x="570" y="436"/>
                    <a:pt x="573" y="435"/>
                    <a:pt x="574" y="433"/>
                  </a:cubicBezTo>
                  <a:cubicBezTo>
                    <a:pt x="575" y="432"/>
                    <a:pt x="579" y="432"/>
                    <a:pt x="579" y="431"/>
                  </a:cubicBezTo>
                  <a:cubicBezTo>
                    <a:pt x="580" y="430"/>
                    <a:pt x="583" y="430"/>
                    <a:pt x="585" y="430"/>
                  </a:cubicBezTo>
                  <a:cubicBezTo>
                    <a:pt x="587" y="431"/>
                    <a:pt x="595" y="432"/>
                    <a:pt x="596" y="432"/>
                  </a:cubicBezTo>
                  <a:cubicBezTo>
                    <a:pt x="598" y="432"/>
                    <a:pt x="598" y="436"/>
                    <a:pt x="599" y="437"/>
                  </a:cubicBezTo>
                  <a:cubicBezTo>
                    <a:pt x="600" y="437"/>
                    <a:pt x="604" y="440"/>
                    <a:pt x="606" y="439"/>
                  </a:cubicBezTo>
                  <a:cubicBezTo>
                    <a:pt x="607" y="438"/>
                    <a:pt x="610" y="437"/>
                    <a:pt x="612" y="439"/>
                  </a:cubicBezTo>
                  <a:cubicBezTo>
                    <a:pt x="614" y="440"/>
                    <a:pt x="617" y="442"/>
                    <a:pt x="618" y="440"/>
                  </a:cubicBezTo>
                  <a:cubicBezTo>
                    <a:pt x="619" y="439"/>
                    <a:pt x="624" y="438"/>
                    <a:pt x="624" y="437"/>
                  </a:cubicBezTo>
                  <a:cubicBezTo>
                    <a:pt x="625" y="436"/>
                    <a:pt x="626" y="433"/>
                    <a:pt x="625" y="432"/>
                  </a:cubicBezTo>
                  <a:cubicBezTo>
                    <a:pt x="623" y="431"/>
                    <a:pt x="622" y="427"/>
                    <a:pt x="622" y="426"/>
                  </a:cubicBezTo>
                  <a:cubicBezTo>
                    <a:pt x="621" y="424"/>
                    <a:pt x="625" y="423"/>
                    <a:pt x="625" y="422"/>
                  </a:cubicBezTo>
                  <a:cubicBezTo>
                    <a:pt x="626" y="420"/>
                    <a:pt x="628" y="420"/>
                    <a:pt x="629" y="419"/>
                  </a:cubicBezTo>
                  <a:cubicBezTo>
                    <a:pt x="630" y="418"/>
                    <a:pt x="631" y="416"/>
                    <a:pt x="632" y="416"/>
                  </a:cubicBezTo>
                  <a:cubicBezTo>
                    <a:pt x="634" y="417"/>
                    <a:pt x="637" y="418"/>
                    <a:pt x="638" y="418"/>
                  </a:cubicBezTo>
                  <a:cubicBezTo>
                    <a:pt x="639" y="419"/>
                    <a:pt x="642" y="420"/>
                    <a:pt x="643" y="420"/>
                  </a:cubicBezTo>
                  <a:cubicBezTo>
                    <a:pt x="645" y="420"/>
                    <a:pt x="647" y="421"/>
                    <a:pt x="649" y="422"/>
                  </a:cubicBezTo>
                  <a:cubicBezTo>
                    <a:pt x="651" y="423"/>
                    <a:pt x="656" y="423"/>
                    <a:pt x="657" y="424"/>
                  </a:cubicBezTo>
                  <a:cubicBezTo>
                    <a:pt x="658" y="426"/>
                    <a:pt x="657" y="430"/>
                    <a:pt x="658" y="431"/>
                  </a:cubicBezTo>
                  <a:cubicBezTo>
                    <a:pt x="659" y="433"/>
                    <a:pt x="662" y="436"/>
                    <a:pt x="663" y="435"/>
                  </a:cubicBezTo>
                  <a:cubicBezTo>
                    <a:pt x="664" y="434"/>
                    <a:pt x="668" y="437"/>
                    <a:pt x="670" y="437"/>
                  </a:cubicBezTo>
                  <a:cubicBezTo>
                    <a:pt x="672" y="437"/>
                    <a:pt x="674" y="434"/>
                    <a:pt x="676" y="434"/>
                  </a:cubicBezTo>
                  <a:cubicBezTo>
                    <a:pt x="677" y="434"/>
                    <a:pt x="682" y="433"/>
                    <a:pt x="683" y="433"/>
                  </a:cubicBezTo>
                  <a:cubicBezTo>
                    <a:pt x="685" y="434"/>
                    <a:pt x="690" y="436"/>
                    <a:pt x="691" y="435"/>
                  </a:cubicBezTo>
                  <a:cubicBezTo>
                    <a:pt x="691" y="435"/>
                    <a:pt x="696" y="435"/>
                    <a:pt x="697" y="437"/>
                  </a:cubicBezTo>
                  <a:cubicBezTo>
                    <a:pt x="697" y="438"/>
                    <a:pt x="703" y="438"/>
                    <a:pt x="703" y="440"/>
                  </a:cubicBezTo>
                  <a:cubicBezTo>
                    <a:pt x="703" y="442"/>
                    <a:pt x="707" y="442"/>
                    <a:pt x="708" y="444"/>
                  </a:cubicBezTo>
                  <a:cubicBezTo>
                    <a:pt x="709" y="446"/>
                    <a:pt x="716" y="445"/>
                    <a:pt x="718" y="446"/>
                  </a:cubicBezTo>
                  <a:cubicBezTo>
                    <a:pt x="719" y="447"/>
                    <a:pt x="728" y="447"/>
                    <a:pt x="729" y="446"/>
                  </a:cubicBezTo>
                  <a:cubicBezTo>
                    <a:pt x="729" y="445"/>
                    <a:pt x="737" y="445"/>
                    <a:pt x="739" y="444"/>
                  </a:cubicBezTo>
                  <a:cubicBezTo>
                    <a:pt x="741" y="442"/>
                    <a:pt x="745" y="443"/>
                    <a:pt x="745" y="441"/>
                  </a:cubicBezTo>
                  <a:cubicBezTo>
                    <a:pt x="746" y="440"/>
                    <a:pt x="750" y="438"/>
                    <a:pt x="752" y="437"/>
                  </a:cubicBezTo>
                  <a:cubicBezTo>
                    <a:pt x="754" y="436"/>
                    <a:pt x="761" y="436"/>
                    <a:pt x="762" y="437"/>
                  </a:cubicBezTo>
                  <a:cubicBezTo>
                    <a:pt x="762" y="439"/>
                    <a:pt x="767" y="440"/>
                    <a:pt x="769" y="439"/>
                  </a:cubicBezTo>
                  <a:cubicBezTo>
                    <a:pt x="771" y="438"/>
                    <a:pt x="776" y="439"/>
                    <a:pt x="776" y="441"/>
                  </a:cubicBezTo>
                  <a:cubicBezTo>
                    <a:pt x="777" y="442"/>
                    <a:pt x="783" y="443"/>
                    <a:pt x="784" y="443"/>
                  </a:cubicBezTo>
                  <a:cubicBezTo>
                    <a:pt x="786" y="442"/>
                    <a:pt x="790" y="439"/>
                    <a:pt x="792" y="439"/>
                  </a:cubicBezTo>
                  <a:cubicBezTo>
                    <a:pt x="793" y="439"/>
                    <a:pt x="796" y="437"/>
                    <a:pt x="795" y="435"/>
                  </a:cubicBezTo>
                  <a:cubicBezTo>
                    <a:pt x="795" y="434"/>
                    <a:pt x="799" y="429"/>
                    <a:pt x="799" y="427"/>
                  </a:cubicBezTo>
                  <a:cubicBezTo>
                    <a:pt x="800" y="425"/>
                    <a:pt x="803" y="420"/>
                    <a:pt x="804" y="419"/>
                  </a:cubicBezTo>
                  <a:cubicBezTo>
                    <a:pt x="805" y="419"/>
                    <a:pt x="808" y="417"/>
                    <a:pt x="808" y="415"/>
                  </a:cubicBezTo>
                  <a:cubicBezTo>
                    <a:pt x="808" y="414"/>
                    <a:pt x="807" y="410"/>
                    <a:pt x="805" y="410"/>
                  </a:cubicBezTo>
                  <a:cubicBezTo>
                    <a:pt x="804" y="410"/>
                    <a:pt x="801" y="410"/>
                    <a:pt x="805" y="405"/>
                  </a:cubicBezTo>
                  <a:cubicBezTo>
                    <a:pt x="808" y="401"/>
                    <a:pt x="814" y="402"/>
                    <a:pt x="815" y="402"/>
                  </a:cubicBezTo>
                  <a:cubicBezTo>
                    <a:pt x="816" y="402"/>
                    <a:pt x="823" y="400"/>
                    <a:pt x="827" y="401"/>
                  </a:cubicBezTo>
                  <a:cubicBezTo>
                    <a:pt x="830" y="402"/>
                    <a:pt x="832" y="401"/>
                    <a:pt x="836" y="403"/>
                  </a:cubicBezTo>
                  <a:cubicBezTo>
                    <a:pt x="839" y="404"/>
                    <a:pt x="844" y="404"/>
                    <a:pt x="846" y="405"/>
                  </a:cubicBezTo>
                  <a:cubicBezTo>
                    <a:pt x="847" y="407"/>
                    <a:pt x="851" y="408"/>
                    <a:pt x="851" y="411"/>
                  </a:cubicBezTo>
                  <a:cubicBezTo>
                    <a:pt x="850" y="414"/>
                    <a:pt x="853" y="413"/>
                    <a:pt x="855" y="419"/>
                  </a:cubicBezTo>
                  <a:cubicBezTo>
                    <a:pt x="856" y="425"/>
                    <a:pt x="859" y="425"/>
                    <a:pt x="859" y="428"/>
                  </a:cubicBezTo>
                  <a:cubicBezTo>
                    <a:pt x="860" y="431"/>
                    <a:pt x="864" y="436"/>
                    <a:pt x="863" y="438"/>
                  </a:cubicBezTo>
                  <a:cubicBezTo>
                    <a:pt x="863" y="440"/>
                    <a:pt x="862" y="442"/>
                    <a:pt x="866" y="442"/>
                  </a:cubicBezTo>
                  <a:cubicBezTo>
                    <a:pt x="871" y="443"/>
                    <a:pt x="873" y="446"/>
                    <a:pt x="874" y="445"/>
                  </a:cubicBezTo>
                  <a:cubicBezTo>
                    <a:pt x="875" y="445"/>
                    <a:pt x="880" y="447"/>
                    <a:pt x="882" y="449"/>
                  </a:cubicBezTo>
                  <a:cubicBezTo>
                    <a:pt x="885" y="451"/>
                    <a:pt x="888" y="450"/>
                    <a:pt x="888" y="453"/>
                  </a:cubicBezTo>
                  <a:cubicBezTo>
                    <a:pt x="888" y="455"/>
                    <a:pt x="890" y="457"/>
                    <a:pt x="890" y="460"/>
                  </a:cubicBezTo>
                  <a:cubicBezTo>
                    <a:pt x="890" y="462"/>
                    <a:pt x="894" y="463"/>
                    <a:pt x="898" y="463"/>
                  </a:cubicBezTo>
                  <a:cubicBezTo>
                    <a:pt x="901" y="462"/>
                    <a:pt x="903" y="464"/>
                    <a:pt x="905" y="461"/>
                  </a:cubicBezTo>
                  <a:cubicBezTo>
                    <a:pt x="906" y="458"/>
                    <a:pt x="911" y="459"/>
                    <a:pt x="913" y="458"/>
                  </a:cubicBezTo>
                  <a:cubicBezTo>
                    <a:pt x="914" y="457"/>
                    <a:pt x="919" y="456"/>
                    <a:pt x="919" y="460"/>
                  </a:cubicBezTo>
                  <a:cubicBezTo>
                    <a:pt x="919" y="464"/>
                    <a:pt x="922" y="465"/>
                    <a:pt x="919" y="466"/>
                  </a:cubicBezTo>
                  <a:cubicBezTo>
                    <a:pt x="917" y="468"/>
                    <a:pt x="916" y="474"/>
                    <a:pt x="915" y="477"/>
                  </a:cubicBezTo>
                  <a:cubicBezTo>
                    <a:pt x="914" y="479"/>
                    <a:pt x="911" y="480"/>
                    <a:pt x="910" y="483"/>
                  </a:cubicBezTo>
                  <a:cubicBezTo>
                    <a:pt x="910" y="486"/>
                    <a:pt x="906" y="486"/>
                    <a:pt x="906" y="488"/>
                  </a:cubicBezTo>
                  <a:cubicBezTo>
                    <a:pt x="906" y="490"/>
                    <a:pt x="902" y="490"/>
                    <a:pt x="899" y="488"/>
                  </a:cubicBezTo>
                  <a:cubicBezTo>
                    <a:pt x="897" y="486"/>
                    <a:pt x="895" y="491"/>
                    <a:pt x="893" y="491"/>
                  </a:cubicBezTo>
                  <a:cubicBezTo>
                    <a:pt x="891" y="491"/>
                    <a:pt x="891" y="495"/>
                    <a:pt x="891" y="497"/>
                  </a:cubicBezTo>
                  <a:cubicBezTo>
                    <a:pt x="892" y="499"/>
                    <a:pt x="891" y="501"/>
                    <a:pt x="892" y="504"/>
                  </a:cubicBezTo>
                  <a:cubicBezTo>
                    <a:pt x="893" y="505"/>
                    <a:pt x="892" y="508"/>
                    <a:pt x="892" y="511"/>
                  </a:cubicBezTo>
                  <a:cubicBezTo>
                    <a:pt x="895" y="509"/>
                    <a:pt x="898" y="508"/>
                    <a:pt x="899" y="508"/>
                  </a:cubicBezTo>
                  <a:cubicBezTo>
                    <a:pt x="902" y="508"/>
                    <a:pt x="905" y="513"/>
                    <a:pt x="908" y="513"/>
                  </a:cubicBezTo>
                  <a:cubicBezTo>
                    <a:pt x="912" y="513"/>
                    <a:pt x="927" y="503"/>
                    <a:pt x="927" y="501"/>
                  </a:cubicBezTo>
                  <a:cubicBezTo>
                    <a:pt x="927" y="500"/>
                    <a:pt x="936" y="491"/>
                    <a:pt x="940" y="487"/>
                  </a:cubicBezTo>
                  <a:cubicBezTo>
                    <a:pt x="944" y="482"/>
                    <a:pt x="950" y="476"/>
                    <a:pt x="952" y="471"/>
                  </a:cubicBezTo>
                  <a:cubicBezTo>
                    <a:pt x="953" y="468"/>
                    <a:pt x="959" y="462"/>
                    <a:pt x="960" y="459"/>
                  </a:cubicBezTo>
                  <a:cubicBezTo>
                    <a:pt x="962" y="457"/>
                    <a:pt x="963" y="457"/>
                    <a:pt x="965" y="451"/>
                  </a:cubicBezTo>
                  <a:cubicBezTo>
                    <a:pt x="968" y="446"/>
                    <a:pt x="968" y="431"/>
                    <a:pt x="969" y="430"/>
                  </a:cubicBezTo>
                  <a:cubicBezTo>
                    <a:pt x="970" y="429"/>
                    <a:pt x="969" y="427"/>
                    <a:pt x="970" y="425"/>
                  </a:cubicBezTo>
                  <a:cubicBezTo>
                    <a:pt x="972" y="424"/>
                    <a:pt x="971" y="421"/>
                    <a:pt x="973" y="419"/>
                  </a:cubicBezTo>
                  <a:cubicBezTo>
                    <a:pt x="976" y="417"/>
                    <a:pt x="975" y="416"/>
                    <a:pt x="975" y="414"/>
                  </a:cubicBezTo>
                  <a:cubicBezTo>
                    <a:pt x="974" y="413"/>
                    <a:pt x="975" y="409"/>
                    <a:pt x="974" y="408"/>
                  </a:cubicBezTo>
                  <a:cubicBezTo>
                    <a:pt x="974" y="407"/>
                    <a:pt x="974" y="406"/>
                    <a:pt x="975" y="406"/>
                  </a:cubicBezTo>
                  <a:cubicBezTo>
                    <a:pt x="977" y="405"/>
                    <a:pt x="974" y="403"/>
                    <a:pt x="972" y="402"/>
                  </a:cubicBezTo>
                  <a:cubicBezTo>
                    <a:pt x="970" y="401"/>
                    <a:pt x="968" y="400"/>
                    <a:pt x="967" y="398"/>
                  </a:cubicBezTo>
                  <a:cubicBezTo>
                    <a:pt x="967" y="395"/>
                    <a:pt x="964" y="393"/>
                    <a:pt x="961" y="393"/>
                  </a:cubicBezTo>
                  <a:cubicBezTo>
                    <a:pt x="958" y="393"/>
                    <a:pt x="954" y="391"/>
                    <a:pt x="954" y="393"/>
                  </a:cubicBezTo>
                  <a:cubicBezTo>
                    <a:pt x="955" y="395"/>
                    <a:pt x="954" y="396"/>
                    <a:pt x="953" y="396"/>
                  </a:cubicBezTo>
                  <a:cubicBezTo>
                    <a:pt x="951" y="396"/>
                    <a:pt x="951" y="397"/>
                    <a:pt x="949" y="399"/>
                  </a:cubicBezTo>
                  <a:cubicBezTo>
                    <a:pt x="948" y="401"/>
                    <a:pt x="942" y="402"/>
                    <a:pt x="945" y="399"/>
                  </a:cubicBezTo>
                  <a:cubicBezTo>
                    <a:pt x="947" y="397"/>
                    <a:pt x="944" y="397"/>
                    <a:pt x="944" y="395"/>
                  </a:cubicBezTo>
                  <a:cubicBezTo>
                    <a:pt x="945" y="392"/>
                    <a:pt x="947" y="390"/>
                    <a:pt x="944" y="391"/>
                  </a:cubicBezTo>
                  <a:cubicBezTo>
                    <a:pt x="941" y="393"/>
                    <a:pt x="941" y="397"/>
                    <a:pt x="939" y="397"/>
                  </a:cubicBezTo>
                  <a:cubicBezTo>
                    <a:pt x="937" y="398"/>
                    <a:pt x="937" y="391"/>
                    <a:pt x="938" y="389"/>
                  </a:cubicBezTo>
                  <a:cubicBezTo>
                    <a:pt x="939" y="387"/>
                    <a:pt x="934" y="389"/>
                    <a:pt x="929" y="389"/>
                  </a:cubicBezTo>
                  <a:cubicBezTo>
                    <a:pt x="924" y="388"/>
                    <a:pt x="925" y="385"/>
                    <a:pt x="929" y="383"/>
                  </a:cubicBezTo>
                  <a:cubicBezTo>
                    <a:pt x="933" y="381"/>
                    <a:pt x="933" y="379"/>
                    <a:pt x="935" y="378"/>
                  </a:cubicBezTo>
                  <a:cubicBezTo>
                    <a:pt x="937" y="377"/>
                    <a:pt x="942" y="373"/>
                    <a:pt x="945" y="372"/>
                  </a:cubicBezTo>
                  <a:cubicBezTo>
                    <a:pt x="948" y="370"/>
                    <a:pt x="949" y="368"/>
                    <a:pt x="949" y="366"/>
                  </a:cubicBezTo>
                  <a:cubicBezTo>
                    <a:pt x="950" y="364"/>
                    <a:pt x="956" y="361"/>
                    <a:pt x="961" y="357"/>
                  </a:cubicBezTo>
                  <a:cubicBezTo>
                    <a:pt x="966" y="353"/>
                    <a:pt x="968" y="351"/>
                    <a:pt x="970" y="348"/>
                  </a:cubicBezTo>
                  <a:cubicBezTo>
                    <a:pt x="971" y="346"/>
                    <a:pt x="978" y="342"/>
                    <a:pt x="979" y="341"/>
                  </a:cubicBezTo>
                  <a:cubicBezTo>
                    <a:pt x="979" y="339"/>
                    <a:pt x="988" y="334"/>
                    <a:pt x="994" y="333"/>
                  </a:cubicBezTo>
                  <a:cubicBezTo>
                    <a:pt x="1000" y="332"/>
                    <a:pt x="1009" y="333"/>
                    <a:pt x="1011" y="335"/>
                  </a:cubicBezTo>
                  <a:cubicBezTo>
                    <a:pt x="1013" y="337"/>
                    <a:pt x="1014" y="336"/>
                    <a:pt x="1015" y="335"/>
                  </a:cubicBezTo>
                  <a:cubicBezTo>
                    <a:pt x="1016" y="334"/>
                    <a:pt x="1019" y="334"/>
                    <a:pt x="1023" y="335"/>
                  </a:cubicBezTo>
                  <a:cubicBezTo>
                    <a:pt x="1027" y="335"/>
                    <a:pt x="1028" y="333"/>
                    <a:pt x="1031" y="334"/>
                  </a:cubicBezTo>
                  <a:cubicBezTo>
                    <a:pt x="1033" y="334"/>
                    <a:pt x="1036" y="335"/>
                    <a:pt x="1037" y="332"/>
                  </a:cubicBezTo>
                  <a:cubicBezTo>
                    <a:pt x="1039" y="328"/>
                    <a:pt x="1047" y="329"/>
                    <a:pt x="1049" y="330"/>
                  </a:cubicBezTo>
                  <a:cubicBezTo>
                    <a:pt x="1050" y="332"/>
                    <a:pt x="1052" y="333"/>
                    <a:pt x="1055" y="332"/>
                  </a:cubicBezTo>
                  <a:cubicBezTo>
                    <a:pt x="1057" y="330"/>
                    <a:pt x="1057" y="334"/>
                    <a:pt x="1060" y="334"/>
                  </a:cubicBezTo>
                  <a:cubicBezTo>
                    <a:pt x="1063" y="335"/>
                    <a:pt x="1061" y="337"/>
                    <a:pt x="1059" y="337"/>
                  </a:cubicBezTo>
                  <a:cubicBezTo>
                    <a:pt x="1056" y="337"/>
                    <a:pt x="1053" y="338"/>
                    <a:pt x="1056" y="340"/>
                  </a:cubicBezTo>
                  <a:cubicBezTo>
                    <a:pt x="1059" y="341"/>
                    <a:pt x="1062" y="338"/>
                    <a:pt x="1064" y="338"/>
                  </a:cubicBezTo>
                  <a:cubicBezTo>
                    <a:pt x="1066" y="339"/>
                    <a:pt x="1070" y="339"/>
                    <a:pt x="1073" y="337"/>
                  </a:cubicBezTo>
                  <a:cubicBezTo>
                    <a:pt x="1076" y="335"/>
                    <a:pt x="1076" y="339"/>
                    <a:pt x="1078" y="337"/>
                  </a:cubicBezTo>
                  <a:cubicBezTo>
                    <a:pt x="1080" y="335"/>
                    <a:pt x="1085" y="335"/>
                    <a:pt x="1087" y="335"/>
                  </a:cubicBezTo>
                  <a:cubicBezTo>
                    <a:pt x="1089" y="335"/>
                    <a:pt x="1087" y="332"/>
                    <a:pt x="1083" y="332"/>
                  </a:cubicBezTo>
                  <a:cubicBezTo>
                    <a:pt x="1080" y="332"/>
                    <a:pt x="1080" y="330"/>
                    <a:pt x="1083" y="326"/>
                  </a:cubicBezTo>
                  <a:cubicBezTo>
                    <a:pt x="1086" y="321"/>
                    <a:pt x="1091" y="318"/>
                    <a:pt x="1095" y="315"/>
                  </a:cubicBezTo>
                  <a:cubicBezTo>
                    <a:pt x="1098" y="312"/>
                    <a:pt x="1101" y="314"/>
                    <a:pt x="1101" y="312"/>
                  </a:cubicBezTo>
                  <a:cubicBezTo>
                    <a:pt x="1101" y="310"/>
                    <a:pt x="1102" y="304"/>
                    <a:pt x="1105" y="304"/>
                  </a:cubicBezTo>
                  <a:cubicBezTo>
                    <a:pt x="1107" y="304"/>
                    <a:pt x="1114" y="305"/>
                    <a:pt x="1118" y="303"/>
                  </a:cubicBezTo>
                  <a:cubicBezTo>
                    <a:pt x="1122" y="301"/>
                    <a:pt x="1122" y="305"/>
                    <a:pt x="1123" y="305"/>
                  </a:cubicBezTo>
                  <a:cubicBezTo>
                    <a:pt x="1125" y="306"/>
                    <a:pt x="1127" y="302"/>
                    <a:pt x="1129" y="303"/>
                  </a:cubicBezTo>
                  <a:cubicBezTo>
                    <a:pt x="1131" y="304"/>
                    <a:pt x="1126" y="307"/>
                    <a:pt x="1125" y="311"/>
                  </a:cubicBezTo>
                  <a:cubicBezTo>
                    <a:pt x="1124" y="314"/>
                    <a:pt x="1128" y="313"/>
                    <a:pt x="1130" y="314"/>
                  </a:cubicBezTo>
                  <a:cubicBezTo>
                    <a:pt x="1132" y="315"/>
                    <a:pt x="1127" y="316"/>
                    <a:pt x="1128" y="317"/>
                  </a:cubicBezTo>
                  <a:cubicBezTo>
                    <a:pt x="1128" y="318"/>
                    <a:pt x="1132" y="318"/>
                    <a:pt x="1137" y="313"/>
                  </a:cubicBezTo>
                  <a:cubicBezTo>
                    <a:pt x="1143" y="308"/>
                    <a:pt x="1147" y="306"/>
                    <a:pt x="1151" y="306"/>
                  </a:cubicBezTo>
                  <a:cubicBezTo>
                    <a:pt x="1154" y="307"/>
                    <a:pt x="1152" y="303"/>
                    <a:pt x="1152" y="299"/>
                  </a:cubicBezTo>
                  <a:cubicBezTo>
                    <a:pt x="1153" y="294"/>
                    <a:pt x="1163" y="292"/>
                    <a:pt x="1166" y="294"/>
                  </a:cubicBezTo>
                  <a:cubicBezTo>
                    <a:pt x="1170" y="295"/>
                    <a:pt x="1169" y="296"/>
                    <a:pt x="1166" y="296"/>
                  </a:cubicBezTo>
                  <a:cubicBezTo>
                    <a:pt x="1163" y="295"/>
                    <a:pt x="1160" y="298"/>
                    <a:pt x="1160" y="302"/>
                  </a:cubicBezTo>
                  <a:cubicBezTo>
                    <a:pt x="1160" y="306"/>
                    <a:pt x="1157" y="307"/>
                    <a:pt x="1159" y="309"/>
                  </a:cubicBezTo>
                  <a:cubicBezTo>
                    <a:pt x="1160" y="310"/>
                    <a:pt x="1156" y="311"/>
                    <a:pt x="1156" y="312"/>
                  </a:cubicBezTo>
                  <a:cubicBezTo>
                    <a:pt x="1156" y="314"/>
                    <a:pt x="1156" y="315"/>
                    <a:pt x="1154" y="316"/>
                  </a:cubicBezTo>
                  <a:cubicBezTo>
                    <a:pt x="1152" y="317"/>
                    <a:pt x="1144" y="317"/>
                    <a:pt x="1143" y="320"/>
                  </a:cubicBezTo>
                  <a:cubicBezTo>
                    <a:pt x="1143" y="324"/>
                    <a:pt x="1139" y="324"/>
                    <a:pt x="1137" y="328"/>
                  </a:cubicBezTo>
                  <a:cubicBezTo>
                    <a:pt x="1135" y="332"/>
                    <a:pt x="1127" y="334"/>
                    <a:pt x="1122" y="341"/>
                  </a:cubicBezTo>
                  <a:cubicBezTo>
                    <a:pt x="1117" y="349"/>
                    <a:pt x="1109" y="349"/>
                    <a:pt x="1109" y="350"/>
                  </a:cubicBezTo>
                  <a:cubicBezTo>
                    <a:pt x="1109" y="352"/>
                    <a:pt x="1103" y="352"/>
                    <a:pt x="1101" y="352"/>
                  </a:cubicBezTo>
                  <a:cubicBezTo>
                    <a:pt x="1099" y="352"/>
                    <a:pt x="1103" y="357"/>
                    <a:pt x="1099" y="362"/>
                  </a:cubicBezTo>
                  <a:cubicBezTo>
                    <a:pt x="1094" y="367"/>
                    <a:pt x="1091" y="373"/>
                    <a:pt x="1091" y="380"/>
                  </a:cubicBezTo>
                  <a:cubicBezTo>
                    <a:pt x="1091" y="387"/>
                    <a:pt x="1094" y="406"/>
                    <a:pt x="1096" y="410"/>
                  </a:cubicBezTo>
                  <a:cubicBezTo>
                    <a:pt x="1098" y="413"/>
                    <a:pt x="1096" y="422"/>
                    <a:pt x="1098" y="424"/>
                  </a:cubicBezTo>
                  <a:cubicBezTo>
                    <a:pt x="1100" y="425"/>
                    <a:pt x="1099" y="428"/>
                    <a:pt x="1100" y="429"/>
                  </a:cubicBezTo>
                  <a:cubicBezTo>
                    <a:pt x="1101" y="430"/>
                    <a:pt x="1106" y="425"/>
                    <a:pt x="1109" y="422"/>
                  </a:cubicBezTo>
                  <a:cubicBezTo>
                    <a:pt x="1112" y="420"/>
                    <a:pt x="1111" y="419"/>
                    <a:pt x="1113" y="418"/>
                  </a:cubicBezTo>
                  <a:cubicBezTo>
                    <a:pt x="1115" y="416"/>
                    <a:pt x="1114" y="411"/>
                    <a:pt x="1114" y="409"/>
                  </a:cubicBezTo>
                  <a:cubicBezTo>
                    <a:pt x="1115" y="408"/>
                    <a:pt x="1119" y="407"/>
                    <a:pt x="1120" y="406"/>
                  </a:cubicBezTo>
                  <a:cubicBezTo>
                    <a:pt x="1121" y="404"/>
                    <a:pt x="1124" y="405"/>
                    <a:pt x="1126" y="404"/>
                  </a:cubicBezTo>
                  <a:cubicBezTo>
                    <a:pt x="1128" y="404"/>
                    <a:pt x="1126" y="400"/>
                    <a:pt x="1125" y="398"/>
                  </a:cubicBezTo>
                  <a:cubicBezTo>
                    <a:pt x="1125" y="395"/>
                    <a:pt x="1130" y="392"/>
                    <a:pt x="1133" y="390"/>
                  </a:cubicBezTo>
                  <a:cubicBezTo>
                    <a:pt x="1136" y="388"/>
                    <a:pt x="1139" y="392"/>
                    <a:pt x="1143" y="389"/>
                  </a:cubicBezTo>
                  <a:cubicBezTo>
                    <a:pt x="1146" y="386"/>
                    <a:pt x="1142" y="382"/>
                    <a:pt x="1141" y="381"/>
                  </a:cubicBezTo>
                  <a:cubicBezTo>
                    <a:pt x="1140" y="379"/>
                    <a:pt x="1144" y="372"/>
                    <a:pt x="1147" y="371"/>
                  </a:cubicBezTo>
                  <a:cubicBezTo>
                    <a:pt x="1149" y="370"/>
                    <a:pt x="1151" y="373"/>
                    <a:pt x="1153" y="371"/>
                  </a:cubicBezTo>
                  <a:cubicBezTo>
                    <a:pt x="1155" y="368"/>
                    <a:pt x="1151" y="365"/>
                    <a:pt x="1149" y="365"/>
                  </a:cubicBezTo>
                  <a:cubicBezTo>
                    <a:pt x="1148" y="365"/>
                    <a:pt x="1147" y="359"/>
                    <a:pt x="1151" y="356"/>
                  </a:cubicBezTo>
                  <a:cubicBezTo>
                    <a:pt x="1155" y="353"/>
                    <a:pt x="1153" y="353"/>
                    <a:pt x="1151" y="352"/>
                  </a:cubicBezTo>
                  <a:cubicBezTo>
                    <a:pt x="1148" y="351"/>
                    <a:pt x="1148" y="352"/>
                    <a:pt x="1146" y="352"/>
                  </a:cubicBezTo>
                  <a:cubicBezTo>
                    <a:pt x="1144" y="352"/>
                    <a:pt x="1141" y="348"/>
                    <a:pt x="1145" y="344"/>
                  </a:cubicBezTo>
                  <a:cubicBezTo>
                    <a:pt x="1148" y="340"/>
                    <a:pt x="1151" y="340"/>
                    <a:pt x="1151" y="337"/>
                  </a:cubicBezTo>
                  <a:cubicBezTo>
                    <a:pt x="1152" y="333"/>
                    <a:pt x="1156" y="328"/>
                    <a:pt x="1157" y="327"/>
                  </a:cubicBezTo>
                  <a:cubicBezTo>
                    <a:pt x="1158" y="325"/>
                    <a:pt x="1163" y="327"/>
                    <a:pt x="1164" y="326"/>
                  </a:cubicBezTo>
                  <a:cubicBezTo>
                    <a:pt x="1166" y="326"/>
                    <a:pt x="1166" y="330"/>
                    <a:pt x="1168" y="328"/>
                  </a:cubicBezTo>
                  <a:cubicBezTo>
                    <a:pt x="1170" y="326"/>
                    <a:pt x="1173" y="320"/>
                    <a:pt x="1176" y="320"/>
                  </a:cubicBezTo>
                  <a:cubicBezTo>
                    <a:pt x="1178" y="320"/>
                    <a:pt x="1177" y="324"/>
                    <a:pt x="1177" y="327"/>
                  </a:cubicBezTo>
                  <a:cubicBezTo>
                    <a:pt x="1178" y="330"/>
                    <a:pt x="1180" y="326"/>
                    <a:pt x="1185" y="323"/>
                  </a:cubicBezTo>
                  <a:cubicBezTo>
                    <a:pt x="1190" y="319"/>
                    <a:pt x="1201" y="320"/>
                    <a:pt x="1205" y="321"/>
                  </a:cubicBezTo>
                  <a:cubicBezTo>
                    <a:pt x="1208" y="323"/>
                    <a:pt x="1209" y="327"/>
                    <a:pt x="1211" y="326"/>
                  </a:cubicBezTo>
                  <a:cubicBezTo>
                    <a:pt x="1214" y="326"/>
                    <a:pt x="1211" y="322"/>
                    <a:pt x="1214" y="322"/>
                  </a:cubicBezTo>
                  <a:cubicBezTo>
                    <a:pt x="1217" y="321"/>
                    <a:pt x="1222" y="318"/>
                    <a:pt x="1226" y="315"/>
                  </a:cubicBezTo>
                  <a:cubicBezTo>
                    <a:pt x="1230" y="312"/>
                    <a:pt x="1229" y="314"/>
                    <a:pt x="1231" y="312"/>
                  </a:cubicBezTo>
                  <a:cubicBezTo>
                    <a:pt x="1233" y="309"/>
                    <a:pt x="1235" y="310"/>
                    <a:pt x="1235" y="309"/>
                  </a:cubicBezTo>
                  <a:cubicBezTo>
                    <a:pt x="1236" y="307"/>
                    <a:pt x="1241" y="304"/>
                    <a:pt x="1249" y="303"/>
                  </a:cubicBezTo>
                  <a:cubicBezTo>
                    <a:pt x="1256" y="301"/>
                    <a:pt x="1266" y="296"/>
                    <a:pt x="1265" y="294"/>
                  </a:cubicBezTo>
                  <a:cubicBezTo>
                    <a:pt x="1265" y="293"/>
                    <a:pt x="1268" y="292"/>
                    <a:pt x="1269" y="294"/>
                  </a:cubicBezTo>
                  <a:cubicBezTo>
                    <a:pt x="1269" y="295"/>
                    <a:pt x="1272" y="295"/>
                    <a:pt x="1276" y="296"/>
                  </a:cubicBezTo>
                  <a:cubicBezTo>
                    <a:pt x="1280" y="296"/>
                    <a:pt x="1282" y="298"/>
                    <a:pt x="1285" y="295"/>
                  </a:cubicBezTo>
                  <a:cubicBezTo>
                    <a:pt x="1288" y="292"/>
                    <a:pt x="1284" y="291"/>
                    <a:pt x="1284" y="288"/>
                  </a:cubicBezTo>
                  <a:cubicBezTo>
                    <a:pt x="1285" y="286"/>
                    <a:pt x="1279" y="283"/>
                    <a:pt x="1280" y="281"/>
                  </a:cubicBezTo>
                  <a:cubicBezTo>
                    <a:pt x="1280" y="278"/>
                    <a:pt x="1276" y="272"/>
                    <a:pt x="1274" y="273"/>
                  </a:cubicBezTo>
                  <a:cubicBezTo>
                    <a:pt x="1273" y="274"/>
                    <a:pt x="1270" y="272"/>
                    <a:pt x="1270" y="270"/>
                  </a:cubicBezTo>
                  <a:cubicBezTo>
                    <a:pt x="1270" y="268"/>
                    <a:pt x="1269" y="266"/>
                    <a:pt x="1267" y="267"/>
                  </a:cubicBezTo>
                  <a:cubicBezTo>
                    <a:pt x="1265" y="269"/>
                    <a:pt x="1261" y="268"/>
                    <a:pt x="1260" y="266"/>
                  </a:cubicBezTo>
                  <a:cubicBezTo>
                    <a:pt x="1260" y="264"/>
                    <a:pt x="1265" y="262"/>
                    <a:pt x="1268" y="264"/>
                  </a:cubicBezTo>
                  <a:cubicBezTo>
                    <a:pt x="1272" y="265"/>
                    <a:pt x="1271" y="267"/>
                    <a:pt x="1273" y="268"/>
                  </a:cubicBezTo>
                  <a:cubicBezTo>
                    <a:pt x="1274" y="269"/>
                    <a:pt x="1279" y="268"/>
                    <a:pt x="1282" y="267"/>
                  </a:cubicBezTo>
                  <a:cubicBezTo>
                    <a:pt x="1284" y="266"/>
                    <a:pt x="1291" y="264"/>
                    <a:pt x="1292" y="262"/>
                  </a:cubicBezTo>
                  <a:cubicBezTo>
                    <a:pt x="1294" y="259"/>
                    <a:pt x="1292" y="259"/>
                    <a:pt x="1295" y="257"/>
                  </a:cubicBezTo>
                  <a:cubicBezTo>
                    <a:pt x="1297" y="256"/>
                    <a:pt x="1295" y="254"/>
                    <a:pt x="1293" y="253"/>
                  </a:cubicBezTo>
                  <a:cubicBezTo>
                    <a:pt x="1291" y="252"/>
                    <a:pt x="1292" y="249"/>
                    <a:pt x="1294" y="249"/>
                  </a:cubicBezTo>
                  <a:cubicBezTo>
                    <a:pt x="1296" y="249"/>
                    <a:pt x="1295" y="246"/>
                    <a:pt x="1297" y="246"/>
                  </a:cubicBezTo>
                  <a:cubicBezTo>
                    <a:pt x="1298" y="246"/>
                    <a:pt x="1298" y="247"/>
                    <a:pt x="1301" y="246"/>
                  </a:cubicBezTo>
                  <a:cubicBezTo>
                    <a:pt x="1304" y="245"/>
                    <a:pt x="1301" y="248"/>
                    <a:pt x="1300" y="250"/>
                  </a:cubicBezTo>
                  <a:cubicBezTo>
                    <a:pt x="1299" y="252"/>
                    <a:pt x="1302" y="254"/>
                    <a:pt x="1303" y="256"/>
                  </a:cubicBezTo>
                  <a:cubicBezTo>
                    <a:pt x="1303" y="257"/>
                    <a:pt x="1308" y="257"/>
                    <a:pt x="1311" y="256"/>
                  </a:cubicBezTo>
                  <a:cubicBezTo>
                    <a:pt x="1314" y="254"/>
                    <a:pt x="1323" y="258"/>
                    <a:pt x="1324" y="260"/>
                  </a:cubicBezTo>
                  <a:cubicBezTo>
                    <a:pt x="1324" y="262"/>
                    <a:pt x="1326" y="265"/>
                    <a:pt x="1329" y="267"/>
                  </a:cubicBezTo>
                  <a:cubicBezTo>
                    <a:pt x="1333" y="269"/>
                    <a:pt x="1337" y="268"/>
                    <a:pt x="1337" y="270"/>
                  </a:cubicBezTo>
                  <a:cubicBezTo>
                    <a:pt x="1338" y="272"/>
                    <a:pt x="1340" y="272"/>
                    <a:pt x="1342" y="272"/>
                  </a:cubicBezTo>
                  <a:cubicBezTo>
                    <a:pt x="1344" y="272"/>
                    <a:pt x="1345" y="274"/>
                    <a:pt x="1347" y="272"/>
                  </a:cubicBezTo>
                  <a:cubicBezTo>
                    <a:pt x="1348" y="271"/>
                    <a:pt x="1349" y="273"/>
                    <a:pt x="1351" y="272"/>
                  </a:cubicBezTo>
                  <a:cubicBezTo>
                    <a:pt x="1353" y="270"/>
                    <a:pt x="1347" y="269"/>
                    <a:pt x="1347" y="267"/>
                  </a:cubicBezTo>
                  <a:cubicBezTo>
                    <a:pt x="1348" y="266"/>
                    <a:pt x="1350" y="268"/>
                    <a:pt x="1351" y="268"/>
                  </a:cubicBezTo>
                  <a:cubicBezTo>
                    <a:pt x="1353" y="268"/>
                    <a:pt x="1351" y="264"/>
                    <a:pt x="1352" y="264"/>
                  </a:cubicBezTo>
                  <a:cubicBezTo>
                    <a:pt x="1353" y="264"/>
                    <a:pt x="1352" y="257"/>
                    <a:pt x="1351" y="256"/>
                  </a:cubicBezTo>
                  <a:cubicBezTo>
                    <a:pt x="1350" y="256"/>
                    <a:pt x="1351" y="253"/>
                    <a:pt x="1353" y="255"/>
                  </a:cubicBezTo>
                  <a:cubicBezTo>
                    <a:pt x="1356" y="257"/>
                    <a:pt x="1360" y="257"/>
                    <a:pt x="1363" y="257"/>
                  </a:cubicBezTo>
                  <a:cubicBezTo>
                    <a:pt x="1365" y="257"/>
                    <a:pt x="1363" y="255"/>
                    <a:pt x="1361" y="255"/>
                  </a:cubicBezTo>
                  <a:cubicBezTo>
                    <a:pt x="1359" y="255"/>
                    <a:pt x="1361" y="253"/>
                    <a:pt x="1362" y="254"/>
                  </a:cubicBezTo>
                  <a:cubicBezTo>
                    <a:pt x="1364" y="255"/>
                    <a:pt x="1367" y="256"/>
                    <a:pt x="1367" y="255"/>
                  </a:cubicBezTo>
                  <a:cubicBezTo>
                    <a:pt x="1367" y="253"/>
                    <a:pt x="1368" y="250"/>
                    <a:pt x="1371" y="250"/>
                  </a:cubicBezTo>
                  <a:cubicBezTo>
                    <a:pt x="1373" y="250"/>
                    <a:pt x="1374" y="249"/>
                    <a:pt x="1372" y="248"/>
                  </a:cubicBezTo>
                  <a:close/>
                  <a:moveTo>
                    <a:pt x="709" y="404"/>
                  </a:moveTo>
                  <a:cubicBezTo>
                    <a:pt x="702" y="410"/>
                    <a:pt x="688" y="412"/>
                    <a:pt x="688" y="417"/>
                  </a:cubicBezTo>
                  <a:cubicBezTo>
                    <a:pt x="688" y="422"/>
                    <a:pt x="672" y="424"/>
                    <a:pt x="671" y="422"/>
                  </a:cubicBezTo>
                  <a:cubicBezTo>
                    <a:pt x="669" y="420"/>
                    <a:pt x="683" y="419"/>
                    <a:pt x="686" y="412"/>
                  </a:cubicBezTo>
                  <a:cubicBezTo>
                    <a:pt x="689" y="405"/>
                    <a:pt x="701" y="401"/>
                    <a:pt x="707" y="392"/>
                  </a:cubicBezTo>
                  <a:cubicBezTo>
                    <a:pt x="712" y="385"/>
                    <a:pt x="715" y="375"/>
                    <a:pt x="718" y="376"/>
                  </a:cubicBezTo>
                  <a:cubicBezTo>
                    <a:pt x="720" y="376"/>
                    <a:pt x="716" y="398"/>
                    <a:pt x="709" y="404"/>
                  </a:cubicBezTo>
                  <a:close/>
                  <a:moveTo>
                    <a:pt x="739" y="125"/>
                  </a:moveTo>
                  <a:cubicBezTo>
                    <a:pt x="738" y="127"/>
                    <a:pt x="733" y="127"/>
                    <a:pt x="734" y="129"/>
                  </a:cubicBezTo>
                  <a:cubicBezTo>
                    <a:pt x="737" y="132"/>
                    <a:pt x="749" y="130"/>
                    <a:pt x="749" y="126"/>
                  </a:cubicBezTo>
                  <a:cubicBezTo>
                    <a:pt x="749" y="122"/>
                    <a:pt x="740" y="123"/>
                    <a:pt x="739" y="125"/>
                  </a:cubicBezTo>
                  <a:close/>
                  <a:moveTo>
                    <a:pt x="306" y="7"/>
                  </a:moveTo>
                  <a:cubicBezTo>
                    <a:pt x="312" y="7"/>
                    <a:pt x="310" y="4"/>
                    <a:pt x="314" y="4"/>
                  </a:cubicBezTo>
                  <a:cubicBezTo>
                    <a:pt x="318" y="5"/>
                    <a:pt x="323" y="4"/>
                    <a:pt x="321" y="2"/>
                  </a:cubicBezTo>
                  <a:cubicBezTo>
                    <a:pt x="319" y="0"/>
                    <a:pt x="305" y="1"/>
                    <a:pt x="306" y="3"/>
                  </a:cubicBezTo>
                  <a:cubicBezTo>
                    <a:pt x="308" y="4"/>
                    <a:pt x="295" y="4"/>
                    <a:pt x="296" y="4"/>
                  </a:cubicBezTo>
                  <a:cubicBezTo>
                    <a:pt x="296" y="6"/>
                    <a:pt x="300" y="7"/>
                    <a:pt x="306" y="7"/>
                  </a:cubicBezTo>
                  <a:close/>
                  <a:moveTo>
                    <a:pt x="277" y="23"/>
                  </a:moveTo>
                  <a:cubicBezTo>
                    <a:pt x="277" y="19"/>
                    <a:pt x="264" y="24"/>
                    <a:pt x="267" y="24"/>
                  </a:cubicBezTo>
                  <a:cubicBezTo>
                    <a:pt x="269" y="25"/>
                    <a:pt x="277" y="27"/>
                    <a:pt x="277" y="23"/>
                  </a:cubicBezTo>
                  <a:close/>
                  <a:moveTo>
                    <a:pt x="307" y="20"/>
                  </a:moveTo>
                  <a:cubicBezTo>
                    <a:pt x="308" y="22"/>
                    <a:pt x="306" y="22"/>
                    <a:pt x="301" y="22"/>
                  </a:cubicBezTo>
                  <a:cubicBezTo>
                    <a:pt x="296" y="22"/>
                    <a:pt x="294" y="25"/>
                    <a:pt x="296" y="27"/>
                  </a:cubicBezTo>
                  <a:cubicBezTo>
                    <a:pt x="299" y="29"/>
                    <a:pt x="312" y="28"/>
                    <a:pt x="314" y="26"/>
                  </a:cubicBezTo>
                  <a:cubicBezTo>
                    <a:pt x="316" y="23"/>
                    <a:pt x="322" y="25"/>
                    <a:pt x="323" y="22"/>
                  </a:cubicBezTo>
                  <a:cubicBezTo>
                    <a:pt x="324" y="19"/>
                    <a:pt x="306" y="18"/>
                    <a:pt x="307" y="20"/>
                  </a:cubicBezTo>
                  <a:close/>
                  <a:moveTo>
                    <a:pt x="348" y="16"/>
                  </a:moveTo>
                  <a:cubicBezTo>
                    <a:pt x="350" y="13"/>
                    <a:pt x="345" y="13"/>
                    <a:pt x="344" y="11"/>
                  </a:cubicBezTo>
                  <a:cubicBezTo>
                    <a:pt x="344" y="9"/>
                    <a:pt x="330" y="9"/>
                    <a:pt x="331" y="11"/>
                  </a:cubicBezTo>
                  <a:cubicBezTo>
                    <a:pt x="332" y="13"/>
                    <a:pt x="322" y="16"/>
                    <a:pt x="325" y="18"/>
                  </a:cubicBezTo>
                  <a:cubicBezTo>
                    <a:pt x="331" y="23"/>
                    <a:pt x="346" y="18"/>
                    <a:pt x="348" y="16"/>
                  </a:cubicBezTo>
                  <a:close/>
                  <a:moveTo>
                    <a:pt x="310" y="12"/>
                  </a:moveTo>
                  <a:cubicBezTo>
                    <a:pt x="311" y="7"/>
                    <a:pt x="302" y="11"/>
                    <a:pt x="296" y="8"/>
                  </a:cubicBezTo>
                  <a:cubicBezTo>
                    <a:pt x="290" y="6"/>
                    <a:pt x="286" y="6"/>
                    <a:pt x="291" y="9"/>
                  </a:cubicBezTo>
                  <a:cubicBezTo>
                    <a:pt x="292" y="11"/>
                    <a:pt x="280" y="12"/>
                    <a:pt x="282" y="14"/>
                  </a:cubicBezTo>
                  <a:cubicBezTo>
                    <a:pt x="286" y="19"/>
                    <a:pt x="309" y="17"/>
                    <a:pt x="310" y="12"/>
                  </a:cubicBezTo>
                  <a:close/>
                  <a:moveTo>
                    <a:pt x="275" y="144"/>
                  </a:moveTo>
                  <a:cubicBezTo>
                    <a:pt x="275" y="146"/>
                    <a:pt x="273" y="148"/>
                    <a:pt x="269" y="148"/>
                  </a:cubicBezTo>
                  <a:cubicBezTo>
                    <a:pt x="264" y="148"/>
                    <a:pt x="271" y="151"/>
                    <a:pt x="272" y="153"/>
                  </a:cubicBezTo>
                  <a:cubicBezTo>
                    <a:pt x="272" y="156"/>
                    <a:pt x="267" y="154"/>
                    <a:pt x="267" y="158"/>
                  </a:cubicBezTo>
                  <a:cubicBezTo>
                    <a:pt x="267" y="162"/>
                    <a:pt x="258" y="158"/>
                    <a:pt x="257" y="163"/>
                  </a:cubicBezTo>
                  <a:cubicBezTo>
                    <a:pt x="256" y="169"/>
                    <a:pt x="261" y="168"/>
                    <a:pt x="265" y="168"/>
                  </a:cubicBezTo>
                  <a:cubicBezTo>
                    <a:pt x="269" y="168"/>
                    <a:pt x="263" y="172"/>
                    <a:pt x="266" y="174"/>
                  </a:cubicBezTo>
                  <a:cubicBezTo>
                    <a:pt x="269" y="176"/>
                    <a:pt x="271" y="175"/>
                    <a:pt x="269" y="171"/>
                  </a:cubicBezTo>
                  <a:cubicBezTo>
                    <a:pt x="267" y="167"/>
                    <a:pt x="279" y="173"/>
                    <a:pt x="276" y="176"/>
                  </a:cubicBezTo>
                  <a:cubicBezTo>
                    <a:pt x="272" y="179"/>
                    <a:pt x="281" y="181"/>
                    <a:pt x="286" y="182"/>
                  </a:cubicBezTo>
                  <a:cubicBezTo>
                    <a:pt x="291" y="182"/>
                    <a:pt x="307" y="185"/>
                    <a:pt x="307" y="182"/>
                  </a:cubicBezTo>
                  <a:cubicBezTo>
                    <a:pt x="307" y="179"/>
                    <a:pt x="301" y="177"/>
                    <a:pt x="296" y="172"/>
                  </a:cubicBezTo>
                  <a:cubicBezTo>
                    <a:pt x="291" y="167"/>
                    <a:pt x="287" y="158"/>
                    <a:pt x="293" y="155"/>
                  </a:cubicBezTo>
                  <a:cubicBezTo>
                    <a:pt x="299" y="151"/>
                    <a:pt x="294" y="149"/>
                    <a:pt x="300" y="145"/>
                  </a:cubicBezTo>
                  <a:cubicBezTo>
                    <a:pt x="305" y="141"/>
                    <a:pt x="302" y="137"/>
                    <a:pt x="307" y="137"/>
                  </a:cubicBezTo>
                  <a:cubicBezTo>
                    <a:pt x="311" y="136"/>
                    <a:pt x="306" y="132"/>
                    <a:pt x="311" y="131"/>
                  </a:cubicBezTo>
                  <a:cubicBezTo>
                    <a:pt x="316" y="131"/>
                    <a:pt x="317" y="125"/>
                    <a:pt x="316" y="124"/>
                  </a:cubicBezTo>
                  <a:cubicBezTo>
                    <a:pt x="315" y="122"/>
                    <a:pt x="321" y="124"/>
                    <a:pt x="324" y="121"/>
                  </a:cubicBezTo>
                  <a:cubicBezTo>
                    <a:pt x="326" y="118"/>
                    <a:pt x="332" y="120"/>
                    <a:pt x="334" y="116"/>
                  </a:cubicBezTo>
                  <a:cubicBezTo>
                    <a:pt x="336" y="112"/>
                    <a:pt x="364" y="103"/>
                    <a:pt x="379" y="99"/>
                  </a:cubicBezTo>
                  <a:cubicBezTo>
                    <a:pt x="394" y="96"/>
                    <a:pt x="405" y="89"/>
                    <a:pt x="400" y="85"/>
                  </a:cubicBezTo>
                  <a:cubicBezTo>
                    <a:pt x="394" y="81"/>
                    <a:pt x="379" y="86"/>
                    <a:pt x="375" y="90"/>
                  </a:cubicBezTo>
                  <a:cubicBezTo>
                    <a:pt x="371" y="93"/>
                    <a:pt x="366" y="91"/>
                    <a:pt x="362" y="93"/>
                  </a:cubicBezTo>
                  <a:cubicBezTo>
                    <a:pt x="358" y="95"/>
                    <a:pt x="350" y="97"/>
                    <a:pt x="346" y="94"/>
                  </a:cubicBezTo>
                  <a:cubicBezTo>
                    <a:pt x="342" y="91"/>
                    <a:pt x="337" y="97"/>
                    <a:pt x="334" y="97"/>
                  </a:cubicBezTo>
                  <a:cubicBezTo>
                    <a:pt x="331" y="97"/>
                    <a:pt x="327" y="100"/>
                    <a:pt x="324" y="100"/>
                  </a:cubicBezTo>
                  <a:cubicBezTo>
                    <a:pt x="321" y="100"/>
                    <a:pt x="314" y="102"/>
                    <a:pt x="314" y="104"/>
                  </a:cubicBezTo>
                  <a:cubicBezTo>
                    <a:pt x="313" y="106"/>
                    <a:pt x="307" y="106"/>
                    <a:pt x="307" y="108"/>
                  </a:cubicBezTo>
                  <a:cubicBezTo>
                    <a:pt x="307" y="111"/>
                    <a:pt x="303" y="113"/>
                    <a:pt x="301" y="111"/>
                  </a:cubicBezTo>
                  <a:cubicBezTo>
                    <a:pt x="298" y="108"/>
                    <a:pt x="295" y="113"/>
                    <a:pt x="299" y="116"/>
                  </a:cubicBezTo>
                  <a:cubicBezTo>
                    <a:pt x="302" y="119"/>
                    <a:pt x="292" y="119"/>
                    <a:pt x="294" y="121"/>
                  </a:cubicBezTo>
                  <a:cubicBezTo>
                    <a:pt x="296" y="123"/>
                    <a:pt x="291" y="124"/>
                    <a:pt x="292" y="126"/>
                  </a:cubicBezTo>
                  <a:cubicBezTo>
                    <a:pt x="293" y="129"/>
                    <a:pt x="288" y="129"/>
                    <a:pt x="285" y="130"/>
                  </a:cubicBezTo>
                  <a:cubicBezTo>
                    <a:pt x="281" y="131"/>
                    <a:pt x="279" y="135"/>
                    <a:pt x="284" y="136"/>
                  </a:cubicBezTo>
                  <a:cubicBezTo>
                    <a:pt x="288" y="136"/>
                    <a:pt x="281" y="137"/>
                    <a:pt x="282" y="140"/>
                  </a:cubicBezTo>
                  <a:cubicBezTo>
                    <a:pt x="282" y="144"/>
                    <a:pt x="274" y="141"/>
                    <a:pt x="275" y="14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164">
              <a:extLst>
                <a:ext uri="{FF2B5EF4-FFF2-40B4-BE49-F238E27FC236}">
                  <a16:creationId xmlns:a16="http://schemas.microsoft.com/office/drawing/2014/main" id="{52F60669-BCFF-4401-A14C-FB4A883ACC31}"/>
                </a:ext>
              </a:extLst>
            </p:cNvPr>
            <p:cNvSpPr>
              <a:spLocks/>
            </p:cNvSpPr>
            <p:nvPr/>
          </p:nvSpPr>
          <p:spPr bwMode="auto">
            <a:xfrm>
              <a:off x="4597401" y="2981325"/>
              <a:ext cx="371475" cy="388938"/>
            </a:xfrm>
            <a:custGeom>
              <a:avLst/>
              <a:gdLst>
                <a:gd name="T0" fmla="*/ 132 w 148"/>
                <a:gd name="T1" fmla="*/ 72 h 154"/>
                <a:gd name="T2" fmla="*/ 132 w 148"/>
                <a:gd name="T3" fmla="*/ 67 h 154"/>
                <a:gd name="T4" fmla="*/ 130 w 148"/>
                <a:gd name="T5" fmla="*/ 64 h 154"/>
                <a:gd name="T6" fmla="*/ 133 w 148"/>
                <a:gd name="T7" fmla="*/ 57 h 154"/>
                <a:gd name="T8" fmla="*/ 135 w 148"/>
                <a:gd name="T9" fmla="*/ 50 h 154"/>
                <a:gd name="T10" fmla="*/ 139 w 148"/>
                <a:gd name="T11" fmla="*/ 37 h 154"/>
                <a:gd name="T12" fmla="*/ 145 w 148"/>
                <a:gd name="T13" fmla="*/ 31 h 154"/>
                <a:gd name="T14" fmla="*/ 145 w 148"/>
                <a:gd name="T15" fmla="*/ 23 h 154"/>
                <a:gd name="T16" fmla="*/ 146 w 148"/>
                <a:gd name="T17" fmla="*/ 16 h 154"/>
                <a:gd name="T18" fmla="*/ 132 w 148"/>
                <a:gd name="T19" fmla="*/ 9 h 154"/>
                <a:gd name="T20" fmla="*/ 123 w 148"/>
                <a:gd name="T21" fmla="*/ 8 h 154"/>
                <a:gd name="T22" fmla="*/ 117 w 148"/>
                <a:gd name="T23" fmla="*/ 2 h 154"/>
                <a:gd name="T24" fmla="*/ 112 w 148"/>
                <a:gd name="T25" fmla="*/ 4 h 154"/>
                <a:gd name="T26" fmla="*/ 96 w 148"/>
                <a:gd name="T27" fmla="*/ 4 h 154"/>
                <a:gd name="T28" fmla="*/ 81 w 148"/>
                <a:gd name="T29" fmla="*/ 6 h 154"/>
                <a:gd name="T30" fmla="*/ 64 w 148"/>
                <a:gd name="T31" fmla="*/ 8 h 154"/>
                <a:gd name="T32" fmla="*/ 49 w 148"/>
                <a:gd name="T33" fmla="*/ 10 h 154"/>
                <a:gd name="T34" fmla="*/ 47 w 148"/>
                <a:gd name="T35" fmla="*/ 24 h 154"/>
                <a:gd name="T36" fmla="*/ 39 w 148"/>
                <a:gd name="T37" fmla="*/ 50 h 154"/>
                <a:gd name="T38" fmla="*/ 31 w 148"/>
                <a:gd name="T39" fmla="*/ 72 h 154"/>
                <a:gd name="T40" fmla="*/ 23 w 148"/>
                <a:gd name="T41" fmla="*/ 82 h 154"/>
                <a:gd name="T42" fmla="*/ 13 w 148"/>
                <a:gd name="T43" fmla="*/ 82 h 154"/>
                <a:gd name="T44" fmla="*/ 0 w 148"/>
                <a:gd name="T45" fmla="*/ 86 h 154"/>
                <a:gd name="T46" fmla="*/ 3 w 148"/>
                <a:gd name="T47" fmla="*/ 96 h 154"/>
                <a:gd name="T48" fmla="*/ 34 w 148"/>
                <a:gd name="T49" fmla="*/ 93 h 154"/>
                <a:gd name="T50" fmla="*/ 38 w 148"/>
                <a:gd name="T51" fmla="*/ 106 h 154"/>
                <a:gd name="T52" fmla="*/ 55 w 148"/>
                <a:gd name="T53" fmla="*/ 109 h 154"/>
                <a:gd name="T54" fmla="*/ 64 w 148"/>
                <a:gd name="T55" fmla="*/ 102 h 154"/>
                <a:gd name="T56" fmla="*/ 73 w 148"/>
                <a:gd name="T57" fmla="*/ 105 h 154"/>
                <a:gd name="T58" fmla="*/ 74 w 148"/>
                <a:gd name="T59" fmla="*/ 123 h 154"/>
                <a:gd name="T60" fmla="*/ 78 w 148"/>
                <a:gd name="T61" fmla="*/ 136 h 154"/>
                <a:gd name="T62" fmla="*/ 89 w 148"/>
                <a:gd name="T63" fmla="*/ 133 h 154"/>
                <a:gd name="T64" fmla="*/ 93 w 148"/>
                <a:gd name="T65" fmla="*/ 135 h 154"/>
                <a:gd name="T66" fmla="*/ 101 w 148"/>
                <a:gd name="T67" fmla="*/ 137 h 154"/>
                <a:gd name="T68" fmla="*/ 110 w 148"/>
                <a:gd name="T69" fmla="*/ 143 h 154"/>
                <a:gd name="T70" fmla="*/ 116 w 148"/>
                <a:gd name="T71" fmla="*/ 140 h 154"/>
                <a:gd name="T72" fmla="*/ 127 w 148"/>
                <a:gd name="T73" fmla="*/ 146 h 154"/>
                <a:gd name="T74" fmla="*/ 135 w 148"/>
                <a:gd name="T75" fmla="*/ 153 h 154"/>
                <a:gd name="T76" fmla="*/ 136 w 148"/>
                <a:gd name="T77" fmla="*/ 144 h 154"/>
                <a:gd name="T78" fmla="*/ 125 w 148"/>
                <a:gd name="T79" fmla="*/ 139 h 154"/>
                <a:gd name="T80" fmla="*/ 127 w 148"/>
                <a:gd name="T81" fmla="*/ 123 h 154"/>
                <a:gd name="T82" fmla="*/ 130 w 148"/>
                <a:gd name="T83" fmla="*/ 113 h 154"/>
                <a:gd name="T84" fmla="*/ 140 w 148"/>
                <a:gd name="T85" fmla="*/ 111 h 154"/>
                <a:gd name="T86" fmla="*/ 135 w 148"/>
                <a:gd name="T87" fmla="*/ 102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8" h="154">
                  <a:moveTo>
                    <a:pt x="135" y="102"/>
                  </a:moveTo>
                  <a:cubicBezTo>
                    <a:pt x="131" y="100"/>
                    <a:pt x="130" y="73"/>
                    <a:pt x="132" y="72"/>
                  </a:cubicBezTo>
                  <a:cubicBezTo>
                    <a:pt x="132" y="72"/>
                    <a:pt x="132" y="72"/>
                    <a:pt x="132" y="73"/>
                  </a:cubicBezTo>
                  <a:cubicBezTo>
                    <a:pt x="132" y="67"/>
                    <a:pt x="132" y="67"/>
                    <a:pt x="132" y="67"/>
                  </a:cubicBezTo>
                  <a:cubicBezTo>
                    <a:pt x="132" y="67"/>
                    <a:pt x="132" y="67"/>
                    <a:pt x="131" y="66"/>
                  </a:cubicBezTo>
                  <a:cubicBezTo>
                    <a:pt x="131" y="66"/>
                    <a:pt x="130" y="66"/>
                    <a:pt x="130" y="64"/>
                  </a:cubicBezTo>
                  <a:cubicBezTo>
                    <a:pt x="130" y="62"/>
                    <a:pt x="132" y="62"/>
                    <a:pt x="132" y="62"/>
                  </a:cubicBezTo>
                  <a:cubicBezTo>
                    <a:pt x="132" y="62"/>
                    <a:pt x="131" y="57"/>
                    <a:pt x="133" y="57"/>
                  </a:cubicBezTo>
                  <a:cubicBezTo>
                    <a:pt x="134" y="57"/>
                    <a:pt x="134" y="56"/>
                    <a:pt x="134" y="56"/>
                  </a:cubicBezTo>
                  <a:cubicBezTo>
                    <a:pt x="135" y="55"/>
                    <a:pt x="135" y="52"/>
                    <a:pt x="135" y="50"/>
                  </a:cubicBezTo>
                  <a:cubicBezTo>
                    <a:pt x="135" y="48"/>
                    <a:pt x="136" y="45"/>
                    <a:pt x="137" y="43"/>
                  </a:cubicBezTo>
                  <a:cubicBezTo>
                    <a:pt x="138" y="41"/>
                    <a:pt x="137" y="38"/>
                    <a:pt x="139" y="37"/>
                  </a:cubicBezTo>
                  <a:cubicBezTo>
                    <a:pt x="140" y="36"/>
                    <a:pt x="140" y="33"/>
                    <a:pt x="142" y="33"/>
                  </a:cubicBezTo>
                  <a:cubicBezTo>
                    <a:pt x="144" y="32"/>
                    <a:pt x="145" y="32"/>
                    <a:pt x="145" y="31"/>
                  </a:cubicBezTo>
                  <a:cubicBezTo>
                    <a:pt x="145" y="30"/>
                    <a:pt x="148" y="28"/>
                    <a:pt x="148" y="27"/>
                  </a:cubicBezTo>
                  <a:cubicBezTo>
                    <a:pt x="148" y="25"/>
                    <a:pt x="145" y="25"/>
                    <a:pt x="145" y="23"/>
                  </a:cubicBezTo>
                  <a:cubicBezTo>
                    <a:pt x="145" y="21"/>
                    <a:pt x="146" y="16"/>
                    <a:pt x="146" y="16"/>
                  </a:cubicBezTo>
                  <a:cubicBezTo>
                    <a:pt x="146" y="16"/>
                    <a:pt x="146" y="16"/>
                    <a:pt x="146" y="16"/>
                  </a:cubicBezTo>
                  <a:cubicBezTo>
                    <a:pt x="142" y="12"/>
                    <a:pt x="137" y="8"/>
                    <a:pt x="136" y="8"/>
                  </a:cubicBezTo>
                  <a:cubicBezTo>
                    <a:pt x="135" y="7"/>
                    <a:pt x="132" y="9"/>
                    <a:pt x="132" y="9"/>
                  </a:cubicBezTo>
                  <a:cubicBezTo>
                    <a:pt x="132" y="9"/>
                    <a:pt x="130" y="6"/>
                    <a:pt x="128" y="8"/>
                  </a:cubicBezTo>
                  <a:cubicBezTo>
                    <a:pt x="126" y="10"/>
                    <a:pt x="123" y="8"/>
                    <a:pt x="123" y="8"/>
                  </a:cubicBezTo>
                  <a:cubicBezTo>
                    <a:pt x="123" y="8"/>
                    <a:pt x="121" y="7"/>
                    <a:pt x="120" y="4"/>
                  </a:cubicBezTo>
                  <a:cubicBezTo>
                    <a:pt x="119" y="3"/>
                    <a:pt x="118" y="3"/>
                    <a:pt x="117" y="2"/>
                  </a:cubicBezTo>
                  <a:cubicBezTo>
                    <a:pt x="118" y="3"/>
                    <a:pt x="118" y="3"/>
                    <a:pt x="118" y="3"/>
                  </a:cubicBezTo>
                  <a:cubicBezTo>
                    <a:pt x="112" y="4"/>
                    <a:pt x="112" y="4"/>
                    <a:pt x="112" y="4"/>
                  </a:cubicBezTo>
                  <a:cubicBezTo>
                    <a:pt x="112" y="4"/>
                    <a:pt x="104" y="0"/>
                    <a:pt x="103" y="3"/>
                  </a:cubicBezTo>
                  <a:cubicBezTo>
                    <a:pt x="101" y="5"/>
                    <a:pt x="100" y="4"/>
                    <a:pt x="96" y="4"/>
                  </a:cubicBezTo>
                  <a:cubicBezTo>
                    <a:pt x="93" y="4"/>
                    <a:pt x="90" y="5"/>
                    <a:pt x="88" y="6"/>
                  </a:cubicBezTo>
                  <a:cubicBezTo>
                    <a:pt x="86" y="7"/>
                    <a:pt x="83" y="5"/>
                    <a:pt x="81" y="6"/>
                  </a:cubicBezTo>
                  <a:cubicBezTo>
                    <a:pt x="80" y="7"/>
                    <a:pt x="79" y="11"/>
                    <a:pt x="79" y="11"/>
                  </a:cubicBezTo>
                  <a:cubicBezTo>
                    <a:pt x="64" y="8"/>
                    <a:pt x="64" y="8"/>
                    <a:pt x="64" y="8"/>
                  </a:cubicBezTo>
                  <a:cubicBezTo>
                    <a:pt x="64" y="8"/>
                    <a:pt x="61" y="4"/>
                    <a:pt x="57" y="4"/>
                  </a:cubicBezTo>
                  <a:cubicBezTo>
                    <a:pt x="54" y="4"/>
                    <a:pt x="49" y="10"/>
                    <a:pt x="49" y="10"/>
                  </a:cubicBezTo>
                  <a:cubicBezTo>
                    <a:pt x="49" y="16"/>
                    <a:pt x="49" y="16"/>
                    <a:pt x="49" y="16"/>
                  </a:cubicBezTo>
                  <a:cubicBezTo>
                    <a:pt x="49" y="19"/>
                    <a:pt x="49" y="22"/>
                    <a:pt x="47" y="24"/>
                  </a:cubicBezTo>
                  <a:cubicBezTo>
                    <a:pt x="46" y="27"/>
                    <a:pt x="44" y="28"/>
                    <a:pt x="44" y="33"/>
                  </a:cubicBezTo>
                  <a:cubicBezTo>
                    <a:pt x="44" y="38"/>
                    <a:pt x="39" y="46"/>
                    <a:pt x="39" y="50"/>
                  </a:cubicBezTo>
                  <a:cubicBezTo>
                    <a:pt x="39" y="54"/>
                    <a:pt x="32" y="56"/>
                    <a:pt x="32" y="58"/>
                  </a:cubicBezTo>
                  <a:cubicBezTo>
                    <a:pt x="32" y="61"/>
                    <a:pt x="31" y="66"/>
                    <a:pt x="31" y="72"/>
                  </a:cubicBezTo>
                  <a:cubicBezTo>
                    <a:pt x="31" y="77"/>
                    <a:pt x="28" y="73"/>
                    <a:pt x="28" y="78"/>
                  </a:cubicBezTo>
                  <a:cubicBezTo>
                    <a:pt x="28" y="83"/>
                    <a:pt x="26" y="80"/>
                    <a:pt x="23" y="82"/>
                  </a:cubicBezTo>
                  <a:cubicBezTo>
                    <a:pt x="21" y="85"/>
                    <a:pt x="20" y="85"/>
                    <a:pt x="20" y="83"/>
                  </a:cubicBezTo>
                  <a:cubicBezTo>
                    <a:pt x="20" y="80"/>
                    <a:pt x="16" y="80"/>
                    <a:pt x="13" y="82"/>
                  </a:cubicBezTo>
                  <a:cubicBezTo>
                    <a:pt x="10" y="85"/>
                    <a:pt x="9" y="82"/>
                    <a:pt x="8" y="82"/>
                  </a:cubicBezTo>
                  <a:cubicBezTo>
                    <a:pt x="7" y="82"/>
                    <a:pt x="3" y="84"/>
                    <a:pt x="0" y="86"/>
                  </a:cubicBezTo>
                  <a:cubicBezTo>
                    <a:pt x="2" y="89"/>
                    <a:pt x="2" y="92"/>
                    <a:pt x="3" y="95"/>
                  </a:cubicBezTo>
                  <a:cubicBezTo>
                    <a:pt x="3" y="95"/>
                    <a:pt x="3" y="95"/>
                    <a:pt x="3" y="96"/>
                  </a:cubicBezTo>
                  <a:cubicBezTo>
                    <a:pt x="5" y="94"/>
                    <a:pt x="7" y="93"/>
                    <a:pt x="8" y="93"/>
                  </a:cubicBezTo>
                  <a:cubicBezTo>
                    <a:pt x="10" y="93"/>
                    <a:pt x="34" y="93"/>
                    <a:pt x="34" y="93"/>
                  </a:cubicBezTo>
                  <a:cubicBezTo>
                    <a:pt x="34" y="93"/>
                    <a:pt x="36" y="97"/>
                    <a:pt x="35" y="100"/>
                  </a:cubicBezTo>
                  <a:cubicBezTo>
                    <a:pt x="35" y="103"/>
                    <a:pt x="37" y="102"/>
                    <a:pt x="38" y="106"/>
                  </a:cubicBezTo>
                  <a:cubicBezTo>
                    <a:pt x="40" y="110"/>
                    <a:pt x="42" y="112"/>
                    <a:pt x="45" y="111"/>
                  </a:cubicBezTo>
                  <a:cubicBezTo>
                    <a:pt x="49" y="110"/>
                    <a:pt x="53" y="109"/>
                    <a:pt x="55" y="109"/>
                  </a:cubicBezTo>
                  <a:cubicBezTo>
                    <a:pt x="56" y="110"/>
                    <a:pt x="56" y="103"/>
                    <a:pt x="58" y="102"/>
                  </a:cubicBezTo>
                  <a:cubicBezTo>
                    <a:pt x="60" y="101"/>
                    <a:pt x="64" y="102"/>
                    <a:pt x="64" y="102"/>
                  </a:cubicBezTo>
                  <a:cubicBezTo>
                    <a:pt x="64" y="102"/>
                    <a:pt x="64" y="104"/>
                    <a:pt x="68" y="104"/>
                  </a:cubicBezTo>
                  <a:cubicBezTo>
                    <a:pt x="72" y="104"/>
                    <a:pt x="73" y="103"/>
                    <a:pt x="73" y="105"/>
                  </a:cubicBezTo>
                  <a:cubicBezTo>
                    <a:pt x="73" y="108"/>
                    <a:pt x="74" y="111"/>
                    <a:pt x="75" y="112"/>
                  </a:cubicBezTo>
                  <a:cubicBezTo>
                    <a:pt x="76" y="113"/>
                    <a:pt x="72" y="122"/>
                    <a:pt x="74" y="123"/>
                  </a:cubicBezTo>
                  <a:cubicBezTo>
                    <a:pt x="76" y="124"/>
                    <a:pt x="78" y="128"/>
                    <a:pt x="78" y="129"/>
                  </a:cubicBezTo>
                  <a:cubicBezTo>
                    <a:pt x="77" y="131"/>
                    <a:pt x="76" y="135"/>
                    <a:pt x="78" y="136"/>
                  </a:cubicBezTo>
                  <a:cubicBezTo>
                    <a:pt x="79" y="136"/>
                    <a:pt x="79" y="134"/>
                    <a:pt x="82" y="134"/>
                  </a:cubicBezTo>
                  <a:cubicBezTo>
                    <a:pt x="84" y="134"/>
                    <a:pt x="87" y="134"/>
                    <a:pt x="89" y="133"/>
                  </a:cubicBezTo>
                  <a:cubicBezTo>
                    <a:pt x="90" y="133"/>
                    <a:pt x="91" y="133"/>
                    <a:pt x="91" y="133"/>
                  </a:cubicBezTo>
                  <a:cubicBezTo>
                    <a:pt x="93" y="134"/>
                    <a:pt x="93" y="135"/>
                    <a:pt x="93" y="135"/>
                  </a:cubicBezTo>
                  <a:cubicBezTo>
                    <a:pt x="93" y="135"/>
                    <a:pt x="94" y="138"/>
                    <a:pt x="96" y="137"/>
                  </a:cubicBezTo>
                  <a:cubicBezTo>
                    <a:pt x="97" y="136"/>
                    <a:pt x="101" y="135"/>
                    <a:pt x="101" y="137"/>
                  </a:cubicBezTo>
                  <a:cubicBezTo>
                    <a:pt x="100" y="138"/>
                    <a:pt x="102" y="141"/>
                    <a:pt x="103" y="140"/>
                  </a:cubicBezTo>
                  <a:cubicBezTo>
                    <a:pt x="104" y="140"/>
                    <a:pt x="108" y="143"/>
                    <a:pt x="110" y="143"/>
                  </a:cubicBezTo>
                  <a:cubicBezTo>
                    <a:pt x="112" y="143"/>
                    <a:pt x="113" y="143"/>
                    <a:pt x="113" y="142"/>
                  </a:cubicBezTo>
                  <a:cubicBezTo>
                    <a:pt x="113" y="140"/>
                    <a:pt x="115" y="139"/>
                    <a:pt x="116" y="140"/>
                  </a:cubicBezTo>
                  <a:cubicBezTo>
                    <a:pt x="117" y="142"/>
                    <a:pt x="119" y="145"/>
                    <a:pt x="120" y="145"/>
                  </a:cubicBezTo>
                  <a:cubicBezTo>
                    <a:pt x="122" y="145"/>
                    <a:pt x="127" y="145"/>
                    <a:pt x="127" y="146"/>
                  </a:cubicBezTo>
                  <a:cubicBezTo>
                    <a:pt x="127" y="148"/>
                    <a:pt x="128" y="152"/>
                    <a:pt x="130" y="153"/>
                  </a:cubicBezTo>
                  <a:cubicBezTo>
                    <a:pt x="132" y="154"/>
                    <a:pt x="135" y="153"/>
                    <a:pt x="135" y="153"/>
                  </a:cubicBezTo>
                  <a:cubicBezTo>
                    <a:pt x="135" y="153"/>
                    <a:pt x="137" y="152"/>
                    <a:pt x="137" y="149"/>
                  </a:cubicBezTo>
                  <a:cubicBezTo>
                    <a:pt x="137" y="147"/>
                    <a:pt x="137" y="144"/>
                    <a:pt x="136" y="144"/>
                  </a:cubicBezTo>
                  <a:cubicBezTo>
                    <a:pt x="135" y="144"/>
                    <a:pt x="133" y="146"/>
                    <a:pt x="130" y="145"/>
                  </a:cubicBezTo>
                  <a:cubicBezTo>
                    <a:pt x="128" y="145"/>
                    <a:pt x="126" y="140"/>
                    <a:pt x="125" y="139"/>
                  </a:cubicBezTo>
                  <a:cubicBezTo>
                    <a:pt x="124" y="138"/>
                    <a:pt x="127" y="134"/>
                    <a:pt x="127" y="132"/>
                  </a:cubicBezTo>
                  <a:cubicBezTo>
                    <a:pt x="127" y="129"/>
                    <a:pt x="129" y="123"/>
                    <a:pt x="127" y="123"/>
                  </a:cubicBezTo>
                  <a:cubicBezTo>
                    <a:pt x="126" y="122"/>
                    <a:pt x="127" y="120"/>
                    <a:pt x="128" y="118"/>
                  </a:cubicBezTo>
                  <a:cubicBezTo>
                    <a:pt x="130" y="117"/>
                    <a:pt x="128" y="113"/>
                    <a:pt x="130" y="113"/>
                  </a:cubicBezTo>
                  <a:cubicBezTo>
                    <a:pt x="133" y="113"/>
                    <a:pt x="139" y="113"/>
                    <a:pt x="140" y="112"/>
                  </a:cubicBezTo>
                  <a:cubicBezTo>
                    <a:pt x="140" y="111"/>
                    <a:pt x="140" y="111"/>
                    <a:pt x="140" y="111"/>
                  </a:cubicBezTo>
                  <a:cubicBezTo>
                    <a:pt x="141" y="111"/>
                    <a:pt x="141" y="110"/>
                    <a:pt x="141" y="110"/>
                  </a:cubicBezTo>
                  <a:cubicBezTo>
                    <a:pt x="139" y="107"/>
                    <a:pt x="137" y="103"/>
                    <a:pt x="135" y="10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165">
              <a:extLst>
                <a:ext uri="{FF2B5EF4-FFF2-40B4-BE49-F238E27FC236}">
                  <a16:creationId xmlns:a16="http://schemas.microsoft.com/office/drawing/2014/main" id="{A76E1651-7244-415D-BBB7-ABB5D1B6F618}"/>
                </a:ext>
              </a:extLst>
            </p:cNvPr>
            <p:cNvSpPr>
              <a:spLocks/>
            </p:cNvSpPr>
            <p:nvPr/>
          </p:nvSpPr>
          <p:spPr bwMode="auto">
            <a:xfrm>
              <a:off x="4926013" y="3143250"/>
              <a:ext cx="33338" cy="42863"/>
            </a:xfrm>
            <a:custGeom>
              <a:avLst/>
              <a:gdLst>
                <a:gd name="T0" fmla="*/ 1 w 13"/>
                <a:gd name="T1" fmla="*/ 9 h 17"/>
                <a:gd name="T2" fmla="*/ 3 w 13"/>
                <a:gd name="T3" fmla="*/ 17 h 17"/>
                <a:gd name="T4" fmla="*/ 7 w 13"/>
                <a:gd name="T5" fmla="*/ 15 h 17"/>
                <a:gd name="T6" fmla="*/ 13 w 13"/>
                <a:gd name="T7" fmla="*/ 6 h 17"/>
                <a:gd name="T8" fmla="*/ 11 w 13"/>
                <a:gd name="T9" fmla="*/ 4 h 17"/>
                <a:gd name="T10" fmla="*/ 11 w 13"/>
                <a:gd name="T11" fmla="*/ 0 h 17"/>
                <a:gd name="T12" fmla="*/ 7 w 13"/>
                <a:gd name="T13" fmla="*/ 0 h 17"/>
                <a:gd name="T14" fmla="*/ 3 w 13"/>
                <a:gd name="T15" fmla="*/ 3 h 17"/>
                <a:gd name="T16" fmla="*/ 0 w 13"/>
                <a:gd name="T17" fmla="*/ 2 h 17"/>
                <a:gd name="T18" fmla="*/ 1 w 13"/>
                <a:gd name="T19" fmla="*/ 3 h 17"/>
                <a:gd name="T20" fmla="*/ 1 w 13"/>
                <a:gd name="T21"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7">
                  <a:moveTo>
                    <a:pt x="1" y="9"/>
                  </a:moveTo>
                  <a:cubicBezTo>
                    <a:pt x="2" y="10"/>
                    <a:pt x="3" y="13"/>
                    <a:pt x="3" y="17"/>
                  </a:cubicBezTo>
                  <a:cubicBezTo>
                    <a:pt x="5" y="16"/>
                    <a:pt x="6" y="15"/>
                    <a:pt x="7" y="15"/>
                  </a:cubicBezTo>
                  <a:cubicBezTo>
                    <a:pt x="9" y="14"/>
                    <a:pt x="13" y="6"/>
                    <a:pt x="13" y="6"/>
                  </a:cubicBezTo>
                  <a:cubicBezTo>
                    <a:pt x="11" y="4"/>
                    <a:pt x="11" y="4"/>
                    <a:pt x="11" y="4"/>
                  </a:cubicBezTo>
                  <a:cubicBezTo>
                    <a:pt x="11" y="4"/>
                    <a:pt x="11" y="3"/>
                    <a:pt x="11" y="0"/>
                  </a:cubicBezTo>
                  <a:cubicBezTo>
                    <a:pt x="9" y="0"/>
                    <a:pt x="7" y="0"/>
                    <a:pt x="7" y="0"/>
                  </a:cubicBezTo>
                  <a:cubicBezTo>
                    <a:pt x="7" y="0"/>
                    <a:pt x="8" y="4"/>
                    <a:pt x="3" y="3"/>
                  </a:cubicBezTo>
                  <a:cubicBezTo>
                    <a:pt x="2" y="3"/>
                    <a:pt x="1" y="3"/>
                    <a:pt x="0" y="2"/>
                  </a:cubicBezTo>
                  <a:cubicBezTo>
                    <a:pt x="1" y="3"/>
                    <a:pt x="1" y="3"/>
                    <a:pt x="1" y="3"/>
                  </a:cubicBezTo>
                  <a:lnTo>
                    <a:pt x="1" y="9"/>
                  </a:ln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166">
              <a:extLst>
                <a:ext uri="{FF2B5EF4-FFF2-40B4-BE49-F238E27FC236}">
                  <a16:creationId xmlns:a16="http://schemas.microsoft.com/office/drawing/2014/main" id="{4F797217-E45C-4548-8D00-FFF94CFDFB74}"/>
                </a:ext>
              </a:extLst>
            </p:cNvPr>
            <p:cNvSpPr>
              <a:spLocks/>
            </p:cNvSpPr>
            <p:nvPr/>
          </p:nvSpPr>
          <p:spPr bwMode="auto">
            <a:xfrm>
              <a:off x="4949826" y="3311525"/>
              <a:ext cx="212725" cy="344488"/>
            </a:xfrm>
            <a:custGeom>
              <a:avLst/>
              <a:gdLst>
                <a:gd name="T0" fmla="*/ 85 w 85"/>
                <a:gd name="T1" fmla="*/ 35 h 137"/>
                <a:gd name="T2" fmla="*/ 83 w 85"/>
                <a:gd name="T3" fmla="*/ 19 h 137"/>
                <a:gd name="T4" fmla="*/ 82 w 85"/>
                <a:gd name="T5" fmla="*/ 0 h 137"/>
                <a:gd name="T6" fmla="*/ 82 w 85"/>
                <a:gd name="T7" fmla="*/ 0 h 137"/>
                <a:gd name="T8" fmla="*/ 73 w 85"/>
                <a:gd name="T9" fmla="*/ 4 h 137"/>
                <a:gd name="T10" fmla="*/ 68 w 85"/>
                <a:gd name="T11" fmla="*/ 6 h 137"/>
                <a:gd name="T12" fmla="*/ 63 w 85"/>
                <a:gd name="T13" fmla="*/ 5 h 137"/>
                <a:gd name="T14" fmla="*/ 60 w 85"/>
                <a:gd name="T15" fmla="*/ 8 h 137"/>
                <a:gd name="T16" fmla="*/ 55 w 85"/>
                <a:gd name="T17" fmla="*/ 9 h 137"/>
                <a:gd name="T18" fmla="*/ 49 w 85"/>
                <a:gd name="T19" fmla="*/ 10 h 137"/>
                <a:gd name="T20" fmla="*/ 46 w 85"/>
                <a:gd name="T21" fmla="*/ 7 h 137"/>
                <a:gd name="T22" fmla="*/ 41 w 85"/>
                <a:gd name="T23" fmla="*/ 8 h 137"/>
                <a:gd name="T24" fmla="*/ 37 w 85"/>
                <a:gd name="T25" fmla="*/ 8 h 137"/>
                <a:gd name="T26" fmla="*/ 36 w 85"/>
                <a:gd name="T27" fmla="*/ 11 h 137"/>
                <a:gd name="T28" fmla="*/ 40 w 85"/>
                <a:gd name="T29" fmla="*/ 28 h 137"/>
                <a:gd name="T30" fmla="*/ 44 w 85"/>
                <a:gd name="T31" fmla="*/ 32 h 137"/>
                <a:gd name="T32" fmla="*/ 45 w 85"/>
                <a:gd name="T33" fmla="*/ 41 h 137"/>
                <a:gd name="T34" fmla="*/ 40 w 85"/>
                <a:gd name="T35" fmla="*/ 46 h 137"/>
                <a:gd name="T36" fmla="*/ 39 w 85"/>
                <a:gd name="T37" fmla="*/ 53 h 137"/>
                <a:gd name="T38" fmla="*/ 32 w 85"/>
                <a:gd name="T39" fmla="*/ 43 h 137"/>
                <a:gd name="T40" fmla="*/ 34 w 85"/>
                <a:gd name="T41" fmla="*/ 33 h 137"/>
                <a:gd name="T42" fmla="*/ 27 w 85"/>
                <a:gd name="T43" fmla="*/ 32 h 137"/>
                <a:gd name="T44" fmla="*/ 22 w 85"/>
                <a:gd name="T45" fmla="*/ 28 h 137"/>
                <a:gd name="T46" fmla="*/ 0 w 85"/>
                <a:gd name="T47" fmla="*/ 36 h 137"/>
                <a:gd name="T48" fmla="*/ 1 w 85"/>
                <a:gd name="T49" fmla="*/ 42 h 137"/>
                <a:gd name="T50" fmla="*/ 1 w 85"/>
                <a:gd name="T51" fmla="*/ 42 h 137"/>
                <a:gd name="T52" fmla="*/ 2 w 85"/>
                <a:gd name="T53" fmla="*/ 45 h 137"/>
                <a:gd name="T54" fmla="*/ 12 w 85"/>
                <a:gd name="T55" fmla="*/ 47 h 137"/>
                <a:gd name="T56" fmla="*/ 22 w 85"/>
                <a:gd name="T57" fmla="*/ 51 h 137"/>
                <a:gd name="T58" fmla="*/ 22 w 85"/>
                <a:gd name="T59" fmla="*/ 63 h 137"/>
                <a:gd name="T60" fmla="*/ 20 w 85"/>
                <a:gd name="T61" fmla="*/ 70 h 137"/>
                <a:gd name="T62" fmla="*/ 22 w 85"/>
                <a:gd name="T63" fmla="*/ 76 h 137"/>
                <a:gd name="T64" fmla="*/ 18 w 85"/>
                <a:gd name="T65" fmla="*/ 82 h 137"/>
                <a:gd name="T66" fmla="*/ 16 w 85"/>
                <a:gd name="T67" fmla="*/ 90 h 137"/>
                <a:gd name="T68" fmla="*/ 8 w 85"/>
                <a:gd name="T69" fmla="*/ 98 h 137"/>
                <a:gd name="T70" fmla="*/ 8 w 85"/>
                <a:gd name="T71" fmla="*/ 98 h 137"/>
                <a:gd name="T72" fmla="*/ 13 w 85"/>
                <a:gd name="T73" fmla="*/ 113 h 137"/>
                <a:gd name="T74" fmla="*/ 14 w 85"/>
                <a:gd name="T75" fmla="*/ 128 h 137"/>
                <a:gd name="T76" fmla="*/ 15 w 85"/>
                <a:gd name="T77" fmla="*/ 137 h 137"/>
                <a:gd name="T78" fmla="*/ 21 w 85"/>
                <a:gd name="T79" fmla="*/ 137 h 137"/>
                <a:gd name="T80" fmla="*/ 21 w 85"/>
                <a:gd name="T81" fmla="*/ 133 h 137"/>
                <a:gd name="T82" fmla="*/ 18 w 85"/>
                <a:gd name="T83" fmla="*/ 130 h 137"/>
                <a:gd name="T84" fmla="*/ 30 w 85"/>
                <a:gd name="T85" fmla="*/ 121 h 137"/>
                <a:gd name="T86" fmla="*/ 40 w 85"/>
                <a:gd name="T87" fmla="*/ 114 h 137"/>
                <a:gd name="T88" fmla="*/ 41 w 85"/>
                <a:gd name="T89" fmla="*/ 103 h 137"/>
                <a:gd name="T90" fmla="*/ 40 w 85"/>
                <a:gd name="T91" fmla="*/ 92 h 137"/>
                <a:gd name="T92" fmla="*/ 36 w 85"/>
                <a:gd name="T93" fmla="*/ 82 h 137"/>
                <a:gd name="T94" fmla="*/ 37 w 85"/>
                <a:gd name="T95" fmla="*/ 76 h 137"/>
                <a:gd name="T96" fmla="*/ 41 w 85"/>
                <a:gd name="T97" fmla="*/ 72 h 137"/>
                <a:gd name="T98" fmla="*/ 48 w 85"/>
                <a:gd name="T99" fmla="*/ 68 h 137"/>
                <a:gd name="T100" fmla="*/ 56 w 85"/>
                <a:gd name="T101" fmla="*/ 58 h 137"/>
                <a:gd name="T102" fmla="*/ 72 w 85"/>
                <a:gd name="T103" fmla="*/ 52 h 137"/>
                <a:gd name="T104" fmla="*/ 85 w 85"/>
                <a:gd name="T105" fmla="*/ 3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5" h="137">
                  <a:moveTo>
                    <a:pt x="85" y="35"/>
                  </a:moveTo>
                  <a:cubicBezTo>
                    <a:pt x="84" y="33"/>
                    <a:pt x="82" y="23"/>
                    <a:pt x="83" y="19"/>
                  </a:cubicBezTo>
                  <a:cubicBezTo>
                    <a:pt x="83" y="15"/>
                    <a:pt x="82" y="5"/>
                    <a:pt x="82" y="0"/>
                  </a:cubicBezTo>
                  <a:cubicBezTo>
                    <a:pt x="82" y="0"/>
                    <a:pt x="82" y="0"/>
                    <a:pt x="82" y="0"/>
                  </a:cubicBezTo>
                  <a:cubicBezTo>
                    <a:pt x="78" y="1"/>
                    <a:pt x="74" y="3"/>
                    <a:pt x="73" y="4"/>
                  </a:cubicBezTo>
                  <a:cubicBezTo>
                    <a:pt x="73" y="6"/>
                    <a:pt x="69" y="4"/>
                    <a:pt x="68" y="6"/>
                  </a:cubicBezTo>
                  <a:cubicBezTo>
                    <a:pt x="66" y="7"/>
                    <a:pt x="64" y="6"/>
                    <a:pt x="63" y="5"/>
                  </a:cubicBezTo>
                  <a:cubicBezTo>
                    <a:pt x="61" y="5"/>
                    <a:pt x="60" y="7"/>
                    <a:pt x="60" y="8"/>
                  </a:cubicBezTo>
                  <a:cubicBezTo>
                    <a:pt x="60" y="10"/>
                    <a:pt x="57" y="9"/>
                    <a:pt x="55" y="9"/>
                  </a:cubicBezTo>
                  <a:cubicBezTo>
                    <a:pt x="54" y="9"/>
                    <a:pt x="50" y="10"/>
                    <a:pt x="49" y="10"/>
                  </a:cubicBezTo>
                  <a:cubicBezTo>
                    <a:pt x="47" y="10"/>
                    <a:pt x="48" y="8"/>
                    <a:pt x="46" y="7"/>
                  </a:cubicBezTo>
                  <a:cubicBezTo>
                    <a:pt x="44" y="7"/>
                    <a:pt x="42" y="8"/>
                    <a:pt x="41" y="8"/>
                  </a:cubicBezTo>
                  <a:cubicBezTo>
                    <a:pt x="40" y="8"/>
                    <a:pt x="38" y="8"/>
                    <a:pt x="37" y="8"/>
                  </a:cubicBezTo>
                  <a:cubicBezTo>
                    <a:pt x="37" y="9"/>
                    <a:pt x="36" y="10"/>
                    <a:pt x="36" y="11"/>
                  </a:cubicBezTo>
                  <a:cubicBezTo>
                    <a:pt x="35" y="15"/>
                    <a:pt x="39" y="24"/>
                    <a:pt x="40" y="28"/>
                  </a:cubicBezTo>
                  <a:cubicBezTo>
                    <a:pt x="41" y="29"/>
                    <a:pt x="43" y="31"/>
                    <a:pt x="44" y="32"/>
                  </a:cubicBezTo>
                  <a:cubicBezTo>
                    <a:pt x="47" y="35"/>
                    <a:pt x="44" y="35"/>
                    <a:pt x="45" y="41"/>
                  </a:cubicBezTo>
                  <a:cubicBezTo>
                    <a:pt x="45" y="46"/>
                    <a:pt x="42" y="44"/>
                    <a:pt x="40" y="46"/>
                  </a:cubicBezTo>
                  <a:cubicBezTo>
                    <a:pt x="38" y="48"/>
                    <a:pt x="40" y="52"/>
                    <a:pt x="39" y="53"/>
                  </a:cubicBezTo>
                  <a:cubicBezTo>
                    <a:pt x="39" y="54"/>
                    <a:pt x="33" y="45"/>
                    <a:pt x="32" y="43"/>
                  </a:cubicBezTo>
                  <a:cubicBezTo>
                    <a:pt x="32" y="42"/>
                    <a:pt x="34" y="36"/>
                    <a:pt x="34" y="33"/>
                  </a:cubicBezTo>
                  <a:cubicBezTo>
                    <a:pt x="33" y="30"/>
                    <a:pt x="29" y="32"/>
                    <a:pt x="27" y="32"/>
                  </a:cubicBezTo>
                  <a:cubicBezTo>
                    <a:pt x="26" y="32"/>
                    <a:pt x="23" y="28"/>
                    <a:pt x="22" y="28"/>
                  </a:cubicBezTo>
                  <a:cubicBezTo>
                    <a:pt x="21" y="28"/>
                    <a:pt x="0" y="36"/>
                    <a:pt x="0" y="36"/>
                  </a:cubicBezTo>
                  <a:cubicBezTo>
                    <a:pt x="1" y="42"/>
                    <a:pt x="1" y="42"/>
                    <a:pt x="1" y="42"/>
                  </a:cubicBezTo>
                  <a:cubicBezTo>
                    <a:pt x="1" y="42"/>
                    <a:pt x="1" y="42"/>
                    <a:pt x="1" y="42"/>
                  </a:cubicBezTo>
                  <a:cubicBezTo>
                    <a:pt x="2" y="45"/>
                    <a:pt x="2" y="45"/>
                    <a:pt x="2" y="45"/>
                  </a:cubicBezTo>
                  <a:cubicBezTo>
                    <a:pt x="2" y="45"/>
                    <a:pt x="9" y="45"/>
                    <a:pt x="12" y="47"/>
                  </a:cubicBezTo>
                  <a:cubicBezTo>
                    <a:pt x="15" y="49"/>
                    <a:pt x="20" y="50"/>
                    <a:pt x="22" y="51"/>
                  </a:cubicBezTo>
                  <a:cubicBezTo>
                    <a:pt x="23" y="51"/>
                    <a:pt x="22" y="59"/>
                    <a:pt x="22" y="63"/>
                  </a:cubicBezTo>
                  <a:cubicBezTo>
                    <a:pt x="22" y="67"/>
                    <a:pt x="18" y="68"/>
                    <a:pt x="20" y="70"/>
                  </a:cubicBezTo>
                  <a:cubicBezTo>
                    <a:pt x="22" y="72"/>
                    <a:pt x="21" y="76"/>
                    <a:pt x="22" y="76"/>
                  </a:cubicBezTo>
                  <a:cubicBezTo>
                    <a:pt x="24" y="77"/>
                    <a:pt x="20" y="81"/>
                    <a:pt x="18" y="82"/>
                  </a:cubicBezTo>
                  <a:cubicBezTo>
                    <a:pt x="16" y="83"/>
                    <a:pt x="18" y="87"/>
                    <a:pt x="16" y="90"/>
                  </a:cubicBezTo>
                  <a:cubicBezTo>
                    <a:pt x="14" y="92"/>
                    <a:pt x="10" y="96"/>
                    <a:pt x="8" y="98"/>
                  </a:cubicBezTo>
                  <a:cubicBezTo>
                    <a:pt x="8" y="98"/>
                    <a:pt x="8" y="98"/>
                    <a:pt x="8" y="98"/>
                  </a:cubicBezTo>
                  <a:cubicBezTo>
                    <a:pt x="9" y="100"/>
                    <a:pt x="11" y="112"/>
                    <a:pt x="13" y="113"/>
                  </a:cubicBezTo>
                  <a:cubicBezTo>
                    <a:pt x="15" y="115"/>
                    <a:pt x="14" y="127"/>
                    <a:pt x="14" y="128"/>
                  </a:cubicBezTo>
                  <a:cubicBezTo>
                    <a:pt x="13" y="129"/>
                    <a:pt x="15" y="137"/>
                    <a:pt x="15" y="137"/>
                  </a:cubicBezTo>
                  <a:cubicBezTo>
                    <a:pt x="15" y="137"/>
                    <a:pt x="18" y="137"/>
                    <a:pt x="21" y="137"/>
                  </a:cubicBezTo>
                  <a:cubicBezTo>
                    <a:pt x="21" y="135"/>
                    <a:pt x="21" y="134"/>
                    <a:pt x="21" y="133"/>
                  </a:cubicBezTo>
                  <a:cubicBezTo>
                    <a:pt x="21" y="129"/>
                    <a:pt x="19" y="132"/>
                    <a:pt x="18" y="130"/>
                  </a:cubicBezTo>
                  <a:cubicBezTo>
                    <a:pt x="17" y="127"/>
                    <a:pt x="24" y="123"/>
                    <a:pt x="30" y="121"/>
                  </a:cubicBezTo>
                  <a:cubicBezTo>
                    <a:pt x="37" y="118"/>
                    <a:pt x="40" y="117"/>
                    <a:pt x="40" y="114"/>
                  </a:cubicBezTo>
                  <a:cubicBezTo>
                    <a:pt x="41" y="112"/>
                    <a:pt x="40" y="105"/>
                    <a:pt x="41" y="103"/>
                  </a:cubicBezTo>
                  <a:cubicBezTo>
                    <a:pt x="42" y="100"/>
                    <a:pt x="41" y="98"/>
                    <a:pt x="40" y="92"/>
                  </a:cubicBezTo>
                  <a:cubicBezTo>
                    <a:pt x="39" y="87"/>
                    <a:pt x="37" y="86"/>
                    <a:pt x="36" y="82"/>
                  </a:cubicBezTo>
                  <a:cubicBezTo>
                    <a:pt x="35" y="79"/>
                    <a:pt x="35" y="76"/>
                    <a:pt x="37" y="76"/>
                  </a:cubicBezTo>
                  <a:cubicBezTo>
                    <a:pt x="39" y="76"/>
                    <a:pt x="39" y="75"/>
                    <a:pt x="41" y="72"/>
                  </a:cubicBezTo>
                  <a:cubicBezTo>
                    <a:pt x="43" y="69"/>
                    <a:pt x="44" y="70"/>
                    <a:pt x="48" y="68"/>
                  </a:cubicBezTo>
                  <a:cubicBezTo>
                    <a:pt x="51" y="65"/>
                    <a:pt x="51" y="62"/>
                    <a:pt x="56" y="58"/>
                  </a:cubicBezTo>
                  <a:cubicBezTo>
                    <a:pt x="61" y="54"/>
                    <a:pt x="67" y="55"/>
                    <a:pt x="72" y="52"/>
                  </a:cubicBezTo>
                  <a:cubicBezTo>
                    <a:pt x="77" y="49"/>
                    <a:pt x="85" y="37"/>
                    <a:pt x="85" y="3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167">
              <a:extLst>
                <a:ext uri="{FF2B5EF4-FFF2-40B4-BE49-F238E27FC236}">
                  <a16:creationId xmlns:a16="http://schemas.microsoft.com/office/drawing/2014/main" id="{EF353800-CBCF-4BB8-B3A5-F1B6E387EDBF}"/>
                </a:ext>
              </a:extLst>
            </p:cNvPr>
            <p:cNvSpPr>
              <a:spLocks/>
            </p:cNvSpPr>
            <p:nvPr/>
          </p:nvSpPr>
          <p:spPr bwMode="auto">
            <a:xfrm>
              <a:off x="4933951" y="3113088"/>
              <a:ext cx="220663" cy="223838"/>
            </a:xfrm>
            <a:custGeom>
              <a:avLst/>
              <a:gdLst>
                <a:gd name="T0" fmla="*/ 82 w 88"/>
                <a:gd name="T1" fmla="*/ 71 h 89"/>
                <a:gd name="T2" fmla="*/ 79 w 88"/>
                <a:gd name="T3" fmla="*/ 63 h 89"/>
                <a:gd name="T4" fmla="*/ 78 w 88"/>
                <a:gd name="T5" fmla="*/ 56 h 89"/>
                <a:gd name="T6" fmla="*/ 80 w 88"/>
                <a:gd name="T7" fmla="*/ 50 h 89"/>
                <a:gd name="T8" fmla="*/ 75 w 88"/>
                <a:gd name="T9" fmla="*/ 44 h 89"/>
                <a:gd name="T10" fmla="*/ 79 w 88"/>
                <a:gd name="T11" fmla="*/ 31 h 89"/>
                <a:gd name="T12" fmla="*/ 65 w 88"/>
                <a:gd name="T13" fmla="*/ 22 h 89"/>
                <a:gd name="T14" fmla="*/ 66 w 88"/>
                <a:gd name="T15" fmla="*/ 17 h 89"/>
                <a:gd name="T16" fmla="*/ 35 w 88"/>
                <a:gd name="T17" fmla="*/ 1 h 89"/>
                <a:gd name="T18" fmla="*/ 32 w 88"/>
                <a:gd name="T19" fmla="*/ 8 h 89"/>
                <a:gd name="T20" fmla="*/ 32 w 88"/>
                <a:gd name="T21" fmla="*/ 13 h 89"/>
                <a:gd name="T22" fmla="*/ 19 w 88"/>
                <a:gd name="T23" fmla="*/ 13 h 89"/>
                <a:gd name="T24" fmla="*/ 19 w 88"/>
                <a:gd name="T25" fmla="*/ 0 h 89"/>
                <a:gd name="T26" fmla="*/ 12 w 88"/>
                <a:gd name="T27" fmla="*/ 1 h 89"/>
                <a:gd name="T28" fmla="*/ 9 w 88"/>
                <a:gd name="T29" fmla="*/ 2 h 89"/>
                <a:gd name="T30" fmla="*/ 10 w 88"/>
                <a:gd name="T31" fmla="*/ 5 h 89"/>
                <a:gd name="T32" fmla="*/ 11 w 88"/>
                <a:gd name="T33" fmla="*/ 11 h 89"/>
                <a:gd name="T34" fmla="*/ 8 w 88"/>
                <a:gd name="T35" fmla="*/ 12 h 89"/>
                <a:gd name="T36" fmla="*/ 8 w 88"/>
                <a:gd name="T37" fmla="*/ 16 h 89"/>
                <a:gd name="T38" fmla="*/ 10 w 88"/>
                <a:gd name="T39" fmla="*/ 18 h 89"/>
                <a:gd name="T40" fmla="*/ 4 w 88"/>
                <a:gd name="T41" fmla="*/ 27 h 89"/>
                <a:gd name="T42" fmla="*/ 0 w 88"/>
                <a:gd name="T43" fmla="*/ 29 h 89"/>
                <a:gd name="T44" fmla="*/ 5 w 88"/>
                <a:gd name="T45" fmla="*/ 44 h 89"/>
                <a:gd name="T46" fmla="*/ 9 w 88"/>
                <a:gd name="T47" fmla="*/ 55 h 89"/>
                <a:gd name="T48" fmla="*/ 11 w 88"/>
                <a:gd name="T49" fmla="*/ 61 h 89"/>
                <a:gd name="T50" fmla="*/ 7 w 88"/>
                <a:gd name="T51" fmla="*/ 58 h 89"/>
                <a:gd name="T52" fmla="*/ 6 w 88"/>
                <a:gd name="T53" fmla="*/ 59 h 89"/>
                <a:gd name="T54" fmla="*/ 6 w 88"/>
                <a:gd name="T55" fmla="*/ 60 h 89"/>
                <a:gd name="T56" fmla="*/ 12 w 88"/>
                <a:gd name="T57" fmla="*/ 63 h 89"/>
                <a:gd name="T58" fmla="*/ 19 w 88"/>
                <a:gd name="T59" fmla="*/ 66 h 89"/>
                <a:gd name="T60" fmla="*/ 30 w 88"/>
                <a:gd name="T61" fmla="*/ 70 h 89"/>
                <a:gd name="T62" fmla="*/ 30 w 88"/>
                <a:gd name="T63" fmla="*/ 71 h 89"/>
                <a:gd name="T64" fmla="*/ 36 w 88"/>
                <a:gd name="T65" fmla="*/ 71 h 89"/>
                <a:gd name="T66" fmla="*/ 37 w 88"/>
                <a:gd name="T67" fmla="*/ 71 h 89"/>
                <a:gd name="T68" fmla="*/ 43 w 88"/>
                <a:gd name="T69" fmla="*/ 87 h 89"/>
                <a:gd name="T70" fmla="*/ 47 w 88"/>
                <a:gd name="T71" fmla="*/ 87 h 89"/>
                <a:gd name="T72" fmla="*/ 52 w 88"/>
                <a:gd name="T73" fmla="*/ 86 h 89"/>
                <a:gd name="T74" fmla="*/ 55 w 88"/>
                <a:gd name="T75" fmla="*/ 89 h 89"/>
                <a:gd name="T76" fmla="*/ 61 w 88"/>
                <a:gd name="T77" fmla="*/ 88 h 89"/>
                <a:gd name="T78" fmla="*/ 66 w 88"/>
                <a:gd name="T79" fmla="*/ 87 h 89"/>
                <a:gd name="T80" fmla="*/ 69 w 88"/>
                <a:gd name="T81" fmla="*/ 84 h 89"/>
                <a:gd name="T82" fmla="*/ 74 w 88"/>
                <a:gd name="T83" fmla="*/ 85 h 89"/>
                <a:gd name="T84" fmla="*/ 79 w 88"/>
                <a:gd name="T85" fmla="*/ 83 h 89"/>
                <a:gd name="T86" fmla="*/ 88 w 88"/>
                <a:gd name="T87" fmla="*/ 79 h 89"/>
                <a:gd name="T88" fmla="*/ 82 w 88"/>
                <a:gd name="T89" fmla="*/ 7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 h="89">
                  <a:moveTo>
                    <a:pt x="82" y="71"/>
                  </a:moveTo>
                  <a:cubicBezTo>
                    <a:pt x="82" y="66"/>
                    <a:pt x="79" y="66"/>
                    <a:pt x="79" y="63"/>
                  </a:cubicBezTo>
                  <a:cubicBezTo>
                    <a:pt x="79" y="60"/>
                    <a:pt x="79" y="57"/>
                    <a:pt x="78" y="56"/>
                  </a:cubicBezTo>
                  <a:cubicBezTo>
                    <a:pt x="77" y="56"/>
                    <a:pt x="78" y="53"/>
                    <a:pt x="80" y="50"/>
                  </a:cubicBezTo>
                  <a:cubicBezTo>
                    <a:pt x="82" y="47"/>
                    <a:pt x="76" y="47"/>
                    <a:pt x="75" y="44"/>
                  </a:cubicBezTo>
                  <a:cubicBezTo>
                    <a:pt x="75" y="42"/>
                    <a:pt x="77" y="37"/>
                    <a:pt x="79" y="31"/>
                  </a:cubicBezTo>
                  <a:cubicBezTo>
                    <a:pt x="72" y="27"/>
                    <a:pt x="65" y="22"/>
                    <a:pt x="65" y="22"/>
                  </a:cubicBezTo>
                  <a:cubicBezTo>
                    <a:pt x="66" y="17"/>
                    <a:pt x="66" y="17"/>
                    <a:pt x="66" y="17"/>
                  </a:cubicBezTo>
                  <a:cubicBezTo>
                    <a:pt x="35" y="1"/>
                    <a:pt x="35" y="1"/>
                    <a:pt x="35" y="1"/>
                  </a:cubicBezTo>
                  <a:cubicBezTo>
                    <a:pt x="35" y="4"/>
                    <a:pt x="34" y="7"/>
                    <a:pt x="32" y="8"/>
                  </a:cubicBezTo>
                  <a:cubicBezTo>
                    <a:pt x="29" y="9"/>
                    <a:pt x="35" y="13"/>
                    <a:pt x="32" y="13"/>
                  </a:cubicBezTo>
                  <a:cubicBezTo>
                    <a:pt x="29" y="14"/>
                    <a:pt x="23" y="11"/>
                    <a:pt x="19" y="13"/>
                  </a:cubicBezTo>
                  <a:cubicBezTo>
                    <a:pt x="16" y="14"/>
                    <a:pt x="17" y="7"/>
                    <a:pt x="19" y="0"/>
                  </a:cubicBezTo>
                  <a:cubicBezTo>
                    <a:pt x="12" y="1"/>
                    <a:pt x="12" y="1"/>
                    <a:pt x="12" y="1"/>
                  </a:cubicBezTo>
                  <a:cubicBezTo>
                    <a:pt x="12" y="1"/>
                    <a:pt x="11" y="1"/>
                    <a:pt x="9" y="2"/>
                  </a:cubicBezTo>
                  <a:cubicBezTo>
                    <a:pt x="10" y="5"/>
                    <a:pt x="10" y="5"/>
                    <a:pt x="10" y="5"/>
                  </a:cubicBezTo>
                  <a:cubicBezTo>
                    <a:pt x="10" y="5"/>
                    <a:pt x="12" y="9"/>
                    <a:pt x="11" y="11"/>
                  </a:cubicBezTo>
                  <a:cubicBezTo>
                    <a:pt x="11" y="12"/>
                    <a:pt x="9" y="12"/>
                    <a:pt x="8" y="12"/>
                  </a:cubicBezTo>
                  <a:cubicBezTo>
                    <a:pt x="8" y="15"/>
                    <a:pt x="8" y="16"/>
                    <a:pt x="8" y="16"/>
                  </a:cubicBezTo>
                  <a:cubicBezTo>
                    <a:pt x="10" y="18"/>
                    <a:pt x="10" y="18"/>
                    <a:pt x="10" y="18"/>
                  </a:cubicBezTo>
                  <a:cubicBezTo>
                    <a:pt x="10" y="18"/>
                    <a:pt x="6" y="26"/>
                    <a:pt x="4" y="27"/>
                  </a:cubicBezTo>
                  <a:cubicBezTo>
                    <a:pt x="3" y="27"/>
                    <a:pt x="2" y="28"/>
                    <a:pt x="0" y="29"/>
                  </a:cubicBezTo>
                  <a:cubicBezTo>
                    <a:pt x="2" y="35"/>
                    <a:pt x="3" y="42"/>
                    <a:pt x="5" y="44"/>
                  </a:cubicBezTo>
                  <a:cubicBezTo>
                    <a:pt x="9" y="48"/>
                    <a:pt x="9" y="52"/>
                    <a:pt x="9" y="55"/>
                  </a:cubicBezTo>
                  <a:cubicBezTo>
                    <a:pt x="10" y="57"/>
                    <a:pt x="14" y="60"/>
                    <a:pt x="11" y="61"/>
                  </a:cubicBezTo>
                  <a:cubicBezTo>
                    <a:pt x="10" y="62"/>
                    <a:pt x="8" y="60"/>
                    <a:pt x="7" y="58"/>
                  </a:cubicBezTo>
                  <a:cubicBezTo>
                    <a:pt x="7" y="58"/>
                    <a:pt x="7" y="59"/>
                    <a:pt x="6" y="59"/>
                  </a:cubicBezTo>
                  <a:cubicBezTo>
                    <a:pt x="6" y="59"/>
                    <a:pt x="6" y="59"/>
                    <a:pt x="6" y="60"/>
                  </a:cubicBezTo>
                  <a:cubicBezTo>
                    <a:pt x="8" y="61"/>
                    <a:pt x="11" y="63"/>
                    <a:pt x="12" y="63"/>
                  </a:cubicBezTo>
                  <a:cubicBezTo>
                    <a:pt x="14" y="63"/>
                    <a:pt x="17" y="65"/>
                    <a:pt x="19" y="66"/>
                  </a:cubicBezTo>
                  <a:cubicBezTo>
                    <a:pt x="21" y="66"/>
                    <a:pt x="29" y="69"/>
                    <a:pt x="30" y="70"/>
                  </a:cubicBezTo>
                  <a:cubicBezTo>
                    <a:pt x="30" y="71"/>
                    <a:pt x="30" y="71"/>
                    <a:pt x="30" y="71"/>
                  </a:cubicBezTo>
                  <a:cubicBezTo>
                    <a:pt x="32" y="71"/>
                    <a:pt x="34" y="71"/>
                    <a:pt x="36" y="71"/>
                  </a:cubicBezTo>
                  <a:cubicBezTo>
                    <a:pt x="36" y="71"/>
                    <a:pt x="36" y="71"/>
                    <a:pt x="37" y="71"/>
                  </a:cubicBezTo>
                  <a:cubicBezTo>
                    <a:pt x="39" y="71"/>
                    <a:pt x="43" y="81"/>
                    <a:pt x="43" y="87"/>
                  </a:cubicBezTo>
                  <a:cubicBezTo>
                    <a:pt x="44" y="87"/>
                    <a:pt x="46" y="87"/>
                    <a:pt x="47" y="87"/>
                  </a:cubicBezTo>
                  <a:cubicBezTo>
                    <a:pt x="48" y="87"/>
                    <a:pt x="50" y="86"/>
                    <a:pt x="52" y="86"/>
                  </a:cubicBezTo>
                  <a:cubicBezTo>
                    <a:pt x="54" y="87"/>
                    <a:pt x="53" y="89"/>
                    <a:pt x="55" y="89"/>
                  </a:cubicBezTo>
                  <a:cubicBezTo>
                    <a:pt x="56" y="89"/>
                    <a:pt x="60" y="88"/>
                    <a:pt x="61" y="88"/>
                  </a:cubicBezTo>
                  <a:cubicBezTo>
                    <a:pt x="63" y="88"/>
                    <a:pt x="66" y="89"/>
                    <a:pt x="66" y="87"/>
                  </a:cubicBezTo>
                  <a:cubicBezTo>
                    <a:pt x="66" y="86"/>
                    <a:pt x="67" y="84"/>
                    <a:pt x="69" y="84"/>
                  </a:cubicBezTo>
                  <a:cubicBezTo>
                    <a:pt x="70" y="85"/>
                    <a:pt x="72" y="86"/>
                    <a:pt x="74" y="85"/>
                  </a:cubicBezTo>
                  <a:cubicBezTo>
                    <a:pt x="75" y="83"/>
                    <a:pt x="79" y="85"/>
                    <a:pt x="79" y="83"/>
                  </a:cubicBezTo>
                  <a:cubicBezTo>
                    <a:pt x="80" y="82"/>
                    <a:pt x="84" y="80"/>
                    <a:pt x="88" y="79"/>
                  </a:cubicBezTo>
                  <a:cubicBezTo>
                    <a:pt x="88" y="74"/>
                    <a:pt x="82" y="76"/>
                    <a:pt x="82" y="71"/>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168">
              <a:extLst>
                <a:ext uri="{FF2B5EF4-FFF2-40B4-BE49-F238E27FC236}">
                  <a16:creationId xmlns:a16="http://schemas.microsoft.com/office/drawing/2014/main" id="{63BEE5A1-F91B-4987-9E17-A04899AFB391}"/>
                </a:ext>
              </a:extLst>
            </p:cNvPr>
            <p:cNvSpPr>
              <a:spLocks/>
            </p:cNvSpPr>
            <p:nvPr/>
          </p:nvSpPr>
          <p:spPr bwMode="auto">
            <a:xfrm>
              <a:off x="4999038" y="3290888"/>
              <a:ext cx="68263" cy="157163"/>
            </a:xfrm>
            <a:custGeom>
              <a:avLst/>
              <a:gdLst>
                <a:gd name="T0" fmla="*/ 24 w 27"/>
                <a:gd name="T1" fmla="*/ 40 h 62"/>
                <a:gd name="T2" fmla="*/ 20 w 27"/>
                <a:gd name="T3" fmla="*/ 36 h 62"/>
                <a:gd name="T4" fmla="*/ 19 w 27"/>
                <a:gd name="T5" fmla="*/ 37 h 62"/>
                <a:gd name="T6" fmla="*/ 11 w 27"/>
                <a:gd name="T7" fmla="*/ 25 h 62"/>
                <a:gd name="T8" fmla="*/ 11 w 27"/>
                <a:gd name="T9" fmla="*/ 11 h 62"/>
                <a:gd name="T10" fmla="*/ 10 w 27"/>
                <a:gd name="T11" fmla="*/ 0 h 62"/>
                <a:gd name="T12" fmla="*/ 4 w 27"/>
                <a:gd name="T13" fmla="*/ 0 h 62"/>
                <a:gd name="T14" fmla="*/ 7 w 27"/>
                <a:gd name="T15" fmla="*/ 8 h 62"/>
                <a:gd name="T16" fmla="*/ 4 w 27"/>
                <a:gd name="T17" fmla="*/ 10 h 62"/>
                <a:gd name="T18" fmla="*/ 5 w 27"/>
                <a:gd name="T19" fmla="*/ 23 h 62"/>
                <a:gd name="T20" fmla="*/ 2 w 27"/>
                <a:gd name="T21" fmla="*/ 25 h 62"/>
                <a:gd name="T22" fmla="*/ 0 w 27"/>
                <a:gd name="T23" fmla="*/ 33 h 62"/>
                <a:gd name="T24" fmla="*/ 2 w 27"/>
                <a:gd name="T25" fmla="*/ 36 h 62"/>
                <a:gd name="T26" fmla="*/ 2 w 27"/>
                <a:gd name="T27" fmla="*/ 36 h 62"/>
                <a:gd name="T28" fmla="*/ 7 w 27"/>
                <a:gd name="T29" fmla="*/ 40 h 62"/>
                <a:gd name="T30" fmla="*/ 14 w 27"/>
                <a:gd name="T31" fmla="*/ 41 h 62"/>
                <a:gd name="T32" fmla="*/ 12 w 27"/>
                <a:gd name="T33" fmla="*/ 51 h 62"/>
                <a:gd name="T34" fmla="*/ 19 w 27"/>
                <a:gd name="T35" fmla="*/ 61 h 62"/>
                <a:gd name="T36" fmla="*/ 20 w 27"/>
                <a:gd name="T37" fmla="*/ 54 h 62"/>
                <a:gd name="T38" fmla="*/ 25 w 27"/>
                <a:gd name="T39" fmla="*/ 49 h 62"/>
                <a:gd name="T40" fmla="*/ 24 w 27"/>
                <a:gd name="T41" fmla="*/ 4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62">
                  <a:moveTo>
                    <a:pt x="24" y="40"/>
                  </a:moveTo>
                  <a:cubicBezTo>
                    <a:pt x="23" y="39"/>
                    <a:pt x="21" y="37"/>
                    <a:pt x="20" y="36"/>
                  </a:cubicBezTo>
                  <a:cubicBezTo>
                    <a:pt x="20" y="36"/>
                    <a:pt x="20" y="37"/>
                    <a:pt x="19" y="37"/>
                  </a:cubicBezTo>
                  <a:cubicBezTo>
                    <a:pt x="17" y="40"/>
                    <a:pt x="11" y="31"/>
                    <a:pt x="11" y="25"/>
                  </a:cubicBezTo>
                  <a:cubicBezTo>
                    <a:pt x="10" y="19"/>
                    <a:pt x="14" y="16"/>
                    <a:pt x="11" y="11"/>
                  </a:cubicBezTo>
                  <a:cubicBezTo>
                    <a:pt x="9" y="6"/>
                    <a:pt x="8" y="1"/>
                    <a:pt x="10" y="0"/>
                  </a:cubicBezTo>
                  <a:cubicBezTo>
                    <a:pt x="8" y="0"/>
                    <a:pt x="6" y="0"/>
                    <a:pt x="4" y="0"/>
                  </a:cubicBezTo>
                  <a:cubicBezTo>
                    <a:pt x="5" y="2"/>
                    <a:pt x="7" y="7"/>
                    <a:pt x="7" y="8"/>
                  </a:cubicBezTo>
                  <a:cubicBezTo>
                    <a:pt x="7" y="10"/>
                    <a:pt x="5" y="8"/>
                    <a:pt x="4" y="10"/>
                  </a:cubicBezTo>
                  <a:cubicBezTo>
                    <a:pt x="4" y="12"/>
                    <a:pt x="3" y="21"/>
                    <a:pt x="5" y="23"/>
                  </a:cubicBezTo>
                  <a:cubicBezTo>
                    <a:pt x="7" y="24"/>
                    <a:pt x="2" y="23"/>
                    <a:pt x="2" y="25"/>
                  </a:cubicBezTo>
                  <a:cubicBezTo>
                    <a:pt x="2" y="26"/>
                    <a:pt x="1" y="32"/>
                    <a:pt x="0" y="33"/>
                  </a:cubicBezTo>
                  <a:cubicBezTo>
                    <a:pt x="0" y="33"/>
                    <a:pt x="1" y="34"/>
                    <a:pt x="2" y="36"/>
                  </a:cubicBezTo>
                  <a:cubicBezTo>
                    <a:pt x="2" y="36"/>
                    <a:pt x="2" y="36"/>
                    <a:pt x="2" y="36"/>
                  </a:cubicBezTo>
                  <a:cubicBezTo>
                    <a:pt x="3" y="36"/>
                    <a:pt x="6" y="40"/>
                    <a:pt x="7" y="40"/>
                  </a:cubicBezTo>
                  <a:cubicBezTo>
                    <a:pt x="9" y="40"/>
                    <a:pt x="13" y="38"/>
                    <a:pt x="14" y="41"/>
                  </a:cubicBezTo>
                  <a:cubicBezTo>
                    <a:pt x="14" y="44"/>
                    <a:pt x="12" y="50"/>
                    <a:pt x="12" y="51"/>
                  </a:cubicBezTo>
                  <a:cubicBezTo>
                    <a:pt x="13" y="53"/>
                    <a:pt x="19" y="62"/>
                    <a:pt x="19" y="61"/>
                  </a:cubicBezTo>
                  <a:cubicBezTo>
                    <a:pt x="20" y="60"/>
                    <a:pt x="18" y="56"/>
                    <a:pt x="20" y="54"/>
                  </a:cubicBezTo>
                  <a:cubicBezTo>
                    <a:pt x="22" y="52"/>
                    <a:pt x="25" y="54"/>
                    <a:pt x="25" y="49"/>
                  </a:cubicBezTo>
                  <a:cubicBezTo>
                    <a:pt x="24" y="43"/>
                    <a:pt x="27" y="43"/>
                    <a:pt x="24" y="4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169">
              <a:extLst>
                <a:ext uri="{FF2B5EF4-FFF2-40B4-BE49-F238E27FC236}">
                  <a16:creationId xmlns:a16="http://schemas.microsoft.com/office/drawing/2014/main" id="{CE084128-EC03-4B54-B068-C06E05D3C287}"/>
                </a:ext>
              </a:extLst>
            </p:cNvPr>
            <p:cNvSpPr>
              <a:spLocks/>
            </p:cNvSpPr>
            <p:nvPr/>
          </p:nvSpPr>
          <p:spPr bwMode="auto">
            <a:xfrm>
              <a:off x="7654926" y="3517900"/>
              <a:ext cx="65088" cy="52388"/>
            </a:xfrm>
            <a:custGeom>
              <a:avLst/>
              <a:gdLst>
                <a:gd name="T0" fmla="*/ 0 w 26"/>
                <a:gd name="T1" fmla="*/ 3 h 21"/>
                <a:gd name="T2" fmla="*/ 23 w 26"/>
                <a:gd name="T3" fmla="*/ 19 h 21"/>
                <a:gd name="T4" fmla="*/ 0 w 26"/>
                <a:gd name="T5" fmla="*/ 3 h 21"/>
              </a:gdLst>
              <a:ahLst/>
              <a:cxnLst>
                <a:cxn ang="0">
                  <a:pos x="T0" y="T1"/>
                </a:cxn>
                <a:cxn ang="0">
                  <a:pos x="T2" y="T3"/>
                </a:cxn>
                <a:cxn ang="0">
                  <a:pos x="T4" y="T5"/>
                </a:cxn>
              </a:cxnLst>
              <a:rect l="0" t="0" r="r" b="b"/>
              <a:pathLst>
                <a:path w="26" h="21">
                  <a:moveTo>
                    <a:pt x="0" y="3"/>
                  </a:moveTo>
                  <a:cubicBezTo>
                    <a:pt x="0" y="0"/>
                    <a:pt x="26" y="17"/>
                    <a:pt x="23" y="19"/>
                  </a:cubicBezTo>
                  <a:cubicBezTo>
                    <a:pt x="20" y="21"/>
                    <a:pt x="0" y="6"/>
                    <a:pt x="0" y="3"/>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170">
              <a:extLst>
                <a:ext uri="{FF2B5EF4-FFF2-40B4-BE49-F238E27FC236}">
                  <a16:creationId xmlns:a16="http://schemas.microsoft.com/office/drawing/2014/main" id="{1326170E-E682-4E0F-BA74-AB01C7CEB259}"/>
                </a:ext>
              </a:extLst>
            </p:cNvPr>
            <p:cNvSpPr>
              <a:spLocks/>
            </p:cNvSpPr>
            <p:nvPr/>
          </p:nvSpPr>
          <p:spPr bwMode="auto">
            <a:xfrm>
              <a:off x="5718176" y="2211388"/>
              <a:ext cx="153988" cy="106363"/>
            </a:xfrm>
            <a:custGeom>
              <a:avLst/>
              <a:gdLst>
                <a:gd name="T0" fmla="*/ 50 w 61"/>
                <a:gd name="T1" fmla="*/ 34 h 42"/>
                <a:gd name="T2" fmla="*/ 53 w 61"/>
                <a:gd name="T3" fmla="*/ 36 h 42"/>
                <a:gd name="T4" fmla="*/ 59 w 61"/>
                <a:gd name="T5" fmla="*/ 38 h 42"/>
                <a:gd name="T6" fmla="*/ 61 w 61"/>
                <a:gd name="T7" fmla="*/ 37 h 42"/>
                <a:gd name="T8" fmla="*/ 60 w 61"/>
                <a:gd name="T9" fmla="*/ 26 h 42"/>
                <a:gd name="T10" fmla="*/ 52 w 61"/>
                <a:gd name="T11" fmla="*/ 21 h 42"/>
                <a:gd name="T12" fmla="*/ 51 w 61"/>
                <a:gd name="T13" fmla="*/ 14 h 42"/>
                <a:gd name="T14" fmla="*/ 40 w 61"/>
                <a:gd name="T15" fmla="*/ 15 h 42"/>
                <a:gd name="T16" fmla="*/ 33 w 61"/>
                <a:gd name="T17" fmla="*/ 14 h 42"/>
                <a:gd name="T18" fmla="*/ 26 w 61"/>
                <a:gd name="T19" fmla="*/ 13 h 42"/>
                <a:gd name="T20" fmla="*/ 15 w 61"/>
                <a:gd name="T21" fmla="*/ 13 h 42"/>
                <a:gd name="T22" fmla="*/ 20 w 61"/>
                <a:gd name="T23" fmla="*/ 8 h 42"/>
                <a:gd name="T24" fmla="*/ 23 w 61"/>
                <a:gd name="T25" fmla="*/ 8 h 42"/>
                <a:gd name="T26" fmla="*/ 26 w 61"/>
                <a:gd name="T27" fmla="*/ 1 h 42"/>
                <a:gd name="T28" fmla="*/ 20 w 61"/>
                <a:gd name="T29" fmla="*/ 2 h 42"/>
                <a:gd name="T30" fmla="*/ 14 w 61"/>
                <a:gd name="T31" fmla="*/ 4 h 42"/>
                <a:gd name="T32" fmla="*/ 10 w 61"/>
                <a:gd name="T33" fmla="*/ 8 h 42"/>
                <a:gd name="T34" fmla="*/ 8 w 61"/>
                <a:gd name="T35" fmla="*/ 13 h 42"/>
                <a:gd name="T36" fmla="*/ 0 w 61"/>
                <a:gd name="T37" fmla="*/ 15 h 42"/>
                <a:gd name="T38" fmla="*/ 5 w 61"/>
                <a:gd name="T39" fmla="*/ 22 h 42"/>
                <a:gd name="T40" fmla="*/ 6 w 61"/>
                <a:gd name="T41" fmla="*/ 29 h 42"/>
                <a:gd name="T42" fmla="*/ 3 w 61"/>
                <a:gd name="T43" fmla="*/ 37 h 42"/>
                <a:gd name="T44" fmla="*/ 6 w 61"/>
                <a:gd name="T45" fmla="*/ 38 h 42"/>
                <a:gd name="T46" fmla="*/ 15 w 61"/>
                <a:gd name="T47" fmla="*/ 35 h 42"/>
                <a:gd name="T48" fmla="*/ 22 w 61"/>
                <a:gd name="T49" fmla="*/ 32 h 42"/>
                <a:gd name="T50" fmla="*/ 30 w 61"/>
                <a:gd name="T51" fmla="*/ 25 h 42"/>
                <a:gd name="T52" fmla="*/ 33 w 61"/>
                <a:gd name="T53" fmla="*/ 31 h 42"/>
                <a:gd name="T54" fmla="*/ 33 w 61"/>
                <a:gd name="T55" fmla="*/ 41 h 42"/>
                <a:gd name="T56" fmla="*/ 37 w 61"/>
                <a:gd name="T57" fmla="*/ 41 h 42"/>
                <a:gd name="T58" fmla="*/ 41 w 61"/>
                <a:gd name="T59" fmla="*/ 40 h 42"/>
                <a:gd name="T60" fmla="*/ 50 w 61"/>
                <a:gd name="T61"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1" h="42">
                  <a:moveTo>
                    <a:pt x="50" y="34"/>
                  </a:moveTo>
                  <a:cubicBezTo>
                    <a:pt x="52" y="35"/>
                    <a:pt x="51" y="36"/>
                    <a:pt x="53" y="36"/>
                  </a:cubicBezTo>
                  <a:cubicBezTo>
                    <a:pt x="54" y="36"/>
                    <a:pt x="57" y="36"/>
                    <a:pt x="59" y="38"/>
                  </a:cubicBezTo>
                  <a:cubicBezTo>
                    <a:pt x="60" y="37"/>
                    <a:pt x="61" y="37"/>
                    <a:pt x="61" y="37"/>
                  </a:cubicBezTo>
                  <a:cubicBezTo>
                    <a:pt x="61" y="37"/>
                    <a:pt x="60" y="29"/>
                    <a:pt x="60" y="26"/>
                  </a:cubicBezTo>
                  <a:cubicBezTo>
                    <a:pt x="59" y="24"/>
                    <a:pt x="52" y="21"/>
                    <a:pt x="52" y="21"/>
                  </a:cubicBezTo>
                  <a:cubicBezTo>
                    <a:pt x="51" y="14"/>
                    <a:pt x="51" y="14"/>
                    <a:pt x="51" y="14"/>
                  </a:cubicBezTo>
                  <a:cubicBezTo>
                    <a:pt x="51" y="14"/>
                    <a:pt x="42" y="16"/>
                    <a:pt x="40" y="15"/>
                  </a:cubicBezTo>
                  <a:cubicBezTo>
                    <a:pt x="38" y="14"/>
                    <a:pt x="35" y="16"/>
                    <a:pt x="33" y="14"/>
                  </a:cubicBezTo>
                  <a:cubicBezTo>
                    <a:pt x="32" y="12"/>
                    <a:pt x="29" y="15"/>
                    <a:pt x="26" y="13"/>
                  </a:cubicBezTo>
                  <a:cubicBezTo>
                    <a:pt x="23" y="12"/>
                    <a:pt x="15" y="14"/>
                    <a:pt x="15" y="13"/>
                  </a:cubicBezTo>
                  <a:cubicBezTo>
                    <a:pt x="14" y="11"/>
                    <a:pt x="18" y="7"/>
                    <a:pt x="20" y="8"/>
                  </a:cubicBezTo>
                  <a:cubicBezTo>
                    <a:pt x="21" y="8"/>
                    <a:pt x="22" y="8"/>
                    <a:pt x="23" y="8"/>
                  </a:cubicBezTo>
                  <a:cubicBezTo>
                    <a:pt x="24" y="6"/>
                    <a:pt x="26" y="2"/>
                    <a:pt x="26" y="1"/>
                  </a:cubicBezTo>
                  <a:cubicBezTo>
                    <a:pt x="25" y="0"/>
                    <a:pt x="22" y="1"/>
                    <a:pt x="20" y="2"/>
                  </a:cubicBezTo>
                  <a:cubicBezTo>
                    <a:pt x="18" y="4"/>
                    <a:pt x="15" y="2"/>
                    <a:pt x="14" y="4"/>
                  </a:cubicBezTo>
                  <a:cubicBezTo>
                    <a:pt x="13" y="6"/>
                    <a:pt x="12" y="8"/>
                    <a:pt x="10" y="8"/>
                  </a:cubicBezTo>
                  <a:cubicBezTo>
                    <a:pt x="8" y="8"/>
                    <a:pt x="10" y="12"/>
                    <a:pt x="8" y="13"/>
                  </a:cubicBezTo>
                  <a:cubicBezTo>
                    <a:pt x="5" y="14"/>
                    <a:pt x="1" y="13"/>
                    <a:pt x="0" y="15"/>
                  </a:cubicBezTo>
                  <a:cubicBezTo>
                    <a:pt x="0" y="18"/>
                    <a:pt x="5" y="19"/>
                    <a:pt x="5" y="22"/>
                  </a:cubicBezTo>
                  <a:cubicBezTo>
                    <a:pt x="5" y="24"/>
                    <a:pt x="8" y="27"/>
                    <a:pt x="6" y="29"/>
                  </a:cubicBezTo>
                  <a:cubicBezTo>
                    <a:pt x="4" y="30"/>
                    <a:pt x="3" y="33"/>
                    <a:pt x="3" y="37"/>
                  </a:cubicBezTo>
                  <a:cubicBezTo>
                    <a:pt x="4" y="38"/>
                    <a:pt x="6" y="39"/>
                    <a:pt x="6" y="38"/>
                  </a:cubicBezTo>
                  <a:cubicBezTo>
                    <a:pt x="8" y="35"/>
                    <a:pt x="15" y="38"/>
                    <a:pt x="15" y="35"/>
                  </a:cubicBezTo>
                  <a:cubicBezTo>
                    <a:pt x="15" y="33"/>
                    <a:pt x="22" y="34"/>
                    <a:pt x="22" y="32"/>
                  </a:cubicBezTo>
                  <a:cubicBezTo>
                    <a:pt x="22" y="29"/>
                    <a:pt x="27" y="24"/>
                    <a:pt x="30" y="25"/>
                  </a:cubicBezTo>
                  <a:cubicBezTo>
                    <a:pt x="32" y="25"/>
                    <a:pt x="29" y="30"/>
                    <a:pt x="33" y="31"/>
                  </a:cubicBezTo>
                  <a:cubicBezTo>
                    <a:pt x="36" y="33"/>
                    <a:pt x="31" y="39"/>
                    <a:pt x="33" y="41"/>
                  </a:cubicBezTo>
                  <a:cubicBezTo>
                    <a:pt x="34" y="42"/>
                    <a:pt x="35" y="41"/>
                    <a:pt x="37" y="41"/>
                  </a:cubicBezTo>
                  <a:cubicBezTo>
                    <a:pt x="38" y="41"/>
                    <a:pt x="40" y="40"/>
                    <a:pt x="41" y="40"/>
                  </a:cubicBezTo>
                  <a:cubicBezTo>
                    <a:pt x="44" y="37"/>
                    <a:pt x="49" y="33"/>
                    <a:pt x="50" y="3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171">
              <a:extLst>
                <a:ext uri="{FF2B5EF4-FFF2-40B4-BE49-F238E27FC236}">
                  <a16:creationId xmlns:a16="http://schemas.microsoft.com/office/drawing/2014/main" id="{8BE0E85D-1A8D-4BB1-8DA7-66521935B196}"/>
                </a:ext>
              </a:extLst>
            </p:cNvPr>
            <p:cNvSpPr>
              <a:spLocks/>
            </p:cNvSpPr>
            <p:nvPr/>
          </p:nvSpPr>
          <p:spPr bwMode="auto">
            <a:xfrm>
              <a:off x="2754313" y="2566988"/>
              <a:ext cx="17463" cy="38100"/>
            </a:xfrm>
            <a:custGeom>
              <a:avLst/>
              <a:gdLst>
                <a:gd name="T0" fmla="*/ 6 w 7"/>
                <a:gd name="T1" fmla="*/ 14 h 15"/>
                <a:gd name="T2" fmla="*/ 3 w 7"/>
                <a:gd name="T3" fmla="*/ 11 h 15"/>
                <a:gd name="T4" fmla="*/ 0 w 7"/>
                <a:gd name="T5" fmla="*/ 5 h 15"/>
                <a:gd name="T6" fmla="*/ 3 w 7"/>
                <a:gd name="T7" fmla="*/ 3 h 15"/>
                <a:gd name="T8" fmla="*/ 4 w 7"/>
                <a:gd name="T9" fmla="*/ 9 h 15"/>
                <a:gd name="T10" fmla="*/ 6 w 7"/>
                <a:gd name="T11" fmla="*/ 14 h 15"/>
              </a:gdLst>
              <a:ahLst/>
              <a:cxnLst>
                <a:cxn ang="0">
                  <a:pos x="T0" y="T1"/>
                </a:cxn>
                <a:cxn ang="0">
                  <a:pos x="T2" y="T3"/>
                </a:cxn>
                <a:cxn ang="0">
                  <a:pos x="T4" y="T5"/>
                </a:cxn>
                <a:cxn ang="0">
                  <a:pos x="T6" y="T7"/>
                </a:cxn>
                <a:cxn ang="0">
                  <a:pos x="T8" y="T9"/>
                </a:cxn>
                <a:cxn ang="0">
                  <a:pos x="T10" y="T11"/>
                </a:cxn>
              </a:cxnLst>
              <a:rect l="0" t="0" r="r" b="b"/>
              <a:pathLst>
                <a:path w="7" h="15">
                  <a:moveTo>
                    <a:pt x="6" y="14"/>
                  </a:moveTo>
                  <a:cubicBezTo>
                    <a:pt x="6" y="15"/>
                    <a:pt x="3" y="12"/>
                    <a:pt x="3" y="11"/>
                  </a:cubicBezTo>
                  <a:cubicBezTo>
                    <a:pt x="3" y="9"/>
                    <a:pt x="0" y="8"/>
                    <a:pt x="0" y="5"/>
                  </a:cubicBezTo>
                  <a:cubicBezTo>
                    <a:pt x="0" y="2"/>
                    <a:pt x="1" y="0"/>
                    <a:pt x="3" y="3"/>
                  </a:cubicBezTo>
                  <a:cubicBezTo>
                    <a:pt x="5" y="6"/>
                    <a:pt x="4" y="8"/>
                    <a:pt x="4" y="9"/>
                  </a:cubicBezTo>
                  <a:cubicBezTo>
                    <a:pt x="4" y="10"/>
                    <a:pt x="7" y="12"/>
                    <a:pt x="6" y="14"/>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172">
              <a:extLst>
                <a:ext uri="{FF2B5EF4-FFF2-40B4-BE49-F238E27FC236}">
                  <a16:creationId xmlns:a16="http://schemas.microsoft.com/office/drawing/2014/main" id="{838B0F15-DC95-4336-9DAF-567B046A0942}"/>
                </a:ext>
              </a:extLst>
            </p:cNvPr>
            <p:cNvSpPr>
              <a:spLocks/>
            </p:cNvSpPr>
            <p:nvPr/>
          </p:nvSpPr>
          <p:spPr bwMode="auto">
            <a:xfrm>
              <a:off x="3089276" y="2873375"/>
              <a:ext cx="22225" cy="20638"/>
            </a:xfrm>
            <a:custGeom>
              <a:avLst/>
              <a:gdLst>
                <a:gd name="T0" fmla="*/ 2 w 9"/>
                <a:gd name="T1" fmla="*/ 7 h 8"/>
                <a:gd name="T2" fmla="*/ 1 w 9"/>
                <a:gd name="T3" fmla="*/ 3 h 8"/>
                <a:gd name="T4" fmla="*/ 7 w 9"/>
                <a:gd name="T5" fmla="*/ 1 h 8"/>
                <a:gd name="T6" fmla="*/ 8 w 9"/>
                <a:gd name="T7" fmla="*/ 6 h 8"/>
                <a:gd name="T8" fmla="*/ 2 w 9"/>
                <a:gd name="T9" fmla="*/ 7 h 8"/>
              </a:gdLst>
              <a:ahLst/>
              <a:cxnLst>
                <a:cxn ang="0">
                  <a:pos x="T0" y="T1"/>
                </a:cxn>
                <a:cxn ang="0">
                  <a:pos x="T2" y="T3"/>
                </a:cxn>
                <a:cxn ang="0">
                  <a:pos x="T4" y="T5"/>
                </a:cxn>
                <a:cxn ang="0">
                  <a:pos x="T6" y="T7"/>
                </a:cxn>
                <a:cxn ang="0">
                  <a:pos x="T8" y="T9"/>
                </a:cxn>
              </a:cxnLst>
              <a:rect l="0" t="0" r="r" b="b"/>
              <a:pathLst>
                <a:path w="9" h="8">
                  <a:moveTo>
                    <a:pt x="2" y="7"/>
                  </a:moveTo>
                  <a:cubicBezTo>
                    <a:pt x="0" y="6"/>
                    <a:pt x="3" y="4"/>
                    <a:pt x="1" y="3"/>
                  </a:cubicBezTo>
                  <a:cubicBezTo>
                    <a:pt x="0" y="2"/>
                    <a:pt x="5" y="0"/>
                    <a:pt x="7" y="1"/>
                  </a:cubicBezTo>
                  <a:cubicBezTo>
                    <a:pt x="9" y="3"/>
                    <a:pt x="9" y="5"/>
                    <a:pt x="8" y="6"/>
                  </a:cubicBezTo>
                  <a:cubicBezTo>
                    <a:pt x="6" y="7"/>
                    <a:pt x="2" y="8"/>
                    <a:pt x="2" y="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173">
              <a:extLst>
                <a:ext uri="{FF2B5EF4-FFF2-40B4-BE49-F238E27FC236}">
                  <a16:creationId xmlns:a16="http://schemas.microsoft.com/office/drawing/2014/main" id="{C38F6423-56E2-455D-A543-32B2D00DD263}"/>
                </a:ext>
              </a:extLst>
            </p:cNvPr>
            <p:cNvSpPr>
              <a:spLocks/>
            </p:cNvSpPr>
            <p:nvPr/>
          </p:nvSpPr>
          <p:spPr bwMode="auto">
            <a:xfrm>
              <a:off x="5221288" y="2201863"/>
              <a:ext cx="66675" cy="57150"/>
            </a:xfrm>
            <a:custGeom>
              <a:avLst/>
              <a:gdLst>
                <a:gd name="T0" fmla="*/ 25 w 27"/>
                <a:gd name="T1" fmla="*/ 18 h 23"/>
                <a:gd name="T2" fmla="*/ 20 w 27"/>
                <a:gd name="T3" fmla="*/ 12 h 23"/>
                <a:gd name="T4" fmla="*/ 17 w 27"/>
                <a:gd name="T5" fmla="*/ 5 h 23"/>
                <a:gd name="T6" fmla="*/ 15 w 27"/>
                <a:gd name="T7" fmla="*/ 1 h 23"/>
                <a:gd name="T8" fmla="*/ 8 w 27"/>
                <a:gd name="T9" fmla="*/ 0 h 23"/>
                <a:gd name="T10" fmla="*/ 0 w 27"/>
                <a:gd name="T11" fmla="*/ 2 h 23"/>
                <a:gd name="T12" fmla="*/ 1 w 27"/>
                <a:gd name="T13" fmla="*/ 8 h 23"/>
                <a:gd name="T14" fmla="*/ 8 w 27"/>
                <a:gd name="T15" fmla="*/ 11 h 23"/>
                <a:gd name="T16" fmla="*/ 9 w 27"/>
                <a:gd name="T17" fmla="*/ 14 h 23"/>
                <a:gd name="T18" fmla="*/ 10 w 27"/>
                <a:gd name="T19" fmla="*/ 14 h 23"/>
                <a:gd name="T20" fmla="*/ 12 w 27"/>
                <a:gd name="T21" fmla="*/ 15 h 23"/>
                <a:gd name="T22" fmla="*/ 16 w 27"/>
                <a:gd name="T23" fmla="*/ 17 h 23"/>
                <a:gd name="T24" fmla="*/ 20 w 27"/>
                <a:gd name="T25" fmla="*/ 19 h 23"/>
                <a:gd name="T26" fmla="*/ 21 w 27"/>
                <a:gd name="T27" fmla="*/ 23 h 23"/>
                <a:gd name="T28" fmla="*/ 27 w 27"/>
                <a:gd name="T29" fmla="*/ 22 h 23"/>
                <a:gd name="T30" fmla="*/ 25 w 27"/>
                <a:gd name="T31"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23">
                  <a:moveTo>
                    <a:pt x="25" y="18"/>
                  </a:moveTo>
                  <a:cubicBezTo>
                    <a:pt x="25" y="16"/>
                    <a:pt x="20" y="14"/>
                    <a:pt x="20" y="12"/>
                  </a:cubicBezTo>
                  <a:cubicBezTo>
                    <a:pt x="20" y="10"/>
                    <a:pt x="17" y="7"/>
                    <a:pt x="17" y="5"/>
                  </a:cubicBezTo>
                  <a:cubicBezTo>
                    <a:pt x="17" y="4"/>
                    <a:pt x="16" y="2"/>
                    <a:pt x="15" y="1"/>
                  </a:cubicBezTo>
                  <a:cubicBezTo>
                    <a:pt x="13" y="0"/>
                    <a:pt x="10" y="0"/>
                    <a:pt x="8" y="0"/>
                  </a:cubicBezTo>
                  <a:cubicBezTo>
                    <a:pt x="5" y="0"/>
                    <a:pt x="3" y="1"/>
                    <a:pt x="0" y="2"/>
                  </a:cubicBezTo>
                  <a:cubicBezTo>
                    <a:pt x="1" y="4"/>
                    <a:pt x="0" y="5"/>
                    <a:pt x="1" y="8"/>
                  </a:cubicBezTo>
                  <a:cubicBezTo>
                    <a:pt x="3" y="12"/>
                    <a:pt x="6" y="10"/>
                    <a:pt x="8" y="11"/>
                  </a:cubicBezTo>
                  <a:cubicBezTo>
                    <a:pt x="8" y="11"/>
                    <a:pt x="9" y="12"/>
                    <a:pt x="9" y="14"/>
                  </a:cubicBezTo>
                  <a:cubicBezTo>
                    <a:pt x="9" y="14"/>
                    <a:pt x="9" y="14"/>
                    <a:pt x="10" y="14"/>
                  </a:cubicBezTo>
                  <a:cubicBezTo>
                    <a:pt x="11" y="14"/>
                    <a:pt x="12" y="15"/>
                    <a:pt x="12" y="15"/>
                  </a:cubicBezTo>
                  <a:cubicBezTo>
                    <a:pt x="14" y="16"/>
                    <a:pt x="15" y="17"/>
                    <a:pt x="16" y="17"/>
                  </a:cubicBezTo>
                  <a:cubicBezTo>
                    <a:pt x="17" y="18"/>
                    <a:pt x="18" y="16"/>
                    <a:pt x="20" y="19"/>
                  </a:cubicBezTo>
                  <a:cubicBezTo>
                    <a:pt x="21" y="21"/>
                    <a:pt x="22" y="21"/>
                    <a:pt x="21" y="23"/>
                  </a:cubicBezTo>
                  <a:cubicBezTo>
                    <a:pt x="23" y="23"/>
                    <a:pt x="25" y="23"/>
                    <a:pt x="27" y="22"/>
                  </a:cubicBezTo>
                  <a:cubicBezTo>
                    <a:pt x="26" y="20"/>
                    <a:pt x="25" y="19"/>
                    <a:pt x="25" y="18"/>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174">
              <a:extLst>
                <a:ext uri="{FF2B5EF4-FFF2-40B4-BE49-F238E27FC236}">
                  <a16:creationId xmlns:a16="http://schemas.microsoft.com/office/drawing/2014/main" id="{EF6B6900-EAA9-4756-B04E-DA2BF3E47161}"/>
                </a:ext>
              </a:extLst>
            </p:cNvPr>
            <p:cNvSpPr>
              <a:spLocks noEditPoints="1"/>
            </p:cNvSpPr>
            <p:nvPr/>
          </p:nvSpPr>
          <p:spPr bwMode="auto">
            <a:xfrm>
              <a:off x="5251451" y="2189163"/>
              <a:ext cx="100013" cy="80963"/>
            </a:xfrm>
            <a:custGeom>
              <a:avLst/>
              <a:gdLst>
                <a:gd name="T0" fmla="*/ 38 w 40"/>
                <a:gd name="T1" fmla="*/ 10 h 32"/>
                <a:gd name="T2" fmla="*/ 30 w 40"/>
                <a:gd name="T3" fmla="*/ 1 h 32"/>
                <a:gd name="T4" fmla="*/ 25 w 40"/>
                <a:gd name="T5" fmla="*/ 5 h 32"/>
                <a:gd name="T6" fmla="*/ 22 w 40"/>
                <a:gd name="T7" fmla="*/ 5 h 32"/>
                <a:gd name="T8" fmla="*/ 16 w 40"/>
                <a:gd name="T9" fmla="*/ 1 h 32"/>
                <a:gd name="T10" fmla="*/ 13 w 40"/>
                <a:gd name="T11" fmla="*/ 0 h 32"/>
                <a:gd name="T12" fmla="*/ 11 w 40"/>
                <a:gd name="T13" fmla="*/ 3 h 32"/>
                <a:gd name="T14" fmla="*/ 14 w 40"/>
                <a:gd name="T15" fmla="*/ 6 h 32"/>
                <a:gd name="T16" fmla="*/ 8 w 40"/>
                <a:gd name="T17" fmla="*/ 6 h 32"/>
                <a:gd name="T18" fmla="*/ 2 w 40"/>
                <a:gd name="T19" fmla="*/ 4 h 32"/>
                <a:gd name="T20" fmla="*/ 5 w 40"/>
                <a:gd name="T21" fmla="*/ 10 h 32"/>
                <a:gd name="T22" fmla="*/ 8 w 40"/>
                <a:gd name="T23" fmla="*/ 17 h 32"/>
                <a:gd name="T24" fmla="*/ 13 w 40"/>
                <a:gd name="T25" fmla="*/ 23 h 32"/>
                <a:gd name="T26" fmla="*/ 15 w 40"/>
                <a:gd name="T27" fmla="*/ 27 h 32"/>
                <a:gd name="T28" fmla="*/ 24 w 40"/>
                <a:gd name="T29" fmla="*/ 21 h 32"/>
                <a:gd name="T30" fmla="*/ 26 w 40"/>
                <a:gd name="T31" fmla="*/ 28 h 32"/>
                <a:gd name="T32" fmla="*/ 31 w 40"/>
                <a:gd name="T33" fmla="*/ 32 h 32"/>
                <a:gd name="T34" fmla="*/ 33 w 40"/>
                <a:gd name="T35" fmla="*/ 28 h 32"/>
                <a:gd name="T36" fmla="*/ 38 w 40"/>
                <a:gd name="T37" fmla="*/ 10 h 32"/>
                <a:gd name="T38" fmla="*/ 4 w 40"/>
                <a:gd name="T39" fmla="*/ 22 h 32"/>
                <a:gd name="T40" fmla="*/ 0 w 40"/>
                <a:gd name="T41" fmla="*/ 20 h 32"/>
                <a:gd name="T42" fmla="*/ 3 w 40"/>
                <a:gd name="T43" fmla="*/ 25 h 32"/>
                <a:gd name="T44" fmla="*/ 8 w 40"/>
                <a:gd name="T45" fmla="*/ 28 h 32"/>
                <a:gd name="T46" fmla="*/ 9 w 40"/>
                <a:gd name="T47" fmla="*/ 28 h 32"/>
                <a:gd name="T48" fmla="*/ 8 w 40"/>
                <a:gd name="T49" fmla="*/ 24 h 32"/>
                <a:gd name="T50" fmla="*/ 4 w 40"/>
                <a:gd name="T51"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 h="32">
                  <a:moveTo>
                    <a:pt x="38" y="10"/>
                  </a:moveTo>
                  <a:cubicBezTo>
                    <a:pt x="37" y="9"/>
                    <a:pt x="34" y="5"/>
                    <a:pt x="30" y="1"/>
                  </a:cubicBezTo>
                  <a:cubicBezTo>
                    <a:pt x="29" y="4"/>
                    <a:pt x="26" y="3"/>
                    <a:pt x="25" y="5"/>
                  </a:cubicBezTo>
                  <a:cubicBezTo>
                    <a:pt x="25" y="7"/>
                    <a:pt x="23" y="5"/>
                    <a:pt x="22" y="5"/>
                  </a:cubicBezTo>
                  <a:cubicBezTo>
                    <a:pt x="21" y="5"/>
                    <a:pt x="18" y="1"/>
                    <a:pt x="16" y="1"/>
                  </a:cubicBezTo>
                  <a:cubicBezTo>
                    <a:pt x="15" y="1"/>
                    <a:pt x="14" y="0"/>
                    <a:pt x="13" y="0"/>
                  </a:cubicBezTo>
                  <a:cubicBezTo>
                    <a:pt x="12" y="1"/>
                    <a:pt x="11" y="2"/>
                    <a:pt x="11" y="3"/>
                  </a:cubicBezTo>
                  <a:cubicBezTo>
                    <a:pt x="12" y="4"/>
                    <a:pt x="15" y="5"/>
                    <a:pt x="14" y="6"/>
                  </a:cubicBezTo>
                  <a:cubicBezTo>
                    <a:pt x="13" y="7"/>
                    <a:pt x="9" y="7"/>
                    <a:pt x="8" y="6"/>
                  </a:cubicBezTo>
                  <a:cubicBezTo>
                    <a:pt x="7" y="5"/>
                    <a:pt x="3" y="3"/>
                    <a:pt x="2" y="4"/>
                  </a:cubicBezTo>
                  <a:cubicBezTo>
                    <a:pt x="2" y="5"/>
                    <a:pt x="6" y="9"/>
                    <a:pt x="5" y="10"/>
                  </a:cubicBezTo>
                  <a:cubicBezTo>
                    <a:pt x="5" y="12"/>
                    <a:pt x="8" y="15"/>
                    <a:pt x="8" y="17"/>
                  </a:cubicBezTo>
                  <a:cubicBezTo>
                    <a:pt x="8" y="19"/>
                    <a:pt x="13" y="21"/>
                    <a:pt x="13" y="23"/>
                  </a:cubicBezTo>
                  <a:cubicBezTo>
                    <a:pt x="13" y="24"/>
                    <a:pt x="14" y="25"/>
                    <a:pt x="15" y="27"/>
                  </a:cubicBezTo>
                  <a:cubicBezTo>
                    <a:pt x="18" y="25"/>
                    <a:pt x="22" y="22"/>
                    <a:pt x="24" y="21"/>
                  </a:cubicBezTo>
                  <a:cubicBezTo>
                    <a:pt x="28" y="19"/>
                    <a:pt x="26" y="27"/>
                    <a:pt x="26" y="28"/>
                  </a:cubicBezTo>
                  <a:cubicBezTo>
                    <a:pt x="25" y="29"/>
                    <a:pt x="28" y="31"/>
                    <a:pt x="31" y="32"/>
                  </a:cubicBezTo>
                  <a:cubicBezTo>
                    <a:pt x="31" y="31"/>
                    <a:pt x="32" y="29"/>
                    <a:pt x="33" y="28"/>
                  </a:cubicBezTo>
                  <a:cubicBezTo>
                    <a:pt x="37" y="23"/>
                    <a:pt x="40" y="15"/>
                    <a:pt x="38" y="10"/>
                  </a:cubicBezTo>
                  <a:close/>
                  <a:moveTo>
                    <a:pt x="4" y="22"/>
                  </a:moveTo>
                  <a:cubicBezTo>
                    <a:pt x="3" y="22"/>
                    <a:pt x="2" y="21"/>
                    <a:pt x="0" y="20"/>
                  </a:cubicBezTo>
                  <a:cubicBezTo>
                    <a:pt x="0" y="22"/>
                    <a:pt x="0" y="24"/>
                    <a:pt x="3" y="25"/>
                  </a:cubicBezTo>
                  <a:cubicBezTo>
                    <a:pt x="6" y="26"/>
                    <a:pt x="1" y="27"/>
                    <a:pt x="8" y="28"/>
                  </a:cubicBezTo>
                  <a:cubicBezTo>
                    <a:pt x="8" y="28"/>
                    <a:pt x="9" y="28"/>
                    <a:pt x="9" y="28"/>
                  </a:cubicBezTo>
                  <a:cubicBezTo>
                    <a:pt x="10" y="26"/>
                    <a:pt x="9" y="26"/>
                    <a:pt x="8" y="24"/>
                  </a:cubicBezTo>
                  <a:cubicBezTo>
                    <a:pt x="6" y="21"/>
                    <a:pt x="5" y="23"/>
                    <a:pt x="4" y="2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4" name="Freeform 175">
              <a:extLst>
                <a:ext uri="{FF2B5EF4-FFF2-40B4-BE49-F238E27FC236}">
                  <a16:creationId xmlns:a16="http://schemas.microsoft.com/office/drawing/2014/main" id="{A0BE988E-3151-40F1-BA9C-32B8EDDA5F42}"/>
                </a:ext>
              </a:extLst>
            </p:cNvPr>
            <p:cNvSpPr>
              <a:spLocks/>
            </p:cNvSpPr>
            <p:nvPr/>
          </p:nvSpPr>
          <p:spPr bwMode="auto">
            <a:xfrm>
              <a:off x="5572126" y="2271713"/>
              <a:ext cx="290513" cy="209550"/>
            </a:xfrm>
            <a:custGeom>
              <a:avLst/>
              <a:gdLst>
                <a:gd name="T0" fmla="*/ 111 w 115"/>
                <a:gd name="T1" fmla="*/ 12 h 83"/>
                <a:gd name="T2" fmla="*/ 108 w 115"/>
                <a:gd name="T3" fmla="*/ 10 h 83"/>
                <a:gd name="T4" fmla="*/ 99 w 115"/>
                <a:gd name="T5" fmla="*/ 16 h 83"/>
                <a:gd name="T6" fmla="*/ 95 w 115"/>
                <a:gd name="T7" fmla="*/ 17 h 83"/>
                <a:gd name="T8" fmla="*/ 91 w 115"/>
                <a:gd name="T9" fmla="*/ 17 h 83"/>
                <a:gd name="T10" fmla="*/ 91 w 115"/>
                <a:gd name="T11" fmla="*/ 7 h 83"/>
                <a:gd name="T12" fmla="*/ 88 w 115"/>
                <a:gd name="T13" fmla="*/ 1 h 83"/>
                <a:gd name="T14" fmla="*/ 80 w 115"/>
                <a:gd name="T15" fmla="*/ 8 h 83"/>
                <a:gd name="T16" fmla="*/ 73 w 115"/>
                <a:gd name="T17" fmla="*/ 11 h 83"/>
                <a:gd name="T18" fmla="*/ 64 w 115"/>
                <a:gd name="T19" fmla="*/ 14 h 83"/>
                <a:gd name="T20" fmla="*/ 57 w 115"/>
                <a:gd name="T21" fmla="*/ 12 h 83"/>
                <a:gd name="T22" fmla="*/ 51 w 115"/>
                <a:gd name="T23" fmla="*/ 9 h 83"/>
                <a:gd name="T24" fmla="*/ 44 w 115"/>
                <a:gd name="T25" fmla="*/ 8 h 83"/>
                <a:gd name="T26" fmla="*/ 38 w 115"/>
                <a:gd name="T27" fmla="*/ 12 h 83"/>
                <a:gd name="T28" fmla="*/ 33 w 115"/>
                <a:gd name="T29" fmla="*/ 20 h 83"/>
                <a:gd name="T30" fmla="*/ 22 w 115"/>
                <a:gd name="T31" fmla="*/ 27 h 83"/>
                <a:gd name="T32" fmla="*/ 15 w 115"/>
                <a:gd name="T33" fmla="*/ 29 h 83"/>
                <a:gd name="T34" fmla="*/ 9 w 115"/>
                <a:gd name="T35" fmla="*/ 28 h 83"/>
                <a:gd name="T36" fmla="*/ 5 w 115"/>
                <a:gd name="T37" fmla="*/ 31 h 83"/>
                <a:gd name="T38" fmla="*/ 2 w 115"/>
                <a:gd name="T39" fmla="*/ 38 h 83"/>
                <a:gd name="T40" fmla="*/ 1 w 115"/>
                <a:gd name="T41" fmla="*/ 45 h 83"/>
                <a:gd name="T42" fmla="*/ 1 w 115"/>
                <a:gd name="T43" fmla="*/ 53 h 83"/>
                <a:gd name="T44" fmla="*/ 3 w 115"/>
                <a:gd name="T45" fmla="*/ 62 h 83"/>
                <a:gd name="T46" fmla="*/ 10 w 115"/>
                <a:gd name="T47" fmla="*/ 67 h 83"/>
                <a:gd name="T48" fmla="*/ 2 w 115"/>
                <a:gd name="T49" fmla="*/ 78 h 83"/>
                <a:gd name="T50" fmla="*/ 4 w 115"/>
                <a:gd name="T51" fmla="*/ 81 h 83"/>
                <a:gd name="T52" fmla="*/ 16 w 115"/>
                <a:gd name="T53" fmla="*/ 82 h 83"/>
                <a:gd name="T54" fmla="*/ 49 w 115"/>
                <a:gd name="T55" fmla="*/ 78 h 83"/>
                <a:gd name="T56" fmla="*/ 48 w 115"/>
                <a:gd name="T57" fmla="*/ 70 h 83"/>
                <a:gd name="T58" fmla="*/ 54 w 115"/>
                <a:gd name="T59" fmla="*/ 66 h 83"/>
                <a:gd name="T60" fmla="*/ 60 w 115"/>
                <a:gd name="T61" fmla="*/ 65 h 83"/>
                <a:gd name="T62" fmla="*/ 68 w 115"/>
                <a:gd name="T63" fmla="*/ 62 h 83"/>
                <a:gd name="T64" fmla="*/ 72 w 115"/>
                <a:gd name="T65" fmla="*/ 58 h 83"/>
                <a:gd name="T66" fmla="*/ 75 w 115"/>
                <a:gd name="T67" fmla="*/ 50 h 83"/>
                <a:gd name="T68" fmla="*/ 80 w 115"/>
                <a:gd name="T69" fmla="*/ 46 h 83"/>
                <a:gd name="T70" fmla="*/ 78 w 115"/>
                <a:gd name="T71" fmla="*/ 41 h 83"/>
                <a:gd name="T72" fmla="*/ 87 w 115"/>
                <a:gd name="T73" fmla="*/ 41 h 83"/>
                <a:gd name="T74" fmla="*/ 87 w 115"/>
                <a:gd name="T75" fmla="*/ 35 h 83"/>
                <a:gd name="T76" fmla="*/ 91 w 115"/>
                <a:gd name="T77" fmla="*/ 29 h 83"/>
                <a:gd name="T78" fmla="*/ 90 w 115"/>
                <a:gd name="T79" fmla="*/ 25 h 83"/>
                <a:gd name="T80" fmla="*/ 91 w 115"/>
                <a:gd name="T81" fmla="*/ 20 h 83"/>
                <a:gd name="T82" fmla="*/ 92 w 115"/>
                <a:gd name="T83" fmla="*/ 20 h 83"/>
                <a:gd name="T84" fmla="*/ 96 w 115"/>
                <a:gd name="T85" fmla="*/ 19 h 83"/>
                <a:gd name="T86" fmla="*/ 107 w 115"/>
                <a:gd name="T87" fmla="*/ 15 h 83"/>
                <a:gd name="T88" fmla="*/ 115 w 115"/>
                <a:gd name="T89" fmla="*/ 13 h 83"/>
                <a:gd name="T90" fmla="*/ 111 w 115"/>
                <a:gd name="T91" fmla="*/ 1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5" h="83">
                  <a:moveTo>
                    <a:pt x="111" y="12"/>
                  </a:moveTo>
                  <a:cubicBezTo>
                    <a:pt x="109" y="12"/>
                    <a:pt x="110" y="11"/>
                    <a:pt x="108" y="10"/>
                  </a:cubicBezTo>
                  <a:cubicBezTo>
                    <a:pt x="107" y="9"/>
                    <a:pt x="102" y="13"/>
                    <a:pt x="99" y="16"/>
                  </a:cubicBezTo>
                  <a:cubicBezTo>
                    <a:pt x="98" y="16"/>
                    <a:pt x="96" y="17"/>
                    <a:pt x="95" y="17"/>
                  </a:cubicBezTo>
                  <a:cubicBezTo>
                    <a:pt x="93" y="17"/>
                    <a:pt x="92" y="18"/>
                    <a:pt x="91" y="17"/>
                  </a:cubicBezTo>
                  <a:cubicBezTo>
                    <a:pt x="89" y="15"/>
                    <a:pt x="94" y="9"/>
                    <a:pt x="91" y="7"/>
                  </a:cubicBezTo>
                  <a:cubicBezTo>
                    <a:pt x="87" y="6"/>
                    <a:pt x="90" y="1"/>
                    <a:pt x="88" y="1"/>
                  </a:cubicBezTo>
                  <a:cubicBezTo>
                    <a:pt x="85" y="0"/>
                    <a:pt x="80" y="5"/>
                    <a:pt x="80" y="8"/>
                  </a:cubicBezTo>
                  <a:cubicBezTo>
                    <a:pt x="80" y="10"/>
                    <a:pt x="73" y="9"/>
                    <a:pt x="73" y="11"/>
                  </a:cubicBezTo>
                  <a:cubicBezTo>
                    <a:pt x="73" y="14"/>
                    <a:pt x="66" y="11"/>
                    <a:pt x="64" y="14"/>
                  </a:cubicBezTo>
                  <a:cubicBezTo>
                    <a:pt x="63" y="16"/>
                    <a:pt x="60" y="12"/>
                    <a:pt x="57" y="12"/>
                  </a:cubicBezTo>
                  <a:cubicBezTo>
                    <a:pt x="55" y="12"/>
                    <a:pt x="54" y="9"/>
                    <a:pt x="51" y="9"/>
                  </a:cubicBezTo>
                  <a:cubicBezTo>
                    <a:pt x="48" y="10"/>
                    <a:pt x="46" y="9"/>
                    <a:pt x="44" y="8"/>
                  </a:cubicBezTo>
                  <a:cubicBezTo>
                    <a:pt x="42" y="8"/>
                    <a:pt x="40" y="13"/>
                    <a:pt x="38" y="12"/>
                  </a:cubicBezTo>
                  <a:cubicBezTo>
                    <a:pt x="35" y="11"/>
                    <a:pt x="34" y="17"/>
                    <a:pt x="33" y="20"/>
                  </a:cubicBezTo>
                  <a:cubicBezTo>
                    <a:pt x="32" y="23"/>
                    <a:pt x="21" y="23"/>
                    <a:pt x="22" y="27"/>
                  </a:cubicBezTo>
                  <a:cubicBezTo>
                    <a:pt x="22" y="30"/>
                    <a:pt x="15" y="31"/>
                    <a:pt x="15" y="29"/>
                  </a:cubicBezTo>
                  <a:cubicBezTo>
                    <a:pt x="14" y="27"/>
                    <a:pt x="10" y="28"/>
                    <a:pt x="9" y="28"/>
                  </a:cubicBezTo>
                  <a:cubicBezTo>
                    <a:pt x="8" y="27"/>
                    <a:pt x="5" y="28"/>
                    <a:pt x="5" y="31"/>
                  </a:cubicBezTo>
                  <a:cubicBezTo>
                    <a:pt x="6" y="35"/>
                    <a:pt x="3" y="36"/>
                    <a:pt x="2" y="38"/>
                  </a:cubicBezTo>
                  <a:cubicBezTo>
                    <a:pt x="2" y="39"/>
                    <a:pt x="0" y="43"/>
                    <a:pt x="1" y="45"/>
                  </a:cubicBezTo>
                  <a:cubicBezTo>
                    <a:pt x="3" y="47"/>
                    <a:pt x="0" y="50"/>
                    <a:pt x="1" y="53"/>
                  </a:cubicBezTo>
                  <a:cubicBezTo>
                    <a:pt x="3" y="57"/>
                    <a:pt x="2" y="61"/>
                    <a:pt x="3" y="62"/>
                  </a:cubicBezTo>
                  <a:cubicBezTo>
                    <a:pt x="3" y="64"/>
                    <a:pt x="9" y="63"/>
                    <a:pt x="10" y="67"/>
                  </a:cubicBezTo>
                  <a:cubicBezTo>
                    <a:pt x="12" y="70"/>
                    <a:pt x="3" y="76"/>
                    <a:pt x="2" y="78"/>
                  </a:cubicBezTo>
                  <a:cubicBezTo>
                    <a:pt x="2" y="79"/>
                    <a:pt x="3" y="80"/>
                    <a:pt x="4" y="81"/>
                  </a:cubicBezTo>
                  <a:cubicBezTo>
                    <a:pt x="7" y="81"/>
                    <a:pt x="12" y="81"/>
                    <a:pt x="16" y="82"/>
                  </a:cubicBezTo>
                  <a:cubicBezTo>
                    <a:pt x="21" y="83"/>
                    <a:pt x="48" y="79"/>
                    <a:pt x="49" y="78"/>
                  </a:cubicBezTo>
                  <a:cubicBezTo>
                    <a:pt x="49" y="77"/>
                    <a:pt x="48" y="71"/>
                    <a:pt x="48" y="70"/>
                  </a:cubicBezTo>
                  <a:cubicBezTo>
                    <a:pt x="48" y="69"/>
                    <a:pt x="51" y="66"/>
                    <a:pt x="54" y="66"/>
                  </a:cubicBezTo>
                  <a:cubicBezTo>
                    <a:pt x="57" y="66"/>
                    <a:pt x="60" y="67"/>
                    <a:pt x="60" y="65"/>
                  </a:cubicBezTo>
                  <a:cubicBezTo>
                    <a:pt x="60" y="63"/>
                    <a:pt x="68" y="60"/>
                    <a:pt x="68" y="62"/>
                  </a:cubicBezTo>
                  <a:cubicBezTo>
                    <a:pt x="69" y="64"/>
                    <a:pt x="72" y="63"/>
                    <a:pt x="72" y="58"/>
                  </a:cubicBezTo>
                  <a:cubicBezTo>
                    <a:pt x="72" y="54"/>
                    <a:pt x="72" y="50"/>
                    <a:pt x="75" y="50"/>
                  </a:cubicBezTo>
                  <a:cubicBezTo>
                    <a:pt x="78" y="50"/>
                    <a:pt x="80" y="48"/>
                    <a:pt x="80" y="46"/>
                  </a:cubicBezTo>
                  <a:cubicBezTo>
                    <a:pt x="80" y="45"/>
                    <a:pt x="77" y="42"/>
                    <a:pt x="78" y="41"/>
                  </a:cubicBezTo>
                  <a:cubicBezTo>
                    <a:pt x="78" y="40"/>
                    <a:pt x="86" y="44"/>
                    <a:pt x="87" y="41"/>
                  </a:cubicBezTo>
                  <a:cubicBezTo>
                    <a:pt x="88" y="39"/>
                    <a:pt x="86" y="37"/>
                    <a:pt x="87" y="35"/>
                  </a:cubicBezTo>
                  <a:cubicBezTo>
                    <a:pt x="88" y="33"/>
                    <a:pt x="91" y="31"/>
                    <a:pt x="91" y="29"/>
                  </a:cubicBezTo>
                  <a:cubicBezTo>
                    <a:pt x="91" y="27"/>
                    <a:pt x="91" y="26"/>
                    <a:pt x="90" y="25"/>
                  </a:cubicBezTo>
                  <a:cubicBezTo>
                    <a:pt x="88" y="23"/>
                    <a:pt x="89" y="21"/>
                    <a:pt x="91" y="20"/>
                  </a:cubicBezTo>
                  <a:cubicBezTo>
                    <a:pt x="91" y="20"/>
                    <a:pt x="92" y="20"/>
                    <a:pt x="92" y="20"/>
                  </a:cubicBezTo>
                  <a:cubicBezTo>
                    <a:pt x="94" y="20"/>
                    <a:pt x="95" y="19"/>
                    <a:pt x="96" y="19"/>
                  </a:cubicBezTo>
                  <a:cubicBezTo>
                    <a:pt x="99" y="16"/>
                    <a:pt x="105" y="15"/>
                    <a:pt x="107" y="15"/>
                  </a:cubicBezTo>
                  <a:cubicBezTo>
                    <a:pt x="109" y="16"/>
                    <a:pt x="113" y="15"/>
                    <a:pt x="115" y="13"/>
                  </a:cubicBezTo>
                  <a:cubicBezTo>
                    <a:pt x="114" y="12"/>
                    <a:pt x="112" y="12"/>
                    <a:pt x="111" y="1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176">
              <a:extLst>
                <a:ext uri="{FF2B5EF4-FFF2-40B4-BE49-F238E27FC236}">
                  <a16:creationId xmlns:a16="http://schemas.microsoft.com/office/drawing/2014/main" id="{8DA7CC6B-842A-49F6-96A6-4E62414BAF73}"/>
                </a:ext>
              </a:extLst>
            </p:cNvPr>
            <p:cNvSpPr>
              <a:spLocks/>
            </p:cNvSpPr>
            <p:nvPr/>
          </p:nvSpPr>
          <p:spPr bwMode="auto">
            <a:xfrm>
              <a:off x="5583238" y="2305050"/>
              <a:ext cx="333375" cy="301625"/>
            </a:xfrm>
            <a:custGeom>
              <a:avLst/>
              <a:gdLst>
                <a:gd name="T0" fmla="*/ 122 w 133"/>
                <a:gd name="T1" fmla="*/ 6 h 120"/>
                <a:gd name="T2" fmla="*/ 113 w 133"/>
                <a:gd name="T3" fmla="*/ 1 h 120"/>
                <a:gd name="T4" fmla="*/ 103 w 133"/>
                <a:gd name="T5" fmla="*/ 2 h 120"/>
                <a:gd name="T6" fmla="*/ 88 w 133"/>
                <a:gd name="T7" fmla="*/ 7 h 120"/>
                <a:gd name="T8" fmla="*/ 86 w 133"/>
                <a:gd name="T9" fmla="*/ 12 h 120"/>
                <a:gd name="T10" fmla="*/ 83 w 133"/>
                <a:gd name="T11" fmla="*/ 22 h 120"/>
                <a:gd name="T12" fmla="*/ 74 w 133"/>
                <a:gd name="T13" fmla="*/ 28 h 120"/>
                <a:gd name="T14" fmla="*/ 71 w 133"/>
                <a:gd name="T15" fmla="*/ 37 h 120"/>
                <a:gd name="T16" fmla="*/ 64 w 133"/>
                <a:gd name="T17" fmla="*/ 49 h 120"/>
                <a:gd name="T18" fmla="*/ 50 w 133"/>
                <a:gd name="T19" fmla="*/ 53 h 120"/>
                <a:gd name="T20" fmla="*/ 45 w 133"/>
                <a:gd name="T21" fmla="*/ 65 h 120"/>
                <a:gd name="T22" fmla="*/ 0 w 133"/>
                <a:gd name="T23" fmla="*/ 68 h 120"/>
                <a:gd name="T24" fmla="*/ 12 w 133"/>
                <a:gd name="T25" fmla="*/ 79 h 120"/>
                <a:gd name="T26" fmla="*/ 18 w 133"/>
                <a:gd name="T27" fmla="*/ 94 h 120"/>
                <a:gd name="T28" fmla="*/ 5 w 133"/>
                <a:gd name="T29" fmla="*/ 104 h 120"/>
                <a:gd name="T30" fmla="*/ 20 w 133"/>
                <a:gd name="T31" fmla="*/ 105 h 120"/>
                <a:gd name="T32" fmla="*/ 40 w 133"/>
                <a:gd name="T33" fmla="*/ 104 h 120"/>
                <a:gd name="T34" fmla="*/ 50 w 133"/>
                <a:gd name="T35" fmla="*/ 111 h 120"/>
                <a:gd name="T36" fmla="*/ 58 w 133"/>
                <a:gd name="T37" fmla="*/ 119 h 120"/>
                <a:gd name="T38" fmla="*/ 60 w 133"/>
                <a:gd name="T39" fmla="*/ 119 h 120"/>
                <a:gd name="T40" fmla="*/ 75 w 133"/>
                <a:gd name="T41" fmla="*/ 114 h 120"/>
                <a:gd name="T42" fmla="*/ 78 w 133"/>
                <a:gd name="T43" fmla="*/ 105 h 120"/>
                <a:gd name="T44" fmla="*/ 70 w 133"/>
                <a:gd name="T45" fmla="*/ 91 h 120"/>
                <a:gd name="T46" fmla="*/ 82 w 133"/>
                <a:gd name="T47" fmla="*/ 84 h 120"/>
                <a:gd name="T48" fmla="*/ 92 w 133"/>
                <a:gd name="T49" fmla="*/ 78 h 120"/>
                <a:gd name="T50" fmla="*/ 101 w 133"/>
                <a:gd name="T51" fmla="*/ 65 h 120"/>
                <a:gd name="T52" fmla="*/ 110 w 133"/>
                <a:gd name="T53" fmla="*/ 57 h 120"/>
                <a:gd name="T54" fmla="*/ 116 w 133"/>
                <a:gd name="T55" fmla="*/ 45 h 120"/>
                <a:gd name="T56" fmla="*/ 107 w 133"/>
                <a:gd name="T57" fmla="*/ 34 h 120"/>
                <a:gd name="T58" fmla="*/ 110 w 133"/>
                <a:gd name="T59" fmla="*/ 22 h 120"/>
                <a:gd name="T60" fmla="*/ 130 w 133"/>
                <a:gd name="T61" fmla="*/ 21 h 120"/>
                <a:gd name="T62" fmla="*/ 127 w 133"/>
                <a:gd name="T63" fmla="*/ 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3" h="120">
                  <a:moveTo>
                    <a:pt x="127" y="12"/>
                  </a:moveTo>
                  <a:cubicBezTo>
                    <a:pt x="123" y="11"/>
                    <a:pt x="122" y="7"/>
                    <a:pt x="122" y="6"/>
                  </a:cubicBezTo>
                  <a:cubicBezTo>
                    <a:pt x="122" y="5"/>
                    <a:pt x="118" y="3"/>
                    <a:pt x="115" y="0"/>
                  </a:cubicBezTo>
                  <a:cubicBezTo>
                    <a:pt x="115" y="0"/>
                    <a:pt x="114" y="1"/>
                    <a:pt x="113" y="1"/>
                  </a:cubicBezTo>
                  <a:cubicBezTo>
                    <a:pt x="112" y="0"/>
                    <a:pt x="112" y="0"/>
                    <a:pt x="111" y="0"/>
                  </a:cubicBezTo>
                  <a:cubicBezTo>
                    <a:pt x="109" y="2"/>
                    <a:pt x="105" y="3"/>
                    <a:pt x="103" y="2"/>
                  </a:cubicBezTo>
                  <a:cubicBezTo>
                    <a:pt x="101" y="2"/>
                    <a:pt x="95" y="3"/>
                    <a:pt x="92" y="6"/>
                  </a:cubicBezTo>
                  <a:cubicBezTo>
                    <a:pt x="91" y="6"/>
                    <a:pt x="90" y="7"/>
                    <a:pt x="88" y="7"/>
                  </a:cubicBezTo>
                  <a:cubicBezTo>
                    <a:pt x="88" y="7"/>
                    <a:pt x="87" y="7"/>
                    <a:pt x="87" y="7"/>
                  </a:cubicBezTo>
                  <a:cubicBezTo>
                    <a:pt x="85" y="8"/>
                    <a:pt x="84" y="10"/>
                    <a:pt x="86" y="12"/>
                  </a:cubicBezTo>
                  <a:cubicBezTo>
                    <a:pt x="87" y="13"/>
                    <a:pt x="87" y="14"/>
                    <a:pt x="87" y="16"/>
                  </a:cubicBezTo>
                  <a:cubicBezTo>
                    <a:pt x="87" y="18"/>
                    <a:pt x="84" y="20"/>
                    <a:pt x="83" y="22"/>
                  </a:cubicBezTo>
                  <a:cubicBezTo>
                    <a:pt x="82" y="24"/>
                    <a:pt x="84" y="26"/>
                    <a:pt x="83" y="28"/>
                  </a:cubicBezTo>
                  <a:cubicBezTo>
                    <a:pt x="82" y="31"/>
                    <a:pt x="74" y="27"/>
                    <a:pt x="74" y="28"/>
                  </a:cubicBezTo>
                  <a:cubicBezTo>
                    <a:pt x="73" y="29"/>
                    <a:pt x="76" y="32"/>
                    <a:pt x="76" y="33"/>
                  </a:cubicBezTo>
                  <a:cubicBezTo>
                    <a:pt x="76" y="35"/>
                    <a:pt x="74" y="37"/>
                    <a:pt x="71" y="37"/>
                  </a:cubicBezTo>
                  <a:cubicBezTo>
                    <a:pt x="68" y="37"/>
                    <a:pt x="68" y="41"/>
                    <a:pt x="68" y="45"/>
                  </a:cubicBezTo>
                  <a:cubicBezTo>
                    <a:pt x="68" y="50"/>
                    <a:pt x="65" y="51"/>
                    <a:pt x="64" y="49"/>
                  </a:cubicBezTo>
                  <a:cubicBezTo>
                    <a:pt x="64" y="47"/>
                    <a:pt x="56" y="50"/>
                    <a:pt x="56" y="52"/>
                  </a:cubicBezTo>
                  <a:cubicBezTo>
                    <a:pt x="56" y="54"/>
                    <a:pt x="53" y="53"/>
                    <a:pt x="50" y="53"/>
                  </a:cubicBezTo>
                  <a:cubicBezTo>
                    <a:pt x="47" y="53"/>
                    <a:pt x="44" y="56"/>
                    <a:pt x="44" y="57"/>
                  </a:cubicBezTo>
                  <a:cubicBezTo>
                    <a:pt x="44" y="58"/>
                    <a:pt x="45" y="64"/>
                    <a:pt x="45" y="65"/>
                  </a:cubicBezTo>
                  <a:cubicBezTo>
                    <a:pt x="44" y="66"/>
                    <a:pt x="17" y="70"/>
                    <a:pt x="12" y="69"/>
                  </a:cubicBezTo>
                  <a:cubicBezTo>
                    <a:pt x="8" y="68"/>
                    <a:pt x="3" y="68"/>
                    <a:pt x="0" y="68"/>
                  </a:cubicBezTo>
                  <a:cubicBezTo>
                    <a:pt x="1" y="69"/>
                    <a:pt x="3" y="71"/>
                    <a:pt x="4" y="72"/>
                  </a:cubicBezTo>
                  <a:cubicBezTo>
                    <a:pt x="5" y="75"/>
                    <a:pt x="8" y="77"/>
                    <a:pt x="12" y="79"/>
                  </a:cubicBezTo>
                  <a:cubicBezTo>
                    <a:pt x="16" y="81"/>
                    <a:pt x="14" y="87"/>
                    <a:pt x="16" y="88"/>
                  </a:cubicBezTo>
                  <a:cubicBezTo>
                    <a:pt x="18" y="89"/>
                    <a:pt x="20" y="94"/>
                    <a:pt x="18" y="94"/>
                  </a:cubicBezTo>
                  <a:cubicBezTo>
                    <a:pt x="15" y="94"/>
                    <a:pt x="13" y="95"/>
                    <a:pt x="10" y="96"/>
                  </a:cubicBezTo>
                  <a:cubicBezTo>
                    <a:pt x="8" y="97"/>
                    <a:pt x="5" y="101"/>
                    <a:pt x="5" y="104"/>
                  </a:cubicBezTo>
                  <a:cubicBezTo>
                    <a:pt x="5" y="105"/>
                    <a:pt x="5" y="106"/>
                    <a:pt x="5" y="106"/>
                  </a:cubicBezTo>
                  <a:cubicBezTo>
                    <a:pt x="12" y="107"/>
                    <a:pt x="20" y="106"/>
                    <a:pt x="20" y="105"/>
                  </a:cubicBezTo>
                  <a:cubicBezTo>
                    <a:pt x="22" y="104"/>
                    <a:pt x="25" y="103"/>
                    <a:pt x="27" y="104"/>
                  </a:cubicBezTo>
                  <a:cubicBezTo>
                    <a:pt x="28" y="106"/>
                    <a:pt x="36" y="106"/>
                    <a:pt x="40" y="104"/>
                  </a:cubicBezTo>
                  <a:cubicBezTo>
                    <a:pt x="43" y="102"/>
                    <a:pt x="46" y="104"/>
                    <a:pt x="46" y="106"/>
                  </a:cubicBezTo>
                  <a:cubicBezTo>
                    <a:pt x="46" y="108"/>
                    <a:pt x="48" y="109"/>
                    <a:pt x="50" y="111"/>
                  </a:cubicBezTo>
                  <a:cubicBezTo>
                    <a:pt x="51" y="112"/>
                    <a:pt x="50" y="114"/>
                    <a:pt x="51" y="116"/>
                  </a:cubicBezTo>
                  <a:cubicBezTo>
                    <a:pt x="52" y="118"/>
                    <a:pt x="55" y="118"/>
                    <a:pt x="58" y="119"/>
                  </a:cubicBezTo>
                  <a:cubicBezTo>
                    <a:pt x="59" y="119"/>
                    <a:pt x="59" y="120"/>
                    <a:pt x="60" y="120"/>
                  </a:cubicBezTo>
                  <a:cubicBezTo>
                    <a:pt x="60" y="120"/>
                    <a:pt x="60" y="119"/>
                    <a:pt x="60" y="119"/>
                  </a:cubicBezTo>
                  <a:cubicBezTo>
                    <a:pt x="62" y="117"/>
                    <a:pt x="62" y="113"/>
                    <a:pt x="67" y="114"/>
                  </a:cubicBezTo>
                  <a:cubicBezTo>
                    <a:pt x="72" y="115"/>
                    <a:pt x="72" y="113"/>
                    <a:pt x="75" y="114"/>
                  </a:cubicBezTo>
                  <a:cubicBezTo>
                    <a:pt x="78" y="115"/>
                    <a:pt x="80" y="114"/>
                    <a:pt x="81" y="112"/>
                  </a:cubicBezTo>
                  <a:cubicBezTo>
                    <a:pt x="82" y="110"/>
                    <a:pt x="80" y="107"/>
                    <a:pt x="78" y="105"/>
                  </a:cubicBezTo>
                  <a:cubicBezTo>
                    <a:pt x="77" y="103"/>
                    <a:pt x="74" y="100"/>
                    <a:pt x="75" y="97"/>
                  </a:cubicBezTo>
                  <a:cubicBezTo>
                    <a:pt x="75" y="94"/>
                    <a:pt x="70" y="94"/>
                    <a:pt x="70" y="91"/>
                  </a:cubicBezTo>
                  <a:cubicBezTo>
                    <a:pt x="70" y="89"/>
                    <a:pt x="75" y="84"/>
                    <a:pt x="76" y="83"/>
                  </a:cubicBezTo>
                  <a:cubicBezTo>
                    <a:pt x="77" y="83"/>
                    <a:pt x="81" y="86"/>
                    <a:pt x="82" y="84"/>
                  </a:cubicBezTo>
                  <a:cubicBezTo>
                    <a:pt x="83" y="82"/>
                    <a:pt x="86" y="83"/>
                    <a:pt x="87" y="84"/>
                  </a:cubicBezTo>
                  <a:cubicBezTo>
                    <a:pt x="89" y="84"/>
                    <a:pt x="91" y="81"/>
                    <a:pt x="92" y="78"/>
                  </a:cubicBezTo>
                  <a:cubicBezTo>
                    <a:pt x="92" y="75"/>
                    <a:pt x="97" y="75"/>
                    <a:pt x="98" y="74"/>
                  </a:cubicBezTo>
                  <a:cubicBezTo>
                    <a:pt x="99" y="73"/>
                    <a:pt x="101" y="66"/>
                    <a:pt x="101" y="65"/>
                  </a:cubicBezTo>
                  <a:cubicBezTo>
                    <a:pt x="102" y="64"/>
                    <a:pt x="106" y="65"/>
                    <a:pt x="106" y="61"/>
                  </a:cubicBezTo>
                  <a:cubicBezTo>
                    <a:pt x="106" y="58"/>
                    <a:pt x="108" y="57"/>
                    <a:pt x="110" y="57"/>
                  </a:cubicBezTo>
                  <a:cubicBezTo>
                    <a:pt x="112" y="56"/>
                    <a:pt x="111" y="53"/>
                    <a:pt x="112" y="51"/>
                  </a:cubicBezTo>
                  <a:cubicBezTo>
                    <a:pt x="112" y="48"/>
                    <a:pt x="113" y="45"/>
                    <a:pt x="116" y="45"/>
                  </a:cubicBezTo>
                  <a:cubicBezTo>
                    <a:pt x="118" y="44"/>
                    <a:pt x="115" y="41"/>
                    <a:pt x="112" y="41"/>
                  </a:cubicBezTo>
                  <a:cubicBezTo>
                    <a:pt x="109" y="42"/>
                    <a:pt x="107" y="34"/>
                    <a:pt x="107" y="34"/>
                  </a:cubicBezTo>
                  <a:cubicBezTo>
                    <a:pt x="107" y="34"/>
                    <a:pt x="107" y="27"/>
                    <a:pt x="106" y="26"/>
                  </a:cubicBezTo>
                  <a:cubicBezTo>
                    <a:pt x="104" y="25"/>
                    <a:pt x="106" y="22"/>
                    <a:pt x="110" y="22"/>
                  </a:cubicBezTo>
                  <a:cubicBezTo>
                    <a:pt x="113" y="22"/>
                    <a:pt x="120" y="25"/>
                    <a:pt x="122" y="24"/>
                  </a:cubicBezTo>
                  <a:cubicBezTo>
                    <a:pt x="124" y="22"/>
                    <a:pt x="129" y="21"/>
                    <a:pt x="130" y="21"/>
                  </a:cubicBezTo>
                  <a:cubicBezTo>
                    <a:pt x="131" y="20"/>
                    <a:pt x="132" y="17"/>
                    <a:pt x="133" y="16"/>
                  </a:cubicBezTo>
                  <a:cubicBezTo>
                    <a:pt x="131" y="15"/>
                    <a:pt x="129" y="13"/>
                    <a:pt x="127" y="1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177">
              <a:extLst>
                <a:ext uri="{FF2B5EF4-FFF2-40B4-BE49-F238E27FC236}">
                  <a16:creationId xmlns:a16="http://schemas.microsoft.com/office/drawing/2014/main" id="{9615DAD6-4110-4A54-922E-C04B89A723D3}"/>
                </a:ext>
              </a:extLst>
            </p:cNvPr>
            <p:cNvSpPr>
              <a:spLocks noEditPoints="1"/>
            </p:cNvSpPr>
            <p:nvPr/>
          </p:nvSpPr>
          <p:spPr bwMode="auto">
            <a:xfrm>
              <a:off x="6251576" y="2979738"/>
              <a:ext cx="930275" cy="336550"/>
            </a:xfrm>
            <a:custGeom>
              <a:avLst/>
              <a:gdLst>
                <a:gd name="T0" fmla="*/ 27 w 370"/>
                <a:gd name="T1" fmla="*/ 57 h 134"/>
                <a:gd name="T2" fmla="*/ 105 w 370"/>
                <a:gd name="T3" fmla="*/ 71 h 134"/>
                <a:gd name="T4" fmla="*/ 16 w 370"/>
                <a:gd name="T5" fmla="*/ 36 h 134"/>
                <a:gd name="T6" fmla="*/ 198 w 370"/>
                <a:gd name="T7" fmla="*/ 95 h 134"/>
                <a:gd name="T8" fmla="*/ 207 w 370"/>
                <a:gd name="T9" fmla="*/ 76 h 134"/>
                <a:gd name="T10" fmla="*/ 219 w 370"/>
                <a:gd name="T11" fmla="*/ 78 h 134"/>
                <a:gd name="T12" fmla="*/ 227 w 370"/>
                <a:gd name="T13" fmla="*/ 54 h 134"/>
                <a:gd name="T14" fmla="*/ 227 w 370"/>
                <a:gd name="T15" fmla="*/ 45 h 134"/>
                <a:gd name="T16" fmla="*/ 212 w 370"/>
                <a:gd name="T17" fmla="*/ 37 h 134"/>
                <a:gd name="T18" fmla="*/ 190 w 370"/>
                <a:gd name="T19" fmla="*/ 69 h 134"/>
                <a:gd name="T20" fmla="*/ 88 w 370"/>
                <a:gd name="T21" fmla="*/ 75 h 134"/>
                <a:gd name="T22" fmla="*/ 85 w 370"/>
                <a:gd name="T23" fmla="*/ 61 h 134"/>
                <a:gd name="T24" fmla="*/ 82 w 370"/>
                <a:gd name="T25" fmla="*/ 67 h 134"/>
                <a:gd name="T26" fmla="*/ 68 w 370"/>
                <a:gd name="T27" fmla="*/ 50 h 134"/>
                <a:gd name="T28" fmla="*/ 56 w 370"/>
                <a:gd name="T29" fmla="*/ 35 h 134"/>
                <a:gd name="T30" fmla="*/ 37 w 370"/>
                <a:gd name="T31" fmla="*/ 23 h 134"/>
                <a:gd name="T32" fmla="*/ 2 w 370"/>
                <a:gd name="T33" fmla="*/ 3 h 134"/>
                <a:gd name="T34" fmla="*/ 32 w 370"/>
                <a:gd name="T35" fmla="*/ 46 h 134"/>
                <a:gd name="T36" fmla="*/ 71 w 370"/>
                <a:gd name="T37" fmla="*/ 91 h 134"/>
                <a:gd name="T38" fmla="*/ 86 w 370"/>
                <a:gd name="T39" fmla="*/ 83 h 134"/>
                <a:gd name="T40" fmla="*/ 266 w 370"/>
                <a:gd name="T41" fmla="*/ 37 h 134"/>
                <a:gd name="T42" fmla="*/ 268 w 370"/>
                <a:gd name="T43" fmla="*/ 45 h 134"/>
                <a:gd name="T44" fmla="*/ 249 w 370"/>
                <a:gd name="T45" fmla="*/ 75 h 134"/>
                <a:gd name="T46" fmla="*/ 198 w 370"/>
                <a:gd name="T47" fmla="*/ 119 h 134"/>
                <a:gd name="T48" fmla="*/ 230 w 370"/>
                <a:gd name="T49" fmla="*/ 115 h 134"/>
                <a:gd name="T50" fmla="*/ 276 w 370"/>
                <a:gd name="T51" fmla="*/ 76 h 134"/>
                <a:gd name="T52" fmla="*/ 155 w 370"/>
                <a:gd name="T53" fmla="*/ 112 h 134"/>
                <a:gd name="T54" fmla="*/ 140 w 370"/>
                <a:gd name="T55" fmla="*/ 105 h 134"/>
                <a:gd name="T56" fmla="*/ 87 w 370"/>
                <a:gd name="T57" fmla="*/ 98 h 134"/>
                <a:gd name="T58" fmla="*/ 94 w 370"/>
                <a:gd name="T59" fmla="*/ 108 h 134"/>
                <a:gd name="T60" fmla="*/ 143 w 370"/>
                <a:gd name="T61" fmla="*/ 117 h 134"/>
                <a:gd name="T62" fmla="*/ 155 w 370"/>
                <a:gd name="T63" fmla="*/ 112 h 134"/>
                <a:gd name="T64" fmla="*/ 322 w 370"/>
                <a:gd name="T65" fmla="*/ 75 h 134"/>
                <a:gd name="T66" fmla="*/ 289 w 370"/>
                <a:gd name="T67" fmla="*/ 58 h 134"/>
                <a:gd name="T68" fmla="*/ 310 w 370"/>
                <a:gd name="T69" fmla="*/ 66 h 134"/>
                <a:gd name="T70" fmla="*/ 298 w 370"/>
                <a:gd name="T71" fmla="*/ 71 h 134"/>
                <a:gd name="T72" fmla="*/ 317 w 370"/>
                <a:gd name="T73" fmla="*/ 81 h 134"/>
                <a:gd name="T74" fmla="*/ 351 w 370"/>
                <a:gd name="T75" fmla="*/ 102 h 134"/>
                <a:gd name="T76" fmla="*/ 362 w 370"/>
                <a:gd name="T77" fmla="*/ 114 h 134"/>
                <a:gd name="T78" fmla="*/ 343 w 370"/>
                <a:gd name="T79" fmla="*/ 61 h 134"/>
                <a:gd name="T80" fmla="*/ 236 w 370"/>
                <a:gd name="T81" fmla="*/ 124 h 134"/>
                <a:gd name="T82" fmla="*/ 239 w 370"/>
                <a:gd name="T83" fmla="*/ 126 h 134"/>
                <a:gd name="T84" fmla="*/ 242 w 370"/>
                <a:gd name="T85" fmla="*/ 123 h 134"/>
                <a:gd name="T86" fmla="*/ 178 w 370"/>
                <a:gd name="T87" fmla="*/ 47 h 134"/>
                <a:gd name="T88" fmla="*/ 182 w 370"/>
                <a:gd name="T89" fmla="*/ 27 h 134"/>
                <a:gd name="T90" fmla="*/ 181 w 370"/>
                <a:gd name="T91" fmla="*/ 14 h 134"/>
                <a:gd name="T92" fmla="*/ 160 w 370"/>
                <a:gd name="T93" fmla="*/ 25 h 134"/>
                <a:gd name="T94" fmla="*/ 143 w 370"/>
                <a:gd name="T95" fmla="*/ 36 h 134"/>
                <a:gd name="T96" fmla="*/ 118 w 370"/>
                <a:gd name="T97" fmla="*/ 37 h 134"/>
                <a:gd name="T98" fmla="*/ 110 w 370"/>
                <a:gd name="T99" fmla="*/ 43 h 134"/>
                <a:gd name="T100" fmla="*/ 128 w 370"/>
                <a:gd name="T101" fmla="*/ 73 h 134"/>
                <a:gd name="T102" fmla="*/ 156 w 370"/>
                <a:gd name="T103" fmla="*/ 79 h 134"/>
                <a:gd name="T104" fmla="*/ 191 w 370"/>
                <a:gd name="T105" fmla="*/ 126 h 134"/>
                <a:gd name="T106" fmla="*/ 191 w 370"/>
                <a:gd name="T107" fmla="*/ 126 h 134"/>
                <a:gd name="T108" fmla="*/ 168 w 370"/>
                <a:gd name="T109" fmla="*/ 120 h 134"/>
                <a:gd name="T110" fmla="*/ 179 w 370"/>
                <a:gd name="T111" fmla="*/ 115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0" h="134">
                  <a:moveTo>
                    <a:pt x="27" y="57"/>
                  </a:moveTo>
                  <a:cubicBezTo>
                    <a:pt x="27" y="58"/>
                    <a:pt x="29" y="63"/>
                    <a:pt x="31" y="61"/>
                  </a:cubicBezTo>
                  <a:cubicBezTo>
                    <a:pt x="33" y="60"/>
                    <a:pt x="29" y="53"/>
                    <a:pt x="27" y="57"/>
                  </a:cubicBezTo>
                  <a:close/>
                  <a:moveTo>
                    <a:pt x="105" y="71"/>
                  </a:moveTo>
                  <a:cubicBezTo>
                    <a:pt x="105" y="69"/>
                    <a:pt x="99" y="70"/>
                    <a:pt x="101" y="73"/>
                  </a:cubicBezTo>
                  <a:cubicBezTo>
                    <a:pt x="103" y="76"/>
                    <a:pt x="105" y="73"/>
                    <a:pt x="105" y="71"/>
                  </a:cubicBezTo>
                  <a:close/>
                  <a:moveTo>
                    <a:pt x="16" y="36"/>
                  </a:moveTo>
                  <a:cubicBezTo>
                    <a:pt x="15" y="39"/>
                    <a:pt x="18" y="46"/>
                    <a:pt x="21" y="43"/>
                  </a:cubicBezTo>
                  <a:cubicBezTo>
                    <a:pt x="23" y="40"/>
                    <a:pt x="16" y="34"/>
                    <a:pt x="16" y="36"/>
                  </a:cubicBezTo>
                  <a:close/>
                  <a:moveTo>
                    <a:pt x="195" y="77"/>
                  </a:moveTo>
                  <a:cubicBezTo>
                    <a:pt x="199" y="77"/>
                    <a:pt x="198" y="82"/>
                    <a:pt x="198" y="85"/>
                  </a:cubicBezTo>
                  <a:cubicBezTo>
                    <a:pt x="197" y="89"/>
                    <a:pt x="195" y="96"/>
                    <a:pt x="198" y="95"/>
                  </a:cubicBezTo>
                  <a:cubicBezTo>
                    <a:pt x="202" y="93"/>
                    <a:pt x="205" y="89"/>
                    <a:pt x="203" y="87"/>
                  </a:cubicBezTo>
                  <a:cubicBezTo>
                    <a:pt x="200" y="85"/>
                    <a:pt x="201" y="75"/>
                    <a:pt x="202" y="72"/>
                  </a:cubicBezTo>
                  <a:cubicBezTo>
                    <a:pt x="203" y="70"/>
                    <a:pt x="209" y="71"/>
                    <a:pt x="207" y="76"/>
                  </a:cubicBezTo>
                  <a:cubicBezTo>
                    <a:pt x="205" y="80"/>
                    <a:pt x="211" y="79"/>
                    <a:pt x="211" y="84"/>
                  </a:cubicBezTo>
                  <a:cubicBezTo>
                    <a:pt x="211" y="88"/>
                    <a:pt x="214" y="86"/>
                    <a:pt x="218" y="85"/>
                  </a:cubicBezTo>
                  <a:cubicBezTo>
                    <a:pt x="222" y="83"/>
                    <a:pt x="221" y="81"/>
                    <a:pt x="219" y="78"/>
                  </a:cubicBezTo>
                  <a:cubicBezTo>
                    <a:pt x="216" y="76"/>
                    <a:pt x="221" y="71"/>
                    <a:pt x="217" y="69"/>
                  </a:cubicBezTo>
                  <a:cubicBezTo>
                    <a:pt x="213" y="67"/>
                    <a:pt x="211" y="63"/>
                    <a:pt x="214" y="62"/>
                  </a:cubicBezTo>
                  <a:cubicBezTo>
                    <a:pt x="218" y="62"/>
                    <a:pt x="228" y="56"/>
                    <a:pt x="227" y="54"/>
                  </a:cubicBezTo>
                  <a:cubicBezTo>
                    <a:pt x="225" y="51"/>
                    <a:pt x="211" y="54"/>
                    <a:pt x="210" y="58"/>
                  </a:cubicBezTo>
                  <a:cubicBezTo>
                    <a:pt x="209" y="63"/>
                    <a:pt x="199" y="58"/>
                    <a:pt x="200" y="51"/>
                  </a:cubicBezTo>
                  <a:cubicBezTo>
                    <a:pt x="201" y="43"/>
                    <a:pt x="221" y="42"/>
                    <a:pt x="227" y="45"/>
                  </a:cubicBezTo>
                  <a:cubicBezTo>
                    <a:pt x="232" y="47"/>
                    <a:pt x="239" y="40"/>
                    <a:pt x="241" y="36"/>
                  </a:cubicBezTo>
                  <a:cubicBezTo>
                    <a:pt x="243" y="32"/>
                    <a:pt x="236" y="37"/>
                    <a:pt x="232" y="40"/>
                  </a:cubicBezTo>
                  <a:cubicBezTo>
                    <a:pt x="228" y="42"/>
                    <a:pt x="217" y="39"/>
                    <a:pt x="212" y="37"/>
                  </a:cubicBezTo>
                  <a:cubicBezTo>
                    <a:pt x="207" y="36"/>
                    <a:pt x="207" y="41"/>
                    <a:pt x="202" y="41"/>
                  </a:cubicBezTo>
                  <a:cubicBezTo>
                    <a:pt x="198" y="42"/>
                    <a:pt x="199" y="52"/>
                    <a:pt x="197" y="53"/>
                  </a:cubicBezTo>
                  <a:cubicBezTo>
                    <a:pt x="194" y="55"/>
                    <a:pt x="194" y="62"/>
                    <a:pt x="190" y="69"/>
                  </a:cubicBezTo>
                  <a:cubicBezTo>
                    <a:pt x="186" y="76"/>
                    <a:pt x="192" y="77"/>
                    <a:pt x="195" y="77"/>
                  </a:cubicBezTo>
                  <a:close/>
                  <a:moveTo>
                    <a:pt x="86" y="83"/>
                  </a:moveTo>
                  <a:cubicBezTo>
                    <a:pt x="86" y="80"/>
                    <a:pt x="88" y="76"/>
                    <a:pt x="88" y="75"/>
                  </a:cubicBezTo>
                  <a:cubicBezTo>
                    <a:pt x="88" y="73"/>
                    <a:pt x="89" y="72"/>
                    <a:pt x="91" y="73"/>
                  </a:cubicBezTo>
                  <a:cubicBezTo>
                    <a:pt x="93" y="73"/>
                    <a:pt x="93" y="68"/>
                    <a:pt x="91" y="68"/>
                  </a:cubicBezTo>
                  <a:cubicBezTo>
                    <a:pt x="90" y="67"/>
                    <a:pt x="89" y="61"/>
                    <a:pt x="85" y="61"/>
                  </a:cubicBezTo>
                  <a:cubicBezTo>
                    <a:pt x="81" y="61"/>
                    <a:pt x="81" y="65"/>
                    <a:pt x="84" y="65"/>
                  </a:cubicBezTo>
                  <a:cubicBezTo>
                    <a:pt x="86" y="65"/>
                    <a:pt x="87" y="67"/>
                    <a:pt x="87" y="69"/>
                  </a:cubicBezTo>
                  <a:cubicBezTo>
                    <a:pt x="86" y="71"/>
                    <a:pt x="85" y="67"/>
                    <a:pt x="82" y="67"/>
                  </a:cubicBezTo>
                  <a:cubicBezTo>
                    <a:pt x="78" y="68"/>
                    <a:pt x="81" y="63"/>
                    <a:pt x="77" y="63"/>
                  </a:cubicBezTo>
                  <a:cubicBezTo>
                    <a:pt x="73" y="63"/>
                    <a:pt x="74" y="56"/>
                    <a:pt x="70" y="56"/>
                  </a:cubicBezTo>
                  <a:cubicBezTo>
                    <a:pt x="66" y="56"/>
                    <a:pt x="65" y="53"/>
                    <a:pt x="68" y="50"/>
                  </a:cubicBezTo>
                  <a:cubicBezTo>
                    <a:pt x="71" y="48"/>
                    <a:pt x="64" y="46"/>
                    <a:pt x="64" y="43"/>
                  </a:cubicBezTo>
                  <a:cubicBezTo>
                    <a:pt x="64" y="40"/>
                    <a:pt x="60" y="42"/>
                    <a:pt x="60" y="39"/>
                  </a:cubicBezTo>
                  <a:cubicBezTo>
                    <a:pt x="60" y="37"/>
                    <a:pt x="58" y="38"/>
                    <a:pt x="56" y="35"/>
                  </a:cubicBezTo>
                  <a:cubicBezTo>
                    <a:pt x="53" y="32"/>
                    <a:pt x="52" y="35"/>
                    <a:pt x="51" y="33"/>
                  </a:cubicBezTo>
                  <a:cubicBezTo>
                    <a:pt x="49" y="31"/>
                    <a:pt x="46" y="30"/>
                    <a:pt x="44" y="30"/>
                  </a:cubicBezTo>
                  <a:cubicBezTo>
                    <a:pt x="43" y="31"/>
                    <a:pt x="39" y="27"/>
                    <a:pt x="37" y="23"/>
                  </a:cubicBezTo>
                  <a:cubicBezTo>
                    <a:pt x="36" y="20"/>
                    <a:pt x="25" y="15"/>
                    <a:pt x="24" y="11"/>
                  </a:cubicBezTo>
                  <a:cubicBezTo>
                    <a:pt x="22" y="7"/>
                    <a:pt x="19" y="6"/>
                    <a:pt x="12" y="6"/>
                  </a:cubicBezTo>
                  <a:cubicBezTo>
                    <a:pt x="6" y="6"/>
                    <a:pt x="3" y="0"/>
                    <a:pt x="2" y="3"/>
                  </a:cubicBezTo>
                  <a:cubicBezTo>
                    <a:pt x="0" y="7"/>
                    <a:pt x="9" y="16"/>
                    <a:pt x="13" y="18"/>
                  </a:cubicBezTo>
                  <a:cubicBezTo>
                    <a:pt x="17" y="21"/>
                    <a:pt x="19" y="29"/>
                    <a:pt x="24" y="30"/>
                  </a:cubicBezTo>
                  <a:cubicBezTo>
                    <a:pt x="28" y="30"/>
                    <a:pt x="29" y="45"/>
                    <a:pt x="32" y="46"/>
                  </a:cubicBezTo>
                  <a:cubicBezTo>
                    <a:pt x="36" y="46"/>
                    <a:pt x="44" y="58"/>
                    <a:pt x="45" y="64"/>
                  </a:cubicBezTo>
                  <a:cubicBezTo>
                    <a:pt x="46" y="71"/>
                    <a:pt x="54" y="74"/>
                    <a:pt x="57" y="78"/>
                  </a:cubicBezTo>
                  <a:cubicBezTo>
                    <a:pt x="59" y="83"/>
                    <a:pt x="70" y="89"/>
                    <a:pt x="71" y="91"/>
                  </a:cubicBezTo>
                  <a:cubicBezTo>
                    <a:pt x="72" y="93"/>
                    <a:pt x="74" y="97"/>
                    <a:pt x="75" y="95"/>
                  </a:cubicBezTo>
                  <a:cubicBezTo>
                    <a:pt x="76" y="93"/>
                    <a:pt x="81" y="95"/>
                    <a:pt x="84" y="95"/>
                  </a:cubicBezTo>
                  <a:cubicBezTo>
                    <a:pt x="86" y="95"/>
                    <a:pt x="87" y="86"/>
                    <a:pt x="86" y="83"/>
                  </a:cubicBezTo>
                  <a:close/>
                  <a:moveTo>
                    <a:pt x="268" y="45"/>
                  </a:moveTo>
                  <a:cubicBezTo>
                    <a:pt x="273" y="46"/>
                    <a:pt x="271" y="42"/>
                    <a:pt x="271" y="39"/>
                  </a:cubicBezTo>
                  <a:cubicBezTo>
                    <a:pt x="271" y="36"/>
                    <a:pt x="266" y="39"/>
                    <a:pt x="266" y="37"/>
                  </a:cubicBezTo>
                  <a:cubicBezTo>
                    <a:pt x="266" y="35"/>
                    <a:pt x="265" y="29"/>
                    <a:pt x="261" y="34"/>
                  </a:cubicBezTo>
                  <a:cubicBezTo>
                    <a:pt x="257" y="39"/>
                    <a:pt x="262" y="52"/>
                    <a:pt x="265" y="51"/>
                  </a:cubicBezTo>
                  <a:cubicBezTo>
                    <a:pt x="268" y="51"/>
                    <a:pt x="263" y="45"/>
                    <a:pt x="268" y="45"/>
                  </a:cubicBezTo>
                  <a:close/>
                  <a:moveTo>
                    <a:pt x="249" y="75"/>
                  </a:moveTo>
                  <a:cubicBezTo>
                    <a:pt x="250" y="79"/>
                    <a:pt x="256" y="81"/>
                    <a:pt x="258" y="77"/>
                  </a:cubicBezTo>
                  <a:cubicBezTo>
                    <a:pt x="260" y="74"/>
                    <a:pt x="248" y="70"/>
                    <a:pt x="249" y="75"/>
                  </a:cubicBezTo>
                  <a:close/>
                  <a:moveTo>
                    <a:pt x="230" y="115"/>
                  </a:moveTo>
                  <a:cubicBezTo>
                    <a:pt x="223" y="114"/>
                    <a:pt x="219" y="119"/>
                    <a:pt x="213" y="116"/>
                  </a:cubicBezTo>
                  <a:cubicBezTo>
                    <a:pt x="206" y="114"/>
                    <a:pt x="197" y="116"/>
                    <a:pt x="198" y="119"/>
                  </a:cubicBezTo>
                  <a:cubicBezTo>
                    <a:pt x="199" y="120"/>
                    <a:pt x="204" y="121"/>
                    <a:pt x="211" y="121"/>
                  </a:cubicBezTo>
                  <a:cubicBezTo>
                    <a:pt x="217" y="121"/>
                    <a:pt x="223" y="118"/>
                    <a:pt x="227" y="117"/>
                  </a:cubicBezTo>
                  <a:cubicBezTo>
                    <a:pt x="232" y="117"/>
                    <a:pt x="236" y="116"/>
                    <a:pt x="230" y="115"/>
                  </a:cubicBezTo>
                  <a:close/>
                  <a:moveTo>
                    <a:pt x="281" y="71"/>
                  </a:moveTo>
                  <a:cubicBezTo>
                    <a:pt x="275" y="70"/>
                    <a:pt x="264" y="71"/>
                    <a:pt x="265" y="74"/>
                  </a:cubicBezTo>
                  <a:cubicBezTo>
                    <a:pt x="266" y="77"/>
                    <a:pt x="271" y="76"/>
                    <a:pt x="276" y="76"/>
                  </a:cubicBezTo>
                  <a:cubicBezTo>
                    <a:pt x="281" y="76"/>
                    <a:pt x="284" y="80"/>
                    <a:pt x="286" y="80"/>
                  </a:cubicBezTo>
                  <a:cubicBezTo>
                    <a:pt x="289" y="80"/>
                    <a:pt x="287" y="73"/>
                    <a:pt x="281" y="71"/>
                  </a:cubicBezTo>
                  <a:close/>
                  <a:moveTo>
                    <a:pt x="155" y="112"/>
                  </a:moveTo>
                  <a:cubicBezTo>
                    <a:pt x="155" y="110"/>
                    <a:pt x="146" y="112"/>
                    <a:pt x="141" y="110"/>
                  </a:cubicBezTo>
                  <a:cubicBezTo>
                    <a:pt x="137" y="108"/>
                    <a:pt x="146" y="107"/>
                    <a:pt x="149" y="105"/>
                  </a:cubicBezTo>
                  <a:cubicBezTo>
                    <a:pt x="153" y="103"/>
                    <a:pt x="148" y="102"/>
                    <a:pt x="140" y="105"/>
                  </a:cubicBezTo>
                  <a:cubicBezTo>
                    <a:pt x="132" y="107"/>
                    <a:pt x="124" y="99"/>
                    <a:pt x="123" y="103"/>
                  </a:cubicBezTo>
                  <a:cubicBezTo>
                    <a:pt x="123" y="106"/>
                    <a:pt x="110" y="101"/>
                    <a:pt x="106" y="99"/>
                  </a:cubicBezTo>
                  <a:cubicBezTo>
                    <a:pt x="103" y="96"/>
                    <a:pt x="90" y="93"/>
                    <a:pt x="87" y="98"/>
                  </a:cubicBezTo>
                  <a:cubicBezTo>
                    <a:pt x="85" y="102"/>
                    <a:pt x="83" y="98"/>
                    <a:pt x="84" y="103"/>
                  </a:cubicBezTo>
                  <a:cubicBezTo>
                    <a:pt x="84" y="105"/>
                    <a:pt x="87" y="104"/>
                    <a:pt x="90" y="104"/>
                  </a:cubicBezTo>
                  <a:cubicBezTo>
                    <a:pt x="92" y="104"/>
                    <a:pt x="91" y="108"/>
                    <a:pt x="94" y="108"/>
                  </a:cubicBezTo>
                  <a:cubicBezTo>
                    <a:pt x="97" y="109"/>
                    <a:pt x="107" y="112"/>
                    <a:pt x="108" y="110"/>
                  </a:cubicBezTo>
                  <a:cubicBezTo>
                    <a:pt x="109" y="107"/>
                    <a:pt x="119" y="110"/>
                    <a:pt x="123" y="113"/>
                  </a:cubicBezTo>
                  <a:cubicBezTo>
                    <a:pt x="128" y="117"/>
                    <a:pt x="139" y="117"/>
                    <a:pt x="143" y="117"/>
                  </a:cubicBezTo>
                  <a:cubicBezTo>
                    <a:pt x="148" y="116"/>
                    <a:pt x="152" y="119"/>
                    <a:pt x="154" y="117"/>
                  </a:cubicBezTo>
                  <a:cubicBezTo>
                    <a:pt x="156" y="115"/>
                    <a:pt x="159" y="121"/>
                    <a:pt x="164" y="117"/>
                  </a:cubicBezTo>
                  <a:cubicBezTo>
                    <a:pt x="168" y="114"/>
                    <a:pt x="156" y="115"/>
                    <a:pt x="155" y="112"/>
                  </a:cubicBezTo>
                  <a:close/>
                  <a:moveTo>
                    <a:pt x="343" y="61"/>
                  </a:moveTo>
                  <a:cubicBezTo>
                    <a:pt x="339" y="61"/>
                    <a:pt x="339" y="67"/>
                    <a:pt x="335" y="67"/>
                  </a:cubicBezTo>
                  <a:cubicBezTo>
                    <a:pt x="332" y="67"/>
                    <a:pt x="328" y="73"/>
                    <a:pt x="322" y="75"/>
                  </a:cubicBezTo>
                  <a:cubicBezTo>
                    <a:pt x="317" y="77"/>
                    <a:pt x="316" y="59"/>
                    <a:pt x="314" y="55"/>
                  </a:cubicBezTo>
                  <a:cubicBezTo>
                    <a:pt x="311" y="52"/>
                    <a:pt x="297" y="49"/>
                    <a:pt x="295" y="53"/>
                  </a:cubicBezTo>
                  <a:cubicBezTo>
                    <a:pt x="294" y="57"/>
                    <a:pt x="289" y="55"/>
                    <a:pt x="289" y="58"/>
                  </a:cubicBezTo>
                  <a:cubicBezTo>
                    <a:pt x="288" y="61"/>
                    <a:pt x="290" y="60"/>
                    <a:pt x="293" y="60"/>
                  </a:cubicBezTo>
                  <a:cubicBezTo>
                    <a:pt x="296" y="60"/>
                    <a:pt x="296" y="63"/>
                    <a:pt x="297" y="66"/>
                  </a:cubicBezTo>
                  <a:cubicBezTo>
                    <a:pt x="299" y="69"/>
                    <a:pt x="307" y="67"/>
                    <a:pt x="310" y="66"/>
                  </a:cubicBezTo>
                  <a:cubicBezTo>
                    <a:pt x="313" y="66"/>
                    <a:pt x="314" y="70"/>
                    <a:pt x="310" y="69"/>
                  </a:cubicBezTo>
                  <a:cubicBezTo>
                    <a:pt x="305" y="67"/>
                    <a:pt x="305" y="71"/>
                    <a:pt x="303" y="70"/>
                  </a:cubicBezTo>
                  <a:cubicBezTo>
                    <a:pt x="300" y="69"/>
                    <a:pt x="296" y="70"/>
                    <a:pt x="298" y="71"/>
                  </a:cubicBezTo>
                  <a:cubicBezTo>
                    <a:pt x="300" y="73"/>
                    <a:pt x="303" y="75"/>
                    <a:pt x="303" y="78"/>
                  </a:cubicBezTo>
                  <a:cubicBezTo>
                    <a:pt x="303" y="82"/>
                    <a:pt x="308" y="81"/>
                    <a:pt x="308" y="78"/>
                  </a:cubicBezTo>
                  <a:cubicBezTo>
                    <a:pt x="308" y="75"/>
                    <a:pt x="311" y="79"/>
                    <a:pt x="317" y="81"/>
                  </a:cubicBezTo>
                  <a:cubicBezTo>
                    <a:pt x="322" y="82"/>
                    <a:pt x="318" y="84"/>
                    <a:pt x="324" y="85"/>
                  </a:cubicBezTo>
                  <a:cubicBezTo>
                    <a:pt x="329" y="85"/>
                    <a:pt x="342" y="89"/>
                    <a:pt x="346" y="92"/>
                  </a:cubicBezTo>
                  <a:cubicBezTo>
                    <a:pt x="351" y="96"/>
                    <a:pt x="348" y="98"/>
                    <a:pt x="351" y="102"/>
                  </a:cubicBezTo>
                  <a:cubicBezTo>
                    <a:pt x="354" y="105"/>
                    <a:pt x="355" y="109"/>
                    <a:pt x="351" y="109"/>
                  </a:cubicBezTo>
                  <a:cubicBezTo>
                    <a:pt x="346" y="109"/>
                    <a:pt x="342" y="113"/>
                    <a:pt x="343" y="115"/>
                  </a:cubicBezTo>
                  <a:cubicBezTo>
                    <a:pt x="344" y="117"/>
                    <a:pt x="358" y="114"/>
                    <a:pt x="362" y="114"/>
                  </a:cubicBezTo>
                  <a:cubicBezTo>
                    <a:pt x="364" y="114"/>
                    <a:pt x="366" y="118"/>
                    <a:pt x="370" y="121"/>
                  </a:cubicBezTo>
                  <a:cubicBezTo>
                    <a:pt x="370" y="70"/>
                    <a:pt x="370" y="70"/>
                    <a:pt x="370" y="70"/>
                  </a:cubicBezTo>
                  <a:cubicBezTo>
                    <a:pt x="360" y="67"/>
                    <a:pt x="346" y="60"/>
                    <a:pt x="343" y="61"/>
                  </a:cubicBezTo>
                  <a:close/>
                  <a:moveTo>
                    <a:pt x="240" y="121"/>
                  </a:moveTo>
                  <a:cubicBezTo>
                    <a:pt x="239" y="121"/>
                    <a:pt x="238" y="122"/>
                    <a:pt x="237" y="122"/>
                  </a:cubicBezTo>
                  <a:cubicBezTo>
                    <a:pt x="237" y="123"/>
                    <a:pt x="236" y="124"/>
                    <a:pt x="236" y="124"/>
                  </a:cubicBezTo>
                  <a:cubicBezTo>
                    <a:pt x="235" y="125"/>
                    <a:pt x="234" y="124"/>
                    <a:pt x="233" y="123"/>
                  </a:cubicBezTo>
                  <a:cubicBezTo>
                    <a:pt x="229" y="125"/>
                    <a:pt x="226" y="130"/>
                    <a:pt x="229" y="132"/>
                  </a:cubicBezTo>
                  <a:cubicBezTo>
                    <a:pt x="232" y="133"/>
                    <a:pt x="237" y="129"/>
                    <a:pt x="239" y="126"/>
                  </a:cubicBezTo>
                  <a:cubicBezTo>
                    <a:pt x="240" y="126"/>
                    <a:pt x="240" y="125"/>
                    <a:pt x="241" y="125"/>
                  </a:cubicBezTo>
                  <a:cubicBezTo>
                    <a:pt x="241" y="124"/>
                    <a:pt x="241" y="124"/>
                    <a:pt x="241" y="124"/>
                  </a:cubicBezTo>
                  <a:cubicBezTo>
                    <a:pt x="242" y="124"/>
                    <a:pt x="242" y="124"/>
                    <a:pt x="242" y="123"/>
                  </a:cubicBezTo>
                  <a:cubicBezTo>
                    <a:pt x="241" y="122"/>
                    <a:pt x="240" y="121"/>
                    <a:pt x="240" y="121"/>
                  </a:cubicBezTo>
                  <a:close/>
                  <a:moveTo>
                    <a:pt x="174" y="60"/>
                  </a:moveTo>
                  <a:cubicBezTo>
                    <a:pt x="178" y="57"/>
                    <a:pt x="179" y="52"/>
                    <a:pt x="178" y="47"/>
                  </a:cubicBezTo>
                  <a:cubicBezTo>
                    <a:pt x="178" y="42"/>
                    <a:pt x="189" y="42"/>
                    <a:pt x="190" y="40"/>
                  </a:cubicBezTo>
                  <a:cubicBezTo>
                    <a:pt x="192" y="38"/>
                    <a:pt x="188" y="35"/>
                    <a:pt x="185" y="34"/>
                  </a:cubicBezTo>
                  <a:cubicBezTo>
                    <a:pt x="182" y="32"/>
                    <a:pt x="184" y="29"/>
                    <a:pt x="182" y="27"/>
                  </a:cubicBezTo>
                  <a:cubicBezTo>
                    <a:pt x="180" y="26"/>
                    <a:pt x="177" y="21"/>
                    <a:pt x="180" y="20"/>
                  </a:cubicBezTo>
                  <a:cubicBezTo>
                    <a:pt x="183" y="20"/>
                    <a:pt x="178" y="16"/>
                    <a:pt x="180" y="14"/>
                  </a:cubicBezTo>
                  <a:cubicBezTo>
                    <a:pt x="181" y="14"/>
                    <a:pt x="181" y="14"/>
                    <a:pt x="181" y="14"/>
                  </a:cubicBezTo>
                  <a:cubicBezTo>
                    <a:pt x="180" y="13"/>
                    <a:pt x="178" y="12"/>
                    <a:pt x="178" y="12"/>
                  </a:cubicBezTo>
                  <a:cubicBezTo>
                    <a:pt x="174" y="12"/>
                    <a:pt x="165" y="12"/>
                    <a:pt x="165" y="18"/>
                  </a:cubicBezTo>
                  <a:cubicBezTo>
                    <a:pt x="166" y="24"/>
                    <a:pt x="160" y="22"/>
                    <a:pt x="160" y="25"/>
                  </a:cubicBezTo>
                  <a:cubicBezTo>
                    <a:pt x="161" y="28"/>
                    <a:pt x="158" y="28"/>
                    <a:pt x="158" y="32"/>
                  </a:cubicBezTo>
                  <a:cubicBezTo>
                    <a:pt x="159" y="37"/>
                    <a:pt x="156" y="35"/>
                    <a:pt x="151" y="37"/>
                  </a:cubicBezTo>
                  <a:cubicBezTo>
                    <a:pt x="146" y="40"/>
                    <a:pt x="148" y="36"/>
                    <a:pt x="143" y="36"/>
                  </a:cubicBezTo>
                  <a:cubicBezTo>
                    <a:pt x="139" y="36"/>
                    <a:pt x="138" y="38"/>
                    <a:pt x="135" y="39"/>
                  </a:cubicBezTo>
                  <a:cubicBezTo>
                    <a:pt x="132" y="40"/>
                    <a:pt x="127" y="39"/>
                    <a:pt x="125" y="40"/>
                  </a:cubicBezTo>
                  <a:cubicBezTo>
                    <a:pt x="123" y="41"/>
                    <a:pt x="120" y="37"/>
                    <a:pt x="118" y="37"/>
                  </a:cubicBezTo>
                  <a:cubicBezTo>
                    <a:pt x="117" y="37"/>
                    <a:pt x="116" y="34"/>
                    <a:pt x="116" y="32"/>
                  </a:cubicBezTo>
                  <a:cubicBezTo>
                    <a:pt x="115" y="32"/>
                    <a:pt x="115" y="31"/>
                    <a:pt x="115" y="32"/>
                  </a:cubicBezTo>
                  <a:cubicBezTo>
                    <a:pt x="112" y="32"/>
                    <a:pt x="107" y="40"/>
                    <a:pt x="110" y="43"/>
                  </a:cubicBezTo>
                  <a:cubicBezTo>
                    <a:pt x="113" y="46"/>
                    <a:pt x="112" y="51"/>
                    <a:pt x="114" y="54"/>
                  </a:cubicBezTo>
                  <a:cubicBezTo>
                    <a:pt x="115" y="56"/>
                    <a:pt x="121" y="57"/>
                    <a:pt x="121" y="62"/>
                  </a:cubicBezTo>
                  <a:cubicBezTo>
                    <a:pt x="121" y="67"/>
                    <a:pt x="125" y="75"/>
                    <a:pt x="128" y="73"/>
                  </a:cubicBezTo>
                  <a:cubicBezTo>
                    <a:pt x="131" y="71"/>
                    <a:pt x="134" y="74"/>
                    <a:pt x="135" y="76"/>
                  </a:cubicBezTo>
                  <a:cubicBezTo>
                    <a:pt x="136" y="78"/>
                    <a:pt x="143" y="74"/>
                    <a:pt x="145" y="75"/>
                  </a:cubicBezTo>
                  <a:cubicBezTo>
                    <a:pt x="148" y="75"/>
                    <a:pt x="155" y="76"/>
                    <a:pt x="156" y="79"/>
                  </a:cubicBezTo>
                  <a:cubicBezTo>
                    <a:pt x="156" y="82"/>
                    <a:pt x="163" y="79"/>
                    <a:pt x="167" y="77"/>
                  </a:cubicBezTo>
                  <a:cubicBezTo>
                    <a:pt x="172" y="76"/>
                    <a:pt x="169" y="62"/>
                    <a:pt x="174" y="60"/>
                  </a:cubicBezTo>
                  <a:close/>
                  <a:moveTo>
                    <a:pt x="191" y="126"/>
                  </a:moveTo>
                  <a:cubicBezTo>
                    <a:pt x="193" y="128"/>
                    <a:pt x="197" y="128"/>
                    <a:pt x="198" y="130"/>
                  </a:cubicBezTo>
                  <a:cubicBezTo>
                    <a:pt x="200" y="131"/>
                    <a:pt x="206" y="134"/>
                    <a:pt x="206" y="130"/>
                  </a:cubicBezTo>
                  <a:cubicBezTo>
                    <a:pt x="206" y="126"/>
                    <a:pt x="190" y="124"/>
                    <a:pt x="191" y="126"/>
                  </a:cubicBezTo>
                  <a:close/>
                  <a:moveTo>
                    <a:pt x="179" y="115"/>
                  </a:moveTo>
                  <a:cubicBezTo>
                    <a:pt x="178" y="117"/>
                    <a:pt x="174" y="117"/>
                    <a:pt x="172" y="115"/>
                  </a:cubicBezTo>
                  <a:cubicBezTo>
                    <a:pt x="170" y="114"/>
                    <a:pt x="167" y="118"/>
                    <a:pt x="168" y="120"/>
                  </a:cubicBezTo>
                  <a:cubicBezTo>
                    <a:pt x="169" y="121"/>
                    <a:pt x="174" y="124"/>
                    <a:pt x="180" y="122"/>
                  </a:cubicBezTo>
                  <a:cubicBezTo>
                    <a:pt x="186" y="119"/>
                    <a:pt x="190" y="121"/>
                    <a:pt x="191" y="118"/>
                  </a:cubicBezTo>
                  <a:cubicBezTo>
                    <a:pt x="193" y="115"/>
                    <a:pt x="180" y="112"/>
                    <a:pt x="179" y="115"/>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178">
              <a:extLst>
                <a:ext uri="{FF2B5EF4-FFF2-40B4-BE49-F238E27FC236}">
                  <a16:creationId xmlns:a16="http://schemas.microsoft.com/office/drawing/2014/main" id="{A4718261-AEFE-4017-96AE-8C15FFD2DC7C}"/>
                </a:ext>
              </a:extLst>
            </p:cNvPr>
            <p:cNvSpPr>
              <a:spLocks noEditPoints="1"/>
            </p:cNvSpPr>
            <p:nvPr/>
          </p:nvSpPr>
          <p:spPr bwMode="auto">
            <a:xfrm>
              <a:off x="6837363" y="3267075"/>
              <a:ext cx="68263" cy="26988"/>
            </a:xfrm>
            <a:custGeom>
              <a:avLst/>
              <a:gdLst>
                <a:gd name="T0" fmla="*/ 3 w 27"/>
                <a:gd name="T1" fmla="*/ 8 h 11"/>
                <a:gd name="T2" fmla="*/ 0 w 27"/>
                <a:gd name="T3" fmla="*/ 9 h 11"/>
                <a:gd name="T4" fmla="*/ 3 w 27"/>
                <a:gd name="T5" fmla="*/ 10 h 11"/>
                <a:gd name="T6" fmla="*/ 4 w 27"/>
                <a:gd name="T7" fmla="*/ 8 h 11"/>
                <a:gd name="T8" fmla="*/ 3 w 27"/>
                <a:gd name="T9" fmla="*/ 8 h 11"/>
                <a:gd name="T10" fmla="*/ 3 w 27"/>
                <a:gd name="T11" fmla="*/ 8 h 11"/>
                <a:gd name="T12" fmla="*/ 14 w 27"/>
                <a:gd name="T13" fmla="*/ 2 h 11"/>
                <a:gd name="T14" fmla="*/ 7 w 27"/>
                <a:gd name="T15" fmla="*/ 6 h 11"/>
                <a:gd name="T16" fmla="*/ 7 w 27"/>
                <a:gd name="T17" fmla="*/ 7 h 11"/>
                <a:gd name="T18" fmla="*/ 9 w 27"/>
                <a:gd name="T19" fmla="*/ 9 h 11"/>
                <a:gd name="T20" fmla="*/ 26 w 27"/>
                <a:gd name="T21" fmla="*/ 2 h 11"/>
                <a:gd name="T22" fmla="*/ 14 w 27"/>
                <a:gd name="T23"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11">
                  <a:moveTo>
                    <a:pt x="3" y="8"/>
                  </a:moveTo>
                  <a:cubicBezTo>
                    <a:pt x="2" y="8"/>
                    <a:pt x="1" y="8"/>
                    <a:pt x="0" y="9"/>
                  </a:cubicBezTo>
                  <a:cubicBezTo>
                    <a:pt x="1" y="10"/>
                    <a:pt x="2" y="11"/>
                    <a:pt x="3" y="10"/>
                  </a:cubicBezTo>
                  <a:cubicBezTo>
                    <a:pt x="3" y="10"/>
                    <a:pt x="4" y="9"/>
                    <a:pt x="4" y="8"/>
                  </a:cubicBezTo>
                  <a:cubicBezTo>
                    <a:pt x="4" y="8"/>
                    <a:pt x="3" y="8"/>
                    <a:pt x="3" y="8"/>
                  </a:cubicBezTo>
                  <a:cubicBezTo>
                    <a:pt x="3" y="8"/>
                    <a:pt x="3" y="8"/>
                    <a:pt x="3" y="8"/>
                  </a:cubicBezTo>
                  <a:close/>
                  <a:moveTo>
                    <a:pt x="14" y="2"/>
                  </a:moveTo>
                  <a:cubicBezTo>
                    <a:pt x="11" y="2"/>
                    <a:pt x="10" y="4"/>
                    <a:pt x="7" y="6"/>
                  </a:cubicBezTo>
                  <a:cubicBezTo>
                    <a:pt x="7" y="6"/>
                    <a:pt x="7" y="7"/>
                    <a:pt x="7" y="7"/>
                  </a:cubicBezTo>
                  <a:cubicBezTo>
                    <a:pt x="7" y="7"/>
                    <a:pt x="8" y="8"/>
                    <a:pt x="9" y="9"/>
                  </a:cubicBezTo>
                  <a:cubicBezTo>
                    <a:pt x="14" y="7"/>
                    <a:pt x="25" y="3"/>
                    <a:pt x="26" y="2"/>
                  </a:cubicBezTo>
                  <a:cubicBezTo>
                    <a:pt x="27" y="0"/>
                    <a:pt x="19" y="2"/>
                    <a:pt x="14" y="2"/>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179">
              <a:extLst>
                <a:ext uri="{FF2B5EF4-FFF2-40B4-BE49-F238E27FC236}">
                  <a16:creationId xmlns:a16="http://schemas.microsoft.com/office/drawing/2014/main" id="{3AB31758-7E54-41AD-A07B-368598A78AD5}"/>
                </a:ext>
              </a:extLst>
            </p:cNvPr>
            <p:cNvSpPr>
              <a:spLocks noEditPoints="1"/>
            </p:cNvSpPr>
            <p:nvPr/>
          </p:nvSpPr>
          <p:spPr bwMode="auto">
            <a:xfrm>
              <a:off x="4486276" y="2055813"/>
              <a:ext cx="233363" cy="254000"/>
            </a:xfrm>
            <a:custGeom>
              <a:avLst/>
              <a:gdLst>
                <a:gd name="T0" fmla="*/ 65 w 93"/>
                <a:gd name="T1" fmla="*/ 88 h 101"/>
                <a:gd name="T2" fmla="*/ 55 w 93"/>
                <a:gd name="T3" fmla="*/ 88 h 101"/>
                <a:gd name="T4" fmla="*/ 48 w 93"/>
                <a:gd name="T5" fmla="*/ 91 h 101"/>
                <a:gd name="T6" fmla="*/ 56 w 93"/>
                <a:gd name="T7" fmla="*/ 96 h 101"/>
                <a:gd name="T8" fmla="*/ 66 w 93"/>
                <a:gd name="T9" fmla="*/ 101 h 101"/>
                <a:gd name="T10" fmla="*/ 68 w 93"/>
                <a:gd name="T11" fmla="*/ 96 h 101"/>
                <a:gd name="T12" fmla="*/ 71 w 93"/>
                <a:gd name="T13" fmla="*/ 88 h 101"/>
                <a:gd name="T14" fmla="*/ 65 w 93"/>
                <a:gd name="T15" fmla="*/ 88 h 101"/>
                <a:gd name="T16" fmla="*/ 19 w 93"/>
                <a:gd name="T17" fmla="*/ 61 h 101"/>
                <a:gd name="T18" fmla="*/ 13 w 93"/>
                <a:gd name="T19" fmla="*/ 62 h 101"/>
                <a:gd name="T20" fmla="*/ 16 w 93"/>
                <a:gd name="T21" fmla="*/ 73 h 101"/>
                <a:gd name="T22" fmla="*/ 19 w 93"/>
                <a:gd name="T23" fmla="*/ 80 h 101"/>
                <a:gd name="T24" fmla="*/ 25 w 93"/>
                <a:gd name="T25" fmla="*/ 77 h 101"/>
                <a:gd name="T26" fmla="*/ 26 w 93"/>
                <a:gd name="T27" fmla="*/ 64 h 101"/>
                <a:gd name="T28" fmla="*/ 19 w 93"/>
                <a:gd name="T29" fmla="*/ 61 h 101"/>
                <a:gd name="T30" fmla="*/ 77 w 93"/>
                <a:gd name="T31" fmla="*/ 57 h 101"/>
                <a:gd name="T32" fmla="*/ 71 w 93"/>
                <a:gd name="T33" fmla="*/ 52 h 101"/>
                <a:gd name="T34" fmla="*/ 58 w 93"/>
                <a:gd name="T35" fmla="*/ 39 h 101"/>
                <a:gd name="T36" fmla="*/ 47 w 93"/>
                <a:gd name="T37" fmla="*/ 28 h 101"/>
                <a:gd name="T38" fmla="*/ 47 w 93"/>
                <a:gd name="T39" fmla="*/ 20 h 101"/>
                <a:gd name="T40" fmla="*/ 51 w 93"/>
                <a:gd name="T41" fmla="*/ 15 h 101"/>
                <a:gd name="T42" fmla="*/ 51 w 93"/>
                <a:gd name="T43" fmla="*/ 5 h 101"/>
                <a:gd name="T44" fmla="*/ 47 w 93"/>
                <a:gd name="T45" fmla="*/ 4 h 101"/>
                <a:gd name="T46" fmla="*/ 46 w 93"/>
                <a:gd name="T47" fmla="*/ 0 h 101"/>
                <a:gd name="T48" fmla="*/ 39 w 93"/>
                <a:gd name="T49" fmla="*/ 1 h 101"/>
                <a:gd name="T50" fmla="*/ 34 w 93"/>
                <a:gd name="T51" fmla="*/ 3 h 101"/>
                <a:gd name="T52" fmla="*/ 33 w 93"/>
                <a:gd name="T53" fmla="*/ 2 h 101"/>
                <a:gd name="T54" fmla="*/ 32 w 93"/>
                <a:gd name="T55" fmla="*/ 4 h 101"/>
                <a:gd name="T56" fmla="*/ 30 w 93"/>
                <a:gd name="T57" fmla="*/ 6 h 101"/>
                <a:gd name="T58" fmla="*/ 28 w 93"/>
                <a:gd name="T59" fmla="*/ 7 h 101"/>
                <a:gd name="T60" fmla="*/ 24 w 93"/>
                <a:gd name="T61" fmla="*/ 8 h 101"/>
                <a:gd name="T62" fmla="*/ 21 w 93"/>
                <a:gd name="T63" fmla="*/ 9 h 101"/>
                <a:gd name="T64" fmla="*/ 19 w 93"/>
                <a:gd name="T65" fmla="*/ 12 h 101"/>
                <a:gd name="T66" fmla="*/ 15 w 93"/>
                <a:gd name="T67" fmla="*/ 7 h 101"/>
                <a:gd name="T68" fmla="*/ 11 w 93"/>
                <a:gd name="T69" fmla="*/ 12 h 101"/>
                <a:gd name="T70" fmla="*/ 4 w 93"/>
                <a:gd name="T71" fmla="*/ 13 h 101"/>
                <a:gd name="T72" fmla="*/ 5 w 93"/>
                <a:gd name="T73" fmla="*/ 17 h 101"/>
                <a:gd name="T74" fmla="*/ 3 w 93"/>
                <a:gd name="T75" fmla="*/ 20 h 101"/>
                <a:gd name="T76" fmla="*/ 1 w 93"/>
                <a:gd name="T77" fmla="*/ 22 h 101"/>
                <a:gd name="T78" fmla="*/ 4 w 93"/>
                <a:gd name="T79" fmla="*/ 26 h 101"/>
                <a:gd name="T80" fmla="*/ 6 w 93"/>
                <a:gd name="T81" fmla="*/ 30 h 101"/>
                <a:gd name="T82" fmla="*/ 9 w 93"/>
                <a:gd name="T83" fmla="*/ 31 h 101"/>
                <a:gd name="T84" fmla="*/ 8 w 93"/>
                <a:gd name="T85" fmla="*/ 34 h 101"/>
                <a:gd name="T86" fmla="*/ 12 w 93"/>
                <a:gd name="T87" fmla="*/ 33 h 101"/>
                <a:gd name="T88" fmla="*/ 18 w 93"/>
                <a:gd name="T89" fmla="*/ 28 h 101"/>
                <a:gd name="T90" fmla="*/ 29 w 93"/>
                <a:gd name="T91" fmla="*/ 33 h 101"/>
                <a:gd name="T92" fmla="*/ 32 w 93"/>
                <a:gd name="T93" fmla="*/ 37 h 101"/>
                <a:gd name="T94" fmla="*/ 39 w 93"/>
                <a:gd name="T95" fmla="*/ 47 h 101"/>
                <a:gd name="T96" fmla="*/ 50 w 93"/>
                <a:gd name="T97" fmla="*/ 57 h 101"/>
                <a:gd name="T98" fmla="*/ 58 w 93"/>
                <a:gd name="T99" fmla="*/ 60 h 101"/>
                <a:gd name="T100" fmla="*/ 65 w 93"/>
                <a:gd name="T101" fmla="*/ 65 h 101"/>
                <a:gd name="T102" fmla="*/ 71 w 93"/>
                <a:gd name="T103" fmla="*/ 69 h 101"/>
                <a:gd name="T104" fmla="*/ 73 w 93"/>
                <a:gd name="T105" fmla="*/ 74 h 101"/>
                <a:gd name="T106" fmla="*/ 74 w 93"/>
                <a:gd name="T107" fmla="*/ 83 h 101"/>
                <a:gd name="T108" fmla="*/ 74 w 93"/>
                <a:gd name="T109" fmla="*/ 89 h 101"/>
                <a:gd name="T110" fmla="*/ 78 w 93"/>
                <a:gd name="T111" fmla="*/ 82 h 101"/>
                <a:gd name="T112" fmla="*/ 83 w 93"/>
                <a:gd name="T113" fmla="*/ 78 h 101"/>
                <a:gd name="T114" fmla="*/ 79 w 93"/>
                <a:gd name="T115" fmla="*/ 71 h 101"/>
                <a:gd name="T116" fmla="*/ 87 w 93"/>
                <a:gd name="T117" fmla="*/ 68 h 101"/>
                <a:gd name="T118" fmla="*/ 93 w 93"/>
                <a:gd name="T119" fmla="*/ 68 h 101"/>
                <a:gd name="T120" fmla="*/ 77 w 93"/>
                <a:gd name="T121" fmla="*/ 5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3" h="101">
                  <a:moveTo>
                    <a:pt x="65" y="88"/>
                  </a:moveTo>
                  <a:cubicBezTo>
                    <a:pt x="60" y="89"/>
                    <a:pt x="58" y="89"/>
                    <a:pt x="55" y="88"/>
                  </a:cubicBezTo>
                  <a:cubicBezTo>
                    <a:pt x="52" y="86"/>
                    <a:pt x="47" y="89"/>
                    <a:pt x="48" y="91"/>
                  </a:cubicBezTo>
                  <a:cubicBezTo>
                    <a:pt x="49" y="92"/>
                    <a:pt x="50" y="94"/>
                    <a:pt x="56" y="96"/>
                  </a:cubicBezTo>
                  <a:cubicBezTo>
                    <a:pt x="62" y="97"/>
                    <a:pt x="63" y="101"/>
                    <a:pt x="66" y="101"/>
                  </a:cubicBezTo>
                  <a:cubicBezTo>
                    <a:pt x="68" y="101"/>
                    <a:pt x="68" y="99"/>
                    <a:pt x="68" y="96"/>
                  </a:cubicBezTo>
                  <a:cubicBezTo>
                    <a:pt x="67" y="93"/>
                    <a:pt x="71" y="89"/>
                    <a:pt x="71" y="88"/>
                  </a:cubicBezTo>
                  <a:cubicBezTo>
                    <a:pt x="71" y="88"/>
                    <a:pt x="69" y="87"/>
                    <a:pt x="65" y="88"/>
                  </a:cubicBezTo>
                  <a:close/>
                  <a:moveTo>
                    <a:pt x="19" y="61"/>
                  </a:moveTo>
                  <a:cubicBezTo>
                    <a:pt x="16" y="63"/>
                    <a:pt x="14" y="60"/>
                    <a:pt x="13" y="62"/>
                  </a:cubicBezTo>
                  <a:cubicBezTo>
                    <a:pt x="11" y="65"/>
                    <a:pt x="17" y="68"/>
                    <a:pt x="16" y="73"/>
                  </a:cubicBezTo>
                  <a:cubicBezTo>
                    <a:pt x="15" y="77"/>
                    <a:pt x="16" y="83"/>
                    <a:pt x="19" y="80"/>
                  </a:cubicBezTo>
                  <a:cubicBezTo>
                    <a:pt x="22" y="78"/>
                    <a:pt x="23" y="79"/>
                    <a:pt x="25" y="77"/>
                  </a:cubicBezTo>
                  <a:cubicBezTo>
                    <a:pt x="26" y="75"/>
                    <a:pt x="25" y="67"/>
                    <a:pt x="26" y="64"/>
                  </a:cubicBezTo>
                  <a:cubicBezTo>
                    <a:pt x="27" y="60"/>
                    <a:pt x="21" y="59"/>
                    <a:pt x="19" y="61"/>
                  </a:cubicBezTo>
                  <a:close/>
                  <a:moveTo>
                    <a:pt x="77" y="57"/>
                  </a:moveTo>
                  <a:cubicBezTo>
                    <a:pt x="74" y="55"/>
                    <a:pt x="76" y="52"/>
                    <a:pt x="71" y="52"/>
                  </a:cubicBezTo>
                  <a:cubicBezTo>
                    <a:pt x="66" y="53"/>
                    <a:pt x="60" y="46"/>
                    <a:pt x="58" y="39"/>
                  </a:cubicBezTo>
                  <a:cubicBezTo>
                    <a:pt x="57" y="32"/>
                    <a:pt x="49" y="32"/>
                    <a:pt x="47" y="28"/>
                  </a:cubicBezTo>
                  <a:cubicBezTo>
                    <a:pt x="45" y="24"/>
                    <a:pt x="49" y="23"/>
                    <a:pt x="47" y="20"/>
                  </a:cubicBezTo>
                  <a:cubicBezTo>
                    <a:pt x="46" y="18"/>
                    <a:pt x="48" y="16"/>
                    <a:pt x="51" y="15"/>
                  </a:cubicBezTo>
                  <a:cubicBezTo>
                    <a:pt x="51" y="11"/>
                    <a:pt x="51" y="7"/>
                    <a:pt x="51" y="5"/>
                  </a:cubicBezTo>
                  <a:cubicBezTo>
                    <a:pt x="49" y="4"/>
                    <a:pt x="48" y="4"/>
                    <a:pt x="47" y="4"/>
                  </a:cubicBezTo>
                  <a:cubicBezTo>
                    <a:pt x="46" y="3"/>
                    <a:pt x="46" y="0"/>
                    <a:pt x="46" y="0"/>
                  </a:cubicBezTo>
                  <a:cubicBezTo>
                    <a:pt x="45" y="0"/>
                    <a:pt x="40" y="0"/>
                    <a:pt x="39" y="1"/>
                  </a:cubicBezTo>
                  <a:cubicBezTo>
                    <a:pt x="38" y="2"/>
                    <a:pt x="36" y="4"/>
                    <a:pt x="34" y="3"/>
                  </a:cubicBezTo>
                  <a:cubicBezTo>
                    <a:pt x="34" y="3"/>
                    <a:pt x="33" y="2"/>
                    <a:pt x="33" y="2"/>
                  </a:cubicBezTo>
                  <a:cubicBezTo>
                    <a:pt x="32" y="4"/>
                    <a:pt x="32" y="4"/>
                    <a:pt x="32" y="4"/>
                  </a:cubicBezTo>
                  <a:cubicBezTo>
                    <a:pt x="32" y="4"/>
                    <a:pt x="31" y="6"/>
                    <a:pt x="30" y="6"/>
                  </a:cubicBezTo>
                  <a:cubicBezTo>
                    <a:pt x="29" y="6"/>
                    <a:pt x="28" y="5"/>
                    <a:pt x="28" y="7"/>
                  </a:cubicBezTo>
                  <a:cubicBezTo>
                    <a:pt x="28" y="8"/>
                    <a:pt x="25" y="8"/>
                    <a:pt x="24" y="8"/>
                  </a:cubicBezTo>
                  <a:cubicBezTo>
                    <a:pt x="23" y="7"/>
                    <a:pt x="21" y="8"/>
                    <a:pt x="21" y="9"/>
                  </a:cubicBezTo>
                  <a:cubicBezTo>
                    <a:pt x="21" y="11"/>
                    <a:pt x="21" y="14"/>
                    <a:pt x="19" y="12"/>
                  </a:cubicBezTo>
                  <a:cubicBezTo>
                    <a:pt x="17" y="10"/>
                    <a:pt x="15" y="6"/>
                    <a:pt x="15" y="7"/>
                  </a:cubicBezTo>
                  <a:cubicBezTo>
                    <a:pt x="14" y="7"/>
                    <a:pt x="12" y="12"/>
                    <a:pt x="11" y="12"/>
                  </a:cubicBezTo>
                  <a:cubicBezTo>
                    <a:pt x="10" y="12"/>
                    <a:pt x="6" y="13"/>
                    <a:pt x="4" y="13"/>
                  </a:cubicBezTo>
                  <a:cubicBezTo>
                    <a:pt x="3" y="15"/>
                    <a:pt x="4" y="16"/>
                    <a:pt x="5" y="17"/>
                  </a:cubicBezTo>
                  <a:cubicBezTo>
                    <a:pt x="6" y="17"/>
                    <a:pt x="4" y="19"/>
                    <a:pt x="3" y="20"/>
                  </a:cubicBezTo>
                  <a:cubicBezTo>
                    <a:pt x="2" y="20"/>
                    <a:pt x="0" y="20"/>
                    <a:pt x="1" y="22"/>
                  </a:cubicBezTo>
                  <a:cubicBezTo>
                    <a:pt x="3" y="24"/>
                    <a:pt x="5" y="24"/>
                    <a:pt x="4" y="26"/>
                  </a:cubicBezTo>
                  <a:cubicBezTo>
                    <a:pt x="3" y="28"/>
                    <a:pt x="4" y="30"/>
                    <a:pt x="6" y="30"/>
                  </a:cubicBezTo>
                  <a:cubicBezTo>
                    <a:pt x="7" y="30"/>
                    <a:pt x="10" y="30"/>
                    <a:pt x="9" y="31"/>
                  </a:cubicBezTo>
                  <a:cubicBezTo>
                    <a:pt x="9" y="32"/>
                    <a:pt x="9" y="33"/>
                    <a:pt x="8" y="34"/>
                  </a:cubicBezTo>
                  <a:cubicBezTo>
                    <a:pt x="10" y="33"/>
                    <a:pt x="11" y="33"/>
                    <a:pt x="12" y="33"/>
                  </a:cubicBezTo>
                  <a:cubicBezTo>
                    <a:pt x="15" y="31"/>
                    <a:pt x="14" y="29"/>
                    <a:pt x="18" y="28"/>
                  </a:cubicBezTo>
                  <a:cubicBezTo>
                    <a:pt x="22" y="27"/>
                    <a:pt x="28" y="30"/>
                    <a:pt x="29" y="33"/>
                  </a:cubicBezTo>
                  <a:cubicBezTo>
                    <a:pt x="31" y="35"/>
                    <a:pt x="31" y="35"/>
                    <a:pt x="32" y="37"/>
                  </a:cubicBezTo>
                  <a:cubicBezTo>
                    <a:pt x="32" y="39"/>
                    <a:pt x="34" y="43"/>
                    <a:pt x="39" y="47"/>
                  </a:cubicBezTo>
                  <a:cubicBezTo>
                    <a:pt x="45" y="51"/>
                    <a:pt x="47" y="55"/>
                    <a:pt x="50" y="57"/>
                  </a:cubicBezTo>
                  <a:cubicBezTo>
                    <a:pt x="53" y="58"/>
                    <a:pt x="56" y="58"/>
                    <a:pt x="58" y="60"/>
                  </a:cubicBezTo>
                  <a:cubicBezTo>
                    <a:pt x="60" y="62"/>
                    <a:pt x="62" y="63"/>
                    <a:pt x="65" y="65"/>
                  </a:cubicBezTo>
                  <a:cubicBezTo>
                    <a:pt x="68" y="66"/>
                    <a:pt x="68" y="69"/>
                    <a:pt x="71" y="69"/>
                  </a:cubicBezTo>
                  <a:cubicBezTo>
                    <a:pt x="73" y="70"/>
                    <a:pt x="72" y="72"/>
                    <a:pt x="73" y="74"/>
                  </a:cubicBezTo>
                  <a:cubicBezTo>
                    <a:pt x="75" y="76"/>
                    <a:pt x="75" y="80"/>
                    <a:pt x="74" y="83"/>
                  </a:cubicBezTo>
                  <a:cubicBezTo>
                    <a:pt x="72" y="85"/>
                    <a:pt x="73" y="89"/>
                    <a:pt x="74" y="89"/>
                  </a:cubicBezTo>
                  <a:cubicBezTo>
                    <a:pt x="75" y="89"/>
                    <a:pt x="78" y="85"/>
                    <a:pt x="78" y="82"/>
                  </a:cubicBezTo>
                  <a:cubicBezTo>
                    <a:pt x="78" y="80"/>
                    <a:pt x="81" y="80"/>
                    <a:pt x="83" y="78"/>
                  </a:cubicBezTo>
                  <a:cubicBezTo>
                    <a:pt x="85" y="75"/>
                    <a:pt x="80" y="75"/>
                    <a:pt x="79" y="71"/>
                  </a:cubicBezTo>
                  <a:cubicBezTo>
                    <a:pt x="78" y="68"/>
                    <a:pt x="83" y="65"/>
                    <a:pt x="87" y="68"/>
                  </a:cubicBezTo>
                  <a:cubicBezTo>
                    <a:pt x="91" y="71"/>
                    <a:pt x="93" y="72"/>
                    <a:pt x="93" y="68"/>
                  </a:cubicBezTo>
                  <a:cubicBezTo>
                    <a:pt x="93" y="64"/>
                    <a:pt x="80" y="59"/>
                    <a:pt x="77" y="5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180">
              <a:extLst>
                <a:ext uri="{FF2B5EF4-FFF2-40B4-BE49-F238E27FC236}">
                  <a16:creationId xmlns:a16="http://schemas.microsoft.com/office/drawing/2014/main" id="{494423EE-95B4-44A9-AECC-74F9664E93C8}"/>
                </a:ext>
              </a:extLst>
            </p:cNvPr>
            <p:cNvSpPr>
              <a:spLocks/>
            </p:cNvSpPr>
            <p:nvPr/>
          </p:nvSpPr>
          <p:spPr bwMode="auto">
            <a:xfrm>
              <a:off x="4719638" y="2149475"/>
              <a:ext cx="25400" cy="31750"/>
            </a:xfrm>
            <a:custGeom>
              <a:avLst/>
              <a:gdLst>
                <a:gd name="T0" fmla="*/ 3 w 10"/>
                <a:gd name="T1" fmla="*/ 0 h 13"/>
                <a:gd name="T2" fmla="*/ 0 w 10"/>
                <a:gd name="T3" fmla="*/ 6 h 13"/>
                <a:gd name="T4" fmla="*/ 0 w 10"/>
                <a:gd name="T5" fmla="*/ 9 h 13"/>
                <a:gd name="T6" fmla="*/ 6 w 10"/>
                <a:gd name="T7" fmla="*/ 13 h 13"/>
                <a:gd name="T8" fmla="*/ 6 w 10"/>
                <a:gd name="T9" fmla="*/ 13 h 13"/>
                <a:gd name="T10" fmla="*/ 10 w 10"/>
                <a:gd name="T11" fmla="*/ 8 h 13"/>
                <a:gd name="T12" fmla="*/ 3 w 1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0" h="13">
                  <a:moveTo>
                    <a:pt x="3" y="0"/>
                  </a:moveTo>
                  <a:cubicBezTo>
                    <a:pt x="2" y="3"/>
                    <a:pt x="0" y="6"/>
                    <a:pt x="0" y="6"/>
                  </a:cubicBezTo>
                  <a:cubicBezTo>
                    <a:pt x="0" y="7"/>
                    <a:pt x="0" y="8"/>
                    <a:pt x="0" y="9"/>
                  </a:cubicBezTo>
                  <a:cubicBezTo>
                    <a:pt x="2" y="11"/>
                    <a:pt x="4" y="12"/>
                    <a:pt x="6" y="13"/>
                  </a:cubicBezTo>
                  <a:cubicBezTo>
                    <a:pt x="6" y="13"/>
                    <a:pt x="6" y="13"/>
                    <a:pt x="6" y="13"/>
                  </a:cubicBezTo>
                  <a:cubicBezTo>
                    <a:pt x="7" y="11"/>
                    <a:pt x="8" y="8"/>
                    <a:pt x="10" y="8"/>
                  </a:cubicBezTo>
                  <a:cubicBezTo>
                    <a:pt x="8" y="5"/>
                    <a:pt x="5" y="2"/>
                    <a:pt x="3" y="0"/>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181">
              <a:extLst>
                <a:ext uri="{FF2B5EF4-FFF2-40B4-BE49-F238E27FC236}">
                  <a16:creationId xmlns:a16="http://schemas.microsoft.com/office/drawing/2014/main" id="{066DD3E6-A278-40D8-A63F-90F192BE688F}"/>
                </a:ext>
              </a:extLst>
            </p:cNvPr>
            <p:cNvSpPr>
              <a:spLocks/>
            </p:cNvSpPr>
            <p:nvPr/>
          </p:nvSpPr>
          <p:spPr bwMode="auto">
            <a:xfrm>
              <a:off x="4725988" y="2078038"/>
              <a:ext cx="84138" cy="101600"/>
            </a:xfrm>
            <a:custGeom>
              <a:avLst/>
              <a:gdLst>
                <a:gd name="T0" fmla="*/ 30 w 34"/>
                <a:gd name="T1" fmla="*/ 27 h 40"/>
                <a:gd name="T2" fmla="*/ 30 w 34"/>
                <a:gd name="T3" fmla="*/ 21 h 40"/>
                <a:gd name="T4" fmla="*/ 30 w 34"/>
                <a:gd name="T5" fmla="*/ 17 h 40"/>
                <a:gd name="T6" fmla="*/ 21 w 34"/>
                <a:gd name="T7" fmla="*/ 14 h 40"/>
                <a:gd name="T8" fmla="*/ 20 w 34"/>
                <a:gd name="T9" fmla="*/ 9 h 40"/>
                <a:gd name="T10" fmla="*/ 17 w 34"/>
                <a:gd name="T11" fmla="*/ 6 h 40"/>
                <a:gd name="T12" fmla="*/ 14 w 34"/>
                <a:gd name="T13" fmla="*/ 2 h 40"/>
                <a:gd name="T14" fmla="*/ 14 w 34"/>
                <a:gd name="T15" fmla="*/ 1 h 40"/>
                <a:gd name="T16" fmla="*/ 12 w 34"/>
                <a:gd name="T17" fmla="*/ 1 h 40"/>
                <a:gd name="T18" fmla="*/ 9 w 34"/>
                <a:gd name="T19" fmla="*/ 0 h 40"/>
                <a:gd name="T20" fmla="*/ 0 w 34"/>
                <a:gd name="T21" fmla="*/ 2 h 40"/>
                <a:gd name="T22" fmla="*/ 2 w 34"/>
                <a:gd name="T23" fmla="*/ 7 h 40"/>
                <a:gd name="T24" fmla="*/ 5 w 34"/>
                <a:gd name="T25" fmla="*/ 13 h 40"/>
                <a:gd name="T26" fmla="*/ 4 w 34"/>
                <a:gd name="T27" fmla="*/ 25 h 40"/>
                <a:gd name="T28" fmla="*/ 1 w 34"/>
                <a:gd name="T29" fmla="*/ 28 h 40"/>
                <a:gd name="T30" fmla="*/ 8 w 34"/>
                <a:gd name="T31" fmla="*/ 36 h 40"/>
                <a:gd name="T32" fmla="*/ 8 w 34"/>
                <a:gd name="T33" fmla="*/ 36 h 40"/>
                <a:gd name="T34" fmla="*/ 15 w 34"/>
                <a:gd name="T35" fmla="*/ 40 h 40"/>
                <a:gd name="T36" fmla="*/ 29 w 34"/>
                <a:gd name="T37" fmla="*/ 37 h 40"/>
                <a:gd name="T38" fmla="*/ 29 w 34"/>
                <a:gd name="T39" fmla="*/ 35 h 40"/>
                <a:gd name="T40" fmla="*/ 32 w 34"/>
                <a:gd name="T41" fmla="*/ 32 h 40"/>
                <a:gd name="T42" fmla="*/ 30 w 34"/>
                <a:gd name="T43"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4" h="40">
                  <a:moveTo>
                    <a:pt x="30" y="27"/>
                  </a:moveTo>
                  <a:cubicBezTo>
                    <a:pt x="28" y="25"/>
                    <a:pt x="28" y="22"/>
                    <a:pt x="30" y="21"/>
                  </a:cubicBezTo>
                  <a:cubicBezTo>
                    <a:pt x="31" y="20"/>
                    <a:pt x="30" y="18"/>
                    <a:pt x="30" y="17"/>
                  </a:cubicBezTo>
                  <a:cubicBezTo>
                    <a:pt x="30" y="15"/>
                    <a:pt x="22" y="14"/>
                    <a:pt x="21" y="14"/>
                  </a:cubicBezTo>
                  <a:cubicBezTo>
                    <a:pt x="20" y="14"/>
                    <a:pt x="22" y="9"/>
                    <a:pt x="20" y="9"/>
                  </a:cubicBezTo>
                  <a:cubicBezTo>
                    <a:pt x="18" y="9"/>
                    <a:pt x="17" y="8"/>
                    <a:pt x="17" y="6"/>
                  </a:cubicBezTo>
                  <a:cubicBezTo>
                    <a:pt x="17" y="5"/>
                    <a:pt x="14" y="2"/>
                    <a:pt x="14" y="2"/>
                  </a:cubicBezTo>
                  <a:cubicBezTo>
                    <a:pt x="14" y="1"/>
                    <a:pt x="14" y="1"/>
                    <a:pt x="14" y="1"/>
                  </a:cubicBezTo>
                  <a:cubicBezTo>
                    <a:pt x="13" y="1"/>
                    <a:pt x="12" y="1"/>
                    <a:pt x="12" y="1"/>
                  </a:cubicBezTo>
                  <a:cubicBezTo>
                    <a:pt x="11" y="1"/>
                    <a:pt x="9" y="0"/>
                    <a:pt x="9" y="0"/>
                  </a:cubicBezTo>
                  <a:cubicBezTo>
                    <a:pt x="9" y="0"/>
                    <a:pt x="4" y="1"/>
                    <a:pt x="0" y="2"/>
                  </a:cubicBezTo>
                  <a:cubicBezTo>
                    <a:pt x="1" y="4"/>
                    <a:pt x="1" y="7"/>
                    <a:pt x="2" y="7"/>
                  </a:cubicBezTo>
                  <a:cubicBezTo>
                    <a:pt x="5" y="8"/>
                    <a:pt x="4" y="11"/>
                    <a:pt x="5" y="13"/>
                  </a:cubicBezTo>
                  <a:cubicBezTo>
                    <a:pt x="6" y="15"/>
                    <a:pt x="6" y="25"/>
                    <a:pt x="4" y="25"/>
                  </a:cubicBezTo>
                  <a:cubicBezTo>
                    <a:pt x="4" y="25"/>
                    <a:pt x="3" y="27"/>
                    <a:pt x="1" y="28"/>
                  </a:cubicBezTo>
                  <a:cubicBezTo>
                    <a:pt x="3" y="30"/>
                    <a:pt x="6" y="33"/>
                    <a:pt x="8" y="36"/>
                  </a:cubicBezTo>
                  <a:cubicBezTo>
                    <a:pt x="8" y="36"/>
                    <a:pt x="8" y="36"/>
                    <a:pt x="8" y="36"/>
                  </a:cubicBezTo>
                  <a:cubicBezTo>
                    <a:pt x="10" y="36"/>
                    <a:pt x="15" y="40"/>
                    <a:pt x="15" y="40"/>
                  </a:cubicBezTo>
                  <a:cubicBezTo>
                    <a:pt x="15" y="40"/>
                    <a:pt x="24" y="38"/>
                    <a:pt x="29" y="37"/>
                  </a:cubicBezTo>
                  <a:cubicBezTo>
                    <a:pt x="29" y="36"/>
                    <a:pt x="29" y="35"/>
                    <a:pt x="29" y="35"/>
                  </a:cubicBezTo>
                  <a:cubicBezTo>
                    <a:pt x="29" y="34"/>
                    <a:pt x="30" y="32"/>
                    <a:pt x="32" y="32"/>
                  </a:cubicBezTo>
                  <a:cubicBezTo>
                    <a:pt x="34" y="32"/>
                    <a:pt x="31" y="28"/>
                    <a:pt x="30" y="27"/>
                  </a:cubicBezTo>
                  <a:close/>
                </a:path>
              </a:pathLst>
            </a:custGeom>
            <a:grpFill/>
            <a:ln w="9525" cap="flat">
              <a:solidFill>
                <a:schemeClr val="bg1">
                  <a:lumMod val="8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211" name="Oval 210">
            <a:extLst>
              <a:ext uri="{FF2B5EF4-FFF2-40B4-BE49-F238E27FC236}">
                <a16:creationId xmlns:a16="http://schemas.microsoft.com/office/drawing/2014/main" id="{08B44E38-FAE5-4F45-8DC8-34C1702B9BE6}"/>
              </a:ext>
            </a:extLst>
          </p:cNvPr>
          <p:cNvSpPr/>
          <p:nvPr/>
        </p:nvSpPr>
        <p:spPr bwMode="auto">
          <a:xfrm>
            <a:off x="1375567" y="1517684"/>
            <a:ext cx="1244920" cy="1246852"/>
          </a:xfrm>
          <a:prstGeom prst="ellipse">
            <a:avLst/>
          </a:prstGeom>
          <a:solidFill>
            <a:schemeClr val="accent1"/>
          </a:solidFill>
          <a:ln w="9525">
            <a:noFill/>
            <a:round/>
            <a:headEnd/>
            <a:tailEnd/>
          </a:ln>
          <a:effectLst/>
        </p:spPr>
        <p:txBody>
          <a:bodyPr vert="horz" wrap="square" lIns="0" tIns="0" rIns="0" bIns="0" numCol="1" rtlCol="0" anchor="ctr" anchorCtr="0" compatLnSpc="1">
            <a:prstTxWarp prst="textNoShape">
              <a:avLst/>
            </a:prstTxWarp>
          </a:bodyPr>
          <a:lstStyle/>
          <a:p>
            <a:pPr algn="ctr"/>
            <a:r>
              <a:rPr lang="en-US" sz="2400" b="1">
                <a:solidFill>
                  <a:schemeClr val="bg1"/>
                </a:solidFill>
                <a:latin typeface="+mj-lt"/>
              </a:rPr>
              <a:t>60%</a:t>
            </a:r>
          </a:p>
          <a:p>
            <a:pPr algn="ctr"/>
            <a:r>
              <a:rPr lang="en-US" sz="900" b="1">
                <a:solidFill>
                  <a:schemeClr val="bg1"/>
                </a:solidFill>
                <a:latin typeface="+mj-lt"/>
              </a:rPr>
              <a:t>North America</a:t>
            </a:r>
            <a:endParaRPr lang="en-US" sz="300" b="1">
              <a:solidFill>
                <a:schemeClr val="bg1"/>
              </a:solidFill>
              <a:latin typeface="+mj-lt"/>
            </a:endParaRPr>
          </a:p>
        </p:txBody>
      </p:sp>
      <p:sp>
        <p:nvSpPr>
          <p:cNvPr id="212" name="Oval 211">
            <a:extLst>
              <a:ext uri="{FF2B5EF4-FFF2-40B4-BE49-F238E27FC236}">
                <a16:creationId xmlns:a16="http://schemas.microsoft.com/office/drawing/2014/main" id="{3B18CCA8-92FC-45B7-9235-11DDB6C07597}"/>
              </a:ext>
            </a:extLst>
          </p:cNvPr>
          <p:cNvSpPr/>
          <p:nvPr/>
        </p:nvSpPr>
        <p:spPr bwMode="auto">
          <a:xfrm>
            <a:off x="2177121" y="2950290"/>
            <a:ext cx="1166367" cy="1168176"/>
          </a:xfrm>
          <a:prstGeom prst="ellipse">
            <a:avLst/>
          </a:prstGeom>
          <a:solidFill>
            <a:schemeClr val="accent2"/>
          </a:solidFill>
          <a:ln w="9525">
            <a:noFill/>
            <a:round/>
            <a:headEnd/>
            <a:tailEnd/>
          </a:ln>
          <a:effectLst/>
        </p:spPr>
        <p:txBody>
          <a:bodyPr vert="horz" wrap="square" lIns="0" tIns="0" rIns="0" bIns="0" numCol="1" rtlCol="0" anchor="ctr" anchorCtr="0" compatLnSpc="1">
            <a:prstTxWarp prst="textNoShape">
              <a:avLst/>
            </a:prstTxWarp>
          </a:bodyPr>
          <a:lstStyle/>
          <a:p>
            <a:pPr algn="ctr"/>
            <a:r>
              <a:rPr lang="en-US" sz="2400" b="1">
                <a:solidFill>
                  <a:schemeClr val="bg1"/>
                </a:solidFill>
                <a:latin typeface="+mj-lt"/>
              </a:rPr>
              <a:t>40%</a:t>
            </a:r>
          </a:p>
          <a:p>
            <a:pPr algn="ctr"/>
            <a:r>
              <a:rPr lang="en-US" sz="900" b="1">
                <a:solidFill>
                  <a:schemeClr val="bg1"/>
                </a:solidFill>
                <a:latin typeface="+mj-lt"/>
              </a:rPr>
              <a:t>Latin America</a:t>
            </a:r>
            <a:endParaRPr lang="en-US" sz="300" b="1">
              <a:solidFill>
                <a:schemeClr val="bg1"/>
              </a:solidFill>
              <a:latin typeface="+mj-lt"/>
            </a:endParaRPr>
          </a:p>
        </p:txBody>
      </p:sp>
      <p:sp>
        <p:nvSpPr>
          <p:cNvPr id="213" name="Oval 212">
            <a:extLst>
              <a:ext uri="{FF2B5EF4-FFF2-40B4-BE49-F238E27FC236}">
                <a16:creationId xmlns:a16="http://schemas.microsoft.com/office/drawing/2014/main" id="{6A9E15C1-1D0C-46B6-92E8-11118CE33215}"/>
              </a:ext>
            </a:extLst>
          </p:cNvPr>
          <p:cNvSpPr/>
          <p:nvPr/>
        </p:nvSpPr>
        <p:spPr bwMode="auto">
          <a:xfrm>
            <a:off x="3642128" y="1507236"/>
            <a:ext cx="1060907" cy="1062552"/>
          </a:xfrm>
          <a:prstGeom prst="ellipse">
            <a:avLst/>
          </a:prstGeom>
          <a:solidFill>
            <a:schemeClr val="accent3"/>
          </a:solidFill>
          <a:ln w="9525">
            <a:noFill/>
            <a:round/>
            <a:headEnd/>
            <a:tailEnd/>
          </a:ln>
          <a:effectLst/>
        </p:spPr>
        <p:txBody>
          <a:bodyPr vert="horz" wrap="square" lIns="0" tIns="0" rIns="0" bIns="0" numCol="1" rtlCol="0" anchor="ctr" anchorCtr="0" compatLnSpc="1">
            <a:prstTxWarp prst="textNoShape">
              <a:avLst/>
            </a:prstTxWarp>
          </a:bodyPr>
          <a:lstStyle/>
          <a:p>
            <a:pPr algn="ctr"/>
            <a:r>
              <a:rPr lang="en-US" sz="2400" b="1">
                <a:solidFill>
                  <a:schemeClr val="bg1"/>
                </a:solidFill>
                <a:latin typeface="+mj-lt"/>
              </a:rPr>
              <a:t>20%</a:t>
            </a:r>
          </a:p>
          <a:p>
            <a:pPr algn="ctr"/>
            <a:r>
              <a:rPr lang="en-US" sz="900" b="1">
                <a:solidFill>
                  <a:schemeClr val="bg1"/>
                </a:solidFill>
                <a:latin typeface="+mj-lt"/>
              </a:rPr>
              <a:t>Europe</a:t>
            </a:r>
            <a:endParaRPr lang="en-US" sz="300" b="1">
              <a:solidFill>
                <a:schemeClr val="bg1"/>
              </a:solidFill>
              <a:latin typeface="+mj-lt"/>
            </a:endParaRPr>
          </a:p>
        </p:txBody>
      </p:sp>
      <p:sp>
        <p:nvSpPr>
          <p:cNvPr id="214" name="Oval 213">
            <a:extLst>
              <a:ext uri="{FF2B5EF4-FFF2-40B4-BE49-F238E27FC236}">
                <a16:creationId xmlns:a16="http://schemas.microsoft.com/office/drawing/2014/main" id="{92B045AC-59ED-4FF1-908A-767B27FC5537}"/>
              </a:ext>
            </a:extLst>
          </p:cNvPr>
          <p:cNvSpPr/>
          <p:nvPr/>
        </p:nvSpPr>
        <p:spPr bwMode="auto">
          <a:xfrm>
            <a:off x="4335466" y="2943692"/>
            <a:ext cx="1123111" cy="1124852"/>
          </a:xfrm>
          <a:prstGeom prst="ellipse">
            <a:avLst/>
          </a:prstGeom>
          <a:solidFill>
            <a:schemeClr val="accent4"/>
          </a:solidFill>
          <a:ln w="9525">
            <a:noFill/>
            <a:round/>
            <a:headEnd/>
            <a:tailEnd/>
          </a:ln>
          <a:effectLst/>
        </p:spPr>
        <p:txBody>
          <a:bodyPr vert="horz" wrap="square" lIns="0" tIns="0" rIns="0" bIns="0" numCol="1" rtlCol="0" anchor="ctr" anchorCtr="0" compatLnSpc="1">
            <a:prstTxWarp prst="textNoShape">
              <a:avLst/>
            </a:prstTxWarp>
          </a:bodyPr>
          <a:lstStyle/>
          <a:p>
            <a:pPr algn="ctr"/>
            <a:r>
              <a:rPr lang="en-US" sz="2400" b="1">
                <a:solidFill>
                  <a:schemeClr val="bg1"/>
                </a:solidFill>
                <a:latin typeface="+mj-lt"/>
              </a:rPr>
              <a:t>50%</a:t>
            </a:r>
          </a:p>
          <a:p>
            <a:pPr algn="ctr"/>
            <a:r>
              <a:rPr lang="en-US" sz="900" b="1">
                <a:solidFill>
                  <a:schemeClr val="bg1"/>
                </a:solidFill>
                <a:latin typeface="+mj-lt"/>
              </a:rPr>
              <a:t>Africa</a:t>
            </a:r>
            <a:endParaRPr lang="en-US" sz="300" b="1">
              <a:solidFill>
                <a:schemeClr val="bg1"/>
              </a:solidFill>
              <a:latin typeface="+mj-lt"/>
            </a:endParaRPr>
          </a:p>
        </p:txBody>
      </p:sp>
      <p:sp>
        <p:nvSpPr>
          <p:cNvPr id="215" name="Oval 214">
            <a:extLst>
              <a:ext uri="{FF2B5EF4-FFF2-40B4-BE49-F238E27FC236}">
                <a16:creationId xmlns:a16="http://schemas.microsoft.com/office/drawing/2014/main" id="{90173E53-58F6-4428-97DD-872A7C933F59}"/>
              </a:ext>
            </a:extLst>
          </p:cNvPr>
          <p:cNvSpPr/>
          <p:nvPr/>
        </p:nvSpPr>
        <p:spPr bwMode="auto">
          <a:xfrm>
            <a:off x="5463030" y="2074276"/>
            <a:ext cx="958268" cy="959755"/>
          </a:xfrm>
          <a:prstGeom prst="ellipse">
            <a:avLst/>
          </a:prstGeom>
          <a:solidFill>
            <a:schemeClr val="accent5"/>
          </a:solidFill>
          <a:ln w="9525">
            <a:noFill/>
            <a:round/>
            <a:headEnd/>
            <a:tailEnd/>
          </a:ln>
          <a:effectLst/>
        </p:spPr>
        <p:txBody>
          <a:bodyPr vert="horz" wrap="square" lIns="0" tIns="0" rIns="0" bIns="0" numCol="1" rtlCol="0" anchor="ctr" anchorCtr="0" compatLnSpc="1">
            <a:prstTxWarp prst="textNoShape">
              <a:avLst/>
            </a:prstTxWarp>
          </a:bodyPr>
          <a:lstStyle/>
          <a:p>
            <a:pPr algn="ctr"/>
            <a:r>
              <a:rPr lang="en-US" sz="2000" b="1">
                <a:solidFill>
                  <a:schemeClr val="bg1"/>
                </a:solidFill>
                <a:latin typeface="+mj-lt"/>
              </a:rPr>
              <a:t>10%</a:t>
            </a:r>
          </a:p>
          <a:p>
            <a:pPr algn="ctr"/>
            <a:r>
              <a:rPr lang="en-US" sz="900" b="1">
                <a:solidFill>
                  <a:schemeClr val="bg1"/>
                </a:solidFill>
                <a:latin typeface="+mj-lt"/>
              </a:rPr>
              <a:t>Asia</a:t>
            </a:r>
            <a:endParaRPr lang="en-US" sz="300" b="1">
              <a:solidFill>
                <a:schemeClr val="bg1"/>
              </a:solidFill>
              <a:latin typeface="+mj-lt"/>
            </a:endParaRPr>
          </a:p>
        </p:txBody>
      </p:sp>
      <p:sp>
        <p:nvSpPr>
          <p:cNvPr id="216" name="Oval 215">
            <a:extLst>
              <a:ext uri="{FF2B5EF4-FFF2-40B4-BE49-F238E27FC236}">
                <a16:creationId xmlns:a16="http://schemas.microsoft.com/office/drawing/2014/main" id="{6B6333F2-B6E6-43B1-835F-A6D93B0EE0C1}"/>
              </a:ext>
            </a:extLst>
          </p:cNvPr>
          <p:cNvSpPr/>
          <p:nvPr/>
        </p:nvSpPr>
        <p:spPr bwMode="auto">
          <a:xfrm>
            <a:off x="7006571" y="2902084"/>
            <a:ext cx="1166367" cy="1168176"/>
          </a:xfrm>
          <a:prstGeom prst="ellipse">
            <a:avLst/>
          </a:prstGeom>
          <a:solidFill>
            <a:schemeClr val="accent6"/>
          </a:solidFill>
          <a:ln w="9525">
            <a:noFill/>
            <a:round/>
            <a:headEnd/>
            <a:tailEnd/>
          </a:ln>
          <a:effectLst/>
        </p:spPr>
        <p:txBody>
          <a:bodyPr vert="horz" wrap="square" lIns="0" tIns="0" rIns="0" bIns="0" numCol="1" rtlCol="0" anchor="ctr" anchorCtr="0" compatLnSpc="1">
            <a:prstTxWarp prst="textNoShape">
              <a:avLst/>
            </a:prstTxWarp>
          </a:bodyPr>
          <a:lstStyle/>
          <a:p>
            <a:pPr algn="ctr"/>
            <a:r>
              <a:rPr lang="en-US" sz="2400" b="1">
                <a:solidFill>
                  <a:schemeClr val="bg1"/>
                </a:solidFill>
                <a:latin typeface="+mj-lt"/>
              </a:rPr>
              <a:t>60%</a:t>
            </a:r>
          </a:p>
          <a:p>
            <a:pPr algn="ctr"/>
            <a:r>
              <a:rPr lang="en-US" sz="900" b="1">
                <a:solidFill>
                  <a:schemeClr val="bg1"/>
                </a:solidFill>
                <a:latin typeface="+mj-lt"/>
              </a:rPr>
              <a:t>Oceania</a:t>
            </a:r>
            <a:endParaRPr lang="en-US" sz="300" b="1">
              <a:solidFill>
                <a:schemeClr val="bg1"/>
              </a:solidFill>
              <a:latin typeface="+mj-lt"/>
            </a:endParaRPr>
          </a:p>
        </p:txBody>
      </p:sp>
      <p:sp>
        <p:nvSpPr>
          <p:cNvPr id="5" name="Rectangle 4">
            <a:extLst>
              <a:ext uri="{FF2B5EF4-FFF2-40B4-BE49-F238E27FC236}">
                <a16:creationId xmlns:a16="http://schemas.microsoft.com/office/drawing/2014/main" id="{9C2C41C0-5A48-2042-FAC2-E6A56B0386CC}"/>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35642513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11"/>
                                        </p:tgtEl>
                                        <p:attrNameLst>
                                          <p:attrName>style.visibility</p:attrName>
                                        </p:attrNameLst>
                                      </p:cBhvr>
                                      <p:to>
                                        <p:strVal val="visible"/>
                                      </p:to>
                                    </p:set>
                                    <p:anim calcmode="lin" valueType="num">
                                      <p:cBhvr>
                                        <p:cTn id="13" dur="500" fill="hold"/>
                                        <p:tgtEl>
                                          <p:spTgt spid="211"/>
                                        </p:tgtEl>
                                        <p:attrNameLst>
                                          <p:attrName>ppt_w</p:attrName>
                                        </p:attrNameLst>
                                      </p:cBhvr>
                                      <p:tavLst>
                                        <p:tav tm="0">
                                          <p:val>
                                            <p:fltVal val="0"/>
                                          </p:val>
                                        </p:tav>
                                        <p:tav tm="100000">
                                          <p:val>
                                            <p:strVal val="#ppt_w"/>
                                          </p:val>
                                        </p:tav>
                                      </p:tavLst>
                                    </p:anim>
                                    <p:anim calcmode="lin" valueType="num">
                                      <p:cBhvr>
                                        <p:cTn id="14" dur="500" fill="hold"/>
                                        <p:tgtEl>
                                          <p:spTgt spid="211"/>
                                        </p:tgtEl>
                                        <p:attrNameLst>
                                          <p:attrName>ppt_h</p:attrName>
                                        </p:attrNameLst>
                                      </p:cBhvr>
                                      <p:tavLst>
                                        <p:tav tm="0">
                                          <p:val>
                                            <p:fltVal val="0"/>
                                          </p:val>
                                        </p:tav>
                                        <p:tav tm="100000">
                                          <p:val>
                                            <p:strVal val="#ppt_h"/>
                                          </p:val>
                                        </p:tav>
                                      </p:tavLst>
                                    </p:anim>
                                    <p:animEffect transition="in" filter="fade">
                                      <p:cBhvr>
                                        <p:cTn id="15" dur="500"/>
                                        <p:tgtEl>
                                          <p:spTgt spid="211"/>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2"/>
                                        </p:tgtEl>
                                        <p:attrNameLst>
                                          <p:attrName>style.visibility</p:attrName>
                                        </p:attrNameLst>
                                      </p:cBhvr>
                                      <p:to>
                                        <p:strVal val="visible"/>
                                      </p:to>
                                    </p:set>
                                    <p:anim calcmode="lin" valueType="num">
                                      <p:cBhvr>
                                        <p:cTn id="19" dur="500" fill="hold"/>
                                        <p:tgtEl>
                                          <p:spTgt spid="212"/>
                                        </p:tgtEl>
                                        <p:attrNameLst>
                                          <p:attrName>ppt_w</p:attrName>
                                        </p:attrNameLst>
                                      </p:cBhvr>
                                      <p:tavLst>
                                        <p:tav tm="0">
                                          <p:val>
                                            <p:fltVal val="0"/>
                                          </p:val>
                                        </p:tav>
                                        <p:tav tm="100000">
                                          <p:val>
                                            <p:strVal val="#ppt_w"/>
                                          </p:val>
                                        </p:tav>
                                      </p:tavLst>
                                    </p:anim>
                                    <p:anim calcmode="lin" valueType="num">
                                      <p:cBhvr>
                                        <p:cTn id="20" dur="500" fill="hold"/>
                                        <p:tgtEl>
                                          <p:spTgt spid="212"/>
                                        </p:tgtEl>
                                        <p:attrNameLst>
                                          <p:attrName>ppt_h</p:attrName>
                                        </p:attrNameLst>
                                      </p:cBhvr>
                                      <p:tavLst>
                                        <p:tav tm="0">
                                          <p:val>
                                            <p:fltVal val="0"/>
                                          </p:val>
                                        </p:tav>
                                        <p:tav tm="100000">
                                          <p:val>
                                            <p:strVal val="#ppt_h"/>
                                          </p:val>
                                        </p:tav>
                                      </p:tavLst>
                                    </p:anim>
                                    <p:animEffect transition="in" filter="fade">
                                      <p:cBhvr>
                                        <p:cTn id="21" dur="500"/>
                                        <p:tgtEl>
                                          <p:spTgt spid="212"/>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13"/>
                                        </p:tgtEl>
                                        <p:attrNameLst>
                                          <p:attrName>style.visibility</p:attrName>
                                        </p:attrNameLst>
                                      </p:cBhvr>
                                      <p:to>
                                        <p:strVal val="visible"/>
                                      </p:to>
                                    </p:set>
                                    <p:anim calcmode="lin" valueType="num">
                                      <p:cBhvr>
                                        <p:cTn id="25" dur="500" fill="hold"/>
                                        <p:tgtEl>
                                          <p:spTgt spid="213"/>
                                        </p:tgtEl>
                                        <p:attrNameLst>
                                          <p:attrName>ppt_w</p:attrName>
                                        </p:attrNameLst>
                                      </p:cBhvr>
                                      <p:tavLst>
                                        <p:tav tm="0">
                                          <p:val>
                                            <p:fltVal val="0"/>
                                          </p:val>
                                        </p:tav>
                                        <p:tav tm="100000">
                                          <p:val>
                                            <p:strVal val="#ppt_w"/>
                                          </p:val>
                                        </p:tav>
                                      </p:tavLst>
                                    </p:anim>
                                    <p:anim calcmode="lin" valueType="num">
                                      <p:cBhvr>
                                        <p:cTn id="26" dur="500" fill="hold"/>
                                        <p:tgtEl>
                                          <p:spTgt spid="213"/>
                                        </p:tgtEl>
                                        <p:attrNameLst>
                                          <p:attrName>ppt_h</p:attrName>
                                        </p:attrNameLst>
                                      </p:cBhvr>
                                      <p:tavLst>
                                        <p:tav tm="0">
                                          <p:val>
                                            <p:fltVal val="0"/>
                                          </p:val>
                                        </p:tav>
                                        <p:tav tm="100000">
                                          <p:val>
                                            <p:strVal val="#ppt_h"/>
                                          </p:val>
                                        </p:tav>
                                      </p:tavLst>
                                    </p:anim>
                                    <p:animEffect transition="in" filter="fade">
                                      <p:cBhvr>
                                        <p:cTn id="27" dur="500"/>
                                        <p:tgtEl>
                                          <p:spTgt spid="213"/>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215"/>
                                        </p:tgtEl>
                                        <p:attrNameLst>
                                          <p:attrName>style.visibility</p:attrName>
                                        </p:attrNameLst>
                                      </p:cBhvr>
                                      <p:to>
                                        <p:strVal val="visible"/>
                                      </p:to>
                                    </p:set>
                                    <p:anim calcmode="lin" valueType="num">
                                      <p:cBhvr>
                                        <p:cTn id="31" dur="500" fill="hold"/>
                                        <p:tgtEl>
                                          <p:spTgt spid="215"/>
                                        </p:tgtEl>
                                        <p:attrNameLst>
                                          <p:attrName>ppt_w</p:attrName>
                                        </p:attrNameLst>
                                      </p:cBhvr>
                                      <p:tavLst>
                                        <p:tav tm="0">
                                          <p:val>
                                            <p:fltVal val="0"/>
                                          </p:val>
                                        </p:tav>
                                        <p:tav tm="100000">
                                          <p:val>
                                            <p:strVal val="#ppt_w"/>
                                          </p:val>
                                        </p:tav>
                                      </p:tavLst>
                                    </p:anim>
                                    <p:anim calcmode="lin" valueType="num">
                                      <p:cBhvr>
                                        <p:cTn id="32" dur="500" fill="hold"/>
                                        <p:tgtEl>
                                          <p:spTgt spid="215"/>
                                        </p:tgtEl>
                                        <p:attrNameLst>
                                          <p:attrName>ppt_h</p:attrName>
                                        </p:attrNameLst>
                                      </p:cBhvr>
                                      <p:tavLst>
                                        <p:tav tm="0">
                                          <p:val>
                                            <p:fltVal val="0"/>
                                          </p:val>
                                        </p:tav>
                                        <p:tav tm="100000">
                                          <p:val>
                                            <p:strVal val="#ppt_h"/>
                                          </p:val>
                                        </p:tav>
                                      </p:tavLst>
                                    </p:anim>
                                    <p:animEffect transition="in" filter="fade">
                                      <p:cBhvr>
                                        <p:cTn id="33" dur="500"/>
                                        <p:tgtEl>
                                          <p:spTgt spid="215"/>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500" fill="hold"/>
                                        <p:tgtEl>
                                          <p:spTgt spid="214"/>
                                        </p:tgtEl>
                                        <p:attrNameLst>
                                          <p:attrName>ppt_w</p:attrName>
                                        </p:attrNameLst>
                                      </p:cBhvr>
                                      <p:tavLst>
                                        <p:tav tm="0">
                                          <p:val>
                                            <p:fltVal val="0"/>
                                          </p:val>
                                        </p:tav>
                                        <p:tav tm="100000">
                                          <p:val>
                                            <p:strVal val="#ppt_w"/>
                                          </p:val>
                                        </p:tav>
                                      </p:tavLst>
                                    </p:anim>
                                    <p:anim calcmode="lin" valueType="num">
                                      <p:cBhvr>
                                        <p:cTn id="38" dur="500" fill="hold"/>
                                        <p:tgtEl>
                                          <p:spTgt spid="214"/>
                                        </p:tgtEl>
                                        <p:attrNameLst>
                                          <p:attrName>ppt_h</p:attrName>
                                        </p:attrNameLst>
                                      </p:cBhvr>
                                      <p:tavLst>
                                        <p:tav tm="0">
                                          <p:val>
                                            <p:fltVal val="0"/>
                                          </p:val>
                                        </p:tav>
                                        <p:tav tm="100000">
                                          <p:val>
                                            <p:strVal val="#ppt_h"/>
                                          </p:val>
                                        </p:tav>
                                      </p:tavLst>
                                    </p:anim>
                                    <p:animEffect transition="in" filter="fade">
                                      <p:cBhvr>
                                        <p:cTn id="39" dur="500"/>
                                        <p:tgtEl>
                                          <p:spTgt spid="214"/>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216"/>
                                        </p:tgtEl>
                                        <p:attrNameLst>
                                          <p:attrName>style.visibility</p:attrName>
                                        </p:attrNameLst>
                                      </p:cBhvr>
                                      <p:to>
                                        <p:strVal val="visible"/>
                                      </p:to>
                                    </p:set>
                                    <p:anim calcmode="lin" valueType="num">
                                      <p:cBhvr>
                                        <p:cTn id="43" dur="500" fill="hold"/>
                                        <p:tgtEl>
                                          <p:spTgt spid="216"/>
                                        </p:tgtEl>
                                        <p:attrNameLst>
                                          <p:attrName>ppt_w</p:attrName>
                                        </p:attrNameLst>
                                      </p:cBhvr>
                                      <p:tavLst>
                                        <p:tav tm="0">
                                          <p:val>
                                            <p:fltVal val="0"/>
                                          </p:val>
                                        </p:tav>
                                        <p:tav tm="100000">
                                          <p:val>
                                            <p:strVal val="#ppt_w"/>
                                          </p:val>
                                        </p:tav>
                                      </p:tavLst>
                                    </p:anim>
                                    <p:anim calcmode="lin" valueType="num">
                                      <p:cBhvr>
                                        <p:cTn id="44" dur="500" fill="hold"/>
                                        <p:tgtEl>
                                          <p:spTgt spid="216"/>
                                        </p:tgtEl>
                                        <p:attrNameLst>
                                          <p:attrName>ppt_h</p:attrName>
                                        </p:attrNameLst>
                                      </p:cBhvr>
                                      <p:tavLst>
                                        <p:tav tm="0">
                                          <p:val>
                                            <p:fltVal val="0"/>
                                          </p:val>
                                        </p:tav>
                                        <p:tav tm="100000">
                                          <p:val>
                                            <p:strVal val="#ppt_h"/>
                                          </p:val>
                                        </p:tav>
                                      </p:tavLst>
                                    </p:anim>
                                    <p:animEffect transition="in" filter="fade">
                                      <p:cBhvr>
                                        <p:cTn id="45" dur="500"/>
                                        <p:tgtEl>
                                          <p:spTgt spid="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animBg="1"/>
      <p:bldP spid="212" grpId="0" animBg="1"/>
      <p:bldP spid="213" grpId="0" animBg="1"/>
      <p:bldP spid="214" grpId="0" animBg="1"/>
      <p:bldP spid="215" grpId="0" animBg="1"/>
      <p:bldP spid="2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730530"/>
            <a:ext cx="8368363" cy="173255"/>
          </a:xfrm>
          <a:prstGeom prst="rect">
            <a:avLst/>
          </a:prstGeom>
        </p:spPr>
        <p:txBody>
          <a:bodyPr/>
          <a:lstStyle/>
          <a:p>
            <a:r>
              <a:rPr lang="en-US"/>
              <a:t>What you actually found during your research</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Research Results</a:t>
            </a:r>
          </a:p>
        </p:txBody>
      </p:sp>
      <p:graphicFrame>
        <p:nvGraphicFramePr>
          <p:cNvPr id="5" name="Chart 4">
            <a:extLst>
              <a:ext uri="{FF2B5EF4-FFF2-40B4-BE49-F238E27FC236}">
                <a16:creationId xmlns:a16="http://schemas.microsoft.com/office/drawing/2014/main" id="{4BC647E1-780D-4550-8043-CC313C83D98D}"/>
              </a:ext>
            </a:extLst>
          </p:cNvPr>
          <p:cNvGraphicFramePr/>
          <p:nvPr>
            <p:extLst>
              <p:ext uri="{D42A27DB-BD31-4B8C-83A1-F6EECF244321}">
                <p14:modId xmlns:p14="http://schemas.microsoft.com/office/powerpoint/2010/main" val="1996420999"/>
              </p:ext>
            </p:extLst>
          </p:nvPr>
        </p:nvGraphicFramePr>
        <p:xfrm>
          <a:off x="410210" y="1104900"/>
          <a:ext cx="4413250" cy="34289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31D05407-D7D2-43AE-BA59-FB0C6BEB4064}"/>
              </a:ext>
            </a:extLst>
          </p:cNvPr>
          <p:cNvGraphicFramePr/>
          <p:nvPr>
            <p:extLst>
              <p:ext uri="{D42A27DB-BD31-4B8C-83A1-F6EECF244321}">
                <p14:modId xmlns:p14="http://schemas.microsoft.com/office/powerpoint/2010/main" val="4144653359"/>
              </p:ext>
            </p:extLst>
          </p:nvPr>
        </p:nvGraphicFramePr>
        <p:xfrm>
          <a:off x="5029200" y="1104899"/>
          <a:ext cx="3727450" cy="3428999"/>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1B36F065-4054-5D55-4366-DFAA07C746C8}"/>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4474823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left)">
                                      <p:cBhvr>
                                        <p:cTn id="7" dur="500"/>
                                        <p:tgtEl>
                                          <p:spTgt spid="5">
                                            <p:graphicEl>
                                              <a:chart seriesIdx="-3" categoryIdx="-3" bldStep="gridLegend"/>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wipe(left)">
                                      <p:cBhvr>
                                        <p:cTn id="11" dur="500"/>
                                        <p:tgtEl>
                                          <p:spTgt spid="5">
                                            <p:graphicEl>
                                              <a:chart seriesIdx="-4" categoryIdx="0" bldStep="category"/>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wipe(left)">
                                      <p:cBhvr>
                                        <p:cTn id="15" dur="500"/>
                                        <p:tgtEl>
                                          <p:spTgt spid="5">
                                            <p:graphicEl>
                                              <a:chart seriesIdx="-4" categoryIdx="1" bldStep="category"/>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wipe(left)">
                                      <p:cBhvr>
                                        <p:cTn id="19" dur="500"/>
                                        <p:tgtEl>
                                          <p:spTgt spid="5">
                                            <p:graphicEl>
                                              <a:chart seriesIdx="-4" categoryIdx="2" bldStep="category"/>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
                                            <p:graphicEl>
                                              <a:chart seriesIdx="-4" categoryIdx="3" bldStep="category"/>
                                            </p:graphicEl>
                                          </p:spTgt>
                                        </p:tgtEl>
                                        <p:attrNameLst>
                                          <p:attrName>style.visibility</p:attrName>
                                        </p:attrNameLst>
                                      </p:cBhvr>
                                      <p:to>
                                        <p:strVal val="visible"/>
                                      </p:to>
                                    </p:set>
                                    <p:animEffect transition="in" filter="wipe(left)">
                                      <p:cBhvr>
                                        <p:cTn id="23" dur="500"/>
                                        <p:tgtEl>
                                          <p:spTgt spid="5">
                                            <p:graphicEl>
                                              <a:chart seriesIdx="-4" categoryIdx="3" bldStep="category"/>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
                                            <p:graphicEl>
                                              <a:chart seriesIdx="-4" categoryIdx="4" bldStep="category"/>
                                            </p:graphicEl>
                                          </p:spTgt>
                                        </p:tgtEl>
                                        <p:attrNameLst>
                                          <p:attrName>style.visibility</p:attrName>
                                        </p:attrNameLst>
                                      </p:cBhvr>
                                      <p:to>
                                        <p:strVal val="visible"/>
                                      </p:to>
                                    </p:set>
                                    <p:animEffect transition="in" filter="wipe(left)">
                                      <p:cBhvr>
                                        <p:cTn id="27" dur="500"/>
                                        <p:tgtEl>
                                          <p:spTgt spid="5">
                                            <p:graphicEl>
                                              <a:chart seriesIdx="-4" categoryIdx="4" bldStep="category"/>
                                            </p:graphic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31" dur="500"/>
                                        <p:tgtEl>
                                          <p:spTgt spid="7">
                                            <p:graphicEl>
                                              <a:chart seriesIdx="-3" categoryIdx="-3" bldStep="gridLegend"/>
                                            </p:graphic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7">
                                            <p:graphicEl>
                                              <a:chart seriesIdx="-4" categoryIdx="0" bldStep="category"/>
                                            </p:graphicEl>
                                          </p:spTgt>
                                        </p:tgtEl>
                                        <p:attrNameLst>
                                          <p:attrName>style.visibility</p:attrName>
                                        </p:attrNameLst>
                                      </p:cBhvr>
                                      <p:to>
                                        <p:strVal val="visible"/>
                                      </p:to>
                                    </p:set>
                                    <p:animEffect transition="in" filter="wipe(down)">
                                      <p:cBhvr>
                                        <p:cTn id="35" dur="500"/>
                                        <p:tgtEl>
                                          <p:spTgt spid="7">
                                            <p:graphicEl>
                                              <a:chart seriesIdx="-4" categoryIdx="0" bldStep="category"/>
                                            </p:graphicEl>
                                          </p:spTgt>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7">
                                            <p:graphicEl>
                                              <a:chart seriesIdx="-4" categoryIdx="1" bldStep="category"/>
                                            </p:graphicEl>
                                          </p:spTgt>
                                        </p:tgtEl>
                                        <p:attrNameLst>
                                          <p:attrName>style.visibility</p:attrName>
                                        </p:attrNameLst>
                                      </p:cBhvr>
                                      <p:to>
                                        <p:strVal val="visible"/>
                                      </p:to>
                                    </p:set>
                                    <p:animEffect transition="in" filter="wipe(down)">
                                      <p:cBhvr>
                                        <p:cTn id="39" dur="500"/>
                                        <p:tgtEl>
                                          <p:spTgt spid="7">
                                            <p:graphicEl>
                                              <a:chart seriesIdx="-4" categoryIdx="1" bldStep="category"/>
                                            </p:graphicEl>
                                          </p:spTgt>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7">
                                            <p:graphicEl>
                                              <a:chart seriesIdx="-4" categoryIdx="2" bldStep="category"/>
                                            </p:graphicEl>
                                          </p:spTgt>
                                        </p:tgtEl>
                                        <p:attrNameLst>
                                          <p:attrName>style.visibility</p:attrName>
                                        </p:attrNameLst>
                                      </p:cBhvr>
                                      <p:to>
                                        <p:strVal val="visible"/>
                                      </p:to>
                                    </p:set>
                                    <p:animEffect transition="in" filter="wipe(down)">
                                      <p:cBhvr>
                                        <p:cTn id="43" dur="500"/>
                                        <p:tgtEl>
                                          <p:spTgt spid="7">
                                            <p:graphicEl>
                                              <a:chart seriesIdx="-4" categoryIdx="2" bldStep="category"/>
                                            </p:graphicEl>
                                          </p:spTgt>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7">
                                            <p:graphicEl>
                                              <a:chart seriesIdx="-4" categoryIdx="3" bldStep="category"/>
                                            </p:graphicEl>
                                          </p:spTgt>
                                        </p:tgtEl>
                                        <p:attrNameLst>
                                          <p:attrName>style.visibility</p:attrName>
                                        </p:attrNameLst>
                                      </p:cBhvr>
                                      <p:to>
                                        <p:strVal val="visible"/>
                                      </p:to>
                                    </p:set>
                                    <p:animEffect transition="in" filter="wipe(down)">
                                      <p:cBhvr>
                                        <p:cTn id="47" dur="500"/>
                                        <p:tgtEl>
                                          <p:spTgt spid="7">
                                            <p:graphicEl>
                                              <a:chart seriesIdx="-4" categoryIdx="3" bldStep="category"/>
                                            </p:graphicEl>
                                          </p:spTgt>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7">
                                            <p:graphicEl>
                                              <a:chart seriesIdx="-4" categoryIdx="4" bldStep="category"/>
                                            </p:graphicEl>
                                          </p:spTgt>
                                        </p:tgtEl>
                                        <p:attrNameLst>
                                          <p:attrName>style.visibility</p:attrName>
                                        </p:attrNameLst>
                                      </p:cBhvr>
                                      <p:to>
                                        <p:strVal val="visible"/>
                                      </p:to>
                                    </p:set>
                                    <p:animEffect transition="in" filter="wipe(down)">
                                      <p:cBhvr>
                                        <p:cTn id="51" dur="500"/>
                                        <p:tgtEl>
                                          <p:spTgt spid="7">
                                            <p:graphicEl>
                                              <a:chart seriesIdx="-4" categoryIdx="4" bldStep="category"/>
                                            </p:graphicEl>
                                          </p:spTgt>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7">
                                            <p:graphicEl>
                                              <a:chart seriesIdx="-4" categoryIdx="5" bldStep="category"/>
                                            </p:graphicEl>
                                          </p:spTgt>
                                        </p:tgtEl>
                                        <p:attrNameLst>
                                          <p:attrName>style.visibility</p:attrName>
                                        </p:attrNameLst>
                                      </p:cBhvr>
                                      <p:to>
                                        <p:strVal val="visible"/>
                                      </p:to>
                                    </p:set>
                                    <p:animEffect transition="in" filter="wipe(down)">
                                      <p:cBhvr>
                                        <p:cTn id="55" dur="500"/>
                                        <p:tgtEl>
                                          <p:spTgt spid="7">
                                            <p:graphicEl>
                                              <a:chart seriesIdx="-4" categoryIdx="5"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Graphic spid="7" grpId="0">
        <p:bldSub>
          <a:bldChart bld="category"/>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730530"/>
            <a:ext cx="8368363" cy="173255"/>
          </a:xfrm>
          <a:prstGeom prst="rect">
            <a:avLst/>
          </a:prstGeom>
        </p:spPr>
        <p:txBody>
          <a:bodyPr/>
          <a:lstStyle/>
          <a:p>
            <a:r>
              <a:rPr lang="en-US"/>
              <a:t>What you actually found during your research</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Research Results</a:t>
            </a:r>
          </a:p>
        </p:txBody>
      </p:sp>
      <p:graphicFrame>
        <p:nvGraphicFramePr>
          <p:cNvPr id="8" name="Chart 7">
            <a:extLst>
              <a:ext uri="{FF2B5EF4-FFF2-40B4-BE49-F238E27FC236}">
                <a16:creationId xmlns:a16="http://schemas.microsoft.com/office/drawing/2014/main" id="{62727BF4-3CE5-4ECB-8A35-1439AE550C27}"/>
              </a:ext>
            </a:extLst>
          </p:cNvPr>
          <p:cNvGraphicFramePr/>
          <p:nvPr>
            <p:extLst>
              <p:ext uri="{D42A27DB-BD31-4B8C-83A1-F6EECF244321}">
                <p14:modId xmlns:p14="http://schemas.microsoft.com/office/powerpoint/2010/main" val="3533822661"/>
              </p:ext>
            </p:extLst>
          </p:nvPr>
        </p:nvGraphicFramePr>
        <p:xfrm>
          <a:off x="461772" y="971550"/>
          <a:ext cx="8220456" cy="356234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307BFA42-72C6-DDF8-81E0-CD67D362BE81}"/>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13233961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graphicEl>
                                              <a:chart seriesIdx="-3" categoryIdx="-3" bldStep="gridLegend"/>
                                            </p:graphicEl>
                                          </p:spTgt>
                                        </p:tgtEl>
                                        <p:attrNameLst>
                                          <p:attrName>style.visibility</p:attrName>
                                        </p:attrNameLst>
                                      </p:cBhvr>
                                      <p:to>
                                        <p:strVal val="visible"/>
                                      </p:to>
                                    </p:set>
                                    <p:animEffect transition="in" filter="wipe(down)">
                                      <p:cBhvr>
                                        <p:cTn id="7" dur="500"/>
                                        <p:tgtEl>
                                          <p:spTgt spid="8">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8">
                                            <p:graphicEl>
                                              <a:chart seriesIdx="0" categoryIdx="-4" bldStep="series"/>
                                            </p:graphicEl>
                                          </p:spTgt>
                                        </p:tgtEl>
                                        <p:attrNameLst>
                                          <p:attrName>style.visibility</p:attrName>
                                        </p:attrNameLst>
                                      </p:cBhvr>
                                      <p:to>
                                        <p:strVal val="visible"/>
                                      </p:to>
                                    </p:set>
                                    <p:animEffect transition="in" filter="wipe(down)">
                                      <p:cBhvr>
                                        <p:cTn id="11" dur="1000"/>
                                        <p:tgtEl>
                                          <p:spTgt spid="8">
                                            <p:graphicEl>
                                              <a:chart seriesIdx="0" categoryIdx="-4" bldStep="series"/>
                                            </p:graphic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8">
                                            <p:graphicEl>
                                              <a:chart seriesIdx="1" categoryIdx="-4" bldStep="series"/>
                                            </p:graphicEl>
                                          </p:spTgt>
                                        </p:tgtEl>
                                        <p:attrNameLst>
                                          <p:attrName>style.visibility</p:attrName>
                                        </p:attrNameLst>
                                      </p:cBhvr>
                                      <p:to>
                                        <p:strVal val="visible"/>
                                      </p:to>
                                    </p:set>
                                    <p:animEffect transition="in" filter="wipe(left)">
                                      <p:cBhvr>
                                        <p:cTn id="15" dur="1000"/>
                                        <p:tgtEl>
                                          <p:spTgt spid="8">
                                            <p:graphicEl>
                                              <a:chart seriesIdx="1"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Chart bld="series"/>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730530"/>
            <a:ext cx="8368363" cy="173255"/>
          </a:xfrm>
          <a:prstGeom prst="rect">
            <a:avLst/>
          </a:prstGeom>
        </p:spPr>
        <p:txBody>
          <a:bodyPr/>
          <a:lstStyle/>
          <a:p>
            <a:r>
              <a:rPr lang="en-US"/>
              <a:t>What you actually found during your research</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Research Results</a:t>
            </a:r>
          </a:p>
        </p:txBody>
      </p:sp>
      <p:cxnSp>
        <p:nvCxnSpPr>
          <p:cNvPr id="5" name="Straight Connector 4">
            <a:extLst>
              <a:ext uri="{FF2B5EF4-FFF2-40B4-BE49-F238E27FC236}">
                <a16:creationId xmlns:a16="http://schemas.microsoft.com/office/drawing/2014/main" id="{859A9055-96C0-419B-A40C-B945010ECC94}"/>
              </a:ext>
            </a:extLst>
          </p:cNvPr>
          <p:cNvCxnSpPr/>
          <p:nvPr/>
        </p:nvCxnSpPr>
        <p:spPr>
          <a:xfrm>
            <a:off x="4569538" y="1094230"/>
            <a:ext cx="0" cy="344359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Chart 5">
            <a:extLst>
              <a:ext uri="{FF2B5EF4-FFF2-40B4-BE49-F238E27FC236}">
                <a16:creationId xmlns:a16="http://schemas.microsoft.com/office/drawing/2014/main" id="{1321CAFE-4B91-444A-A713-01698C3C0FBE}"/>
              </a:ext>
            </a:extLst>
          </p:cNvPr>
          <p:cNvGraphicFramePr/>
          <p:nvPr>
            <p:extLst>
              <p:ext uri="{D42A27DB-BD31-4B8C-83A1-F6EECF244321}">
                <p14:modId xmlns:p14="http://schemas.microsoft.com/office/powerpoint/2010/main" val="973089971"/>
              </p:ext>
            </p:extLst>
          </p:nvPr>
        </p:nvGraphicFramePr>
        <p:xfrm>
          <a:off x="380999" y="1040130"/>
          <a:ext cx="4074269" cy="3505200"/>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a:extLst>
              <a:ext uri="{FF2B5EF4-FFF2-40B4-BE49-F238E27FC236}">
                <a16:creationId xmlns:a16="http://schemas.microsoft.com/office/drawing/2014/main" id="{EA24F251-D3BA-4BC9-B5AB-3DBA3E026243}"/>
              </a:ext>
            </a:extLst>
          </p:cNvPr>
          <p:cNvSpPr/>
          <p:nvPr/>
        </p:nvSpPr>
        <p:spPr bwMode="auto">
          <a:xfrm>
            <a:off x="4893013" y="1094229"/>
            <a:ext cx="1862689" cy="265050"/>
          </a:xfrm>
          <a:prstGeom prst="rect">
            <a:avLst/>
          </a:prstGeom>
          <a:solidFill>
            <a:schemeClr val="accent1"/>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200">
                <a:solidFill>
                  <a:schemeClr val="bg1"/>
                </a:solidFill>
              </a:rPr>
              <a:t>Key Figure Title</a:t>
            </a:r>
          </a:p>
        </p:txBody>
      </p:sp>
      <p:sp>
        <p:nvSpPr>
          <p:cNvPr id="8" name="Rectangle 7">
            <a:extLst>
              <a:ext uri="{FF2B5EF4-FFF2-40B4-BE49-F238E27FC236}">
                <a16:creationId xmlns:a16="http://schemas.microsoft.com/office/drawing/2014/main" id="{0164B764-D26A-4FB8-9F1C-DEB56DC4D61E}"/>
              </a:ext>
            </a:extLst>
          </p:cNvPr>
          <p:cNvSpPr/>
          <p:nvPr/>
        </p:nvSpPr>
        <p:spPr bwMode="auto">
          <a:xfrm>
            <a:off x="4893013" y="1435006"/>
            <a:ext cx="1862689" cy="1277917"/>
          </a:xfrm>
          <a:prstGeom prst="rect">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3600" b="1">
                <a:solidFill>
                  <a:schemeClr val="accent1"/>
                </a:solidFill>
              </a:rPr>
              <a:t>20%</a:t>
            </a:r>
            <a:br>
              <a:rPr lang="en-US">
                <a:solidFill>
                  <a:schemeClr val="accent1"/>
                </a:solidFill>
              </a:rPr>
            </a:br>
            <a:r>
              <a:rPr lang="en-US" sz="1000">
                <a:solidFill>
                  <a:schemeClr val="accent1"/>
                </a:solidFill>
              </a:rPr>
              <a:t>Key</a:t>
            </a:r>
            <a:br>
              <a:rPr lang="en-US" sz="1000">
                <a:solidFill>
                  <a:schemeClr val="accent1"/>
                </a:solidFill>
              </a:rPr>
            </a:br>
            <a:r>
              <a:rPr lang="en-US" sz="1000">
                <a:solidFill>
                  <a:schemeClr val="accent1"/>
                </a:solidFill>
              </a:rPr>
              <a:t> Number Title</a:t>
            </a:r>
          </a:p>
        </p:txBody>
      </p:sp>
      <p:sp>
        <p:nvSpPr>
          <p:cNvPr id="9" name="Rectangle 8">
            <a:extLst>
              <a:ext uri="{FF2B5EF4-FFF2-40B4-BE49-F238E27FC236}">
                <a16:creationId xmlns:a16="http://schemas.microsoft.com/office/drawing/2014/main" id="{541C000B-7F70-4912-AB5B-36EF96B43BF4}"/>
              </a:ext>
            </a:extLst>
          </p:cNvPr>
          <p:cNvSpPr/>
          <p:nvPr/>
        </p:nvSpPr>
        <p:spPr bwMode="auto">
          <a:xfrm>
            <a:off x="6886673" y="1094229"/>
            <a:ext cx="1862689" cy="265050"/>
          </a:xfrm>
          <a:prstGeom prst="rect">
            <a:avLst/>
          </a:prstGeom>
          <a:solidFill>
            <a:schemeClr val="accent2"/>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200">
                <a:solidFill>
                  <a:schemeClr val="bg1"/>
                </a:solidFill>
              </a:rPr>
              <a:t>Key Figure Title</a:t>
            </a:r>
          </a:p>
        </p:txBody>
      </p:sp>
      <p:sp>
        <p:nvSpPr>
          <p:cNvPr id="10" name="Rectangle 9">
            <a:extLst>
              <a:ext uri="{FF2B5EF4-FFF2-40B4-BE49-F238E27FC236}">
                <a16:creationId xmlns:a16="http://schemas.microsoft.com/office/drawing/2014/main" id="{A0E77B7F-767F-4045-9C62-07D6551E70D3}"/>
              </a:ext>
            </a:extLst>
          </p:cNvPr>
          <p:cNvSpPr/>
          <p:nvPr/>
        </p:nvSpPr>
        <p:spPr bwMode="auto">
          <a:xfrm>
            <a:off x="6886673" y="1435006"/>
            <a:ext cx="1862689" cy="1277917"/>
          </a:xfrm>
          <a:prstGeom prst="rect">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3600" b="1">
                <a:solidFill>
                  <a:schemeClr val="accent2"/>
                </a:solidFill>
              </a:rPr>
              <a:t>3+</a:t>
            </a:r>
            <a:br>
              <a:rPr lang="en-US">
                <a:solidFill>
                  <a:schemeClr val="accent2"/>
                </a:solidFill>
              </a:rPr>
            </a:br>
            <a:r>
              <a:rPr lang="en-US" sz="1000">
                <a:solidFill>
                  <a:schemeClr val="accent2"/>
                </a:solidFill>
              </a:rPr>
              <a:t>Key</a:t>
            </a:r>
            <a:br>
              <a:rPr lang="en-US" sz="1000">
                <a:solidFill>
                  <a:schemeClr val="accent2"/>
                </a:solidFill>
              </a:rPr>
            </a:br>
            <a:r>
              <a:rPr lang="en-US" sz="1000">
                <a:solidFill>
                  <a:schemeClr val="accent2"/>
                </a:solidFill>
              </a:rPr>
              <a:t> Number Title</a:t>
            </a:r>
          </a:p>
        </p:txBody>
      </p:sp>
      <p:sp>
        <p:nvSpPr>
          <p:cNvPr id="11" name="Rectangle 10">
            <a:extLst>
              <a:ext uri="{FF2B5EF4-FFF2-40B4-BE49-F238E27FC236}">
                <a16:creationId xmlns:a16="http://schemas.microsoft.com/office/drawing/2014/main" id="{41A24BAB-0457-4407-A2EB-7E66992108AD}"/>
              </a:ext>
            </a:extLst>
          </p:cNvPr>
          <p:cNvSpPr/>
          <p:nvPr/>
        </p:nvSpPr>
        <p:spPr bwMode="auto">
          <a:xfrm>
            <a:off x="4893013" y="2919126"/>
            <a:ext cx="1862689" cy="265050"/>
          </a:xfrm>
          <a:prstGeom prst="rect">
            <a:avLst/>
          </a:prstGeom>
          <a:solidFill>
            <a:schemeClr val="accent3"/>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200">
                <a:solidFill>
                  <a:schemeClr val="bg1"/>
                </a:solidFill>
              </a:rPr>
              <a:t>Key Figure Title</a:t>
            </a:r>
          </a:p>
        </p:txBody>
      </p:sp>
      <p:sp>
        <p:nvSpPr>
          <p:cNvPr id="12" name="Rectangle 11">
            <a:extLst>
              <a:ext uri="{FF2B5EF4-FFF2-40B4-BE49-F238E27FC236}">
                <a16:creationId xmlns:a16="http://schemas.microsoft.com/office/drawing/2014/main" id="{D4967488-D325-4C8A-90FD-26484C692D15}"/>
              </a:ext>
            </a:extLst>
          </p:cNvPr>
          <p:cNvSpPr/>
          <p:nvPr/>
        </p:nvSpPr>
        <p:spPr bwMode="auto">
          <a:xfrm>
            <a:off x="4893013" y="3259903"/>
            <a:ext cx="1862689" cy="1277917"/>
          </a:xfrm>
          <a:prstGeom prst="rect">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3600" b="1">
                <a:solidFill>
                  <a:schemeClr val="accent3"/>
                </a:solidFill>
              </a:rPr>
              <a:t>80%</a:t>
            </a:r>
            <a:br>
              <a:rPr lang="en-US">
                <a:solidFill>
                  <a:schemeClr val="accent3"/>
                </a:solidFill>
              </a:rPr>
            </a:br>
            <a:r>
              <a:rPr lang="en-US" sz="1000">
                <a:solidFill>
                  <a:schemeClr val="accent3"/>
                </a:solidFill>
              </a:rPr>
              <a:t>Key</a:t>
            </a:r>
            <a:br>
              <a:rPr lang="en-US" sz="1000">
                <a:solidFill>
                  <a:schemeClr val="accent3"/>
                </a:solidFill>
              </a:rPr>
            </a:br>
            <a:r>
              <a:rPr lang="en-US" sz="1000">
                <a:solidFill>
                  <a:schemeClr val="accent3"/>
                </a:solidFill>
              </a:rPr>
              <a:t> Number Title</a:t>
            </a:r>
          </a:p>
        </p:txBody>
      </p:sp>
      <p:sp>
        <p:nvSpPr>
          <p:cNvPr id="13" name="Rectangle 12">
            <a:extLst>
              <a:ext uri="{FF2B5EF4-FFF2-40B4-BE49-F238E27FC236}">
                <a16:creationId xmlns:a16="http://schemas.microsoft.com/office/drawing/2014/main" id="{39D894A8-9F01-4404-A8AF-822D172E3075}"/>
              </a:ext>
            </a:extLst>
          </p:cNvPr>
          <p:cNvSpPr/>
          <p:nvPr/>
        </p:nvSpPr>
        <p:spPr bwMode="auto">
          <a:xfrm>
            <a:off x="6886673" y="2919126"/>
            <a:ext cx="1862689" cy="265050"/>
          </a:xfrm>
          <a:prstGeom prst="rect">
            <a:avLst/>
          </a:prstGeom>
          <a:solidFill>
            <a:schemeClr val="accent4"/>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200">
                <a:solidFill>
                  <a:schemeClr val="bg1"/>
                </a:solidFill>
              </a:rPr>
              <a:t>Key Figure Title</a:t>
            </a:r>
          </a:p>
        </p:txBody>
      </p:sp>
      <p:sp>
        <p:nvSpPr>
          <p:cNvPr id="14" name="Rectangle 13">
            <a:extLst>
              <a:ext uri="{FF2B5EF4-FFF2-40B4-BE49-F238E27FC236}">
                <a16:creationId xmlns:a16="http://schemas.microsoft.com/office/drawing/2014/main" id="{56E33008-DEFA-4F4F-918A-03EF9F806347}"/>
              </a:ext>
            </a:extLst>
          </p:cNvPr>
          <p:cNvSpPr/>
          <p:nvPr/>
        </p:nvSpPr>
        <p:spPr bwMode="auto">
          <a:xfrm>
            <a:off x="6886673" y="3259903"/>
            <a:ext cx="1862689" cy="1277917"/>
          </a:xfrm>
          <a:prstGeom prst="rect">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3600" b="1">
                <a:solidFill>
                  <a:schemeClr val="accent4"/>
                </a:solidFill>
              </a:rPr>
              <a:t>5x</a:t>
            </a:r>
            <a:br>
              <a:rPr lang="en-US">
                <a:solidFill>
                  <a:schemeClr val="accent4"/>
                </a:solidFill>
              </a:rPr>
            </a:br>
            <a:r>
              <a:rPr lang="en-US" sz="1000">
                <a:solidFill>
                  <a:schemeClr val="accent4"/>
                </a:solidFill>
              </a:rPr>
              <a:t>Key</a:t>
            </a:r>
            <a:br>
              <a:rPr lang="en-US" sz="1000">
                <a:solidFill>
                  <a:schemeClr val="accent4"/>
                </a:solidFill>
              </a:rPr>
            </a:br>
            <a:r>
              <a:rPr lang="en-US" sz="1000">
                <a:solidFill>
                  <a:schemeClr val="accent4"/>
                </a:solidFill>
              </a:rPr>
              <a:t> Number Title</a:t>
            </a:r>
          </a:p>
        </p:txBody>
      </p:sp>
      <p:sp>
        <p:nvSpPr>
          <p:cNvPr id="15" name="Rectangle 14">
            <a:extLst>
              <a:ext uri="{FF2B5EF4-FFF2-40B4-BE49-F238E27FC236}">
                <a16:creationId xmlns:a16="http://schemas.microsoft.com/office/drawing/2014/main" id="{19E76A69-D71E-E08E-0399-96AF86F82C08}"/>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17797415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 calcmode="lin" valueType="num">
                                      <p:cBhvr>
                                        <p:cTn id="7" dur="500" fill="hold"/>
                                        <p:tgtEl>
                                          <p:spTgt spid="6">
                                            <p:graphicEl>
                                              <a:chart seriesIdx="-3" categoryIdx="-3" bldStep="gridLegend"/>
                                            </p:graphicEl>
                                          </p:spTgt>
                                        </p:tgtEl>
                                        <p:attrNameLst>
                                          <p:attrName>ppt_w</p:attrName>
                                        </p:attrNameLst>
                                      </p:cBhvr>
                                      <p:tavLst>
                                        <p:tav tm="0">
                                          <p:val>
                                            <p:fltVal val="0"/>
                                          </p:val>
                                        </p:tav>
                                        <p:tav tm="100000">
                                          <p:val>
                                            <p:strVal val="#ppt_w"/>
                                          </p:val>
                                        </p:tav>
                                      </p:tavLst>
                                    </p:anim>
                                    <p:anim calcmode="lin" valueType="num">
                                      <p:cBhvr>
                                        <p:cTn id="8" dur="500" fill="hold"/>
                                        <p:tgtEl>
                                          <p:spTgt spid="6">
                                            <p:graphicEl>
                                              <a:chart seriesIdx="-3" categoryIdx="-3" bldStep="gridLegend"/>
                                            </p:graphicEl>
                                          </p:spTgt>
                                        </p:tgtEl>
                                        <p:attrNameLst>
                                          <p:attrName>ppt_h</p:attrName>
                                        </p:attrNameLst>
                                      </p:cBhvr>
                                      <p:tavLst>
                                        <p:tav tm="0">
                                          <p:val>
                                            <p:fltVal val="0"/>
                                          </p:val>
                                        </p:tav>
                                        <p:tav tm="100000">
                                          <p:val>
                                            <p:strVal val="#ppt_h"/>
                                          </p:val>
                                        </p:tav>
                                      </p:tavLst>
                                    </p:anim>
                                    <p:animEffect transition="in" filter="fade">
                                      <p:cBhvr>
                                        <p:cTn id="9" dur="500"/>
                                        <p:tgtEl>
                                          <p:spTgt spid="6">
                                            <p:graphicEl>
                                              <a:chart seriesIdx="-3" categoryIdx="-3" bldStep="gridLegend"/>
                                            </p:graphic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graphicEl>
                                              <a:chart seriesIdx="-4" categoryIdx="0" bldStep="category"/>
                                            </p:graphicEl>
                                          </p:spTgt>
                                        </p:tgtEl>
                                        <p:attrNameLst>
                                          <p:attrName>style.visibility</p:attrName>
                                        </p:attrNameLst>
                                      </p:cBhvr>
                                      <p:to>
                                        <p:strVal val="visible"/>
                                      </p:to>
                                    </p:set>
                                    <p:anim calcmode="lin" valueType="num">
                                      <p:cBhvr>
                                        <p:cTn id="13" dur="500" fill="hold"/>
                                        <p:tgtEl>
                                          <p:spTgt spid="6">
                                            <p:graphicEl>
                                              <a:chart seriesIdx="-4" categoryIdx="0" bldStep="category"/>
                                            </p:graphicEl>
                                          </p:spTgt>
                                        </p:tgtEl>
                                        <p:attrNameLst>
                                          <p:attrName>ppt_w</p:attrName>
                                        </p:attrNameLst>
                                      </p:cBhvr>
                                      <p:tavLst>
                                        <p:tav tm="0">
                                          <p:val>
                                            <p:fltVal val="0"/>
                                          </p:val>
                                        </p:tav>
                                        <p:tav tm="100000">
                                          <p:val>
                                            <p:strVal val="#ppt_w"/>
                                          </p:val>
                                        </p:tav>
                                      </p:tavLst>
                                    </p:anim>
                                    <p:anim calcmode="lin" valueType="num">
                                      <p:cBhvr>
                                        <p:cTn id="14" dur="500" fill="hold"/>
                                        <p:tgtEl>
                                          <p:spTgt spid="6">
                                            <p:graphicEl>
                                              <a:chart seriesIdx="-4" categoryIdx="0" bldStep="category"/>
                                            </p:graphicEl>
                                          </p:spTgt>
                                        </p:tgtEl>
                                        <p:attrNameLst>
                                          <p:attrName>ppt_h</p:attrName>
                                        </p:attrNameLst>
                                      </p:cBhvr>
                                      <p:tavLst>
                                        <p:tav tm="0">
                                          <p:val>
                                            <p:fltVal val="0"/>
                                          </p:val>
                                        </p:tav>
                                        <p:tav tm="100000">
                                          <p:val>
                                            <p:strVal val="#ppt_h"/>
                                          </p:val>
                                        </p:tav>
                                      </p:tavLst>
                                    </p:anim>
                                    <p:animEffect transition="in" filter="fade">
                                      <p:cBhvr>
                                        <p:cTn id="15" dur="500"/>
                                        <p:tgtEl>
                                          <p:spTgt spid="6">
                                            <p:graphicEl>
                                              <a:chart seriesIdx="-4" categoryIdx="0" bldStep="category"/>
                                            </p:graphic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6">
                                            <p:graphicEl>
                                              <a:chart seriesIdx="-4" categoryIdx="1" bldStep="category"/>
                                            </p:graphicEl>
                                          </p:spTgt>
                                        </p:tgtEl>
                                        <p:attrNameLst>
                                          <p:attrName>style.visibility</p:attrName>
                                        </p:attrNameLst>
                                      </p:cBhvr>
                                      <p:to>
                                        <p:strVal val="visible"/>
                                      </p:to>
                                    </p:set>
                                    <p:anim calcmode="lin" valueType="num">
                                      <p:cBhvr>
                                        <p:cTn id="19" dur="500" fill="hold"/>
                                        <p:tgtEl>
                                          <p:spTgt spid="6">
                                            <p:graphicEl>
                                              <a:chart seriesIdx="-4" categoryIdx="1" bldStep="category"/>
                                            </p:graphicEl>
                                          </p:spTgt>
                                        </p:tgtEl>
                                        <p:attrNameLst>
                                          <p:attrName>ppt_w</p:attrName>
                                        </p:attrNameLst>
                                      </p:cBhvr>
                                      <p:tavLst>
                                        <p:tav tm="0">
                                          <p:val>
                                            <p:fltVal val="0"/>
                                          </p:val>
                                        </p:tav>
                                        <p:tav tm="100000">
                                          <p:val>
                                            <p:strVal val="#ppt_w"/>
                                          </p:val>
                                        </p:tav>
                                      </p:tavLst>
                                    </p:anim>
                                    <p:anim calcmode="lin" valueType="num">
                                      <p:cBhvr>
                                        <p:cTn id="20" dur="500" fill="hold"/>
                                        <p:tgtEl>
                                          <p:spTgt spid="6">
                                            <p:graphicEl>
                                              <a:chart seriesIdx="-4" categoryIdx="1" bldStep="category"/>
                                            </p:graphicEl>
                                          </p:spTgt>
                                        </p:tgtEl>
                                        <p:attrNameLst>
                                          <p:attrName>ppt_h</p:attrName>
                                        </p:attrNameLst>
                                      </p:cBhvr>
                                      <p:tavLst>
                                        <p:tav tm="0">
                                          <p:val>
                                            <p:fltVal val="0"/>
                                          </p:val>
                                        </p:tav>
                                        <p:tav tm="100000">
                                          <p:val>
                                            <p:strVal val="#ppt_h"/>
                                          </p:val>
                                        </p:tav>
                                      </p:tavLst>
                                    </p:anim>
                                    <p:animEffect transition="in" filter="fade">
                                      <p:cBhvr>
                                        <p:cTn id="21" dur="500"/>
                                        <p:tgtEl>
                                          <p:spTgt spid="6">
                                            <p:graphicEl>
                                              <a:chart seriesIdx="-4" categoryIdx="1" bldStep="category"/>
                                            </p:graphic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6">
                                            <p:graphicEl>
                                              <a:chart seriesIdx="-4" categoryIdx="2" bldStep="category"/>
                                            </p:graphicEl>
                                          </p:spTgt>
                                        </p:tgtEl>
                                        <p:attrNameLst>
                                          <p:attrName>style.visibility</p:attrName>
                                        </p:attrNameLst>
                                      </p:cBhvr>
                                      <p:to>
                                        <p:strVal val="visible"/>
                                      </p:to>
                                    </p:set>
                                    <p:anim calcmode="lin" valueType="num">
                                      <p:cBhvr>
                                        <p:cTn id="25" dur="500" fill="hold"/>
                                        <p:tgtEl>
                                          <p:spTgt spid="6">
                                            <p:graphicEl>
                                              <a:chart seriesIdx="-4" categoryIdx="2" bldStep="category"/>
                                            </p:graphicEl>
                                          </p:spTgt>
                                        </p:tgtEl>
                                        <p:attrNameLst>
                                          <p:attrName>ppt_w</p:attrName>
                                        </p:attrNameLst>
                                      </p:cBhvr>
                                      <p:tavLst>
                                        <p:tav tm="0">
                                          <p:val>
                                            <p:fltVal val="0"/>
                                          </p:val>
                                        </p:tav>
                                        <p:tav tm="100000">
                                          <p:val>
                                            <p:strVal val="#ppt_w"/>
                                          </p:val>
                                        </p:tav>
                                      </p:tavLst>
                                    </p:anim>
                                    <p:anim calcmode="lin" valueType="num">
                                      <p:cBhvr>
                                        <p:cTn id="26" dur="500" fill="hold"/>
                                        <p:tgtEl>
                                          <p:spTgt spid="6">
                                            <p:graphicEl>
                                              <a:chart seriesIdx="-4" categoryIdx="2" bldStep="category"/>
                                            </p:graphicEl>
                                          </p:spTgt>
                                        </p:tgtEl>
                                        <p:attrNameLst>
                                          <p:attrName>ppt_h</p:attrName>
                                        </p:attrNameLst>
                                      </p:cBhvr>
                                      <p:tavLst>
                                        <p:tav tm="0">
                                          <p:val>
                                            <p:fltVal val="0"/>
                                          </p:val>
                                        </p:tav>
                                        <p:tav tm="100000">
                                          <p:val>
                                            <p:strVal val="#ppt_h"/>
                                          </p:val>
                                        </p:tav>
                                      </p:tavLst>
                                    </p:anim>
                                    <p:animEffect transition="in" filter="fade">
                                      <p:cBhvr>
                                        <p:cTn id="27" dur="500"/>
                                        <p:tgtEl>
                                          <p:spTgt spid="6">
                                            <p:graphicEl>
                                              <a:chart seriesIdx="-4" categoryIdx="2" bldStep="category"/>
                                            </p:graphicEl>
                                          </p:spTgt>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6">
                                            <p:graphicEl>
                                              <a:chart seriesIdx="-4" categoryIdx="3" bldStep="category"/>
                                            </p:graphicEl>
                                          </p:spTgt>
                                        </p:tgtEl>
                                        <p:attrNameLst>
                                          <p:attrName>style.visibility</p:attrName>
                                        </p:attrNameLst>
                                      </p:cBhvr>
                                      <p:to>
                                        <p:strVal val="visible"/>
                                      </p:to>
                                    </p:set>
                                    <p:anim calcmode="lin" valueType="num">
                                      <p:cBhvr>
                                        <p:cTn id="31" dur="500" fill="hold"/>
                                        <p:tgtEl>
                                          <p:spTgt spid="6">
                                            <p:graphicEl>
                                              <a:chart seriesIdx="-4" categoryIdx="3" bldStep="category"/>
                                            </p:graphicEl>
                                          </p:spTgt>
                                        </p:tgtEl>
                                        <p:attrNameLst>
                                          <p:attrName>ppt_w</p:attrName>
                                        </p:attrNameLst>
                                      </p:cBhvr>
                                      <p:tavLst>
                                        <p:tav tm="0">
                                          <p:val>
                                            <p:fltVal val="0"/>
                                          </p:val>
                                        </p:tav>
                                        <p:tav tm="100000">
                                          <p:val>
                                            <p:strVal val="#ppt_w"/>
                                          </p:val>
                                        </p:tav>
                                      </p:tavLst>
                                    </p:anim>
                                    <p:anim calcmode="lin" valueType="num">
                                      <p:cBhvr>
                                        <p:cTn id="32" dur="500" fill="hold"/>
                                        <p:tgtEl>
                                          <p:spTgt spid="6">
                                            <p:graphicEl>
                                              <a:chart seriesIdx="-4" categoryIdx="3" bldStep="category"/>
                                            </p:graphicEl>
                                          </p:spTgt>
                                        </p:tgtEl>
                                        <p:attrNameLst>
                                          <p:attrName>ppt_h</p:attrName>
                                        </p:attrNameLst>
                                      </p:cBhvr>
                                      <p:tavLst>
                                        <p:tav tm="0">
                                          <p:val>
                                            <p:fltVal val="0"/>
                                          </p:val>
                                        </p:tav>
                                        <p:tav tm="100000">
                                          <p:val>
                                            <p:strVal val="#ppt_h"/>
                                          </p:val>
                                        </p:tav>
                                      </p:tavLst>
                                    </p:anim>
                                    <p:animEffect transition="in" filter="fade">
                                      <p:cBhvr>
                                        <p:cTn id="33" dur="500"/>
                                        <p:tgtEl>
                                          <p:spTgt spid="6">
                                            <p:graphicEl>
                                              <a:chart seriesIdx="-4" categoryIdx="3" bldStep="category"/>
                                            </p:graphicEl>
                                          </p:spTgt>
                                        </p:tgtEl>
                                      </p:cBhvr>
                                    </p:animEffect>
                                  </p:childTnLst>
                                </p:cTn>
                              </p:par>
                            </p:childTnLst>
                          </p:cTn>
                        </p:par>
                        <p:par>
                          <p:cTn id="34" fill="hold">
                            <p:stCondLst>
                              <p:cond delay="2500"/>
                            </p:stCondLst>
                            <p:childTnLst>
                              <p:par>
                                <p:cTn id="35" presetID="2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childTnLst>
                          </p:cTn>
                        </p:par>
                        <p:par>
                          <p:cTn id="42" fill="hold">
                            <p:stCondLst>
                              <p:cond delay="3500"/>
                            </p:stCondLst>
                            <p:childTnLst>
                              <p:par>
                                <p:cTn id="43" presetID="22" presetClass="entr" presetSubtype="8"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par>
                          <p:cTn id="46" fill="hold">
                            <p:stCondLst>
                              <p:cond delay="4000"/>
                            </p:stCondLst>
                            <p:childTnLst>
                              <p:par>
                                <p:cTn id="47" presetID="22" presetClass="entr" presetSubtype="8"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left)">
                                      <p:cBhvr>
                                        <p:cTn id="49" dur="500"/>
                                        <p:tgtEl>
                                          <p:spTgt spid="10"/>
                                        </p:tgtEl>
                                      </p:cBhvr>
                                    </p:animEffect>
                                  </p:childTnLst>
                                </p:cTn>
                              </p:par>
                            </p:childTnLst>
                          </p:cTn>
                        </p:par>
                        <p:par>
                          <p:cTn id="50" fill="hold">
                            <p:stCondLst>
                              <p:cond delay="4500"/>
                            </p:stCondLst>
                            <p:childTnLst>
                              <p:par>
                                <p:cTn id="51" presetID="22" presetClass="entr" presetSubtype="8"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left)">
                                      <p:cBhvr>
                                        <p:cTn id="53" dur="500"/>
                                        <p:tgtEl>
                                          <p:spTgt spid="11"/>
                                        </p:tgtEl>
                                      </p:cBhvr>
                                    </p:animEffect>
                                  </p:childTnLst>
                                </p:cTn>
                              </p:par>
                            </p:childTnLst>
                          </p:cTn>
                        </p:par>
                        <p:par>
                          <p:cTn id="54" fill="hold">
                            <p:stCondLst>
                              <p:cond delay="5000"/>
                            </p:stCondLst>
                            <p:childTnLst>
                              <p:par>
                                <p:cTn id="55" presetID="22" presetClass="entr" presetSubtype="8" fill="hold" grpId="0"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par>
                          <p:cTn id="58" fill="hold">
                            <p:stCondLst>
                              <p:cond delay="5500"/>
                            </p:stCondLst>
                            <p:childTnLst>
                              <p:par>
                                <p:cTn id="59" presetID="22" presetClass="entr" presetSubtype="8" fill="hold" grpId="0"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left)">
                                      <p:cBhvr>
                                        <p:cTn id="61" dur="500"/>
                                        <p:tgtEl>
                                          <p:spTgt spid="13"/>
                                        </p:tgtEl>
                                      </p:cBhvr>
                                    </p:animEffect>
                                  </p:childTnLst>
                                </p:cTn>
                              </p:par>
                            </p:childTnLst>
                          </p:cTn>
                        </p:par>
                        <p:par>
                          <p:cTn id="62" fill="hold">
                            <p:stCondLst>
                              <p:cond delay="6000"/>
                            </p:stCondLst>
                            <p:childTnLst>
                              <p:par>
                                <p:cTn id="63" presetID="22" presetClass="entr" presetSubtype="8"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left)">
                                      <p:cBhvr>
                                        <p:cTn id="6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Chart bld="category"/>
        </p:bldSub>
      </p:bldGraphic>
      <p:bldP spid="7" grpId="0" animBg="1"/>
      <p:bldP spid="8" grpId="0" animBg="1"/>
      <p:bldP spid="9"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730530"/>
            <a:ext cx="8368363" cy="173255"/>
          </a:xfrm>
          <a:prstGeom prst="rect">
            <a:avLst/>
          </a:prstGeom>
        </p:spPr>
        <p:txBody>
          <a:bodyPr/>
          <a:lstStyle/>
          <a:p>
            <a:r>
              <a:rPr lang="en-US"/>
              <a:t>This is where you summarize and tie up all that you have found within your research</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Conclusions / Findings</a:t>
            </a:r>
          </a:p>
        </p:txBody>
      </p:sp>
      <p:sp>
        <p:nvSpPr>
          <p:cNvPr id="7" name="Rounded Rectangle 46">
            <a:extLst>
              <a:ext uri="{FF2B5EF4-FFF2-40B4-BE49-F238E27FC236}">
                <a16:creationId xmlns:a16="http://schemas.microsoft.com/office/drawing/2014/main" id="{BE16B7E0-1989-4235-AF5A-FD0C505E832E}"/>
              </a:ext>
            </a:extLst>
          </p:cNvPr>
          <p:cNvSpPr/>
          <p:nvPr/>
        </p:nvSpPr>
        <p:spPr bwMode="auto">
          <a:xfrm>
            <a:off x="381000" y="1097281"/>
            <a:ext cx="2711533" cy="1656047"/>
          </a:xfrm>
          <a:prstGeom prst="roundRect">
            <a:avLst>
              <a:gd name="adj" fmla="val 5000"/>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accent1"/>
                </a:solidFill>
              </a:rPr>
              <a:t>Restate Your </a:t>
            </a:r>
            <a:br>
              <a:rPr lang="en-US" sz="1600" b="1">
                <a:solidFill>
                  <a:schemeClr val="accent1"/>
                </a:solidFill>
              </a:rPr>
            </a:br>
            <a:r>
              <a:rPr lang="en-US" sz="1600" b="1">
                <a:solidFill>
                  <a:schemeClr val="accent1"/>
                </a:solidFill>
              </a:rPr>
              <a:t>Research Questions</a:t>
            </a:r>
            <a:endParaRPr lang="en-US" sz="1050">
              <a:solidFill>
                <a:schemeClr val="tx1">
                  <a:lumMod val="75000"/>
                  <a:lumOff val="25000"/>
                </a:schemeClr>
              </a:solidFill>
            </a:endParaRPr>
          </a:p>
        </p:txBody>
      </p:sp>
      <p:sp>
        <p:nvSpPr>
          <p:cNvPr id="8" name="Rounded Rectangle 47">
            <a:extLst>
              <a:ext uri="{FF2B5EF4-FFF2-40B4-BE49-F238E27FC236}">
                <a16:creationId xmlns:a16="http://schemas.microsoft.com/office/drawing/2014/main" id="{C5126091-15E3-403A-86D7-05F1F6B1F3F4}"/>
              </a:ext>
            </a:extLst>
          </p:cNvPr>
          <p:cNvSpPr/>
          <p:nvPr/>
        </p:nvSpPr>
        <p:spPr bwMode="auto">
          <a:xfrm>
            <a:off x="381000" y="2908333"/>
            <a:ext cx="2711533" cy="1656047"/>
          </a:xfrm>
          <a:prstGeom prst="roundRect">
            <a:avLst>
              <a:gd name="adj" fmla="val 5000"/>
            </a:avLst>
          </a:prstGeom>
          <a:solidFill>
            <a:schemeClr val="accent4"/>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bg1"/>
                </a:solidFill>
              </a:rPr>
              <a:t>State Any Limitations To The Work You Have Done</a:t>
            </a:r>
            <a:endParaRPr lang="en-US" sz="1050">
              <a:solidFill>
                <a:schemeClr val="bg1"/>
              </a:solidFill>
            </a:endParaRPr>
          </a:p>
        </p:txBody>
      </p:sp>
      <p:sp>
        <p:nvSpPr>
          <p:cNvPr id="9" name="Rounded Rectangle 48">
            <a:extLst>
              <a:ext uri="{FF2B5EF4-FFF2-40B4-BE49-F238E27FC236}">
                <a16:creationId xmlns:a16="http://schemas.microsoft.com/office/drawing/2014/main" id="{817C4475-524D-4F33-8D7B-28D32F2A2C55}"/>
              </a:ext>
            </a:extLst>
          </p:cNvPr>
          <p:cNvSpPr/>
          <p:nvPr/>
        </p:nvSpPr>
        <p:spPr bwMode="auto">
          <a:xfrm>
            <a:off x="3209415" y="1097281"/>
            <a:ext cx="2711533" cy="1656047"/>
          </a:xfrm>
          <a:prstGeom prst="roundRect">
            <a:avLst>
              <a:gd name="adj" fmla="val 5000"/>
            </a:avLst>
          </a:prstGeom>
          <a:solidFill>
            <a:schemeClr val="accent2"/>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bg1"/>
                </a:solidFill>
              </a:rPr>
              <a:t>Show How Your Results Answer These Questions</a:t>
            </a:r>
            <a:endParaRPr lang="en-US" sz="1050">
              <a:solidFill>
                <a:schemeClr val="bg1"/>
              </a:solidFill>
            </a:endParaRPr>
          </a:p>
        </p:txBody>
      </p:sp>
      <p:sp>
        <p:nvSpPr>
          <p:cNvPr id="10" name="Rounded Rectangle 49">
            <a:extLst>
              <a:ext uri="{FF2B5EF4-FFF2-40B4-BE49-F238E27FC236}">
                <a16:creationId xmlns:a16="http://schemas.microsoft.com/office/drawing/2014/main" id="{A7205D36-2B10-45C3-BBF2-153AAAE044B7}"/>
              </a:ext>
            </a:extLst>
          </p:cNvPr>
          <p:cNvSpPr/>
          <p:nvPr/>
        </p:nvSpPr>
        <p:spPr bwMode="auto">
          <a:xfrm>
            <a:off x="3209415" y="2908333"/>
            <a:ext cx="2711533" cy="1656047"/>
          </a:xfrm>
          <a:prstGeom prst="roundRect">
            <a:avLst>
              <a:gd name="adj" fmla="val 5000"/>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accent5"/>
                </a:solidFill>
              </a:rPr>
              <a:t>Suggest </a:t>
            </a:r>
            <a:br>
              <a:rPr lang="en-US" sz="1600" b="1">
                <a:solidFill>
                  <a:schemeClr val="accent5"/>
                </a:solidFill>
              </a:rPr>
            </a:br>
            <a:r>
              <a:rPr lang="en-US" sz="1600" b="1">
                <a:solidFill>
                  <a:schemeClr val="accent5"/>
                </a:solidFill>
              </a:rPr>
              <a:t>Future Research</a:t>
            </a:r>
            <a:endParaRPr lang="en-US" sz="1050">
              <a:solidFill>
                <a:schemeClr val="tx1">
                  <a:lumMod val="75000"/>
                  <a:lumOff val="25000"/>
                </a:schemeClr>
              </a:solidFill>
            </a:endParaRPr>
          </a:p>
        </p:txBody>
      </p:sp>
      <p:sp>
        <p:nvSpPr>
          <p:cNvPr id="11" name="Rounded Rectangle 50">
            <a:extLst>
              <a:ext uri="{FF2B5EF4-FFF2-40B4-BE49-F238E27FC236}">
                <a16:creationId xmlns:a16="http://schemas.microsoft.com/office/drawing/2014/main" id="{43D3EBF2-2FA0-4E8D-84AA-458145B13349}"/>
              </a:ext>
            </a:extLst>
          </p:cNvPr>
          <p:cNvSpPr/>
          <p:nvPr/>
        </p:nvSpPr>
        <p:spPr bwMode="auto">
          <a:xfrm>
            <a:off x="6037830" y="1097281"/>
            <a:ext cx="2711533" cy="1656047"/>
          </a:xfrm>
          <a:prstGeom prst="roundRect">
            <a:avLst>
              <a:gd name="adj" fmla="val 5000"/>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accent3"/>
                </a:solidFill>
              </a:rPr>
              <a:t>Show What Contribution You Have Made</a:t>
            </a:r>
            <a:endParaRPr lang="en-US" sz="1050">
              <a:solidFill>
                <a:schemeClr val="tx1">
                  <a:lumMod val="75000"/>
                  <a:lumOff val="25000"/>
                </a:schemeClr>
              </a:solidFill>
            </a:endParaRPr>
          </a:p>
        </p:txBody>
      </p:sp>
      <p:sp>
        <p:nvSpPr>
          <p:cNvPr id="12" name="Rounded Rectangle 51">
            <a:extLst>
              <a:ext uri="{FF2B5EF4-FFF2-40B4-BE49-F238E27FC236}">
                <a16:creationId xmlns:a16="http://schemas.microsoft.com/office/drawing/2014/main" id="{CBC65CCE-2868-4E10-9576-2F0352BC6B2D}"/>
              </a:ext>
            </a:extLst>
          </p:cNvPr>
          <p:cNvSpPr/>
          <p:nvPr/>
        </p:nvSpPr>
        <p:spPr bwMode="auto">
          <a:xfrm>
            <a:off x="6037830" y="2908333"/>
            <a:ext cx="2711533" cy="1656047"/>
          </a:xfrm>
          <a:prstGeom prst="roundRect">
            <a:avLst>
              <a:gd name="adj" fmla="val 5000"/>
            </a:avLst>
          </a:prstGeom>
          <a:solidFill>
            <a:schemeClr val="bg1">
              <a:lumMod val="95000"/>
            </a:schemeClr>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accent6"/>
                </a:solidFill>
              </a:rPr>
              <a:t>Make Any Recommendations</a:t>
            </a:r>
            <a:endParaRPr lang="en-US" sz="1050">
              <a:solidFill>
                <a:schemeClr val="tx1">
                  <a:lumMod val="75000"/>
                  <a:lumOff val="25000"/>
                </a:schemeClr>
              </a:solidFill>
            </a:endParaRPr>
          </a:p>
        </p:txBody>
      </p:sp>
      <p:sp>
        <p:nvSpPr>
          <p:cNvPr id="5" name="Rectangle 4">
            <a:extLst>
              <a:ext uri="{FF2B5EF4-FFF2-40B4-BE49-F238E27FC236}">
                <a16:creationId xmlns:a16="http://schemas.microsoft.com/office/drawing/2014/main" id="{F9E41986-486B-0F84-2C54-C873229F5D85}"/>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25756016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accel="20000" decel="6000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accel="20000" decel="6000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accel="20000" decel="6000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accel="20000" decel="6000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accel="20000" decel="6000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ppt_x"/>
                                          </p:val>
                                        </p:tav>
                                        <p:tav tm="100000">
                                          <p:val>
                                            <p:strVal val="#ppt_x"/>
                                          </p:val>
                                        </p:tav>
                                      </p:tavLst>
                                    </p:anim>
                                    <p:anim calcmode="lin" valueType="num">
                                      <p:cBhvr additive="base">
                                        <p:cTn id="3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730530"/>
            <a:ext cx="8368363" cy="173255"/>
          </a:xfrm>
          <a:prstGeom prst="rect">
            <a:avLst/>
          </a:prstGeom>
        </p:spPr>
        <p:txBody>
          <a:bodyPr/>
          <a:lstStyle/>
          <a:p>
            <a:r>
              <a:rPr lang="en-US"/>
              <a:t>Suggest Future Research</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Suggestions</a:t>
            </a:r>
          </a:p>
        </p:txBody>
      </p:sp>
      <p:sp>
        <p:nvSpPr>
          <p:cNvPr id="5" name="Freeform 14">
            <a:extLst>
              <a:ext uri="{FF2B5EF4-FFF2-40B4-BE49-F238E27FC236}">
                <a16:creationId xmlns:a16="http://schemas.microsoft.com/office/drawing/2014/main" id="{51FFA2E6-A649-4722-B928-5E3FC69863E2}"/>
              </a:ext>
            </a:extLst>
          </p:cNvPr>
          <p:cNvSpPr>
            <a:spLocks/>
          </p:cNvSpPr>
          <p:nvPr/>
        </p:nvSpPr>
        <p:spPr bwMode="auto">
          <a:xfrm>
            <a:off x="612633" y="1261110"/>
            <a:ext cx="3121168" cy="3121168"/>
          </a:xfrm>
          <a:prstGeom prst="ellipse">
            <a:avLst/>
          </a:prstGeom>
          <a:solidFill>
            <a:schemeClr val="accent1"/>
          </a:solidFill>
          <a:ln>
            <a:noFill/>
          </a:ln>
        </p:spPr>
        <p:txBody>
          <a:bodyPr vert="horz" wrap="square" lIns="68580" tIns="34290" rIns="68580" bIns="34290" numCol="1" anchor="ctr" anchorCtr="0" compatLnSpc="1">
            <a:prstTxWarp prst="textNoShape">
              <a:avLst/>
            </a:prstTxWarp>
          </a:bodyPr>
          <a:lstStyle/>
          <a:p>
            <a:pPr algn="ctr"/>
            <a:endParaRPr lang="en-US" sz="4000">
              <a:solidFill>
                <a:schemeClr val="bg1"/>
              </a:solidFill>
            </a:endParaRPr>
          </a:p>
        </p:txBody>
      </p:sp>
      <p:grpSp>
        <p:nvGrpSpPr>
          <p:cNvPr id="24" name="Group 23">
            <a:extLst>
              <a:ext uri="{FF2B5EF4-FFF2-40B4-BE49-F238E27FC236}">
                <a16:creationId xmlns:a16="http://schemas.microsoft.com/office/drawing/2014/main" id="{4745D9E6-D2DA-48A3-A92A-288E0A99FB81}"/>
              </a:ext>
            </a:extLst>
          </p:cNvPr>
          <p:cNvGrpSpPr/>
          <p:nvPr/>
        </p:nvGrpSpPr>
        <p:grpSpPr>
          <a:xfrm>
            <a:off x="1339127" y="1987605"/>
            <a:ext cx="1668180" cy="1668178"/>
            <a:chOff x="-1601788" y="3484563"/>
            <a:chExt cx="1849438" cy="1849437"/>
          </a:xfrm>
          <a:solidFill>
            <a:schemeClr val="bg1"/>
          </a:solidFill>
        </p:grpSpPr>
        <p:sp>
          <p:nvSpPr>
            <p:cNvPr id="17" name="Freeform 5">
              <a:extLst>
                <a:ext uri="{FF2B5EF4-FFF2-40B4-BE49-F238E27FC236}">
                  <a16:creationId xmlns:a16="http://schemas.microsoft.com/office/drawing/2014/main" id="{622FBDFD-52E6-4BBF-9527-44FBBF38FF64}"/>
                </a:ext>
              </a:extLst>
            </p:cNvPr>
            <p:cNvSpPr>
              <a:spLocks noEditPoints="1"/>
            </p:cNvSpPr>
            <p:nvPr/>
          </p:nvSpPr>
          <p:spPr bwMode="auto">
            <a:xfrm>
              <a:off x="-1601788" y="3724275"/>
              <a:ext cx="1611313" cy="1609725"/>
            </a:xfrm>
            <a:custGeom>
              <a:avLst/>
              <a:gdLst>
                <a:gd name="T0" fmla="*/ 1169 w 1728"/>
                <a:gd name="T1" fmla="*/ 36 h 1728"/>
                <a:gd name="T2" fmla="*/ 1083 w 1728"/>
                <a:gd name="T3" fmla="*/ 0 h 1728"/>
                <a:gd name="T4" fmla="*/ 960 w 1728"/>
                <a:gd name="T5" fmla="*/ 123 h 1728"/>
                <a:gd name="T6" fmla="*/ 996 w 1728"/>
                <a:gd name="T7" fmla="*/ 209 h 1728"/>
                <a:gd name="T8" fmla="*/ 1011 w 1728"/>
                <a:gd name="T9" fmla="*/ 224 h 1728"/>
                <a:gd name="T10" fmla="*/ 102 w 1728"/>
                <a:gd name="T11" fmla="*/ 1133 h 1728"/>
                <a:gd name="T12" fmla="*/ 0 w 1728"/>
                <a:gd name="T13" fmla="*/ 1379 h 1728"/>
                <a:gd name="T14" fmla="*/ 349 w 1728"/>
                <a:gd name="T15" fmla="*/ 1728 h 1728"/>
                <a:gd name="T16" fmla="*/ 595 w 1728"/>
                <a:gd name="T17" fmla="*/ 1626 h 1728"/>
                <a:gd name="T18" fmla="*/ 1504 w 1728"/>
                <a:gd name="T19" fmla="*/ 717 h 1728"/>
                <a:gd name="T20" fmla="*/ 1519 w 1728"/>
                <a:gd name="T21" fmla="*/ 732 h 1728"/>
                <a:gd name="T22" fmla="*/ 1606 w 1728"/>
                <a:gd name="T23" fmla="*/ 768 h 1728"/>
                <a:gd name="T24" fmla="*/ 1728 w 1728"/>
                <a:gd name="T25" fmla="*/ 645 h 1728"/>
                <a:gd name="T26" fmla="*/ 1692 w 1728"/>
                <a:gd name="T27" fmla="*/ 559 h 1728"/>
                <a:gd name="T28" fmla="*/ 1169 w 1728"/>
                <a:gd name="T29" fmla="*/ 36 h 1728"/>
                <a:gd name="T30" fmla="*/ 550 w 1728"/>
                <a:gd name="T31" fmla="*/ 1581 h 1728"/>
                <a:gd name="T32" fmla="*/ 349 w 1728"/>
                <a:gd name="T33" fmla="*/ 1664 h 1728"/>
                <a:gd name="T34" fmla="*/ 64 w 1728"/>
                <a:gd name="T35" fmla="*/ 1379 h 1728"/>
                <a:gd name="T36" fmla="*/ 147 w 1728"/>
                <a:gd name="T37" fmla="*/ 1178 h 1728"/>
                <a:gd name="T38" fmla="*/ 301 w 1728"/>
                <a:gd name="T39" fmla="*/ 1024 h 1728"/>
                <a:gd name="T40" fmla="*/ 1107 w 1728"/>
                <a:gd name="T41" fmla="*/ 1024 h 1728"/>
                <a:gd name="T42" fmla="*/ 550 w 1728"/>
                <a:gd name="T43" fmla="*/ 1581 h 1728"/>
                <a:gd name="T44" fmla="*/ 1606 w 1728"/>
                <a:gd name="T45" fmla="*/ 704 h 1728"/>
                <a:gd name="T46" fmla="*/ 1564 w 1728"/>
                <a:gd name="T47" fmla="*/ 687 h 1728"/>
                <a:gd name="T48" fmla="*/ 1504 w 1728"/>
                <a:gd name="T49" fmla="*/ 627 h 1728"/>
                <a:gd name="T50" fmla="*/ 1171 w 1728"/>
                <a:gd name="T51" fmla="*/ 960 h 1728"/>
                <a:gd name="T52" fmla="*/ 365 w 1728"/>
                <a:gd name="T53" fmla="*/ 960 h 1728"/>
                <a:gd name="T54" fmla="*/ 480 w 1728"/>
                <a:gd name="T55" fmla="*/ 845 h 1728"/>
                <a:gd name="T56" fmla="*/ 553 w 1728"/>
                <a:gd name="T57" fmla="*/ 919 h 1728"/>
                <a:gd name="T58" fmla="*/ 599 w 1728"/>
                <a:gd name="T59" fmla="*/ 873 h 1728"/>
                <a:gd name="T60" fmla="*/ 525 w 1728"/>
                <a:gd name="T61" fmla="*/ 800 h 1728"/>
                <a:gd name="T62" fmla="*/ 576 w 1728"/>
                <a:gd name="T63" fmla="*/ 749 h 1728"/>
                <a:gd name="T64" fmla="*/ 713 w 1728"/>
                <a:gd name="T65" fmla="*/ 887 h 1728"/>
                <a:gd name="T66" fmla="*/ 759 w 1728"/>
                <a:gd name="T67" fmla="*/ 841 h 1728"/>
                <a:gd name="T68" fmla="*/ 621 w 1728"/>
                <a:gd name="T69" fmla="*/ 704 h 1728"/>
                <a:gd name="T70" fmla="*/ 672 w 1728"/>
                <a:gd name="T71" fmla="*/ 653 h 1728"/>
                <a:gd name="T72" fmla="*/ 745 w 1728"/>
                <a:gd name="T73" fmla="*/ 727 h 1728"/>
                <a:gd name="T74" fmla="*/ 791 w 1728"/>
                <a:gd name="T75" fmla="*/ 681 h 1728"/>
                <a:gd name="T76" fmla="*/ 717 w 1728"/>
                <a:gd name="T77" fmla="*/ 608 h 1728"/>
                <a:gd name="T78" fmla="*/ 768 w 1728"/>
                <a:gd name="T79" fmla="*/ 557 h 1728"/>
                <a:gd name="T80" fmla="*/ 905 w 1728"/>
                <a:gd name="T81" fmla="*/ 695 h 1728"/>
                <a:gd name="T82" fmla="*/ 951 w 1728"/>
                <a:gd name="T83" fmla="*/ 649 h 1728"/>
                <a:gd name="T84" fmla="*/ 813 w 1728"/>
                <a:gd name="T85" fmla="*/ 512 h 1728"/>
                <a:gd name="T86" fmla="*/ 864 w 1728"/>
                <a:gd name="T87" fmla="*/ 461 h 1728"/>
                <a:gd name="T88" fmla="*/ 937 w 1728"/>
                <a:gd name="T89" fmla="*/ 535 h 1728"/>
                <a:gd name="T90" fmla="*/ 983 w 1728"/>
                <a:gd name="T91" fmla="*/ 489 h 1728"/>
                <a:gd name="T92" fmla="*/ 909 w 1728"/>
                <a:gd name="T93" fmla="*/ 416 h 1728"/>
                <a:gd name="T94" fmla="*/ 960 w 1728"/>
                <a:gd name="T95" fmla="*/ 365 h 1728"/>
                <a:gd name="T96" fmla="*/ 1097 w 1728"/>
                <a:gd name="T97" fmla="*/ 503 h 1728"/>
                <a:gd name="T98" fmla="*/ 1143 w 1728"/>
                <a:gd name="T99" fmla="*/ 457 h 1728"/>
                <a:gd name="T100" fmla="*/ 1005 w 1728"/>
                <a:gd name="T101" fmla="*/ 320 h 1728"/>
                <a:gd name="T102" fmla="*/ 1056 w 1728"/>
                <a:gd name="T103" fmla="*/ 269 h 1728"/>
                <a:gd name="T104" fmla="*/ 1385 w 1728"/>
                <a:gd name="T105" fmla="*/ 599 h 1728"/>
                <a:gd name="T106" fmla="*/ 1431 w 1728"/>
                <a:gd name="T107" fmla="*/ 553 h 1728"/>
                <a:gd name="T108" fmla="*/ 1041 w 1728"/>
                <a:gd name="T109" fmla="*/ 164 h 1728"/>
                <a:gd name="T110" fmla="*/ 1024 w 1728"/>
                <a:gd name="T111" fmla="*/ 123 h 1728"/>
                <a:gd name="T112" fmla="*/ 1083 w 1728"/>
                <a:gd name="T113" fmla="*/ 64 h 1728"/>
                <a:gd name="T114" fmla="*/ 1124 w 1728"/>
                <a:gd name="T115" fmla="*/ 81 h 1728"/>
                <a:gd name="T116" fmla="*/ 1647 w 1728"/>
                <a:gd name="T117" fmla="*/ 604 h 1728"/>
                <a:gd name="T118" fmla="*/ 1664 w 1728"/>
                <a:gd name="T119" fmla="*/ 645 h 1728"/>
                <a:gd name="T120" fmla="*/ 1606 w 1728"/>
                <a:gd name="T121" fmla="*/ 704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28" h="1728">
                  <a:moveTo>
                    <a:pt x="1169" y="36"/>
                  </a:moveTo>
                  <a:cubicBezTo>
                    <a:pt x="1146" y="13"/>
                    <a:pt x="1115" y="0"/>
                    <a:pt x="1083" y="0"/>
                  </a:cubicBezTo>
                  <a:cubicBezTo>
                    <a:pt x="1015" y="0"/>
                    <a:pt x="960" y="55"/>
                    <a:pt x="960" y="123"/>
                  </a:cubicBezTo>
                  <a:cubicBezTo>
                    <a:pt x="960" y="155"/>
                    <a:pt x="973" y="186"/>
                    <a:pt x="996" y="209"/>
                  </a:cubicBezTo>
                  <a:cubicBezTo>
                    <a:pt x="1011" y="224"/>
                    <a:pt x="1011" y="224"/>
                    <a:pt x="1011" y="224"/>
                  </a:cubicBezTo>
                  <a:cubicBezTo>
                    <a:pt x="102" y="1133"/>
                    <a:pt x="102" y="1133"/>
                    <a:pt x="102" y="1133"/>
                  </a:cubicBezTo>
                  <a:cubicBezTo>
                    <a:pt x="36" y="1198"/>
                    <a:pt x="0" y="1286"/>
                    <a:pt x="0" y="1379"/>
                  </a:cubicBezTo>
                  <a:cubicBezTo>
                    <a:pt x="0" y="1572"/>
                    <a:pt x="156" y="1728"/>
                    <a:pt x="349" y="1728"/>
                  </a:cubicBezTo>
                  <a:cubicBezTo>
                    <a:pt x="442" y="1728"/>
                    <a:pt x="530" y="1692"/>
                    <a:pt x="595" y="1626"/>
                  </a:cubicBezTo>
                  <a:cubicBezTo>
                    <a:pt x="1504" y="717"/>
                    <a:pt x="1504" y="717"/>
                    <a:pt x="1504" y="717"/>
                  </a:cubicBezTo>
                  <a:cubicBezTo>
                    <a:pt x="1519" y="732"/>
                    <a:pt x="1519" y="732"/>
                    <a:pt x="1519" y="732"/>
                  </a:cubicBezTo>
                  <a:cubicBezTo>
                    <a:pt x="1542" y="755"/>
                    <a:pt x="1573" y="768"/>
                    <a:pt x="1606" y="768"/>
                  </a:cubicBezTo>
                  <a:cubicBezTo>
                    <a:pt x="1673" y="768"/>
                    <a:pt x="1728" y="713"/>
                    <a:pt x="1728" y="645"/>
                  </a:cubicBezTo>
                  <a:cubicBezTo>
                    <a:pt x="1728" y="613"/>
                    <a:pt x="1715" y="582"/>
                    <a:pt x="1692" y="559"/>
                  </a:cubicBezTo>
                  <a:lnTo>
                    <a:pt x="1169" y="36"/>
                  </a:lnTo>
                  <a:close/>
                  <a:moveTo>
                    <a:pt x="550" y="1581"/>
                  </a:moveTo>
                  <a:cubicBezTo>
                    <a:pt x="496" y="1634"/>
                    <a:pt x="425" y="1664"/>
                    <a:pt x="349" y="1664"/>
                  </a:cubicBezTo>
                  <a:cubicBezTo>
                    <a:pt x="192" y="1664"/>
                    <a:pt x="64" y="1536"/>
                    <a:pt x="64" y="1379"/>
                  </a:cubicBezTo>
                  <a:cubicBezTo>
                    <a:pt x="64" y="1303"/>
                    <a:pt x="94" y="1232"/>
                    <a:pt x="147" y="1178"/>
                  </a:cubicBezTo>
                  <a:cubicBezTo>
                    <a:pt x="301" y="1024"/>
                    <a:pt x="301" y="1024"/>
                    <a:pt x="301" y="1024"/>
                  </a:cubicBezTo>
                  <a:cubicBezTo>
                    <a:pt x="1107" y="1024"/>
                    <a:pt x="1107" y="1024"/>
                    <a:pt x="1107" y="1024"/>
                  </a:cubicBezTo>
                  <a:lnTo>
                    <a:pt x="550" y="1581"/>
                  </a:lnTo>
                  <a:close/>
                  <a:moveTo>
                    <a:pt x="1606" y="704"/>
                  </a:moveTo>
                  <a:cubicBezTo>
                    <a:pt x="1590" y="704"/>
                    <a:pt x="1575" y="698"/>
                    <a:pt x="1564" y="687"/>
                  </a:cubicBezTo>
                  <a:cubicBezTo>
                    <a:pt x="1504" y="627"/>
                    <a:pt x="1504" y="627"/>
                    <a:pt x="1504" y="627"/>
                  </a:cubicBezTo>
                  <a:cubicBezTo>
                    <a:pt x="1171" y="960"/>
                    <a:pt x="1171" y="960"/>
                    <a:pt x="1171" y="960"/>
                  </a:cubicBezTo>
                  <a:cubicBezTo>
                    <a:pt x="365" y="960"/>
                    <a:pt x="365" y="960"/>
                    <a:pt x="365" y="960"/>
                  </a:cubicBezTo>
                  <a:cubicBezTo>
                    <a:pt x="480" y="845"/>
                    <a:pt x="480" y="845"/>
                    <a:pt x="480" y="845"/>
                  </a:cubicBezTo>
                  <a:cubicBezTo>
                    <a:pt x="553" y="919"/>
                    <a:pt x="553" y="919"/>
                    <a:pt x="553" y="919"/>
                  </a:cubicBezTo>
                  <a:cubicBezTo>
                    <a:pt x="599" y="873"/>
                    <a:pt x="599" y="873"/>
                    <a:pt x="599" y="873"/>
                  </a:cubicBezTo>
                  <a:cubicBezTo>
                    <a:pt x="525" y="800"/>
                    <a:pt x="525" y="800"/>
                    <a:pt x="525" y="800"/>
                  </a:cubicBezTo>
                  <a:cubicBezTo>
                    <a:pt x="576" y="749"/>
                    <a:pt x="576" y="749"/>
                    <a:pt x="576" y="749"/>
                  </a:cubicBezTo>
                  <a:cubicBezTo>
                    <a:pt x="713" y="887"/>
                    <a:pt x="713" y="887"/>
                    <a:pt x="713" y="887"/>
                  </a:cubicBezTo>
                  <a:cubicBezTo>
                    <a:pt x="759" y="841"/>
                    <a:pt x="759" y="841"/>
                    <a:pt x="759" y="841"/>
                  </a:cubicBezTo>
                  <a:cubicBezTo>
                    <a:pt x="621" y="704"/>
                    <a:pt x="621" y="704"/>
                    <a:pt x="621" y="704"/>
                  </a:cubicBezTo>
                  <a:cubicBezTo>
                    <a:pt x="672" y="653"/>
                    <a:pt x="672" y="653"/>
                    <a:pt x="672" y="653"/>
                  </a:cubicBezTo>
                  <a:cubicBezTo>
                    <a:pt x="745" y="727"/>
                    <a:pt x="745" y="727"/>
                    <a:pt x="745" y="727"/>
                  </a:cubicBezTo>
                  <a:cubicBezTo>
                    <a:pt x="791" y="681"/>
                    <a:pt x="791" y="681"/>
                    <a:pt x="791" y="681"/>
                  </a:cubicBezTo>
                  <a:cubicBezTo>
                    <a:pt x="717" y="608"/>
                    <a:pt x="717" y="608"/>
                    <a:pt x="717" y="608"/>
                  </a:cubicBezTo>
                  <a:cubicBezTo>
                    <a:pt x="768" y="557"/>
                    <a:pt x="768" y="557"/>
                    <a:pt x="768" y="557"/>
                  </a:cubicBezTo>
                  <a:cubicBezTo>
                    <a:pt x="905" y="695"/>
                    <a:pt x="905" y="695"/>
                    <a:pt x="905" y="695"/>
                  </a:cubicBezTo>
                  <a:cubicBezTo>
                    <a:pt x="951" y="649"/>
                    <a:pt x="951" y="649"/>
                    <a:pt x="951" y="649"/>
                  </a:cubicBezTo>
                  <a:cubicBezTo>
                    <a:pt x="813" y="512"/>
                    <a:pt x="813" y="512"/>
                    <a:pt x="813" y="512"/>
                  </a:cubicBezTo>
                  <a:cubicBezTo>
                    <a:pt x="864" y="461"/>
                    <a:pt x="864" y="461"/>
                    <a:pt x="864" y="461"/>
                  </a:cubicBezTo>
                  <a:cubicBezTo>
                    <a:pt x="937" y="535"/>
                    <a:pt x="937" y="535"/>
                    <a:pt x="937" y="535"/>
                  </a:cubicBezTo>
                  <a:cubicBezTo>
                    <a:pt x="983" y="489"/>
                    <a:pt x="983" y="489"/>
                    <a:pt x="983" y="489"/>
                  </a:cubicBezTo>
                  <a:cubicBezTo>
                    <a:pt x="909" y="416"/>
                    <a:pt x="909" y="416"/>
                    <a:pt x="909" y="416"/>
                  </a:cubicBezTo>
                  <a:cubicBezTo>
                    <a:pt x="960" y="365"/>
                    <a:pt x="960" y="365"/>
                    <a:pt x="960" y="365"/>
                  </a:cubicBezTo>
                  <a:cubicBezTo>
                    <a:pt x="1097" y="503"/>
                    <a:pt x="1097" y="503"/>
                    <a:pt x="1097" y="503"/>
                  </a:cubicBezTo>
                  <a:cubicBezTo>
                    <a:pt x="1143" y="457"/>
                    <a:pt x="1143" y="457"/>
                    <a:pt x="1143" y="457"/>
                  </a:cubicBezTo>
                  <a:cubicBezTo>
                    <a:pt x="1005" y="320"/>
                    <a:pt x="1005" y="320"/>
                    <a:pt x="1005" y="320"/>
                  </a:cubicBezTo>
                  <a:cubicBezTo>
                    <a:pt x="1056" y="269"/>
                    <a:pt x="1056" y="269"/>
                    <a:pt x="1056" y="269"/>
                  </a:cubicBezTo>
                  <a:cubicBezTo>
                    <a:pt x="1385" y="599"/>
                    <a:pt x="1385" y="599"/>
                    <a:pt x="1385" y="599"/>
                  </a:cubicBezTo>
                  <a:cubicBezTo>
                    <a:pt x="1431" y="553"/>
                    <a:pt x="1431" y="553"/>
                    <a:pt x="1431" y="553"/>
                  </a:cubicBezTo>
                  <a:cubicBezTo>
                    <a:pt x="1041" y="164"/>
                    <a:pt x="1041" y="164"/>
                    <a:pt x="1041" y="164"/>
                  </a:cubicBezTo>
                  <a:cubicBezTo>
                    <a:pt x="1030" y="153"/>
                    <a:pt x="1024" y="138"/>
                    <a:pt x="1024" y="123"/>
                  </a:cubicBezTo>
                  <a:cubicBezTo>
                    <a:pt x="1024" y="90"/>
                    <a:pt x="1050" y="64"/>
                    <a:pt x="1083" y="64"/>
                  </a:cubicBezTo>
                  <a:cubicBezTo>
                    <a:pt x="1098" y="64"/>
                    <a:pt x="1113" y="70"/>
                    <a:pt x="1124" y="81"/>
                  </a:cubicBezTo>
                  <a:cubicBezTo>
                    <a:pt x="1647" y="604"/>
                    <a:pt x="1647" y="604"/>
                    <a:pt x="1647" y="604"/>
                  </a:cubicBezTo>
                  <a:cubicBezTo>
                    <a:pt x="1658" y="615"/>
                    <a:pt x="1664" y="630"/>
                    <a:pt x="1664" y="645"/>
                  </a:cubicBezTo>
                  <a:cubicBezTo>
                    <a:pt x="1664" y="678"/>
                    <a:pt x="1638" y="704"/>
                    <a:pt x="1606" y="7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a:extLst>
                <a:ext uri="{FF2B5EF4-FFF2-40B4-BE49-F238E27FC236}">
                  <a16:creationId xmlns:a16="http://schemas.microsoft.com/office/drawing/2014/main" id="{D1CCF8A4-4469-4669-98D2-F64CD21A99F8}"/>
                </a:ext>
              </a:extLst>
            </p:cNvPr>
            <p:cNvSpPr>
              <a:spLocks noEditPoints="1"/>
            </p:cNvSpPr>
            <p:nvPr/>
          </p:nvSpPr>
          <p:spPr bwMode="auto">
            <a:xfrm>
              <a:off x="9525" y="3813175"/>
              <a:ext cx="238125" cy="238125"/>
            </a:xfrm>
            <a:custGeom>
              <a:avLst/>
              <a:gdLst>
                <a:gd name="T0" fmla="*/ 128 w 256"/>
                <a:gd name="T1" fmla="*/ 0 h 256"/>
                <a:gd name="T2" fmla="*/ 0 w 256"/>
                <a:gd name="T3" fmla="*/ 128 h 256"/>
                <a:gd name="T4" fmla="*/ 128 w 256"/>
                <a:gd name="T5" fmla="*/ 256 h 256"/>
                <a:gd name="T6" fmla="*/ 256 w 256"/>
                <a:gd name="T7" fmla="*/ 128 h 256"/>
                <a:gd name="T8" fmla="*/ 128 w 256"/>
                <a:gd name="T9" fmla="*/ 0 h 256"/>
                <a:gd name="T10" fmla="*/ 128 w 256"/>
                <a:gd name="T11" fmla="*/ 192 h 256"/>
                <a:gd name="T12" fmla="*/ 64 w 256"/>
                <a:gd name="T13" fmla="*/ 128 h 256"/>
                <a:gd name="T14" fmla="*/ 128 w 256"/>
                <a:gd name="T15" fmla="*/ 64 h 256"/>
                <a:gd name="T16" fmla="*/ 192 w 256"/>
                <a:gd name="T17" fmla="*/ 128 h 256"/>
                <a:gd name="T18" fmla="*/ 128 w 256"/>
                <a:gd name="T19" fmla="*/ 1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256">
                  <a:moveTo>
                    <a:pt x="128" y="0"/>
                  </a:moveTo>
                  <a:cubicBezTo>
                    <a:pt x="57" y="0"/>
                    <a:pt x="0" y="57"/>
                    <a:pt x="0" y="128"/>
                  </a:cubicBezTo>
                  <a:cubicBezTo>
                    <a:pt x="0" y="199"/>
                    <a:pt x="57" y="256"/>
                    <a:pt x="128" y="256"/>
                  </a:cubicBezTo>
                  <a:cubicBezTo>
                    <a:pt x="199" y="256"/>
                    <a:pt x="256" y="199"/>
                    <a:pt x="256" y="128"/>
                  </a:cubicBezTo>
                  <a:cubicBezTo>
                    <a:pt x="256" y="57"/>
                    <a:pt x="199" y="0"/>
                    <a:pt x="128" y="0"/>
                  </a:cubicBezTo>
                  <a:close/>
                  <a:moveTo>
                    <a:pt x="128" y="192"/>
                  </a:moveTo>
                  <a:cubicBezTo>
                    <a:pt x="93" y="192"/>
                    <a:pt x="64" y="163"/>
                    <a:pt x="64" y="128"/>
                  </a:cubicBezTo>
                  <a:cubicBezTo>
                    <a:pt x="64" y="93"/>
                    <a:pt x="93" y="64"/>
                    <a:pt x="128" y="64"/>
                  </a:cubicBezTo>
                  <a:cubicBezTo>
                    <a:pt x="163" y="64"/>
                    <a:pt x="192" y="93"/>
                    <a:pt x="192" y="128"/>
                  </a:cubicBezTo>
                  <a:cubicBezTo>
                    <a:pt x="192" y="163"/>
                    <a:pt x="163" y="192"/>
                    <a:pt x="128"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a:extLst>
                <a:ext uri="{FF2B5EF4-FFF2-40B4-BE49-F238E27FC236}">
                  <a16:creationId xmlns:a16="http://schemas.microsoft.com/office/drawing/2014/main" id="{47C870E3-3BB1-478D-8DA2-5D5DF3AEEECD}"/>
                </a:ext>
              </a:extLst>
            </p:cNvPr>
            <p:cNvSpPr>
              <a:spLocks noEditPoints="1"/>
            </p:cNvSpPr>
            <p:nvPr/>
          </p:nvSpPr>
          <p:spPr bwMode="auto">
            <a:xfrm>
              <a:off x="-407988" y="3575050"/>
              <a:ext cx="179388" cy="177800"/>
            </a:xfrm>
            <a:custGeom>
              <a:avLst/>
              <a:gdLst>
                <a:gd name="T0" fmla="*/ 96 w 192"/>
                <a:gd name="T1" fmla="*/ 192 h 192"/>
                <a:gd name="T2" fmla="*/ 192 w 192"/>
                <a:gd name="T3" fmla="*/ 96 h 192"/>
                <a:gd name="T4" fmla="*/ 96 w 192"/>
                <a:gd name="T5" fmla="*/ 0 h 192"/>
                <a:gd name="T6" fmla="*/ 0 w 192"/>
                <a:gd name="T7" fmla="*/ 96 h 192"/>
                <a:gd name="T8" fmla="*/ 96 w 192"/>
                <a:gd name="T9" fmla="*/ 192 h 192"/>
                <a:gd name="T10" fmla="*/ 96 w 192"/>
                <a:gd name="T11" fmla="*/ 64 h 192"/>
                <a:gd name="T12" fmla="*/ 128 w 192"/>
                <a:gd name="T13" fmla="*/ 96 h 192"/>
                <a:gd name="T14" fmla="*/ 96 w 192"/>
                <a:gd name="T15" fmla="*/ 128 h 192"/>
                <a:gd name="T16" fmla="*/ 64 w 192"/>
                <a:gd name="T17" fmla="*/ 96 h 192"/>
                <a:gd name="T18" fmla="*/ 96 w 192"/>
                <a:gd name="T19" fmla="*/ 6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149" y="192"/>
                    <a:pt x="192" y="149"/>
                    <a:pt x="192" y="96"/>
                  </a:cubicBezTo>
                  <a:cubicBezTo>
                    <a:pt x="192" y="43"/>
                    <a:pt x="149" y="0"/>
                    <a:pt x="96" y="0"/>
                  </a:cubicBezTo>
                  <a:cubicBezTo>
                    <a:pt x="43" y="0"/>
                    <a:pt x="0" y="43"/>
                    <a:pt x="0" y="96"/>
                  </a:cubicBezTo>
                  <a:cubicBezTo>
                    <a:pt x="0" y="149"/>
                    <a:pt x="43" y="192"/>
                    <a:pt x="96" y="192"/>
                  </a:cubicBezTo>
                  <a:close/>
                  <a:moveTo>
                    <a:pt x="96" y="64"/>
                  </a:moveTo>
                  <a:cubicBezTo>
                    <a:pt x="114" y="64"/>
                    <a:pt x="128" y="78"/>
                    <a:pt x="128" y="96"/>
                  </a:cubicBezTo>
                  <a:cubicBezTo>
                    <a:pt x="128" y="114"/>
                    <a:pt x="114" y="128"/>
                    <a:pt x="96" y="128"/>
                  </a:cubicBezTo>
                  <a:cubicBezTo>
                    <a:pt x="78" y="128"/>
                    <a:pt x="64" y="114"/>
                    <a:pt x="64" y="96"/>
                  </a:cubicBezTo>
                  <a:cubicBezTo>
                    <a:pt x="64" y="78"/>
                    <a:pt x="78" y="64"/>
                    <a:pt x="96"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a:extLst>
                <a:ext uri="{FF2B5EF4-FFF2-40B4-BE49-F238E27FC236}">
                  <a16:creationId xmlns:a16="http://schemas.microsoft.com/office/drawing/2014/main" id="{935A44CD-7545-40C1-B89C-4DED98E70A4C}"/>
                </a:ext>
              </a:extLst>
            </p:cNvPr>
            <p:cNvSpPr>
              <a:spLocks noEditPoints="1"/>
            </p:cNvSpPr>
            <p:nvPr/>
          </p:nvSpPr>
          <p:spPr bwMode="auto">
            <a:xfrm>
              <a:off x="-50800" y="3484563"/>
              <a:ext cx="179388" cy="179388"/>
            </a:xfrm>
            <a:custGeom>
              <a:avLst/>
              <a:gdLst>
                <a:gd name="T0" fmla="*/ 96 w 192"/>
                <a:gd name="T1" fmla="*/ 192 h 192"/>
                <a:gd name="T2" fmla="*/ 192 w 192"/>
                <a:gd name="T3" fmla="*/ 96 h 192"/>
                <a:gd name="T4" fmla="*/ 96 w 192"/>
                <a:gd name="T5" fmla="*/ 0 h 192"/>
                <a:gd name="T6" fmla="*/ 0 w 192"/>
                <a:gd name="T7" fmla="*/ 96 h 192"/>
                <a:gd name="T8" fmla="*/ 96 w 192"/>
                <a:gd name="T9" fmla="*/ 192 h 192"/>
                <a:gd name="T10" fmla="*/ 96 w 192"/>
                <a:gd name="T11" fmla="*/ 64 h 192"/>
                <a:gd name="T12" fmla="*/ 128 w 192"/>
                <a:gd name="T13" fmla="*/ 96 h 192"/>
                <a:gd name="T14" fmla="*/ 96 w 192"/>
                <a:gd name="T15" fmla="*/ 128 h 192"/>
                <a:gd name="T16" fmla="*/ 64 w 192"/>
                <a:gd name="T17" fmla="*/ 96 h 192"/>
                <a:gd name="T18" fmla="*/ 96 w 192"/>
                <a:gd name="T19" fmla="*/ 6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149" y="192"/>
                    <a:pt x="192" y="149"/>
                    <a:pt x="192" y="96"/>
                  </a:cubicBezTo>
                  <a:cubicBezTo>
                    <a:pt x="192" y="43"/>
                    <a:pt x="149" y="0"/>
                    <a:pt x="96" y="0"/>
                  </a:cubicBezTo>
                  <a:cubicBezTo>
                    <a:pt x="43" y="0"/>
                    <a:pt x="0" y="43"/>
                    <a:pt x="0" y="96"/>
                  </a:cubicBezTo>
                  <a:cubicBezTo>
                    <a:pt x="0" y="149"/>
                    <a:pt x="43" y="192"/>
                    <a:pt x="96" y="192"/>
                  </a:cubicBezTo>
                  <a:close/>
                  <a:moveTo>
                    <a:pt x="96" y="64"/>
                  </a:moveTo>
                  <a:cubicBezTo>
                    <a:pt x="114" y="64"/>
                    <a:pt x="128" y="78"/>
                    <a:pt x="128" y="96"/>
                  </a:cubicBezTo>
                  <a:cubicBezTo>
                    <a:pt x="128" y="114"/>
                    <a:pt x="114" y="128"/>
                    <a:pt x="96" y="128"/>
                  </a:cubicBezTo>
                  <a:cubicBezTo>
                    <a:pt x="78" y="128"/>
                    <a:pt x="64" y="114"/>
                    <a:pt x="64" y="96"/>
                  </a:cubicBezTo>
                  <a:cubicBezTo>
                    <a:pt x="64" y="78"/>
                    <a:pt x="78" y="64"/>
                    <a:pt x="96"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a:extLst>
                <a:ext uri="{FF2B5EF4-FFF2-40B4-BE49-F238E27FC236}">
                  <a16:creationId xmlns:a16="http://schemas.microsoft.com/office/drawing/2014/main" id="{21B7A2A9-DD86-4A37-B11C-D4BE0AF35BA6}"/>
                </a:ext>
              </a:extLst>
            </p:cNvPr>
            <p:cNvSpPr>
              <a:spLocks noEditPoints="1"/>
            </p:cNvSpPr>
            <p:nvPr/>
          </p:nvSpPr>
          <p:spPr bwMode="auto">
            <a:xfrm>
              <a:off x="-1392238" y="4767263"/>
              <a:ext cx="179388" cy="179388"/>
            </a:xfrm>
            <a:custGeom>
              <a:avLst/>
              <a:gdLst>
                <a:gd name="T0" fmla="*/ 192 w 192"/>
                <a:gd name="T1" fmla="*/ 96 h 192"/>
                <a:gd name="T2" fmla="*/ 96 w 192"/>
                <a:gd name="T3" fmla="*/ 0 h 192"/>
                <a:gd name="T4" fmla="*/ 0 w 192"/>
                <a:gd name="T5" fmla="*/ 96 h 192"/>
                <a:gd name="T6" fmla="*/ 96 w 192"/>
                <a:gd name="T7" fmla="*/ 192 h 192"/>
                <a:gd name="T8" fmla="*/ 192 w 192"/>
                <a:gd name="T9" fmla="*/ 96 h 192"/>
                <a:gd name="T10" fmla="*/ 64 w 192"/>
                <a:gd name="T11" fmla="*/ 96 h 192"/>
                <a:gd name="T12" fmla="*/ 96 w 192"/>
                <a:gd name="T13" fmla="*/ 64 h 192"/>
                <a:gd name="T14" fmla="*/ 128 w 192"/>
                <a:gd name="T15" fmla="*/ 96 h 192"/>
                <a:gd name="T16" fmla="*/ 96 w 192"/>
                <a:gd name="T17" fmla="*/ 128 h 192"/>
                <a:gd name="T18" fmla="*/ 64 w 192"/>
                <a:gd name="T19"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192" y="96"/>
                  </a:moveTo>
                  <a:cubicBezTo>
                    <a:pt x="192" y="43"/>
                    <a:pt x="149" y="0"/>
                    <a:pt x="96" y="0"/>
                  </a:cubicBezTo>
                  <a:cubicBezTo>
                    <a:pt x="43" y="0"/>
                    <a:pt x="0" y="43"/>
                    <a:pt x="0" y="96"/>
                  </a:cubicBezTo>
                  <a:cubicBezTo>
                    <a:pt x="0" y="149"/>
                    <a:pt x="43" y="192"/>
                    <a:pt x="96" y="192"/>
                  </a:cubicBezTo>
                  <a:cubicBezTo>
                    <a:pt x="149" y="192"/>
                    <a:pt x="192" y="149"/>
                    <a:pt x="192" y="96"/>
                  </a:cubicBezTo>
                  <a:close/>
                  <a:moveTo>
                    <a:pt x="64" y="96"/>
                  </a:moveTo>
                  <a:cubicBezTo>
                    <a:pt x="64" y="78"/>
                    <a:pt x="78" y="64"/>
                    <a:pt x="96" y="64"/>
                  </a:cubicBezTo>
                  <a:cubicBezTo>
                    <a:pt x="114" y="64"/>
                    <a:pt x="128" y="78"/>
                    <a:pt x="128" y="96"/>
                  </a:cubicBezTo>
                  <a:cubicBezTo>
                    <a:pt x="128" y="114"/>
                    <a:pt x="114" y="128"/>
                    <a:pt x="96" y="128"/>
                  </a:cubicBezTo>
                  <a:cubicBezTo>
                    <a:pt x="78" y="128"/>
                    <a:pt x="64" y="114"/>
                    <a:pt x="64"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a:extLst>
                <a:ext uri="{FF2B5EF4-FFF2-40B4-BE49-F238E27FC236}">
                  <a16:creationId xmlns:a16="http://schemas.microsoft.com/office/drawing/2014/main" id="{82DB8586-C9CB-48DD-A26E-327B1C5B7FA7}"/>
                </a:ext>
              </a:extLst>
            </p:cNvPr>
            <p:cNvSpPr>
              <a:spLocks noEditPoints="1"/>
            </p:cNvSpPr>
            <p:nvPr/>
          </p:nvSpPr>
          <p:spPr bwMode="auto">
            <a:xfrm>
              <a:off x="-1063625" y="4767263"/>
              <a:ext cx="177800" cy="179388"/>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28 h 192"/>
                <a:gd name="T12" fmla="*/ 64 w 192"/>
                <a:gd name="T13" fmla="*/ 96 h 192"/>
                <a:gd name="T14" fmla="*/ 96 w 192"/>
                <a:gd name="T15" fmla="*/ 64 h 192"/>
                <a:gd name="T16" fmla="*/ 128 w 192"/>
                <a:gd name="T17" fmla="*/ 96 h 192"/>
                <a:gd name="T18" fmla="*/ 96 w 192"/>
                <a:gd name="T19" fmla="*/ 12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28"/>
                  </a:moveTo>
                  <a:cubicBezTo>
                    <a:pt x="78" y="128"/>
                    <a:pt x="64" y="114"/>
                    <a:pt x="64" y="96"/>
                  </a:cubicBezTo>
                  <a:cubicBezTo>
                    <a:pt x="64" y="78"/>
                    <a:pt x="78" y="64"/>
                    <a:pt x="96" y="64"/>
                  </a:cubicBezTo>
                  <a:cubicBezTo>
                    <a:pt x="114" y="64"/>
                    <a:pt x="128" y="78"/>
                    <a:pt x="128" y="96"/>
                  </a:cubicBezTo>
                  <a:cubicBezTo>
                    <a:pt x="128" y="114"/>
                    <a:pt x="114" y="128"/>
                    <a:pt x="96"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1">
              <a:extLst>
                <a:ext uri="{FF2B5EF4-FFF2-40B4-BE49-F238E27FC236}">
                  <a16:creationId xmlns:a16="http://schemas.microsoft.com/office/drawing/2014/main" id="{2C8DD98E-16B0-4550-B76E-C2364A037237}"/>
                </a:ext>
              </a:extLst>
            </p:cNvPr>
            <p:cNvSpPr>
              <a:spLocks noEditPoints="1"/>
            </p:cNvSpPr>
            <p:nvPr/>
          </p:nvSpPr>
          <p:spPr bwMode="auto">
            <a:xfrm>
              <a:off x="-1331913" y="5035550"/>
              <a:ext cx="177800" cy="179388"/>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28 h 192"/>
                <a:gd name="T12" fmla="*/ 64 w 192"/>
                <a:gd name="T13" fmla="*/ 96 h 192"/>
                <a:gd name="T14" fmla="*/ 96 w 192"/>
                <a:gd name="T15" fmla="*/ 64 h 192"/>
                <a:gd name="T16" fmla="*/ 128 w 192"/>
                <a:gd name="T17" fmla="*/ 96 h 192"/>
                <a:gd name="T18" fmla="*/ 96 w 192"/>
                <a:gd name="T19" fmla="*/ 12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28"/>
                  </a:moveTo>
                  <a:cubicBezTo>
                    <a:pt x="78" y="128"/>
                    <a:pt x="64" y="114"/>
                    <a:pt x="64" y="96"/>
                  </a:cubicBezTo>
                  <a:cubicBezTo>
                    <a:pt x="64" y="78"/>
                    <a:pt x="78" y="64"/>
                    <a:pt x="96" y="64"/>
                  </a:cubicBezTo>
                  <a:cubicBezTo>
                    <a:pt x="114" y="64"/>
                    <a:pt x="128" y="78"/>
                    <a:pt x="128" y="96"/>
                  </a:cubicBezTo>
                  <a:cubicBezTo>
                    <a:pt x="128" y="114"/>
                    <a:pt x="114" y="128"/>
                    <a:pt x="96"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25" name="Straight Connector 24">
            <a:extLst>
              <a:ext uri="{FF2B5EF4-FFF2-40B4-BE49-F238E27FC236}">
                <a16:creationId xmlns:a16="http://schemas.microsoft.com/office/drawing/2014/main" id="{2A4142A5-6163-46D5-B994-00A2CC35246E}"/>
              </a:ext>
            </a:extLst>
          </p:cNvPr>
          <p:cNvCxnSpPr/>
          <p:nvPr/>
        </p:nvCxnSpPr>
        <p:spPr>
          <a:xfrm>
            <a:off x="4648199" y="1686997"/>
            <a:ext cx="1402080" cy="0"/>
          </a:xfrm>
          <a:prstGeom prst="line">
            <a:avLst/>
          </a:prstGeom>
          <a:ln w="5715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26" name="Title 2">
            <a:extLst>
              <a:ext uri="{FF2B5EF4-FFF2-40B4-BE49-F238E27FC236}">
                <a16:creationId xmlns:a16="http://schemas.microsoft.com/office/drawing/2014/main" id="{905E66FC-B382-4B70-89D6-05D977ABF902}"/>
              </a:ext>
            </a:extLst>
          </p:cNvPr>
          <p:cNvSpPr txBox="1">
            <a:spLocks/>
          </p:cNvSpPr>
          <p:nvPr/>
        </p:nvSpPr>
        <p:spPr>
          <a:xfrm>
            <a:off x="4648199" y="1294231"/>
            <a:ext cx="4101163" cy="307777"/>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a:solidFill>
                  <a:schemeClr val="accent1"/>
                </a:solidFill>
              </a:rPr>
              <a:t>Suggestion #1</a:t>
            </a:r>
            <a:endParaRPr lang="en-US" sz="900">
              <a:solidFill>
                <a:schemeClr val="accent1"/>
              </a:solidFill>
            </a:endParaRPr>
          </a:p>
        </p:txBody>
      </p:sp>
      <p:sp>
        <p:nvSpPr>
          <p:cNvPr id="27" name="Inhaltsplatzhalter 4">
            <a:extLst>
              <a:ext uri="{FF2B5EF4-FFF2-40B4-BE49-F238E27FC236}">
                <a16:creationId xmlns:a16="http://schemas.microsoft.com/office/drawing/2014/main" id="{B226BAD0-5C45-4C73-8FC4-56E4FC9F554A}"/>
              </a:ext>
            </a:extLst>
          </p:cNvPr>
          <p:cNvSpPr txBox="1">
            <a:spLocks/>
          </p:cNvSpPr>
          <p:nvPr/>
        </p:nvSpPr>
        <p:spPr>
          <a:xfrm>
            <a:off x="4648199" y="1729290"/>
            <a:ext cx="4101163" cy="43556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1000">
                <a:solidFill>
                  <a:schemeClr val="tx1">
                    <a:lumMod val="75000"/>
                    <a:lumOff val="25000"/>
                  </a:schemeClr>
                </a:solidFill>
                <a:latin typeface="+mn-lt"/>
              </a:rPr>
              <a:t>This is a sample text. You simply add your own text and description here. This text is fully editable. </a:t>
            </a:r>
            <a:endParaRPr lang="en-US" sz="1051">
              <a:solidFill>
                <a:schemeClr val="tx1">
                  <a:lumMod val="75000"/>
                  <a:lumOff val="25000"/>
                </a:schemeClr>
              </a:solidFill>
              <a:latin typeface="+mn-lt"/>
            </a:endParaRPr>
          </a:p>
        </p:txBody>
      </p:sp>
      <p:cxnSp>
        <p:nvCxnSpPr>
          <p:cNvPr id="28" name="Straight Connector 27">
            <a:extLst>
              <a:ext uri="{FF2B5EF4-FFF2-40B4-BE49-F238E27FC236}">
                <a16:creationId xmlns:a16="http://schemas.microsoft.com/office/drawing/2014/main" id="{483D58AC-443E-4D86-94AA-51EA2E6B921B}"/>
              </a:ext>
            </a:extLst>
          </p:cNvPr>
          <p:cNvCxnSpPr/>
          <p:nvPr/>
        </p:nvCxnSpPr>
        <p:spPr>
          <a:xfrm>
            <a:off x="4648199" y="2777190"/>
            <a:ext cx="1402080" cy="0"/>
          </a:xfrm>
          <a:prstGeom prst="line">
            <a:avLst/>
          </a:prstGeom>
          <a:ln w="5715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9" name="Title 2">
            <a:extLst>
              <a:ext uri="{FF2B5EF4-FFF2-40B4-BE49-F238E27FC236}">
                <a16:creationId xmlns:a16="http://schemas.microsoft.com/office/drawing/2014/main" id="{156C5A2D-7F66-42AC-87D5-064CE9DF6638}"/>
              </a:ext>
            </a:extLst>
          </p:cNvPr>
          <p:cNvSpPr txBox="1">
            <a:spLocks/>
          </p:cNvSpPr>
          <p:nvPr/>
        </p:nvSpPr>
        <p:spPr>
          <a:xfrm>
            <a:off x="4648199" y="2384424"/>
            <a:ext cx="4101163" cy="307777"/>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a:solidFill>
                  <a:schemeClr val="accent2"/>
                </a:solidFill>
              </a:rPr>
              <a:t>Suggestion #2</a:t>
            </a:r>
            <a:endParaRPr lang="en-US" sz="900">
              <a:solidFill>
                <a:schemeClr val="accent2"/>
              </a:solidFill>
            </a:endParaRPr>
          </a:p>
        </p:txBody>
      </p:sp>
      <p:sp>
        <p:nvSpPr>
          <p:cNvPr id="30" name="Inhaltsplatzhalter 4">
            <a:extLst>
              <a:ext uri="{FF2B5EF4-FFF2-40B4-BE49-F238E27FC236}">
                <a16:creationId xmlns:a16="http://schemas.microsoft.com/office/drawing/2014/main" id="{671B6129-1F7E-4360-9B5C-3B8C703F6561}"/>
              </a:ext>
            </a:extLst>
          </p:cNvPr>
          <p:cNvSpPr txBox="1">
            <a:spLocks/>
          </p:cNvSpPr>
          <p:nvPr/>
        </p:nvSpPr>
        <p:spPr>
          <a:xfrm>
            <a:off x="4648199" y="2819483"/>
            <a:ext cx="4101163" cy="43556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1000">
                <a:solidFill>
                  <a:schemeClr val="tx1">
                    <a:lumMod val="75000"/>
                    <a:lumOff val="25000"/>
                  </a:schemeClr>
                </a:solidFill>
                <a:latin typeface="+mn-lt"/>
              </a:rPr>
              <a:t>This is a sample text. You simply add your own text and description here. This text is fully editable. </a:t>
            </a:r>
            <a:endParaRPr lang="en-US" sz="1051">
              <a:solidFill>
                <a:schemeClr val="tx1">
                  <a:lumMod val="75000"/>
                  <a:lumOff val="25000"/>
                </a:schemeClr>
              </a:solidFill>
              <a:latin typeface="+mn-lt"/>
            </a:endParaRPr>
          </a:p>
        </p:txBody>
      </p:sp>
      <p:cxnSp>
        <p:nvCxnSpPr>
          <p:cNvPr id="31" name="Straight Connector 30">
            <a:extLst>
              <a:ext uri="{FF2B5EF4-FFF2-40B4-BE49-F238E27FC236}">
                <a16:creationId xmlns:a16="http://schemas.microsoft.com/office/drawing/2014/main" id="{6DAF27D0-AA7E-4FBF-9118-7B9DC8308EF6}"/>
              </a:ext>
            </a:extLst>
          </p:cNvPr>
          <p:cNvCxnSpPr/>
          <p:nvPr/>
        </p:nvCxnSpPr>
        <p:spPr>
          <a:xfrm>
            <a:off x="4648199" y="3853320"/>
            <a:ext cx="1402080" cy="0"/>
          </a:xfrm>
          <a:prstGeom prst="line">
            <a:avLst/>
          </a:prstGeom>
          <a:ln w="57150">
            <a:solidFill>
              <a:schemeClr val="accent3"/>
            </a:solidFill>
            <a:prstDash val="solid"/>
          </a:ln>
        </p:spPr>
        <p:style>
          <a:lnRef idx="1">
            <a:schemeClr val="accent1"/>
          </a:lnRef>
          <a:fillRef idx="0">
            <a:schemeClr val="accent1"/>
          </a:fillRef>
          <a:effectRef idx="0">
            <a:schemeClr val="accent1"/>
          </a:effectRef>
          <a:fontRef idx="minor">
            <a:schemeClr val="tx1"/>
          </a:fontRef>
        </p:style>
      </p:cxnSp>
      <p:sp>
        <p:nvSpPr>
          <p:cNvPr id="32" name="Title 2">
            <a:extLst>
              <a:ext uri="{FF2B5EF4-FFF2-40B4-BE49-F238E27FC236}">
                <a16:creationId xmlns:a16="http://schemas.microsoft.com/office/drawing/2014/main" id="{11CFB586-BDBC-48C8-98A0-9CC02C3B8101}"/>
              </a:ext>
            </a:extLst>
          </p:cNvPr>
          <p:cNvSpPr txBox="1">
            <a:spLocks/>
          </p:cNvSpPr>
          <p:nvPr/>
        </p:nvSpPr>
        <p:spPr>
          <a:xfrm>
            <a:off x="4648199" y="3460555"/>
            <a:ext cx="4101163" cy="307777"/>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a:solidFill>
                  <a:schemeClr val="accent3"/>
                </a:solidFill>
              </a:rPr>
              <a:t>Suggestion #3</a:t>
            </a:r>
            <a:endParaRPr lang="en-US" sz="900">
              <a:solidFill>
                <a:schemeClr val="accent3"/>
              </a:solidFill>
            </a:endParaRPr>
          </a:p>
        </p:txBody>
      </p:sp>
      <p:sp>
        <p:nvSpPr>
          <p:cNvPr id="33" name="Inhaltsplatzhalter 4">
            <a:extLst>
              <a:ext uri="{FF2B5EF4-FFF2-40B4-BE49-F238E27FC236}">
                <a16:creationId xmlns:a16="http://schemas.microsoft.com/office/drawing/2014/main" id="{7AAF0273-265B-43F0-B97C-7EB87804115D}"/>
              </a:ext>
            </a:extLst>
          </p:cNvPr>
          <p:cNvSpPr txBox="1">
            <a:spLocks/>
          </p:cNvSpPr>
          <p:nvPr/>
        </p:nvSpPr>
        <p:spPr>
          <a:xfrm>
            <a:off x="4648199" y="3895612"/>
            <a:ext cx="4101163" cy="43556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1000">
                <a:solidFill>
                  <a:schemeClr val="tx1">
                    <a:lumMod val="75000"/>
                    <a:lumOff val="25000"/>
                  </a:schemeClr>
                </a:solidFill>
                <a:latin typeface="+mn-lt"/>
              </a:rPr>
              <a:t>This is a sample text. You simply add your own text and description here. This text is fully editable. </a:t>
            </a:r>
            <a:endParaRPr lang="en-US" sz="1051">
              <a:solidFill>
                <a:schemeClr val="tx1">
                  <a:lumMod val="75000"/>
                  <a:lumOff val="25000"/>
                </a:schemeClr>
              </a:solidFill>
              <a:latin typeface="+mn-lt"/>
            </a:endParaRPr>
          </a:p>
        </p:txBody>
      </p:sp>
      <p:sp>
        <p:nvSpPr>
          <p:cNvPr id="6" name="Rectangle 5">
            <a:extLst>
              <a:ext uri="{FF2B5EF4-FFF2-40B4-BE49-F238E27FC236}">
                <a16:creationId xmlns:a16="http://schemas.microsoft.com/office/drawing/2014/main" id="{C62A821C-5C9E-917D-13CC-9FAC8227562E}"/>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28164397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fltVal val="0"/>
                                          </p:val>
                                        </p:tav>
                                        <p:tav tm="100000">
                                          <p:val>
                                            <p:strVal val="#ppt_w"/>
                                          </p:val>
                                        </p:tav>
                                      </p:tavLst>
                                    </p:anim>
                                    <p:anim calcmode="lin" valueType="num">
                                      <p:cBhvr>
                                        <p:cTn id="15" dur="500" fill="hold"/>
                                        <p:tgtEl>
                                          <p:spTgt spid="24"/>
                                        </p:tgtEl>
                                        <p:attrNameLst>
                                          <p:attrName>ppt_h</p:attrName>
                                        </p:attrNameLst>
                                      </p:cBhvr>
                                      <p:tavLst>
                                        <p:tav tm="0">
                                          <p:val>
                                            <p:fltVal val="0"/>
                                          </p:val>
                                        </p:tav>
                                        <p:tav tm="100000">
                                          <p:val>
                                            <p:strVal val="#ppt_h"/>
                                          </p:val>
                                        </p:tav>
                                      </p:tavLst>
                                    </p:anim>
                                    <p:animEffect transition="in" filter="fade">
                                      <p:cBhvr>
                                        <p:cTn id="16" dur="500"/>
                                        <p:tgtEl>
                                          <p:spTgt spid="24"/>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500"/>
                                        <p:tgtEl>
                                          <p:spTgt spid="25"/>
                                        </p:tgtEl>
                                      </p:cBhvr>
                                    </p:animEffect>
                                  </p:childTnLst>
                                </p:cTn>
                              </p:par>
                              <p:par>
                                <p:cTn id="21" presetID="2" presetClass="entr" presetSubtype="2" accel="20000" decel="80000" fill="hold" grpId="0" nodeType="withEffect">
                                  <p:stCondLst>
                                    <p:cond delay="0"/>
                                  </p:stCondLst>
                                  <p:iterate type="wd">
                                    <p:tmPct val="10000"/>
                                  </p:iterate>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childTnLst>
                          </p:cTn>
                        </p:par>
                        <p:par>
                          <p:cTn id="25" fill="hold">
                            <p:stCondLst>
                              <p:cond delay="1600"/>
                            </p:stCondLst>
                            <p:childTnLst>
                              <p:par>
                                <p:cTn id="26" presetID="22" presetClass="entr" presetSubtype="8" fill="hold" grpId="0"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left)">
                                      <p:cBhvr>
                                        <p:cTn id="28" dur="500"/>
                                        <p:tgtEl>
                                          <p:spTgt spid="27"/>
                                        </p:tgtEl>
                                      </p:cBhvr>
                                    </p:animEffect>
                                  </p:childTnLst>
                                </p:cTn>
                              </p:par>
                            </p:childTnLst>
                          </p:cTn>
                        </p:par>
                        <p:par>
                          <p:cTn id="29" fill="hold">
                            <p:stCondLst>
                              <p:cond delay="2100"/>
                            </p:stCondLst>
                            <p:childTnLst>
                              <p:par>
                                <p:cTn id="30" presetID="22" presetClass="entr" presetSubtype="8" fill="hold" nodeType="after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par>
                                <p:cTn id="33" presetID="2" presetClass="entr" presetSubtype="2" accel="20000" decel="80000" fill="hold" grpId="0" nodeType="withEffect">
                                  <p:stCondLst>
                                    <p:cond delay="0"/>
                                  </p:stCondLst>
                                  <p:iterate type="wd">
                                    <p:tmPct val="10000"/>
                                  </p:iterate>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1+#ppt_w/2"/>
                                          </p:val>
                                        </p:tav>
                                        <p:tav tm="100000">
                                          <p:val>
                                            <p:strVal val="#ppt_x"/>
                                          </p:val>
                                        </p:tav>
                                      </p:tavLst>
                                    </p:anim>
                                    <p:anim calcmode="lin" valueType="num">
                                      <p:cBhvr additive="base">
                                        <p:cTn id="36" dur="500" fill="hold"/>
                                        <p:tgtEl>
                                          <p:spTgt spid="29"/>
                                        </p:tgtEl>
                                        <p:attrNameLst>
                                          <p:attrName>ppt_y</p:attrName>
                                        </p:attrNameLst>
                                      </p:cBhvr>
                                      <p:tavLst>
                                        <p:tav tm="0">
                                          <p:val>
                                            <p:strVal val="#ppt_y"/>
                                          </p:val>
                                        </p:tav>
                                        <p:tav tm="100000">
                                          <p:val>
                                            <p:strVal val="#ppt_y"/>
                                          </p:val>
                                        </p:tav>
                                      </p:tavLst>
                                    </p:anim>
                                  </p:childTnLst>
                                </p:cTn>
                              </p:par>
                            </p:childTnLst>
                          </p:cTn>
                        </p:par>
                        <p:par>
                          <p:cTn id="37" fill="hold">
                            <p:stCondLst>
                              <p:cond delay="2700"/>
                            </p:stCondLst>
                            <p:childTnLst>
                              <p:par>
                                <p:cTn id="38" presetID="22" presetClass="entr" presetSubtype="8"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wipe(left)">
                                      <p:cBhvr>
                                        <p:cTn id="40" dur="500"/>
                                        <p:tgtEl>
                                          <p:spTgt spid="30"/>
                                        </p:tgtEl>
                                      </p:cBhvr>
                                    </p:animEffect>
                                  </p:childTnLst>
                                </p:cTn>
                              </p:par>
                            </p:childTnLst>
                          </p:cTn>
                        </p:par>
                        <p:par>
                          <p:cTn id="41" fill="hold">
                            <p:stCondLst>
                              <p:cond delay="3200"/>
                            </p:stCondLst>
                            <p:childTnLst>
                              <p:par>
                                <p:cTn id="42" presetID="22" presetClass="entr" presetSubtype="8" fill="hold"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wipe(left)">
                                      <p:cBhvr>
                                        <p:cTn id="44" dur="500"/>
                                        <p:tgtEl>
                                          <p:spTgt spid="31"/>
                                        </p:tgtEl>
                                      </p:cBhvr>
                                    </p:animEffect>
                                  </p:childTnLst>
                                </p:cTn>
                              </p:par>
                              <p:par>
                                <p:cTn id="45" presetID="2" presetClass="entr" presetSubtype="2" accel="20000" decel="80000" fill="hold" grpId="0" nodeType="withEffect">
                                  <p:stCondLst>
                                    <p:cond delay="0"/>
                                  </p:stCondLst>
                                  <p:iterate type="wd">
                                    <p:tmPct val="10000"/>
                                  </p:iterate>
                                  <p:childTnLst>
                                    <p:set>
                                      <p:cBhvr>
                                        <p:cTn id="46" dur="1" fill="hold">
                                          <p:stCondLst>
                                            <p:cond delay="0"/>
                                          </p:stCondLst>
                                        </p:cTn>
                                        <p:tgtEl>
                                          <p:spTgt spid="32"/>
                                        </p:tgtEl>
                                        <p:attrNameLst>
                                          <p:attrName>style.visibility</p:attrName>
                                        </p:attrNameLst>
                                      </p:cBhvr>
                                      <p:to>
                                        <p:strVal val="visible"/>
                                      </p:to>
                                    </p:set>
                                    <p:anim calcmode="lin" valueType="num">
                                      <p:cBhvr additive="base">
                                        <p:cTn id="47" dur="500" fill="hold"/>
                                        <p:tgtEl>
                                          <p:spTgt spid="32"/>
                                        </p:tgtEl>
                                        <p:attrNameLst>
                                          <p:attrName>ppt_x</p:attrName>
                                        </p:attrNameLst>
                                      </p:cBhvr>
                                      <p:tavLst>
                                        <p:tav tm="0">
                                          <p:val>
                                            <p:strVal val="1+#ppt_w/2"/>
                                          </p:val>
                                        </p:tav>
                                        <p:tav tm="100000">
                                          <p:val>
                                            <p:strVal val="#ppt_x"/>
                                          </p:val>
                                        </p:tav>
                                      </p:tavLst>
                                    </p:anim>
                                    <p:anim calcmode="lin" valueType="num">
                                      <p:cBhvr additive="base">
                                        <p:cTn id="48" dur="500" fill="hold"/>
                                        <p:tgtEl>
                                          <p:spTgt spid="32"/>
                                        </p:tgtEl>
                                        <p:attrNameLst>
                                          <p:attrName>ppt_y</p:attrName>
                                        </p:attrNameLst>
                                      </p:cBhvr>
                                      <p:tavLst>
                                        <p:tav tm="0">
                                          <p:val>
                                            <p:strVal val="#ppt_y"/>
                                          </p:val>
                                        </p:tav>
                                        <p:tav tm="100000">
                                          <p:val>
                                            <p:strVal val="#ppt_y"/>
                                          </p:val>
                                        </p:tav>
                                      </p:tavLst>
                                    </p:anim>
                                  </p:childTnLst>
                                </p:cTn>
                              </p:par>
                            </p:childTnLst>
                          </p:cTn>
                        </p:par>
                        <p:par>
                          <p:cTn id="49" fill="hold">
                            <p:stCondLst>
                              <p:cond delay="3800"/>
                            </p:stCondLst>
                            <p:childTnLst>
                              <p:par>
                                <p:cTn id="50" presetID="22" presetClass="entr" presetSubtype="8" fill="hold" grpId="0" nodeType="after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left)">
                                      <p:cBhvr>
                                        <p:cTn id="5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6" grpId="0"/>
      <p:bldP spid="27" grpId="0"/>
      <p:bldP spid="29" grpId="0"/>
      <p:bldP spid="30" grpId="0"/>
      <p:bldP spid="32" grpId="0"/>
      <p:bldP spid="3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Oval 56">
            <a:extLst>
              <a:ext uri="{FF2B5EF4-FFF2-40B4-BE49-F238E27FC236}">
                <a16:creationId xmlns:a16="http://schemas.microsoft.com/office/drawing/2014/main" id="{AEA8C406-21C4-4333-98B3-1270DB21E797}"/>
              </a:ext>
            </a:extLst>
          </p:cNvPr>
          <p:cNvSpPr/>
          <p:nvPr/>
        </p:nvSpPr>
        <p:spPr bwMode="auto">
          <a:xfrm>
            <a:off x="3802536" y="1647265"/>
            <a:ext cx="1538930" cy="1538928"/>
          </a:xfrm>
          <a:prstGeom prst="ellipse">
            <a:avLst/>
          </a:prstGeom>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n w="9525">
            <a:noFill/>
            <a:round/>
            <a:headEnd/>
            <a:tailEnd/>
          </a:ln>
        </p:spPr>
        <p:txBody>
          <a:bodyPr vert="horz" wrap="square" lIns="0" tIns="0" rIns="0" bIns="0" numCol="1" rtlCol="0" anchor="ctr" anchorCtr="0" compatLnSpc="1">
            <a:prstTxWarp prst="textNoShape">
              <a:avLst/>
            </a:prstTxWarp>
          </a:bodyPr>
          <a:lstStyle/>
          <a:p>
            <a:pPr algn="ctr"/>
            <a:r>
              <a:rPr lang="en-US" sz="1400" b="1">
                <a:solidFill>
                  <a:schemeClr val="bg1"/>
                </a:solidFill>
              </a:rPr>
              <a:t>Limitations of Your Study</a:t>
            </a:r>
          </a:p>
        </p:txBody>
      </p:sp>
      <p:sp>
        <p:nvSpPr>
          <p:cNvPr id="4" name="Text Placeholder 3"/>
          <p:cNvSpPr>
            <a:spLocks noGrp="1"/>
          </p:cNvSpPr>
          <p:nvPr>
            <p:ph type="body" sz="half" idx="2"/>
          </p:nvPr>
        </p:nvSpPr>
        <p:spPr>
          <a:xfrm>
            <a:off x="387819" y="730530"/>
            <a:ext cx="8368363" cy="173255"/>
          </a:xfrm>
          <a:prstGeom prst="rect">
            <a:avLst/>
          </a:prstGeom>
        </p:spPr>
        <p:txBody>
          <a:bodyPr/>
          <a:lstStyle/>
          <a:p>
            <a:r>
              <a:rPr lang="en-US"/>
              <a:t>Limitations of Your Study</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Limitations of Your Study</a:t>
            </a:r>
          </a:p>
        </p:txBody>
      </p:sp>
      <p:grpSp>
        <p:nvGrpSpPr>
          <p:cNvPr id="30" name="Group 29">
            <a:extLst>
              <a:ext uri="{FF2B5EF4-FFF2-40B4-BE49-F238E27FC236}">
                <a16:creationId xmlns:a16="http://schemas.microsoft.com/office/drawing/2014/main" id="{4F2B948F-EAD3-4D83-9A79-6D55B4487C25}"/>
              </a:ext>
            </a:extLst>
          </p:cNvPr>
          <p:cNvGrpSpPr/>
          <p:nvPr/>
        </p:nvGrpSpPr>
        <p:grpSpPr>
          <a:xfrm>
            <a:off x="3565350" y="1407611"/>
            <a:ext cx="2013300" cy="3297958"/>
            <a:chOff x="3565350" y="1580273"/>
            <a:chExt cx="2013300" cy="3297958"/>
          </a:xfrm>
        </p:grpSpPr>
        <p:grpSp>
          <p:nvGrpSpPr>
            <p:cNvPr id="31" name="Group 30">
              <a:extLst>
                <a:ext uri="{FF2B5EF4-FFF2-40B4-BE49-F238E27FC236}">
                  <a16:creationId xmlns:a16="http://schemas.microsoft.com/office/drawing/2014/main" id="{4BCF457C-CD57-4223-90B5-6A03C6E39AD8}"/>
                </a:ext>
              </a:extLst>
            </p:cNvPr>
            <p:cNvGrpSpPr/>
            <p:nvPr/>
          </p:nvGrpSpPr>
          <p:grpSpPr>
            <a:xfrm>
              <a:off x="4419600" y="3486150"/>
              <a:ext cx="304800" cy="1392081"/>
              <a:chOff x="4419600" y="3418921"/>
              <a:chExt cx="304800" cy="1392081"/>
            </a:xfrm>
          </p:grpSpPr>
          <p:sp>
            <p:nvSpPr>
              <p:cNvPr id="33" name="Rounded Rectangle 91">
                <a:extLst>
                  <a:ext uri="{FF2B5EF4-FFF2-40B4-BE49-F238E27FC236}">
                    <a16:creationId xmlns:a16="http://schemas.microsoft.com/office/drawing/2014/main" id="{92AE49BA-E1D2-4628-8132-5D6C2EADDD9E}"/>
                  </a:ext>
                </a:extLst>
              </p:cNvPr>
              <p:cNvSpPr/>
              <p:nvPr/>
            </p:nvSpPr>
            <p:spPr bwMode="auto">
              <a:xfrm>
                <a:off x="4419600" y="3929867"/>
                <a:ext cx="304800" cy="881135"/>
              </a:xfrm>
              <a:prstGeom prst="roundRect">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34" name="Rounded Rectangle 92">
                <a:extLst>
                  <a:ext uri="{FF2B5EF4-FFF2-40B4-BE49-F238E27FC236}">
                    <a16:creationId xmlns:a16="http://schemas.microsoft.com/office/drawing/2014/main" id="{3ECF94D6-FF32-4D65-8B40-4869E098B35A}"/>
                  </a:ext>
                </a:extLst>
              </p:cNvPr>
              <p:cNvSpPr/>
              <p:nvPr/>
            </p:nvSpPr>
            <p:spPr bwMode="auto">
              <a:xfrm>
                <a:off x="4503124" y="3418921"/>
                <a:ext cx="137752" cy="592220"/>
              </a:xfrm>
              <a:prstGeom prst="roundRect">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35" name="Rectangle 34">
                <a:extLst>
                  <a:ext uri="{FF2B5EF4-FFF2-40B4-BE49-F238E27FC236}">
                    <a16:creationId xmlns:a16="http://schemas.microsoft.com/office/drawing/2014/main" id="{9A97C4AB-7EAF-49B9-83C4-B49A71E9FC53}"/>
                  </a:ext>
                </a:extLst>
              </p:cNvPr>
              <p:cNvSpPr/>
              <p:nvPr/>
            </p:nvSpPr>
            <p:spPr bwMode="auto">
              <a:xfrm>
                <a:off x="4419600" y="4054823"/>
                <a:ext cx="304800" cy="76200"/>
              </a:xfrm>
              <a:prstGeom prst="rect">
                <a:avLst/>
              </a:prstGeom>
              <a:solidFill>
                <a:schemeClr val="bg1">
                  <a:lumMod val="8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36" name="Rectangle 35">
                <a:extLst>
                  <a:ext uri="{FF2B5EF4-FFF2-40B4-BE49-F238E27FC236}">
                    <a16:creationId xmlns:a16="http://schemas.microsoft.com/office/drawing/2014/main" id="{10D2DB8E-FC3B-456B-8988-B2EA64C7396B}"/>
                  </a:ext>
                </a:extLst>
              </p:cNvPr>
              <p:cNvSpPr/>
              <p:nvPr/>
            </p:nvSpPr>
            <p:spPr bwMode="auto">
              <a:xfrm>
                <a:off x="4419600" y="4598287"/>
                <a:ext cx="304800" cy="76200"/>
              </a:xfrm>
              <a:prstGeom prst="rect">
                <a:avLst/>
              </a:prstGeom>
              <a:solidFill>
                <a:schemeClr val="bg1">
                  <a:lumMod val="8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grpSp>
        <p:sp>
          <p:nvSpPr>
            <p:cNvPr id="32" name="Donut 90">
              <a:extLst>
                <a:ext uri="{FF2B5EF4-FFF2-40B4-BE49-F238E27FC236}">
                  <a16:creationId xmlns:a16="http://schemas.microsoft.com/office/drawing/2014/main" id="{E04FCC5F-B845-40B6-A5AE-DB04DEE8B33F}"/>
                </a:ext>
              </a:extLst>
            </p:cNvPr>
            <p:cNvSpPr/>
            <p:nvPr/>
          </p:nvSpPr>
          <p:spPr>
            <a:xfrm>
              <a:off x="3565350" y="1580273"/>
              <a:ext cx="2013300" cy="2013298"/>
            </a:xfrm>
            <a:prstGeom prst="donut">
              <a:avLst>
                <a:gd name="adj" fmla="val 609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58" name="Oval 57">
            <a:extLst>
              <a:ext uri="{FF2B5EF4-FFF2-40B4-BE49-F238E27FC236}">
                <a16:creationId xmlns:a16="http://schemas.microsoft.com/office/drawing/2014/main" id="{E5D0B30C-F887-413B-90E3-B2BE6167BCE8}"/>
              </a:ext>
            </a:extLst>
          </p:cNvPr>
          <p:cNvSpPr/>
          <p:nvPr/>
        </p:nvSpPr>
        <p:spPr>
          <a:xfrm>
            <a:off x="2945145" y="3108728"/>
            <a:ext cx="566710" cy="566710"/>
          </a:xfrm>
          <a:prstGeom prst="ellipse">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400" b="1">
                <a:latin typeface="+mj-lt"/>
              </a:rPr>
              <a:t>03</a:t>
            </a:r>
          </a:p>
        </p:txBody>
      </p:sp>
      <p:sp>
        <p:nvSpPr>
          <p:cNvPr id="59" name="Oval 58">
            <a:extLst>
              <a:ext uri="{FF2B5EF4-FFF2-40B4-BE49-F238E27FC236}">
                <a16:creationId xmlns:a16="http://schemas.microsoft.com/office/drawing/2014/main" id="{CDA888AC-0AEB-44FD-817B-2171C8D4B072}"/>
              </a:ext>
            </a:extLst>
          </p:cNvPr>
          <p:cNvSpPr/>
          <p:nvPr/>
        </p:nvSpPr>
        <p:spPr>
          <a:xfrm>
            <a:off x="2477211" y="2130905"/>
            <a:ext cx="566710" cy="566710"/>
          </a:xfrm>
          <a:prstGeom prst="ellipse">
            <a:avLst/>
          </a:pr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400" b="1">
                <a:latin typeface="+mj-lt"/>
              </a:rPr>
              <a:t>02</a:t>
            </a:r>
          </a:p>
        </p:txBody>
      </p:sp>
      <p:sp>
        <p:nvSpPr>
          <p:cNvPr id="60" name="Oval 59">
            <a:extLst>
              <a:ext uri="{FF2B5EF4-FFF2-40B4-BE49-F238E27FC236}">
                <a16:creationId xmlns:a16="http://schemas.microsoft.com/office/drawing/2014/main" id="{AD457C24-E4D6-477D-A1DE-707FD67F185C}"/>
              </a:ext>
            </a:extLst>
          </p:cNvPr>
          <p:cNvSpPr/>
          <p:nvPr/>
        </p:nvSpPr>
        <p:spPr>
          <a:xfrm>
            <a:off x="2945145" y="1153082"/>
            <a:ext cx="566710" cy="566710"/>
          </a:xfrm>
          <a:prstGeom prst="ellipse">
            <a:avLst/>
          </a:pr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400" b="1">
                <a:latin typeface="+mj-lt"/>
              </a:rPr>
              <a:t>01</a:t>
            </a:r>
          </a:p>
        </p:txBody>
      </p:sp>
      <p:cxnSp>
        <p:nvCxnSpPr>
          <p:cNvPr id="61" name="Straight Connector 60">
            <a:extLst>
              <a:ext uri="{FF2B5EF4-FFF2-40B4-BE49-F238E27FC236}">
                <a16:creationId xmlns:a16="http://schemas.microsoft.com/office/drawing/2014/main" id="{9A9961C0-EBEA-4674-ABDC-9F5FB54930DF}"/>
              </a:ext>
            </a:extLst>
          </p:cNvPr>
          <p:cNvCxnSpPr>
            <a:stCxn id="60" idx="5"/>
          </p:cNvCxnSpPr>
          <p:nvPr/>
        </p:nvCxnSpPr>
        <p:spPr>
          <a:xfrm>
            <a:off x="3428862" y="1636799"/>
            <a:ext cx="300176" cy="22888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FB707CA-D11E-4FD6-86A0-F03356680441}"/>
              </a:ext>
            </a:extLst>
          </p:cNvPr>
          <p:cNvCxnSpPr>
            <a:stCxn id="59" idx="6"/>
          </p:cNvCxnSpPr>
          <p:nvPr/>
        </p:nvCxnSpPr>
        <p:spPr>
          <a:xfrm>
            <a:off x="3043921" y="2414260"/>
            <a:ext cx="51666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094C2EC-3318-4430-9871-ACCB086ED8B6}"/>
              </a:ext>
            </a:extLst>
          </p:cNvPr>
          <p:cNvCxnSpPr>
            <a:cxnSpLocks/>
          </p:cNvCxnSpPr>
          <p:nvPr/>
        </p:nvCxnSpPr>
        <p:spPr>
          <a:xfrm flipV="1">
            <a:off x="3475200" y="2932489"/>
            <a:ext cx="300176" cy="25923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F7E1662-D003-4349-BA9B-DC083C06649C}"/>
              </a:ext>
            </a:extLst>
          </p:cNvPr>
          <p:cNvSpPr/>
          <p:nvPr/>
        </p:nvSpPr>
        <p:spPr>
          <a:xfrm flipH="1">
            <a:off x="5632146" y="3108728"/>
            <a:ext cx="566710" cy="566710"/>
          </a:xfrm>
          <a:prstGeom prst="ellipse">
            <a:avLst/>
          </a:prstGeom>
          <a:solidFill>
            <a:schemeClr val="accent6"/>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400" b="1">
                <a:latin typeface="+mj-lt"/>
              </a:rPr>
              <a:t>06</a:t>
            </a:r>
          </a:p>
        </p:txBody>
      </p:sp>
      <p:sp>
        <p:nvSpPr>
          <p:cNvPr id="65" name="Oval 64">
            <a:extLst>
              <a:ext uri="{FF2B5EF4-FFF2-40B4-BE49-F238E27FC236}">
                <a16:creationId xmlns:a16="http://schemas.microsoft.com/office/drawing/2014/main" id="{D6D42BCB-C3DE-4868-8529-4742CBCA28D7}"/>
              </a:ext>
            </a:extLst>
          </p:cNvPr>
          <p:cNvSpPr/>
          <p:nvPr/>
        </p:nvSpPr>
        <p:spPr>
          <a:xfrm flipH="1">
            <a:off x="6100080" y="2130905"/>
            <a:ext cx="566710" cy="566710"/>
          </a:xfrm>
          <a:prstGeom prst="ellipse">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400" b="1">
                <a:latin typeface="+mj-lt"/>
              </a:rPr>
              <a:t>05</a:t>
            </a:r>
          </a:p>
        </p:txBody>
      </p:sp>
      <p:sp>
        <p:nvSpPr>
          <p:cNvPr id="66" name="Oval 65">
            <a:extLst>
              <a:ext uri="{FF2B5EF4-FFF2-40B4-BE49-F238E27FC236}">
                <a16:creationId xmlns:a16="http://schemas.microsoft.com/office/drawing/2014/main" id="{E28DFD80-E58D-472E-B2A3-CEDADD814DE8}"/>
              </a:ext>
            </a:extLst>
          </p:cNvPr>
          <p:cNvSpPr/>
          <p:nvPr/>
        </p:nvSpPr>
        <p:spPr>
          <a:xfrm flipH="1">
            <a:off x="5632146" y="1153082"/>
            <a:ext cx="566710" cy="566710"/>
          </a:xfrm>
          <a:prstGeom prst="ellipse">
            <a:avLst/>
          </a:pr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400" b="1">
                <a:latin typeface="+mj-lt"/>
              </a:rPr>
              <a:t>04</a:t>
            </a:r>
          </a:p>
        </p:txBody>
      </p:sp>
      <p:cxnSp>
        <p:nvCxnSpPr>
          <p:cNvPr id="67" name="Straight Connector 66">
            <a:extLst>
              <a:ext uri="{FF2B5EF4-FFF2-40B4-BE49-F238E27FC236}">
                <a16:creationId xmlns:a16="http://schemas.microsoft.com/office/drawing/2014/main" id="{0B6E09A0-B71E-4D45-A8E7-531596367F7E}"/>
              </a:ext>
            </a:extLst>
          </p:cNvPr>
          <p:cNvCxnSpPr>
            <a:stCxn id="66" idx="5"/>
          </p:cNvCxnSpPr>
          <p:nvPr/>
        </p:nvCxnSpPr>
        <p:spPr>
          <a:xfrm flipH="1">
            <a:off x="5414963" y="1636799"/>
            <a:ext cx="300176" cy="22888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1DF74D7-5009-4353-85F2-EBCDB7FD0518}"/>
              </a:ext>
            </a:extLst>
          </p:cNvPr>
          <p:cNvCxnSpPr>
            <a:stCxn id="65" idx="6"/>
          </p:cNvCxnSpPr>
          <p:nvPr/>
        </p:nvCxnSpPr>
        <p:spPr>
          <a:xfrm flipH="1">
            <a:off x="5583414" y="2414260"/>
            <a:ext cx="516666"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38B2F2B-D664-4B1C-8655-FED0EE5514A5}"/>
              </a:ext>
            </a:extLst>
          </p:cNvPr>
          <p:cNvCxnSpPr>
            <a:stCxn id="64" idx="7"/>
          </p:cNvCxnSpPr>
          <p:nvPr/>
        </p:nvCxnSpPr>
        <p:spPr>
          <a:xfrm flipH="1" flipV="1">
            <a:off x="5414963" y="2932489"/>
            <a:ext cx="300176" cy="25923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0" name="Inhaltsplatzhalter 4">
            <a:extLst>
              <a:ext uri="{FF2B5EF4-FFF2-40B4-BE49-F238E27FC236}">
                <a16:creationId xmlns:a16="http://schemas.microsoft.com/office/drawing/2014/main" id="{3AA7D043-27F7-4DF0-B84A-CE71289D4CA0}"/>
              </a:ext>
            </a:extLst>
          </p:cNvPr>
          <p:cNvSpPr txBox="1">
            <a:spLocks/>
          </p:cNvSpPr>
          <p:nvPr/>
        </p:nvSpPr>
        <p:spPr>
          <a:xfrm>
            <a:off x="400455" y="1200988"/>
            <a:ext cx="2459736" cy="470898"/>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400" b="1">
                <a:solidFill>
                  <a:schemeClr val="accent1"/>
                </a:solidFill>
                <a:latin typeface="+mj-lt"/>
              </a:rPr>
              <a:t>Limitation1</a:t>
            </a:r>
            <a:br>
              <a:rPr lang="en-US" sz="1200" b="1">
                <a:solidFill>
                  <a:schemeClr val="accent1"/>
                </a:solidFill>
                <a:latin typeface="+mj-lt"/>
              </a:rPr>
            </a:br>
            <a:r>
              <a:rPr lang="en-US" sz="1000">
                <a:solidFill>
                  <a:schemeClr val="tx1">
                    <a:lumMod val="75000"/>
                    <a:lumOff val="25000"/>
                  </a:schemeClr>
                </a:solidFill>
                <a:latin typeface="+mn-lt"/>
              </a:rPr>
              <a:t>This is a sample text. You simply add your own text and description here. </a:t>
            </a:r>
          </a:p>
        </p:txBody>
      </p:sp>
      <p:sp>
        <p:nvSpPr>
          <p:cNvPr id="71" name="Inhaltsplatzhalter 4">
            <a:extLst>
              <a:ext uri="{FF2B5EF4-FFF2-40B4-BE49-F238E27FC236}">
                <a16:creationId xmlns:a16="http://schemas.microsoft.com/office/drawing/2014/main" id="{AD5D432D-A9CB-4F7C-BD3C-26BFBE0E17AF}"/>
              </a:ext>
            </a:extLst>
          </p:cNvPr>
          <p:cNvSpPr txBox="1">
            <a:spLocks/>
          </p:cNvSpPr>
          <p:nvPr/>
        </p:nvSpPr>
        <p:spPr>
          <a:xfrm>
            <a:off x="400455" y="2178811"/>
            <a:ext cx="1940267" cy="609398"/>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400" b="1">
                <a:solidFill>
                  <a:schemeClr val="accent2"/>
                </a:solidFill>
                <a:latin typeface="+mj-lt"/>
              </a:rPr>
              <a:t>Limitation 2</a:t>
            </a:r>
            <a:br>
              <a:rPr lang="en-US" sz="1400" b="1">
                <a:solidFill>
                  <a:schemeClr val="accent2"/>
                </a:solidFill>
                <a:latin typeface="+mj-lt"/>
              </a:rPr>
            </a:br>
            <a:r>
              <a:rPr lang="en-US" sz="1000">
                <a:solidFill>
                  <a:schemeClr val="tx1">
                    <a:lumMod val="75000"/>
                    <a:lumOff val="25000"/>
                  </a:schemeClr>
                </a:solidFill>
                <a:latin typeface="+mn-lt"/>
              </a:rPr>
              <a:t>This is a sample text. You simply add your own text and description here. </a:t>
            </a:r>
          </a:p>
        </p:txBody>
      </p:sp>
      <p:sp>
        <p:nvSpPr>
          <p:cNvPr id="72" name="Inhaltsplatzhalter 4">
            <a:extLst>
              <a:ext uri="{FF2B5EF4-FFF2-40B4-BE49-F238E27FC236}">
                <a16:creationId xmlns:a16="http://schemas.microsoft.com/office/drawing/2014/main" id="{D4C00C64-FA10-4F55-8A18-F9D46BB5F18D}"/>
              </a:ext>
            </a:extLst>
          </p:cNvPr>
          <p:cNvSpPr txBox="1">
            <a:spLocks/>
          </p:cNvSpPr>
          <p:nvPr/>
        </p:nvSpPr>
        <p:spPr>
          <a:xfrm>
            <a:off x="400455" y="3162654"/>
            <a:ext cx="2459736" cy="470898"/>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400" b="1">
                <a:solidFill>
                  <a:schemeClr val="accent3"/>
                </a:solidFill>
                <a:latin typeface="+mj-lt"/>
              </a:rPr>
              <a:t>Limitation 3</a:t>
            </a:r>
            <a:br>
              <a:rPr lang="en-US" sz="1200" b="1">
                <a:solidFill>
                  <a:schemeClr val="accent1"/>
                </a:solidFill>
                <a:latin typeface="+mj-lt"/>
              </a:rPr>
            </a:br>
            <a:r>
              <a:rPr lang="en-US" sz="1000">
                <a:solidFill>
                  <a:schemeClr val="tx1">
                    <a:lumMod val="75000"/>
                    <a:lumOff val="25000"/>
                  </a:schemeClr>
                </a:solidFill>
                <a:latin typeface="+mn-lt"/>
              </a:rPr>
              <a:t>This is a sample text. You simply add your own text and description here. </a:t>
            </a:r>
          </a:p>
        </p:txBody>
      </p:sp>
      <p:sp>
        <p:nvSpPr>
          <p:cNvPr id="73" name="Inhaltsplatzhalter 4">
            <a:extLst>
              <a:ext uri="{FF2B5EF4-FFF2-40B4-BE49-F238E27FC236}">
                <a16:creationId xmlns:a16="http://schemas.microsoft.com/office/drawing/2014/main" id="{4811B066-2EB1-4A72-996D-A893AB86E8AF}"/>
              </a:ext>
            </a:extLst>
          </p:cNvPr>
          <p:cNvSpPr txBox="1">
            <a:spLocks/>
          </p:cNvSpPr>
          <p:nvPr/>
        </p:nvSpPr>
        <p:spPr>
          <a:xfrm>
            <a:off x="6280104" y="1200988"/>
            <a:ext cx="2459736" cy="470898"/>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400" b="1">
                <a:solidFill>
                  <a:schemeClr val="accent4"/>
                </a:solidFill>
                <a:latin typeface="+mj-lt"/>
              </a:rPr>
              <a:t>Limitation 4</a:t>
            </a:r>
            <a:br>
              <a:rPr lang="en-US" sz="1200" b="1">
                <a:solidFill>
                  <a:schemeClr val="accent1"/>
                </a:solidFill>
                <a:latin typeface="+mj-lt"/>
              </a:rPr>
            </a:br>
            <a:r>
              <a:rPr lang="en-US" sz="1000">
                <a:solidFill>
                  <a:schemeClr val="tx1">
                    <a:lumMod val="75000"/>
                    <a:lumOff val="25000"/>
                  </a:schemeClr>
                </a:solidFill>
                <a:latin typeface="+mn-lt"/>
              </a:rPr>
              <a:t>This is a sample text. You simply add your own text and description here. </a:t>
            </a:r>
          </a:p>
        </p:txBody>
      </p:sp>
      <p:sp>
        <p:nvSpPr>
          <p:cNvPr id="74" name="Inhaltsplatzhalter 4">
            <a:extLst>
              <a:ext uri="{FF2B5EF4-FFF2-40B4-BE49-F238E27FC236}">
                <a16:creationId xmlns:a16="http://schemas.microsoft.com/office/drawing/2014/main" id="{D3634AB1-93A8-498B-9231-0BD1827EDDF6}"/>
              </a:ext>
            </a:extLst>
          </p:cNvPr>
          <p:cNvSpPr txBox="1">
            <a:spLocks/>
          </p:cNvSpPr>
          <p:nvPr/>
        </p:nvSpPr>
        <p:spPr>
          <a:xfrm>
            <a:off x="6796330" y="2178811"/>
            <a:ext cx="1940267" cy="609398"/>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400" b="1">
                <a:solidFill>
                  <a:schemeClr val="accent5"/>
                </a:solidFill>
                <a:latin typeface="+mj-lt"/>
              </a:rPr>
              <a:t>Limitation 5</a:t>
            </a:r>
            <a:br>
              <a:rPr lang="en-US" sz="1200" b="1">
                <a:solidFill>
                  <a:schemeClr val="accent1"/>
                </a:solidFill>
                <a:latin typeface="+mj-lt"/>
              </a:rPr>
            </a:br>
            <a:r>
              <a:rPr lang="en-US" sz="1000">
                <a:solidFill>
                  <a:schemeClr val="tx1">
                    <a:lumMod val="75000"/>
                    <a:lumOff val="25000"/>
                  </a:schemeClr>
                </a:solidFill>
                <a:latin typeface="+mn-lt"/>
              </a:rPr>
              <a:t>This is a sample text. You simply add your own text and description here. </a:t>
            </a:r>
          </a:p>
        </p:txBody>
      </p:sp>
      <p:sp>
        <p:nvSpPr>
          <p:cNvPr id="75" name="Inhaltsplatzhalter 4">
            <a:extLst>
              <a:ext uri="{FF2B5EF4-FFF2-40B4-BE49-F238E27FC236}">
                <a16:creationId xmlns:a16="http://schemas.microsoft.com/office/drawing/2014/main" id="{9D5778CE-3569-425E-AD4C-92EE363A3BCE}"/>
              </a:ext>
            </a:extLst>
          </p:cNvPr>
          <p:cNvSpPr txBox="1">
            <a:spLocks/>
          </p:cNvSpPr>
          <p:nvPr/>
        </p:nvSpPr>
        <p:spPr>
          <a:xfrm>
            <a:off x="6280104" y="3162654"/>
            <a:ext cx="2459736" cy="470898"/>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400" b="1">
                <a:solidFill>
                  <a:schemeClr val="accent6"/>
                </a:solidFill>
                <a:latin typeface="+mj-lt"/>
              </a:rPr>
              <a:t>Limitation 6</a:t>
            </a:r>
            <a:br>
              <a:rPr lang="en-US" sz="1200" b="1">
                <a:solidFill>
                  <a:schemeClr val="accent1"/>
                </a:solidFill>
                <a:latin typeface="+mj-lt"/>
              </a:rPr>
            </a:br>
            <a:r>
              <a:rPr lang="en-US" sz="1000">
                <a:solidFill>
                  <a:schemeClr val="tx1">
                    <a:lumMod val="75000"/>
                    <a:lumOff val="25000"/>
                  </a:schemeClr>
                </a:solidFill>
                <a:latin typeface="+mn-lt"/>
              </a:rPr>
              <a:t>This is a sample text. You simply add your own text and description here. </a:t>
            </a:r>
          </a:p>
        </p:txBody>
      </p:sp>
      <p:sp>
        <p:nvSpPr>
          <p:cNvPr id="5" name="Rectangle 4">
            <a:extLst>
              <a:ext uri="{FF2B5EF4-FFF2-40B4-BE49-F238E27FC236}">
                <a16:creationId xmlns:a16="http://schemas.microsoft.com/office/drawing/2014/main" id="{DCEEBF55-DAB5-BAAC-E580-E04DFFB32D29}"/>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12997192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7"/>
                                        </p:tgtEl>
                                        <p:attrNameLst>
                                          <p:attrName>style.visibility</p:attrName>
                                        </p:attrNameLst>
                                      </p:cBhvr>
                                      <p:to>
                                        <p:strVal val="visible"/>
                                      </p:to>
                                    </p:set>
                                    <p:anim calcmode="lin" valueType="num">
                                      <p:cBhvr>
                                        <p:cTn id="12" dur="500" fill="hold"/>
                                        <p:tgtEl>
                                          <p:spTgt spid="57"/>
                                        </p:tgtEl>
                                        <p:attrNameLst>
                                          <p:attrName>ppt_w</p:attrName>
                                        </p:attrNameLst>
                                      </p:cBhvr>
                                      <p:tavLst>
                                        <p:tav tm="0">
                                          <p:val>
                                            <p:fltVal val="0"/>
                                          </p:val>
                                        </p:tav>
                                        <p:tav tm="100000">
                                          <p:val>
                                            <p:strVal val="#ppt_w"/>
                                          </p:val>
                                        </p:tav>
                                      </p:tavLst>
                                    </p:anim>
                                    <p:anim calcmode="lin" valueType="num">
                                      <p:cBhvr>
                                        <p:cTn id="13" dur="500" fill="hold"/>
                                        <p:tgtEl>
                                          <p:spTgt spid="57"/>
                                        </p:tgtEl>
                                        <p:attrNameLst>
                                          <p:attrName>ppt_h</p:attrName>
                                        </p:attrNameLst>
                                      </p:cBhvr>
                                      <p:tavLst>
                                        <p:tav tm="0">
                                          <p:val>
                                            <p:fltVal val="0"/>
                                          </p:val>
                                        </p:tav>
                                        <p:tav tm="100000">
                                          <p:val>
                                            <p:strVal val="#ppt_h"/>
                                          </p:val>
                                        </p:tav>
                                      </p:tavLst>
                                    </p:anim>
                                    <p:animEffect transition="in" filter="fade">
                                      <p:cBhvr>
                                        <p:cTn id="14" dur="500"/>
                                        <p:tgtEl>
                                          <p:spTgt spid="57"/>
                                        </p:tgtEl>
                                      </p:cBhvr>
                                    </p:animEffect>
                                  </p:childTnLst>
                                </p:cTn>
                              </p:par>
                            </p:childTnLst>
                          </p:cTn>
                        </p:par>
                        <p:par>
                          <p:cTn id="15" fill="hold">
                            <p:stCondLst>
                              <p:cond delay="500"/>
                            </p:stCondLst>
                            <p:childTnLst>
                              <p:par>
                                <p:cTn id="16" presetID="22" presetClass="entr" presetSubtype="2" fill="hold" nodeType="after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right)">
                                      <p:cBhvr>
                                        <p:cTn id="18" dur="500"/>
                                        <p:tgtEl>
                                          <p:spTgt spid="61"/>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anim calcmode="lin" valueType="num">
                                      <p:cBhvr>
                                        <p:cTn id="21" dur="500" fill="hold"/>
                                        <p:tgtEl>
                                          <p:spTgt spid="60"/>
                                        </p:tgtEl>
                                        <p:attrNameLst>
                                          <p:attrName>ppt_w</p:attrName>
                                        </p:attrNameLst>
                                      </p:cBhvr>
                                      <p:tavLst>
                                        <p:tav tm="0">
                                          <p:val>
                                            <p:fltVal val="0"/>
                                          </p:val>
                                        </p:tav>
                                        <p:tav tm="100000">
                                          <p:val>
                                            <p:strVal val="#ppt_w"/>
                                          </p:val>
                                        </p:tav>
                                      </p:tavLst>
                                    </p:anim>
                                    <p:anim calcmode="lin" valueType="num">
                                      <p:cBhvr>
                                        <p:cTn id="22" dur="500" fill="hold"/>
                                        <p:tgtEl>
                                          <p:spTgt spid="60"/>
                                        </p:tgtEl>
                                        <p:attrNameLst>
                                          <p:attrName>ppt_h</p:attrName>
                                        </p:attrNameLst>
                                      </p:cBhvr>
                                      <p:tavLst>
                                        <p:tav tm="0">
                                          <p:val>
                                            <p:fltVal val="0"/>
                                          </p:val>
                                        </p:tav>
                                        <p:tav tm="100000">
                                          <p:val>
                                            <p:strVal val="#ppt_h"/>
                                          </p:val>
                                        </p:tav>
                                      </p:tavLst>
                                    </p:anim>
                                    <p:animEffect transition="in" filter="fade">
                                      <p:cBhvr>
                                        <p:cTn id="23" dur="500"/>
                                        <p:tgtEl>
                                          <p:spTgt spid="60"/>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70"/>
                                        </p:tgtEl>
                                        <p:attrNameLst>
                                          <p:attrName>style.visibility</p:attrName>
                                        </p:attrNameLst>
                                      </p:cBhvr>
                                      <p:to>
                                        <p:strVal val="visible"/>
                                      </p:to>
                                    </p:set>
                                    <p:animEffect transition="in" filter="wipe(right)">
                                      <p:cBhvr>
                                        <p:cTn id="26" dur="500"/>
                                        <p:tgtEl>
                                          <p:spTgt spid="70"/>
                                        </p:tgtEl>
                                      </p:cBhvr>
                                    </p:animEffect>
                                  </p:childTnLst>
                                </p:cTn>
                              </p:par>
                            </p:childTnLst>
                          </p:cTn>
                        </p:par>
                        <p:par>
                          <p:cTn id="27" fill="hold">
                            <p:stCondLst>
                              <p:cond delay="1000"/>
                            </p:stCondLst>
                            <p:childTnLst>
                              <p:par>
                                <p:cTn id="28" presetID="22" presetClass="entr" presetSubtype="2" fill="hold" nodeType="after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right)">
                                      <p:cBhvr>
                                        <p:cTn id="30" dur="500"/>
                                        <p:tgtEl>
                                          <p:spTgt spid="62"/>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p:cTn id="33" dur="500" fill="hold"/>
                                        <p:tgtEl>
                                          <p:spTgt spid="59"/>
                                        </p:tgtEl>
                                        <p:attrNameLst>
                                          <p:attrName>ppt_w</p:attrName>
                                        </p:attrNameLst>
                                      </p:cBhvr>
                                      <p:tavLst>
                                        <p:tav tm="0">
                                          <p:val>
                                            <p:fltVal val="0"/>
                                          </p:val>
                                        </p:tav>
                                        <p:tav tm="100000">
                                          <p:val>
                                            <p:strVal val="#ppt_w"/>
                                          </p:val>
                                        </p:tav>
                                      </p:tavLst>
                                    </p:anim>
                                    <p:anim calcmode="lin" valueType="num">
                                      <p:cBhvr>
                                        <p:cTn id="34" dur="500" fill="hold"/>
                                        <p:tgtEl>
                                          <p:spTgt spid="59"/>
                                        </p:tgtEl>
                                        <p:attrNameLst>
                                          <p:attrName>ppt_h</p:attrName>
                                        </p:attrNameLst>
                                      </p:cBhvr>
                                      <p:tavLst>
                                        <p:tav tm="0">
                                          <p:val>
                                            <p:fltVal val="0"/>
                                          </p:val>
                                        </p:tav>
                                        <p:tav tm="100000">
                                          <p:val>
                                            <p:strVal val="#ppt_h"/>
                                          </p:val>
                                        </p:tav>
                                      </p:tavLst>
                                    </p:anim>
                                    <p:animEffect transition="in" filter="fade">
                                      <p:cBhvr>
                                        <p:cTn id="35" dur="500"/>
                                        <p:tgtEl>
                                          <p:spTgt spid="59"/>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71"/>
                                        </p:tgtEl>
                                        <p:attrNameLst>
                                          <p:attrName>style.visibility</p:attrName>
                                        </p:attrNameLst>
                                      </p:cBhvr>
                                      <p:to>
                                        <p:strVal val="visible"/>
                                      </p:to>
                                    </p:set>
                                    <p:animEffect transition="in" filter="wipe(right)">
                                      <p:cBhvr>
                                        <p:cTn id="38" dur="500"/>
                                        <p:tgtEl>
                                          <p:spTgt spid="71"/>
                                        </p:tgtEl>
                                      </p:cBhvr>
                                    </p:animEffect>
                                  </p:childTnLst>
                                </p:cTn>
                              </p:par>
                            </p:childTnLst>
                          </p:cTn>
                        </p:par>
                        <p:par>
                          <p:cTn id="39" fill="hold">
                            <p:stCondLst>
                              <p:cond delay="1500"/>
                            </p:stCondLst>
                            <p:childTnLst>
                              <p:par>
                                <p:cTn id="40" presetID="22" presetClass="entr" presetSubtype="2" fill="hold" nodeType="after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wipe(right)">
                                      <p:cBhvr>
                                        <p:cTn id="42" dur="500"/>
                                        <p:tgtEl>
                                          <p:spTgt spid="63"/>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 calcmode="lin" valueType="num">
                                      <p:cBhvr>
                                        <p:cTn id="45" dur="500" fill="hold"/>
                                        <p:tgtEl>
                                          <p:spTgt spid="58"/>
                                        </p:tgtEl>
                                        <p:attrNameLst>
                                          <p:attrName>ppt_w</p:attrName>
                                        </p:attrNameLst>
                                      </p:cBhvr>
                                      <p:tavLst>
                                        <p:tav tm="0">
                                          <p:val>
                                            <p:fltVal val="0"/>
                                          </p:val>
                                        </p:tav>
                                        <p:tav tm="100000">
                                          <p:val>
                                            <p:strVal val="#ppt_w"/>
                                          </p:val>
                                        </p:tav>
                                      </p:tavLst>
                                    </p:anim>
                                    <p:anim calcmode="lin" valueType="num">
                                      <p:cBhvr>
                                        <p:cTn id="46" dur="500" fill="hold"/>
                                        <p:tgtEl>
                                          <p:spTgt spid="58"/>
                                        </p:tgtEl>
                                        <p:attrNameLst>
                                          <p:attrName>ppt_h</p:attrName>
                                        </p:attrNameLst>
                                      </p:cBhvr>
                                      <p:tavLst>
                                        <p:tav tm="0">
                                          <p:val>
                                            <p:fltVal val="0"/>
                                          </p:val>
                                        </p:tav>
                                        <p:tav tm="100000">
                                          <p:val>
                                            <p:strVal val="#ppt_h"/>
                                          </p:val>
                                        </p:tav>
                                      </p:tavLst>
                                    </p:anim>
                                    <p:animEffect transition="in" filter="fade">
                                      <p:cBhvr>
                                        <p:cTn id="47" dur="500"/>
                                        <p:tgtEl>
                                          <p:spTgt spid="58"/>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72"/>
                                        </p:tgtEl>
                                        <p:attrNameLst>
                                          <p:attrName>style.visibility</p:attrName>
                                        </p:attrNameLst>
                                      </p:cBhvr>
                                      <p:to>
                                        <p:strVal val="visible"/>
                                      </p:to>
                                    </p:set>
                                    <p:animEffect transition="in" filter="wipe(right)">
                                      <p:cBhvr>
                                        <p:cTn id="50" dur="500"/>
                                        <p:tgtEl>
                                          <p:spTgt spid="72"/>
                                        </p:tgtEl>
                                      </p:cBhvr>
                                    </p:animEffect>
                                  </p:childTnLst>
                                </p:cTn>
                              </p:par>
                            </p:childTnLst>
                          </p:cTn>
                        </p:par>
                        <p:par>
                          <p:cTn id="51" fill="hold">
                            <p:stCondLst>
                              <p:cond delay="2000"/>
                            </p:stCondLst>
                            <p:childTnLst>
                              <p:par>
                                <p:cTn id="52" presetID="22" presetClass="entr" presetSubtype="8" fill="hold" nodeType="afterEffect">
                                  <p:stCondLst>
                                    <p:cond delay="0"/>
                                  </p:stCondLst>
                                  <p:childTnLst>
                                    <p:set>
                                      <p:cBhvr>
                                        <p:cTn id="53" dur="1" fill="hold">
                                          <p:stCondLst>
                                            <p:cond delay="0"/>
                                          </p:stCondLst>
                                        </p:cTn>
                                        <p:tgtEl>
                                          <p:spTgt spid="67"/>
                                        </p:tgtEl>
                                        <p:attrNameLst>
                                          <p:attrName>style.visibility</p:attrName>
                                        </p:attrNameLst>
                                      </p:cBhvr>
                                      <p:to>
                                        <p:strVal val="visible"/>
                                      </p:to>
                                    </p:set>
                                    <p:animEffect transition="in" filter="wipe(left)">
                                      <p:cBhvr>
                                        <p:cTn id="54" dur="500"/>
                                        <p:tgtEl>
                                          <p:spTgt spid="67"/>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anim calcmode="lin" valueType="num">
                                      <p:cBhvr>
                                        <p:cTn id="57" dur="500" fill="hold"/>
                                        <p:tgtEl>
                                          <p:spTgt spid="66"/>
                                        </p:tgtEl>
                                        <p:attrNameLst>
                                          <p:attrName>ppt_w</p:attrName>
                                        </p:attrNameLst>
                                      </p:cBhvr>
                                      <p:tavLst>
                                        <p:tav tm="0">
                                          <p:val>
                                            <p:fltVal val="0"/>
                                          </p:val>
                                        </p:tav>
                                        <p:tav tm="100000">
                                          <p:val>
                                            <p:strVal val="#ppt_w"/>
                                          </p:val>
                                        </p:tav>
                                      </p:tavLst>
                                    </p:anim>
                                    <p:anim calcmode="lin" valueType="num">
                                      <p:cBhvr>
                                        <p:cTn id="58" dur="500" fill="hold"/>
                                        <p:tgtEl>
                                          <p:spTgt spid="66"/>
                                        </p:tgtEl>
                                        <p:attrNameLst>
                                          <p:attrName>ppt_h</p:attrName>
                                        </p:attrNameLst>
                                      </p:cBhvr>
                                      <p:tavLst>
                                        <p:tav tm="0">
                                          <p:val>
                                            <p:fltVal val="0"/>
                                          </p:val>
                                        </p:tav>
                                        <p:tav tm="100000">
                                          <p:val>
                                            <p:strVal val="#ppt_h"/>
                                          </p:val>
                                        </p:tav>
                                      </p:tavLst>
                                    </p:anim>
                                    <p:animEffect transition="in" filter="fade">
                                      <p:cBhvr>
                                        <p:cTn id="59" dur="500"/>
                                        <p:tgtEl>
                                          <p:spTgt spid="66"/>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73"/>
                                        </p:tgtEl>
                                        <p:attrNameLst>
                                          <p:attrName>style.visibility</p:attrName>
                                        </p:attrNameLst>
                                      </p:cBhvr>
                                      <p:to>
                                        <p:strVal val="visible"/>
                                      </p:to>
                                    </p:set>
                                    <p:animEffect transition="in" filter="wipe(left)">
                                      <p:cBhvr>
                                        <p:cTn id="62" dur="500"/>
                                        <p:tgtEl>
                                          <p:spTgt spid="73"/>
                                        </p:tgtEl>
                                      </p:cBhvr>
                                    </p:animEffect>
                                  </p:childTnLst>
                                </p:cTn>
                              </p:par>
                            </p:childTnLst>
                          </p:cTn>
                        </p:par>
                        <p:par>
                          <p:cTn id="63" fill="hold">
                            <p:stCondLst>
                              <p:cond delay="2500"/>
                            </p:stCondLst>
                            <p:childTnLst>
                              <p:par>
                                <p:cTn id="64" presetID="22" presetClass="entr" presetSubtype="8" fill="hold" nodeType="afterEffect">
                                  <p:stCondLst>
                                    <p:cond delay="0"/>
                                  </p:stCondLst>
                                  <p:childTnLst>
                                    <p:set>
                                      <p:cBhvr>
                                        <p:cTn id="65" dur="1" fill="hold">
                                          <p:stCondLst>
                                            <p:cond delay="0"/>
                                          </p:stCondLst>
                                        </p:cTn>
                                        <p:tgtEl>
                                          <p:spTgt spid="68"/>
                                        </p:tgtEl>
                                        <p:attrNameLst>
                                          <p:attrName>style.visibility</p:attrName>
                                        </p:attrNameLst>
                                      </p:cBhvr>
                                      <p:to>
                                        <p:strVal val="visible"/>
                                      </p:to>
                                    </p:set>
                                    <p:animEffect transition="in" filter="wipe(left)">
                                      <p:cBhvr>
                                        <p:cTn id="66" dur="500"/>
                                        <p:tgtEl>
                                          <p:spTgt spid="68"/>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65"/>
                                        </p:tgtEl>
                                        <p:attrNameLst>
                                          <p:attrName>style.visibility</p:attrName>
                                        </p:attrNameLst>
                                      </p:cBhvr>
                                      <p:to>
                                        <p:strVal val="visible"/>
                                      </p:to>
                                    </p:set>
                                    <p:anim calcmode="lin" valueType="num">
                                      <p:cBhvr>
                                        <p:cTn id="69" dur="500" fill="hold"/>
                                        <p:tgtEl>
                                          <p:spTgt spid="65"/>
                                        </p:tgtEl>
                                        <p:attrNameLst>
                                          <p:attrName>ppt_w</p:attrName>
                                        </p:attrNameLst>
                                      </p:cBhvr>
                                      <p:tavLst>
                                        <p:tav tm="0">
                                          <p:val>
                                            <p:fltVal val="0"/>
                                          </p:val>
                                        </p:tav>
                                        <p:tav tm="100000">
                                          <p:val>
                                            <p:strVal val="#ppt_w"/>
                                          </p:val>
                                        </p:tav>
                                      </p:tavLst>
                                    </p:anim>
                                    <p:anim calcmode="lin" valueType="num">
                                      <p:cBhvr>
                                        <p:cTn id="70" dur="500" fill="hold"/>
                                        <p:tgtEl>
                                          <p:spTgt spid="65"/>
                                        </p:tgtEl>
                                        <p:attrNameLst>
                                          <p:attrName>ppt_h</p:attrName>
                                        </p:attrNameLst>
                                      </p:cBhvr>
                                      <p:tavLst>
                                        <p:tav tm="0">
                                          <p:val>
                                            <p:fltVal val="0"/>
                                          </p:val>
                                        </p:tav>
                                        <p:tav tm="100000">
                                          <p:val>
                                            <p:strVal val="#ppt_h"/>
                                          </p:val>
                                        </p:tav>
                                      </p:tavLst>
                                    </p:anim>
                                    <p:animEffect transition="in" filter="fade">
                                      <p:cBhvr>
                                        <p:cTn id="71" dur="500"/>
                                        <p:tgtEl>
                                          <p:spTgt spid="65"/>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74"/>
                                        </p:tgtEl>
                                        <p:attrNameLst>
                                          <p:attrName>style.visibility</p:attrName>
                                        </p:attrNameLst>
                                      </p:cBhvr>
                                      <p:to>
                                        <p:strVal val="visible"/>
                                      </p:to>
                                    </p:set>
                                    <p:animEffect transition="in" filter="wipe(left)">
                                      <p:cBhvr>
                                        <p:cTn id="74" dur="500"/>
                                        <p:tgtEl>
                                          <p:spTgt spid="74"/>
                                        </p:tgtEl>
                                      </p:cBhvr>
                                    </p:animEffect>
                                  </p:childTnLst>
                                </p:cTn>
                              </p:par>
                            </p:childTnLst>
                          </p:cTn>
                        </p:par>
                        <p:par>
                          <p:cTn id="75" fill="hold">
                            <p:stCondLst>
                              <p:cond delay="3000"/>
                            </p:stCondLst>
                            <p:childTnLst>
                              <p:par>
                                <p:cTn id="76" presetID="22" presetClass="entr" presetSubtype="8" fill="hold" nodeType="afterEffect">
                                  <p:stCondLst>
                                    <p:cond delay="0"/>
                                  </p:stCondLst>
                                  <p:childTnLst>
                                    <p:set>
                                      <p:cBhvr>
                                        <p:cTn id="77" dur="1" fill="hold">
                                          <p:stCondLst>
                                            <p:cond delay="0"/>
                                          </p:stCondLst>
                                        </p:cTn>
                                        <p:tgtEl>
                                          <p:spTgt spid="69"/>
                                        </p:tgtEl>
                                        <p:attrNameLst>
                                          <p:attrName>style.visibility</p:attrName>
                                        </p:attrNameLst>
                                      </p:cBhvr>
                                      <p:to>
                                        <p:strVal val="visible"/>
                                      </p:to>
                                    </p:set>
                                    <p:animEffect transition="in" filter="wipe(left)">
                                      <p:cBhvr>
                                        <p:cTn id="78" dur="500"/>
                                        <p:tgtEl>
                                          <p:spTgt spid="69"/>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64"/>
                                        </p:tgtEl>
                                        <p:attrNameLst>
                                          <p:attrName>style.visibility</p:attrName>
                                        </p:attrNameLst>
                                      </p:cBhvr>
                                      <p:to>
                                        <p:strVal val="visible"/>
                                      </p:to>
                                    </p:set>
                                    <p:anim calcmode="lin" valueType="num">
                                      <p:cBhvr>
                                        <p:cTn id="81" dur="500" fill="hold"/>
                                        <p:tgtEl>
                                          <p:spTgt spid="64"/>
                                        </p:tgtEl>
                                        <p:attrNameLst>
                                          <p:attrName>ppt_w</p:attrName>
                                        </p:attrNameLst>
                                      </p:cBhvr>
                                      <p:tavLst>
                                        <p:tav tm="0">
                                          <p:val>
                                            <p:fltVal val="0"/>
                                          </p:val>
                                        </p:tav>
                                        <p:tav tm="100000">
                                          <p:val>
                                            <p:strVal val="#ppt_w"/>
                                          </p:val>
                                        </p:tav>
                                      </p:tavLst>
                                    </p:anim>
                                    <p:anim calcmode="lin" valueType="num">
                                      <p:cBhvr>
                                        <p:cTn id="82" dur="500" fill="hold"/>
                                        <p:tgtEl>
                                          <p:spTgt spid="64"/>
                                        </p:tgtEl>
                                        <p:attrNameLst>
                                          <p:attrName>ppt_h</p:attrName>
                                        </p:attrNameLst>
                                      </p:cBhvr>
                                      <p:tavLst>
                                        <p:tav tm="0">
                                          <p:val>
                                            <p:fltVal val="0"/>
                                          </p:val>
                                        </p:tav>
                                        <p:tav tm="100000">
                                          <p:val>
                                            <p:strVal val="#ppt_h"/>
                                          </p:val>
                                        </p:tav>
                                      </p:tavLst>
                                    </p:anim>
                                    <p:animEffect transition="in" filter="fade">
                                      <p:cBhvr>
                                        <p:cTn id="83" dur="500"/>
                                        <p:tgtEl>
                                          <p:spTgt spid="64"/>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75"/>
                                        </p:tgtEl>
                                        <p:attrNameLst>
                                          <p:attrName>style.visibility</p:attrName>
                                        </p:attrNameLst>
                                      </p:cBhvr>
                                      <p:to>
                                        <p:strVal val="visible"/>
                                      </p:to>
                                    </p:set>
                                    <p:animEffect transition="in" filter="wipe(left)">
                                      <p:cBhvr>
                                        <p:cTn id="86"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animBg="1"/>
      <p:bldP spid="60" grpId="0" animBg="1"/>
      <p:bldP spid="64" grpId="0" animBg="1"/>
      <p:bldP spid="65" grpId="0" animBg="1"/>
      <p:bldP spid="66" grpId="0" animBg="1"/>
      <p:bldP spid="70" grpId="0"/>
      <p:bldP spid="71" grpId="0"/>
      <p:bldP spid="72" grpId="0"/>
      <p:bldP spid="73" grpId="0"/>
      <p:bldP spid="74" grpId="0"/>
      <p:bldP spid="7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8" y="752962"/>
            <a:ext cx="8368363" cy="173255"/>
          </a:xfrm>
          <a:prstGeom prst="rect">
            <a:avLst/>
          </a:prstGeom>
        </p:spPr>
        <p:txBody>
          <a:bodyPr/>
          <a:lstStyle/>
          <a:p>
            <a:r>
              <a:rPr lang="en-US"/>
              <a:t>Make Any Recommendations</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Recommendations</a:t>
            </a:r>
          </a:p>
        </p:txBody>
      </p:sp>
      <p:grpSp>
        <p:nvGrpSpPr>
          <p:cNvPr id="29" name="Group 28">
            <a:extLst>
              <a:ext uri="{FF2B5EF4-FFF2-40B4-BE49-F238E27FC236}">
                <a16:creationId xmlns:a16="http://schemas.microsoft.com/office/drawing/2014/main" id="{8BFA6090-5743-4B11-A3B5-7C8301B8EB6A}"/>
              </a:ext>
            </a:extLst>
          </p:cNvPr>
          <p:cNvGrpSpPr/>
          <p:nvPr/>
        </p:nvGrpSpPr>
        <p:grpSpPr>
          <a:xfrm>
            <a:off x="533400" y="1079145"/>
            <a:ext cx="2788568" cy="3173094"/>
            <a:chOff x="6248400" y="1724025"/>
            <a:chExt cx="1554163" cy="1768475"/>
          </a:xfrm>
          <a:solidFill>
            <a:schemeClr val="bg1">
              <a:lumMod val="95000"/>
              <a:alpha val="50000"/>
            </a:schemeClr>
          </a:solidFill>
        </p:grpSpPr>
        <p:sp>
          <p:nvSpPr>
            <p:cNvPr id="24" name="Freeform 5">
              <a:extLst>
                <a:ext uri="{FF2B5EF4-FFF2-40B4-BE49-F238E27FC236}">
                  <a16:creationId xmlns:a16="http://schemas.microsoft.com/office/drawing/2014/main" id="{2096DC9A-30A0-4C01-88FA-0E8AD9D598A1}"/>
                </a:ext>
              </a:extLst>
            </p:cNvPr>
            <p:cNvSpPr>
              <a:spLocks noEditPoints="1"/>
            </p:cNvSpPr>
            <p:nvPr/>
          </p:nvSpPr>
          <p:spPr bwMode="auto">
            <a:xfrm>
              <a:off x="6248400" y="2038350"/>
              <a:ext cx="1554163" cy="1454150"/>
            </a:xfrm>
            <a:custGeom>
              <a:avLst/>
              <a:gdLst>
                <a:gd name="T0" fmla="*/ 5274 w 5274"/>
                <a:gd name="T1" fmla="*/ 2297 h 4934"/>
                <a:gd name="T2" fmla="*/ 3723 w 5274"/>
                <a:gd name="T3" fmla="*/ 1770 h 4934"/>
                <a:gd name="T4" fmla="*/ 3867 w 5274"/>
                <a:gd name="T5" fmla="*/ 704 h 4934"/>
                <a:gd name="T6" fmla="*/ 2989 w 5274"/>
                <a:gd name="T7" fmla="*/ 0 h 4934"/>
                <a:gd name="T8" fmla="*/ 2722 w 5274"/>
                <a:gd name="T9" fmla="*/ 517 h 4934"/>
                <a:gd name="T10" fmla="*/ 1231 w 5274"/>
                <a:gd name="T11" fmla="*/ 1418 h 4934"/>
                <a:gd name="T12" fmla="*/ 0 w 5274"/>
                <a:gd name="T13" fmla="*/ 1594 h 4934"/>
                <a:gd name="T14" fmla="*/ 176 w 5274"/>
                <a:gd name="T15" fmla="*/ 4934 h 4934"/>
                <a:gd name="T16" fmla="*/ 1707 w 5274"/>
                <a:gd name="T17" fmla="*/ 4633 h 4934"/>
                <a:gd name="T18" fmla="*/ 2922 w 5274"/>
                <a:gd name="T19" fmla="*/ 4934 h 4934"/>
                <a:gd name="T20" fmla="*/ 4922 w 5274"/>
                <a:gd name="T21" fmla="*/ 4407 h 4934"/>
                <a:gd name="T22" fmla="*/ 5274 w 5274"/>
                <a:gd name="T23" fmla="*/ 3704 h 4934"/>
                <a:gd name="T24" fmla="*/ 5274 w 5274"/>
                <a:gd name="T25" fmla="*/ 3000 h 4934"/>
                <a:gd name="T26" fmla="*/ 1407 w 5274"/>
                <a:gd name="T27" fmla="*/ 4407 h 4934"/>
                <a:gd name="T28" fmla="*/ 352 w 5274"/>
                <a:gd name="T29" fmla="*/ 4582 h 4934"/>
                <a:gd name="T30" fmla="*/ 1231 w 5274"/>
                <a:gd name="T31" fmla="*/ 1770 h 4934"/>
                <a:gd name="T32" fmla="*/ 1407 w 5274"/>
                <a:gd name="T33" fmla="*/ 4407 h 4934"/>
                <a:gd name="T34" fmla="*/ 4746 w 5274"/>
                <a:gd name="T35" fmla="*/ 2825 h 4934"/>
                <a:gd name="T36" fmla="*/ 4746 w 5274"/>
                <a:gd name="T37" fmla="*/ 3176 h 4934"/>
                <a:gd name="T38" fmla="*/ 4219 w 5274"/>
                <a:gd name="T39" fmla="*/ 3352 h 4934"/>
                <a:gd name="T40" fmla="*/ 4746 w 5274"/>
                <a:gd name="T41" fmla="*/ 3528 h 4934"/>
                <a:gd name="T42" fmla="*/ 4746 w 5274"/>
                <a:gd name="T43" fmla="*/ 3879 h 4934"/>
                <a:gd name="T44" fmla="*/ 4219 w 5274"/>
                <a:gd name="T45" fmla="*/ 4055 h 4934"/>
                <a:gd name="T46" fmla="*/ 4571 w 5274"/>
                <a:gd name="T47" fmla="*/ 4407 h 4934"/>
                <a:gd name="T48" fmla="*/ 2922 w 5274"/>
                <a:gd name="T49" fmla="*/ 4582 h 4934"/>
                <a:gd name="T50" fmla="*/ 1758 w 5274"/>
                <a:gd name="T51" fmla="*/ 4280 h 4934"/>
                <a:gd name="T52" fmla="*/ 2547 w 5274"/>
                <a:gd name="T53" fmla="*/ 1592 h 4934"/>
                <a:gd name="T54" fmla="*/ 3126 w 5274"/>
                <a:gd name="T55" fmla="*/ 352 h 4934"/>
                <a:gd name="T56" fmla="*/ 3516 w 5274"/>
                <a:gd name="T57" fmla="*/ 704 h 4934"/>
                <a:gd name="T58" fmla="*/ 3348 w 5274"/>
                <a:gd name="T59" fmla="*/ 1770 h 4934"/>
                <a:gd name="T60" fmla="*/ 2813 w 5274"/>
                <a:gd name="T61" fmla="*/ 1946 h 4934"/>
                <a:gd name="T62" fmla="*/ 4746 w 5274"/>
                <a:gd name="T63" fmla="*/ 2121 h 4934"/>
                <a:gd name="T64" fmla="*/ 4746 w 5274"/>
                <a:gd name="T65" fmla="*/ 2473 h 4934"/>
                <a:gd name="T66" fmla="*/ 4219 w 5274"/>
                <a:gd name="T67" fmla="*/ 2649 h 4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74" h="4934">
                  <a:moveTo>
                    <a:pt x="5139" y="2649"/>
                  </a:moveTo>
                  <a:cubicBezTo>
                    <a:pt x="5223" y="2555"/>
                    <a:pt x="5274" y="2432"/>
                    <a:pt x="5274" y="2297"/>
                  </a:cubicBezTo>
                  <a:cubicBezTo>
                    <a:pt x="5274" y="2007"/>
                    <a:pt x="5037" y="1770"/>
                    <a:pt x="4746" y="1770"/>
                  </a:cubicBezTo>
                  <a:cubicBezTo>
                    <a:pt x="3723" y="1770"/>
                    <a:pt x="3723" y="1770"/>
                    <a:pt x="3723" y="1770"/>
                  </a:cubicBezTo>
                  <a:cubicBezTo>
                    <a:pt x="3824" y="1462"/>
                    <a:pt x="3867" y="1054"/>
                    <a:pt x="3867" y="879"/>
                  </a:cubicBezTo>
                  <a:cubicBezTo>
                    <a:pt x="3867" y="704"/>
                    <a:pt x="3867" y="704"/>
                    <a:pt x="3867" y="704"/>
                  </a:cubicBezTo>
                  <a:cubicBezTo>
                    <a:pt x="3867" y="316"/>
                    <a:pt x="3552" y="0"/>
                    <a:pt x="3164" y="0"/>
                  </a:cubicBezTo>
                  <a:cubicBezTo>
                    <a:pt x="2989" y="0"/>
                    <a:pt x="2989" y="0"/>
                    <a:pt x="2989" y="0"/>
                  </a:cubicBezTo>
                  <a:cubicBezTo>
                    <a:pt x="2908" y="0"/>
                    <a:pt x="2838" y="55"/>
                    <a:pt x="2818" y="134"/>
                  </a:cubicBezTo>
                  <a:cubicBezTo>
                    <a:pt x="2722" y="517"/>
                    <a:pt x="2722" y="517"/>
                    <a:pt x="2722" y="517"/>
                  </a:cubicBezTo>
                  <a:cubicBezTo>
                    <a:pt x="2588" y="1053"/>
                    <a:pt x="2162" y="1645"/>
                    <a:pt x="1721" y="1753"/>
                  </a:cubicBezTo>
                  <a:cubicBezTo>
                    <a:pt x="1644" y="1557"/>
                    <a:pt x="1453" y="1418"/>
                    <a:pt x="1231" y="1418"/>
                  </a:cubicBezTo>
                  <a:cubicBezTo>
                    <a:pt x="176" y="1418"/>
                    <a:pt x="176" y="1418"/>
                    <a:pt x="176" y="1418"/>
                  </a:cubicBezTo>
                  <a:cubicBezTo>
                    <a:pt x="79" y="1418"/>
                    <a:pt x="0" y="1497"/>
                    <a:pt x="0" y="1594"/>
                  </a:cubicBezTo>
                  <a:cubicBezTo>
                    <a:pt x="0" y="4758"/>
                    <a:pt x="0" y="4758"/>
                    <a:pt x="0" y="4758"/>
                  </a:cubicBezTo>
                  <a:cubicBezTo>
                    <a:pt x="0" y="4855"/>
                    <a:pt x="79" y="4934"/>
                    <a:pt x="176" y="4934"/>
                  </a:cubicBezTo>
                  <a:cubicBezTo>
                    <a:pt x="1231" y="4934"/>
                    <a:pt x="1231" y="4934"/>
                    <a:pt x="1231" y="4934"/>
                  </a:cubicBezTo>
                  <a:cubicBezTo>
                    <a:pt x="1440" y="4934"/>
                    <a:pt x="1622" y="4811"/>
                    <a:pt x="1707" y="4633"/>
                  </a:cubicBezTo>
                  <a:cubicBezTo>
                    <a:pt x="2311" y="4835"/>
                    <a:pt x="2311" y="4835"/>
                    <a:pt x="2311" y="4835"/>
                  </a:cubicBezTo>
                  <a:cubicBezTo>
                    <a:pt x="2508" y="4901"/>
                    <a:pt x="2714" y="4934"/>
                    <a:pt x="2922" y="4934"/>
                  </a:cubicBezTo>
                  <a:cubicBezTo>
                    <a:pt x="4395" y="4934"/>
                    <a:pt x="4395" y="4934"/>
                    <a:pt x="4395" y="4934"/>
                  </a:cubicBezTo>
                  <a:cubicBezTo>
                    <a:pt x="4686" y="4934"/>
                    <a:pt x="4922" y="4697"/>
                    <a:pt x="4922" y="4407"/>
                  </a:cubicBezTo>
                  <a:cubicBezTo>
                    <a:pt x="4922" y="4338"/>
                    <a:pt x="4909" y="4272"/>
                    <a:pt x="4885" y="4212"/>
                  </a:cubicBezTo>
                  <a:cubicBezTo>
                    <a:pt x="5109" y="4151"/>
                    <a:pt x="5274" y="3946"/>
                    <a:pt x="5274" y="3704"/>
                  </a:cubicBezTo>
                  <a:cubicBezTo>
                    <a:pt x="5274" y="3569"/>
                    <a:pt x="5223" y="3445"/>
                    <a:pt x="5139" y="3352"/>
                  </a:cubicBezTo>
                  <a:cubicBezTo>
                    <a:pt x="5223" y="3259"/>
                    <a:pt x="5274" y="3135"/>
                    <a:pt x="5274" y="3000"/>
                  </a:cubicBezTo>
                  <a:cubicBezTo>
                    <a:pt x="5274" y="2866"/>
                    <a:pt x="5223" y="2742"/>
                    <a:pt x="5139" y="2649"/>
                  </a:cubicBezTo>
                  <a:close/>
                  <a:moveTo>
                    <a:pt x="1407" y="4407"/>
                  </a:moveTo>
                  <a:cubicBezTo>
                    <a:pt x="1407" y="4504"/>
                    <a:pt x="1328" y="4582"/>
                    <a:pt x="1231" y="4582"/>
                  </a:cubicBezTo>
                  <a:cubicBezTo>
                    <a:pt x="352" y="4582"/>
                    <a:pt x="352" y="4582"/>
                    <a:pt x="352" y="4582"/>
                  </a:cubicBezTo>
                  <a:cubicBezTo>
                    <a:pt x="352" y="1770"/>
                    <a:pt x="352" y="1770"/>
                    <a:pt x="352" y="1770"/>
                  </a:cubicBezTo>
                  <a:cubicBezTo>
                    <a:pt x="1231" y="1770"/>
                    <a:pt x="1231" y="1770"/>
                    <a:pt x="1231" y="1770"/>
                  </a:cubicBezTo>
                  <a:cubicBezTo>
                    <a:pt x="1328" y="1770"/>
                    <a:pt x="1407" y="1849"/>
                    <a:pt x="1407" y="1946"/>
                  </a:cubicBezTo>
                  <a:lnTo>
                    <a:pt x="1407" y="4407"/>
                  </a:lnTo>
                  <a:close/>
                  <a:moveTo>
                    <a:pt x="4395" y="2825"/>
                  </a:moveTo>
                  <a:cubicBezTo>
                    <a:pt x="4746" y="2825"/>
                    <a:pt x="4746" y="2825"/>
                    <a:pt x="4746" y="2825"/>
                  </a:cubicBezTo>
                  <a:cubicBezTo>
                    <a:pt x="4843" y="2825"/>
                    <a:pt x="4922" y="2903"/>
                    <a:pt x="4922" y="3000"/>
                  </a:cubicBezTo>
                  <a:cubicBezTo>
                    <a:pt x="4922" y="3097"/>
                    <a:pt x="4843" y="3176"/>
                    <a:pt x="4746" y="3176"/>
                  </a:cubicBezTo>
                  <a:cubicBezTo>
                    <a:pt x="4395" y="3176"/>
                    <a:pt x="4395" y="3176"/>
                    <a:pt x="4395" y="3176"/>
                  </a:cubicBezTo>
                  <a:cubicBezTo>
                    <a:pt x="4298" y="3176"/>
                    <a:pt x="4219" y="3255"/>
                    <a:pt x="4219" y="3352"/>
                  </a:cubicBezTo>
                  <a:cubicBezTo>
                    <a:pt x="4219" y="3449"/>
                    <a:pt x="4298" y="3528"/>
                    <a:pt x="4395" y="3528"/>
                  </a:cubicBezTo>
                  <a:cubicBezTo>
                    <a:pt x="4746" y="3528"/>
                    <a:pt x="4746" y="3528"/>
                    <a:pt x="4746" y="3528"/>
                  </a:cubicBezTo>
                  <a:cubicBezTo>
                    <a:pt x="4843" y="3528"/>
                    <a:pt x="4922" y="3607"/>
                    <a:pt x="4922" y="3704"/>
                  </a:cubicBezTo>
                  <a:cubicBezTo>
                    <a:pt x="4922" y="3800"/>
                    <a:pt x="4843" y="3879"/>
                    <a:pt x="4746" y="3879"/>
                  </a:cubicBezTo>
                  <a:cubicBezTo>
                    <a:pt x="4395" y="3879"/>
                    <a:pt x="4395" y="3879"/>
                    <a:pt x="4395" y="3879"/>
                  </a:cubicBezTo>
                  <a:cubicBezTo>
                    <a:pt x="4298" y="3879"/>
                    <a:pt x="4219" y="3958"/>
                    <a:pt x="4219" y="4055"/>
                  </a:cubicBezTo>
                  <a:cubicBezTo>
                    <a:pt x="4219" y="4152"/>
                    <a:pt x="4298" y="4231"/>
                    <a:pt x="4395" y="4231"/>
                  </a:cubicBezTo>
                  <a:cubicBezTo>
                    <a:pt x="4492" y="4231"/>
                    <a:pt x="4571" y="4310"/>
                    <a:pt x="4571" y="4407"/>
                  </a:cubicBezTo>
                  <a:cubicBezTo>
                    <a:pt x="4571" y="4504"/>
                    <a:pt x="4492" y="4582"/>
                    <a:pt x="4395" y="4582"/>
                  </a:cubicBezTo>
                  <a:cubicBezTo>
                    <a:pt x="2922" y="4582"/>
                    <a:pt x="2922" y="4582"/>
                    <a:pt x="2922" y="4582"/>
                  </a:cubicBezTo>
                  <a:cubicBezTo>
                    <a:pt x="2752" y="4582"/>
                    <a:pt x="2583" y="4555"/>
                    <a:pt x="2422" y="4501"/>
                  </a:cubicBezTo>
                  <a:cubicBezTo>
                    <a:pt x="1758" y="4280"/>
                    <a:pt x="1758" y="4280"/>
                    <a:pt x="1758" y="4280"/>
                  </a:cubicBezTo>
                  <a:cubicBezTo>
                    <a:pt x="1758" y="2105"/>
                    <a:pt x="1758" y="2105"/>
                    <a:pt x="1758" y="2105"/>
                  </a:cubicBezTo>
                  <a:cubicBezTo>
                    <a:pt x="2034" y="2052"/>
                    <a:pt x="2304" y="1878"/>
                    <a:pt x="2547" y="1592"/>
                  </a:cubicBezTo>
                  <a:cubicBezTo>
                    <a:pt x="2785" y="1313"/>
                    <a:pt x="2978" y="943"/>
                    <a:pt x="3063" y="602"/>
                  </a:cubicBezTo>
                  <a:cubicBezTo>
                    <a:pt x="3126" y="352"/>
                    <a:pt x="3126" y="352"/>
                    <a:pt x="3126" y="352"/>
                  </a:cubicBezTo>
                  <a:cubicBezTo>
                    <a:pt x="3164" y="352"/>
                    <a:pt x="3164" y="352"/>
                    <a:pt x="3164" y="352"/>
                  </a:cubicBezTo>
                  <a:cubicBezTo>
                    <a:pt x="3358" y="352"/>
                    <a:pt x="3516" y="510"/>
                    <a:pt x="3516" y="704"/>
                  </a:cubicBezTo>
                  <a:cubicBezTo>
                    <a:pt x="3516" y="879"/>
                    <a:pt x="3516" y="879"/>
                    <a:pt x="3516" y="879"/>
                  </a:cubicBezTo>
                  <a:cubicBezTo>
                    <a:pt x="3516" y="1115"/>
                    <a:pt x="3442" y="1568"/>
                    <a:pt x="3348" y="1770"/>
                  </a:cubicBezTo>
                  <a:cubicBezTo>
                    <a:pt x="2989" y="1770"/>
                    <a:pt x="2989" y="1770"/>
                    <a:pt x="2989" y="1770"/>
                  </a:cubicBezTo>
                  <a:cubicBezTo>
                    <a:pt x="2892" y="1770"/>
                    <a:pt x="2813" y="1849"/>
                    <a:pt x="2813" y="1946"/>
                  </a:cubicBezTo>
                  <a:cubicBezTo>
                    <a:pt x="2813" y="2043"/>
                    <a:pt x="2892" y="2121"/>
                    <a:pt x="2989" y="2121"/>
                  </a:cubicBezTo>
                  <a:cubicBezTo>
                    <a:pt x="4746" y="2121"/>
                    <a:pt x="4746" y="2121"/>
                    <a:pt x="4746" y="2121"/>
                  </a:cubicBezTo>
                  <a:cubicBezTo>
                    <a:pt x="4843" y="2121"/>
                    <a:pt x="4922" y="2200"/>
                    <a:pt x="4922" y="2297"/>
                  </a:cubicBezTo>
                  <a:cubicBezTo>
                    <a:pt x="4922" y="2394"/>
                    <a:pt x="4843" y="2473"/>
                    <a:pt x="4746" y="2473"/>
                  </a:cubicBezTo>
                  <a:cubicBezTo>
                    <a:pt x="4395" y="2473"/>
                    <a:pt x="4395" y="2473"/>
                    <a:pt x="4395" y="2473"/>
                  </a:cubicBezTo>
                  <a:cubicBezTo>
                    <a:pt x="4298" y="2473"/>
                    <a:pt x="4219" y="2552"/>
                    <a:pt x="4219" y="2649"/>
                  </a:cubicBezTo>
                  <a:cubicBezTo>
                    <a:pt x="4219" y="2746"/>
                    <a:pt x="4298" y="2825"/>
                    <a:pt x="4395" y="28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Oval 6">
              <a:extLst>
                <a:ext uri="{FF2B5EF4-FFF2-40B4-BE49-F238E27FC236}">
                  <a16:creationId xmlns:a16="http://schemas.microsoft.com/office/drawing/2014/main" id="{D69C3FF3-1458-45CF-8FAD-39C71FDAA34A}"/>
                </a:ext>
              </a:extLst>
            </p:cNvPr>
            <p:cNvSpPr>
              <a:spLocks noChangeArrowheads="1"/>
            </p:cNvSpPr>
            <p:nvPr/>
          </p:nvSpPr>
          <p:spPr bwMode="auto">
            <a:xfrm>
              <a:off x="6456363" y="3181350"/>
              <a:ext cx="103188" cy="1047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7">
              <a:extLst>
                <a:ext uri="{FF2B5EF4-FFF2-40B4-BE49-F238E27FC236}">
                  <a16:creationId xmlns:a16="http://schemas.microsoft.com/office/drawing/2014/main" id="{90555F2C-DE3F-4947-8711-43FF8165E413}"/>
                </a:ext>
              </a:extLst>
            </p:cNvPr>
            <p:cNvSpPr>
              <a:spLocks/>
            </p:cNvSpPr>
            <p:nvPr/>
          </p:nvSpPr>
          <p:spPr bwMode="auto">
            <a:xfrm>
              <a:off x="7181850" y="1724025"/>
              <a:ext cx="103188" cy="211138"/>
            </a:xfrm>
            <a:custGeom>
              <a:avLst/>
              <a:gdLst>
                <a:gd name="T0" fmla="*/ 176 w 352"/>
                <a:gd name="T1" fmla="*/ 0 h 715"/>
                <a:gd name="T2" fmla="*/ 0 w 352"/>
                <a:gd name="T3" fmla="*/ 176 h 715"/>
                <a:gd name="T4" fmla="*/ 0 w 352"/>
                <a:gd name="T5" fmla="*/ 539 h 715"/>
                <a:gd name="T6" fmla="*/ 176 w 352"/>
                <a:gd name="T7" fmla="*/ 715 h 715"/>
                <a:gd name="T8" fmla="*/ 352 w 352"/>
                <a:gd name="T9" fmla="*/ 539 h 715"/>
                <a:gd name="T10" fmla="*/ 352 w 352"/>
                <a:gd name="T11" fmla="*/ 176 h 715"/>
                <a:gd name="T12" fmla="*/ 176 w 352"/>
                <a:gd name="T13" fmla="*/ 0 h 715"/>
              </a:gdLst>
              <a:ahLst/>
              <a:cxnLst>
                <a:cxn ang="0">
                  <a:pos x="T0" y="T1"/>
                </a:cxn>
                <a:cxn ang="0">
                  <a:pos x="T2" y="T3"/>
                </a:cxn>
                <a:cxn ang="0">
                  <a:pos x="T4" y="T5"/>
                </a:cxn>
                <a:cxn ang="0">
                  <a:pos x="T6" y="T7"/>
                </a:cxn>
                <a:cxn ang="0">
                  <a:pos x="T8" y="T9"/>
                </a:cxn>
                <a:cxn ang="0">
                  <a:pos x="T10" y="T11"/>
                </a:cxn>
                <a:cxn ang="0">
                  <a:pos x="T12" y="T13"/>
                </a:cxn>
              </a:cxnLst>
              <a:rect l="0" t="0" r="r" b="b"/>
              <a:pathLst>
                <a:path w="352" h="715">
                  <a:moveTo>
                    <a:pt x="176" y="0"/>
                  </a:moveTo>
                  <a:cubicBezTo>
                    <a:pt x="79" y="0"/>
                    <a:pt x="0" y="79"/>
                    <a:pt x="0" y="176"/>
                  </a:cubicBezTo>
                  <a:cubicBezTo>
                    <a:pt x="0" y="539"/>
                    <a:pt x="0" y="539"/>
                    <a:pt x="0" y="539"/>
                  </a:cubicBezTo>
                  <a:cubicBezTo>
                    <a:pt x="0" y="636"/>
                    <a:pt x="79" y="715"/>
                    <a:pt x="176" y="715"/>
                  </a:cubicBezTo>
                  <a:cubicBezTo>
                    <a:pt x="273" y="715"/>
                    <a:pt x="352" y="636"/>
                    <a:pt x="352" y="539"/>
                  </a:cubicBezTo>
                  <a:cubicBezTo>
                    <a:pt x="352" y="176"/>
                    <a:pt x="352" y="176"/>
                    <a:pt x="352" y="176"/>
                  </a:cubicBezTo>
                  <a:cubicBezTo>
                    <a:pt x="352" y="79"/>
                    <a:pt x="273" y="0"/>
                    <a:pt x="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8">
              <a:extLst>
                <a:ext uri="{FF2B5EF4-FFF2-40B4-BE49-F238E27FC236}">
                  <a16:creationId xmlns:a16="http://schemas.microsoft.com/office/drawing/2014/main" id="{FC67B046-38C2-4AD2-8A90-E1C2DE277C0C}"/>
                </a:ext>
              </a:extLst>
            </p:cNvPr>
            <p:cNvSpPr>
              <a:spLocks/>
            </p:cNvSpPr>
            <p:nvPr/>
          </p:nvSpPr>
          <p:spPr bwMode="auto">
            <a:xfrm>
              <a:off x="6846888" y="1858963"/>
              <a:ext cx="187325" cy="187325"/>
            </a:xfrm>
            <a:custGeom>
              <a:avLst/>
              <a:gdLst>
                <a:gd name="T0" fmla="*/ 565 w 634"/>
                <a:gd name="T1" fmla="*/ 317 h 634"/>
                <a:gd name="T2" fmla="*/ 317 w 634"/>
                <a:gd name="T3" fmla="*/ 69 h 634"/>
                <a:gd name="T4" fmla="*/ 68 w 634"/>
                <a:gd name="T5" fmla="*/ 69 h 634"/>
                <a:gd name="T6" fmla="*/ 68 w 634"/>
                <a:gd name="T7" fmla="*/ 317 h 634"/>
                <a:gd name="T8" fmla="*/ 317 w 634"/>
                <a:gd name="T9" fmla="*/ 566 h 634"/>
                <a:gd name="T10" fmla="*/ 565 w 634"/>
                <a:gd name="T11" fmla="*/ 566 h 634"/>
                <a:gd name="T12" fmla="*/ 565 w 634"/>
                <a:gd name="T13" fmla="*/ 317 h 634"/>
              </a:gdLst>
              <a:ahLst/>
              <a:cxnLst>
                <a:cxn ang="0">
                  <a:pos x="T0" y="T1"/>
                </a:cxn>
                <a:cxn ang="0">
                  <a:pos x="T2" y="T3"/>
                </a:cxn>
                <a:cxn ang="0">
                  <a:pos x="T4" y="T5"/>
                </a:cxn>
                <a:cxn ang="0">
                  <a:pos x="T6" y="T7"/>
                </a:cxn>
                <a:cxn ang="0">
                  <a:pos x="T8" y="T9"/>
                </a:cxn>
                <a:cxn ang="0">
                  <a:pos x="T10" y="T11"/>
                </a:cxn>
                <a:cxn ang="0">
                  <a:pos x="T12" y="T13"/>
                </a:cxn>
              </a:cxnLst>
              <a:rect l="0" t="0" r="r" b="b"/>
              <a:pathLst>
                <a:path w="634" h="634">
                  <a:moveTo>
                    <a:pt x="565" y="317"/>
                  </a:moveTo>
                  <a:cubicBezTo>
                    <a:pt x="317" y="69"/>
                    <a:pt x="317" y="69"/>
                    <a:pt x="317" y="69"/>
                  </a:cubicBezTo>
                  <a:cubicBezTo>
                    <a:pt x="248" y="0"/>
                    <a:pt x="137" y="0"/>
                    <a:pt x="68" y="69"/>
                  </a:cubicBezTo>
                  <a:cubicBezTo>
                    <a:pt x="0" y="137"/>
                    <a:pt x="0" y="249"/>
                    <a:pt x="68" y="317"/>
                  </a:cubicBezTo>
                  <a:cubicBezTo>
                    <a:pt x="317" y="566"/>
                    <a:pt x="317" y="566"/>
                    <a:pt x="317" y="566"/>
                  </a:cubicBezTo>
                  <a:cubicBezTo>
                    <a:pt x="385" y="634"/>
                    <a:pt x="497" y="634"/>
                    <a:pt x="565" y="566"/>
                  </a:cubicBezTo>
                  <a:cubicBezTo>
                    <a:pt x="634" y="497"/>
                    <a:pt x="634" y="386"/>
                    <a:pt x="565" y="3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9">
              <a:extLst>
                <a:ext uri="{FF2B5EF4-FFF2-40B4-BE49-F238E27FC236}">
                  <a16:creationId xmlns:a16="http://schemas.microsoft.com/office/drawing/2014/main" id="{E6C0F401-E409-47E6-8F8D-8C0D3AE5C84D}"/>
                </a:ext>
              </a:extLst>
            </p:cNvPr>
            <p:cNvSpPr>
              <a:spLocks/>
            </p:cNvSpPr>
            <p:nvPr/>
          </p:nvSpPr>
          <p:spPr bwMode="auto">
            <a:xfrm>
              <a:off x="7432675" y="1858963"/>
              <a:ext cx="187325" cy="187325"/>
            </a:xfrm>
            <a:custGeom>
              <a:avLst/>
              <a:gdLst>
                <a:gd name="T0" fmla="*/ 566 w 635"/>
                <a:gd name="T1" fmla="*/ 69 h 634"/>
                <a:gd name="T2" fmla="*/ 317 w 635"/>
                <a:gd name="T3" fmla="*/ 69 h 634"/>
                <a:gd name="T4" fmla="*/ 69 w 635"/>
                <a:gd name="T5" fmla="*/ 317 h 634"/>
                <a:gd name="T6" fmla="*/ 69 w 635"/>
                <a:gd name="T7" fmla="*/ 566 h 634"/>
                <a:gd name="T8" fmla="*/ 317 w 635"/>
                <a:gd name="T9" fmla="*/ 566 h 634"/>
                <a:gd name="T10" fmla="*/ 566 w 635"/>
                <a:gd name="T11" fmla="*/ 317 h 634"/>
                <a:gd name="T12" fmla="*/ 566 w 635"/>
                <a:gd name="T13" fmla="*/ 69 h 634"/>
              </a:gdLst>
              <a:ahLst/>
              <a:cxnLst>
                <a:cxn ang="0">
                  <a:pos x="T0" y="T1"/>
                </a:cxn>
                <a:cxn ang="0">
                  <a:pos x="T2" y="T3"/>
                </a:cxn>
                <a:cxn ang="0">
                  <a:pos x="T4" y="T5"/>
                </a:cxn>
                <a:cxn ang="0">
                  <a:pos x="T6" y="T7"/>
                </a:cxn>
                <a:cxn ang="0">
                  <a:pos x="T8" y="T9"/>
                </a:cxn>
                <a:cxn ang="0">
                  <a:pos x="T10" y="T11"/>
                </a:cxn>
                <a:cxn ang="0">
                  <a:pos x="T12" y="T13"/>
                </a:cxn>
              </a:cxnLst>
              <a:rect l="0" t="0" r="r" b="b"/>
              <a:pathLst>
                <a:path w="635" h="634">
                  <a:moveTo>
                    <a:pt x="566" y="69"/>
                  </a:moveTo>
                  <a:cubicBezTo>
                    <a:pt x="497" y="0"/>
                    <a:pt x="386" y="0"/>
                    <a:pt x="317" y="69"/>
                  </a:cubicBezTo>
                  <a:cubicBezTo>
                    <a:pt x="69" y="317"/>
                    <a:pt x="69" y="317"/>
                    <a:pt x="69" y="317"/>
                  </a:cubicBezTo>
                  <a:cubicBezTo>
                    <a:pt x="0" y="386"/>
                    <a:pt x="0" y="497"/>
                    <a:pt x="69" y="566"/>
                  </a:cubicBezTo>
                  <a:cubicBezTo>
                    <a:pt x="138" y="634"/>
                    <a:pt x="249" y="634"/>
                    <a:pt x="317" y="566"/>
                  </a:cubicBezTo>
                  <a:cubicBezTo>
                    <a:pt x="566" y="317"/>
                    <a:pt x="566" y="317"/>
                    <a:pt x="566" y="317"/>
                  </a:cubicBezTo>
                  <a:cubicBezTo>
                    <a:pt x="635" y="249"/>
                    <a:pt x="635" y="137"/>
                    <a:pt x="566"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8529D4D3-D72C-4BE1-9DA3-5F12DF51E1B6}"/>
              </a:ext>
            </a:extLst>
          </p:cNvPr>
          <p:cNvGrpSpPr/>
          <p:nvPr/>
        </p:nvGrpSpPr>
        <p:grpSpPr>
          <a:xfrm>
            <a:off x="1150603" y="2091147"/>
            <a:ext cx="1554163" cy="1768475"/>
            <a:chOff x="6248400" y="1724025"/>
            <a:chExt cx="1554163" cy="1768475"/>
          </a:xfrm>
          <a:solidFill>
            <a:schemeClr val="accent6"/>
          </a:solidFill>
        </p:grpSpPr>
        <p:sp>
          <p:nvSpPr>
            <p:cNvPr id="75" name="Freeform 5">
              <a:extLst>
                <a:ext uri="{FF2B5EF4-FFF2-40B4-BE49-F238E27FC236}">
                  <a16:creationId xmlns:a16="http://schemas.microsoft.com/office/drawing/2014/main" id="{39C00DDA-F4D5-47BE-9D57-949885153D48}"/>
                </a:ext>
              </a:extLst>
            </p:cNvPr>
            <p:cNvSpPr>
              <a:spLocks noEditPoints="1"/>
            </p:cNvSpPr>
            <p:nvPr/>
          </p:nvSpPr>
          <p:spPr bwMode="auto">
            <a:xfrm>
              <a:off x="6248400" y="2038350"/>
              <a:ext cx="1554163" cy="1454150"/>
            </a:xfrm>
            <a:custGeom>
              <a:avLst/>
              <a:gdLst>
                <a:gd name="T0" fmla="*/ 5274 w 5274"/>
                <a:gd name="T1" fmla="*/ 2297 h 4934"/>
                <a:gd name="T2" fmla="*/ 3723 w 5274"/>
                <a:gd name="T3" fmla="*/ 1770 h 4934"/>
                <a:gd name="T4" fmla="*/ 3867 w 5274"/>
                <a:gd name="T5" fmla="*/ 704 h 4934"/>
                <a:gd name="T6" fmla="*/ 2989 w 5274"/>
                <a:gd name="T7" fmla="*/ 0 h 4934"/>
                <a:gd name="T8" fmla="*/ 2722 w 5274"/>
                <a:gd name="T9" fmla="*/ 517 h 4934"/>
                <a:gd name="T10" fmla="*/ 1231 w 5274"/>
                <a:gd name="T11" fmla="*/ 1418 h 4934"/>
                <a:gd name="T12" fmla="*/ 0 w 5274"/>
                <a:gd name="T13" fmla="*/ 1594 h 4934"/>
                <a:gd name="T14" fmla="*/ 176 w 5274"/>
                <a:gd name="T15" fmla="*/ 4934 h 4934"/>
                <a:gd name="T16" fmla="*/ 1707 w 5274"/>
                <a:gd name="T17" fmla="*/ 4633 h 4934"/>
                <a:gd name="T18" fmla="*/ 2922 w 5274"/>
                <a:gd name="T19" fmla="*/ 4934 h 4934"/>
                <a:gd name="T20" fmla="*/ 4922 w 5274"/>
                <a:gd name="T21" fmla="*/ 4407 h 4934"/>
                <a:gd name="T22" fmla="*/ 5274 w 5274"/>
                <a:gd name="T23" fmla="*/ 3704 h 4934"/>
                <a:gd name="T24" fmla="*/ 5274 w 5274"/>
                <a:gd name="T25" fmla="*/ 3000 h 4934"/>
                <a:gd name="T26" fmla="*/ 1407 w 5274"/>
                <a:gd name="T27" fmla="*/ 4407 h 4934"/>
                <a:gd name="T28" fmla="*/ 352 w 5274"/>
                <a:gd name="T29" fmla="*/ 4582 h 4934"/>
                <a:gd name="T30" fmla="*/ 1231 w 5274"/>
                <a:gd name="T31" fmla="*/ 1770 h 4934"/>
                <a:gd name="T32" fmla="*/ 1407 w 5274"/>
                <a:gd name="T33" fmla="*/ 4407 h 4934"/>
                <a:gd name="T34" fmla="*/ 4746 w 5274"/>
                <a:gd name="T35" fmla="*/ 2825 h 4934"/>
                <a:gd name="T36" fmla="*/ 4746 w 5274"/>
                <a:gd name="T37" fmla="*/ 3176 h 4934"/>
                <a:gd name="T38" fmla="*/ 4219 w 5274"/>
                <a:gd name="T39" fmla="*/ 3352 h 4934"/>
                <a:gd name="T40" fmla="*/ 4746 w 5274"/>
                <a:gd name="T41" fmla="*/ 3528 h 4934"/>
                <a:gd name="T42" fmla="*/ 4746 w 5274"/>
                <a:gd name="T43" fmla="*/ 3879 h 4934"/>
                <a:gd name="T44" fmla="*/ 4219 w 5274"/>
                <a:gd name="T45" fmla="*/ 4055 h 4934"/>
                <a:gd name="T46" fmla="*/ 4571 w 5274"/>
                <a:gd name="T47" fmla="*/ 4407 h 4934"/>
                <a:gd name="T48" fmla="*/ 2922 w 5274"/>
                <a:gd name="T49" fmla="*/ 4582 h 4934"/>
                <a:gd name="T50" fmla="*/ 1758 w 5274"/>
                <a:gd name="T51" fmla="*/ 4280 h 4934"/>
                <a:gd name="T52" fmla="*/ 2547 w 5274"/>
                <a:gd name="T53" fmla="*/ 1592 h 4934"/>
                <a:gd name="T54" fmla="*/ 3126 w 5274"/>
                <a:gd name="T55" fmla="*/ 352 h 4934"/>
                <a:gd name="T56" fmla="*/ 3516 w 5274"/>
                <a:gd name="T57" fmla="*/ 704 h 4934"/>
                <a:gd name="T58" fmla="*/ 3348 w 5274"/>
                <a:gd name="T59" fmla="*/ 1770 h 4934"/>
                <a:gd name="T60" fmla="*/ 2813 w 5274"/>
                <a:gd name="T61" fmla="*/ 1946 h 4934"/>
                <a:gd name="T62" fmla="*/ 4746 w 5274"/>
                <a:gd name="T63" fmla="*/ 2121 h 4934"/>
                <a:gd name="T64" fmla="*/ 4746 w 5274"/>
                <a:gd name="T65" fmla="*/ 2473 h 4934"/>
                <a:gd name="T66" fmla="*/ 4219 w 5274"/>
                <a:gd name="T67" fmla="*/ 2649 h 4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74" h="4934">
                  <a:moveTo>
                    <a:pt x="5139" y="2649"/>
                  </a:moveTo>
                  <a:cubicBezTo>
                    <a:pt x="5223" y="2555"/>
                    <a:pt x="5274" y="2432"/>
                    <a:pt x="5274" y="2297"/>
                  </a:cubicBezTo>
                  <a:cubicBezTo>
                    <a:pt x="5274" y="2007"/>
                    <a:pt x="5037" y="1770"/>
                    <a:pt x="4746" y="1770"/>
                  </a:cubicBezTo>
                  <a:cubicBezTo>
                    <a:pt x="3723" y="1770"/>
                    <a:pt x="3723" y="1770"/>
                    <a:pt x="3723" y="1770"/>
                  </a:cubicBezTo>
                  <a:cubicBezTo>
                    <a:pt x="3824" y="1462"/>
                    <a:pt x="3867" y="1054"/>
                    <a:pt x="3867" y="879"/>
                  </a:cubicBezTo>
                  <a:cubicBezTo>
                    <a:pt x="3867" y="704"/>
                    <a:pt x="3867" y="704"/>
                    <a:pt x="3867" y="704"/>
                  </a:cubicBezTo>
                  <a:cubicBezTo>
                    <a:pt x="3867" y="316"/>
                    <a:pt x="3552" y="0"/>
                    <a:pt x="3164" y="0"/>
                  </a:cubicBezTo>
                  <a:cubicBezTo>
                    <a:pt x="2989" y="0"/>
                    <a:pt x="2989" y="0"/>
                    <a:pt x="2989" y="0"/>
                  </a:cubicBezTo>
                  <a:cubicBezTo>
                    <a:pt x="2908" y="0"/>
                    <a:pt x="2838" y="55"/>
                    <a:pt x="2818" y="134"/>
                  </a:cubicBezTo>
                  <a:cubicBezTo>
                    <a:pt x="2722" y="517"/>
                    <a:pt x="2722" y="517"/>
                    <a:pt x="2722" y="517"/>
                  </a:cubicBezTo>
                  <a:cubicBezTo>
                    <a:pt x="2588" y="1053"/>
                    <a:pt x="2162" y="1645"/>
                    <a:pt x="1721" y="1753"/>
                  </a:cubicBezTo>
                  <a:cubicBezTo>
                    <a:pt x="1644" y="1557"/>
                    <a:pt x="1453" y="1418"/>
                    <a:pt x="1231" y="1418"/>
                  </a:cubicBezTo>
                  <a:cubicBezTo>
                    <a:pt x="176" y="1418"/>
                    <a:pt x="176" y="1418"/>
                    <a:pt x="176" y="1418"/>
                  </a:cubicBezTo>
                  <a:cubicBezTo>
                    <a:pt x="79" y="1418"/>
                    <a:pt x="0" y="1497"/>
                    <a:pt x="0" y="1594"/>
                  </a:cubicBezTo>
                  <a:cubicBezTo>
                    <a:pt x="0" y="4758"/>
                    <a:pt x="0" y="4758"/>
                    <a:pt x="0" y="4758"/>
                  </a:cubicBezTo>
                  <a:cubicBezTo>
                    <a:pt x="0" y="4855"/>
                    <a:pt x="79" y="4934"/>
                    <a:pt x="176" y="4934"/>
                  </a:cubicBezTo>
                  <a:cubicBezTo>
                    <a:pt x="1231" y="4934"/>
                    <a:pt x="1231" y="4934"/>
                    <a:pt x="1231" y="4934"/>
                  </a:cubicBezTo>
                  <a:cubicBezTo>
                    <a:pt x="1440" y="4934"/>
                    <a:pt x="1622" y="4811"/>
                    <a:pt x="1707" y="4633"/>
                  </a:cubicBezTo>
                  <a:cubicBezTo>
                    <a:pt x="2311" y="4835"/>
                    <a:pt x="2311" y="4835"/>
                    <a:pt x="2311" y="4835"/>
                  </a:cubicBezTo>
                  <a:cubicBezTo>
                    <a:pt x="2508" y="4901"/>
                    <a:pt x="2714" y="4934"/>
                    <a:pt x="2922" y="4934"/>
                  </a:cubicBezTo>
                  <a:cubicBezTo>
                    <a:pt x="4395" y="4934"/>
                    <a:pt x="4395" y="4934"/>
                    <a:pt x="4395" y="4934"/>
                  </a:cubicBezTo>
                  <a:cubicBezTo>
                    <a:pt x="4686" y="4934"/>
                    <a:pt x="4922" y="4697"/>
                    <a:pt x="4922" y="4407"/>
                  </a:cubicBezTo>
                  <a:cubicBezTo>
                    <a:pt x="4922" y="4338"/>
                    <a:pt x="4909" y="4272"/>
                    <a:pt x="4885" y="4212"/>
                  </a:cubicBezTo>
                  <a:cubicBezTo>
                    <a:pt x="5109" y="4151"/>
                    <a:pt x="5274" y="3946"/>
                    <a:pt x="5274" y="3704"/>
                  </a:cubicBezTo>
                  <a:cubicBezTo>
                    <a:pt x="5274" y="3569"/>
                    <a:pt x="5223" y="3445"/>
                    <a:pt x="5139" y="3352"/>
                  </a:cubicBezTo>
                  <a:cubicBezTo>
                    <a:pt x="5223" y="3259"/>
                    <a:pt x="5274" y="3135"/>
                    <a:pt x="5274" y="3000"/>
                  </a:cubicBezTo>
                  <a:cubicBezTo>
                    <a:pt x="5274" y="2866"/>
                    <a:pt x="5223" y="2742"/>
                    <a:pt x="5139" y="2649"/>
                  </a:cubicBezTo>
                  <a:close/>
                  <a:moveTo>
                    <a:pt x="1407" y="4407"/>
                  </a:moveTo>
                  <a:cubicBezTo>
                    <a:pt x="1407" y="4504"/>
                    <a:pt x="1328" y="4582"/>
                    <a:pt x="1231" y="4582"/>
                  </a:cubicBezTo>
                  <a:cubicBezTo>
                    <a:pt x="352" y="4582"/>
                    <a:pt x="352" y="4582"/>
                    <a:pt x="352" y="4582"/>
                  </a:cubicBezTo>
                  <a:cubicBezTo>
                    <a:pt x="352" y="1770"/>
                    <a:pt x="352" y="1770"/>
                    <a:pt x="352" y="1770"/>
                  </a:cubicBezTo>
                  <a:cubicBezTo>
                    <a:pt x="1231" y="1770"/>
                    <a:pt x="1231" y="1770"/>
                    <a:pt x="1231" y="1770"/>
                  </a:cubicBezTo>
                  <a:cubicBezTo>
                    <a:pt x="1328" y="1770"/>
                    <a:pt x="1407" y="1849"/>
                    <a:pt x="1407" y="1946"/>
                  </a:cubicBezTo>
                  <a:lnTo>
                    <a:pt x="1407" y="4407"/>
                  </a:lnTo>
                  <a:close/>
                  <a:moveTo>
                    <a:pt x="4395" y="2825"/>
                  </a:moveTo>
                  <a:cubicBezTo>
                    <a:pt x="4746" y="2825"/>
                    <a:pt x="4746" y="2825"/>
                    <a:pt x="4746" y="2825"/>
                  </a:cubicBezTo>
                  <a:cubicBezTo>
                    <a:pt x="4843" y="2825"/>
                    <a:pt x="4922" y="2903"/>
                    <a:pt x="4922" y="3000"/>
                  </a:cubicBezTo>
                  <a:cubicBezTo>
                    <a:pt x="4922" y="3097"/>
                    <a:pt x="4843" y="3176"/>
                    <a:pt x="4746" y="3176"/>
                  </a:cubicBezTo>
                  <a:cubicBezTo>
                    <a:pt x="4395" y="3176"/>
                    <a:pt x="4395" y="3176"/>
                    <a:pt x="4395" y="3176"/>
                  </a:cubicBezTo>
                  <a:cubicBezTo>
                    <a:pt x="4298" y="3176"/>
                    <a:pt x="4219" y="3255"/>
                    <a:pt x="4219" y="3352"/>
                  </a:cubicBezTo>
                  <a:cubicBezTo>
                    <a:pt x="4219" y="3449"/>
                    <a:pt x="4298" y="3528"/>
                    <a:pt x="4395" y="3528"/>
                  </a:cubicBezTo>
                  <a:cubicBezTo>
                    <a:pt x="4746" y="3528"/>
                    <a:pt x="4746" y="3528"/>
                    <a:pt x="4746" y="3528"/>
                  </a:cubicBezTo>
                  <a:cubicBezTo>
                    <a:pt x="4843" y="3528"/>
                    <a:pt x="4922" y="3607"/>
                    <a:pt x="4922" y="3704"/>
                  </a:cubicBezTo>
                  <a:cubicBezTo>
                    <a:pt x="4922" y="3800"/>
                    <a:pt x="4843" y="3879"/>
                    <a:pt x="4746" y="3879"/>
                  </a:cubicBezTo>
                  <a:cubicBezTo>
                    <a:pt x="4395" y="3879"/>
                    <a:pt x="4395" y="3879"/>
                    <a:pt x="4395" y="3879"/>
                  </a:cubicBezTo>
                  <a:cubicBezTo>
                    <a:pt x="4298" y="3879"/>
                    <a:pt x="4219" y="3958"/>
                    <a:pt x="4219" y="4055"/>
                  </a:cubicBezTo>
                  <a:cubicBezTo>
                    <a:pt x="4219" y="4152"/>
                    <a:pt x="4298" y="4231"/>
                    <a:pt x="4395" y="4231"/>
                  </a:cubicBezTo>
                  <a:cubicBezTo>
                    <a:pt x="4492" y="4231"/>
                    <a:pt x="4571" y="4310"/>
                    <a:pt x="4571" y="4407"/>
                  </a:cubicBezTo>
                  <a:cubicBezTo>
                    <a:pt x="4571" y="4504"/>
                    <a:pt x="4492" y="4582"/>
                    <a:pt x="4395" y="4582"/>
                  </a:cubicBezTo>
                  <a:cubicBezTo>
                    <a:pt x="2922" y="4582"/>
                    <a:pt x="2922" y="4582"/>
                    <a:pt x="2922" y="4582"/>
                  </a:cubicBezTo>
                  <a:cubicBezTo>
                    <a:pt x="2752" y="4582"/>
                    <a:pt x="2583" y="4555"/>
                    <a:pt x="2422" y="4501"/>
                  </a:cubicBezTo>
                  <a:cubicBezTo>
                    <a:pt x="1758" y="4280"/>
                    <a:pt x="1758" y="4280"/>
                    <a:pt x="1758" y="4280"/>
                  </a:cubicBezTo>
                  <a:cubicBezTo>
                    <a:pt x="1758" y="2105"/>
                    <a:pt x="1758" y="2105"/>
                    <a:pt x="1758" y="2105"/>
                  </a:cubicBezTo>
                  <a:cubicBezTo>
                    <a:pt x="2034" y="2052"/>
                    <a:pt x="2304" y="1878"/>
                    <a:pt x="2547" y="1592"/>
                  </a:cubicBezTo>
                  <a:cubicBezTo>
                    <a:pt x="2785" y="1313"/>
                    <a:pt x="2978" y="943"/>
                    <a:pt x="3063" y="602"/>
                  </a:cubicBezTo>
                  <a:cubicBezTo>
                    <a:pt x="3126" y="352"/>
                    <a:pt x="3126" y="352"/>
                    <a:pt x="3126" y="352"/>
                  </a:cubicBezTo>
                  <a:cubicBezTo>
                    <a:pt x="3164" y="352"/>
                    <a:pt x="3164" y="352"/>
                    <a:pt x="3164" y="352"/>
                  </a:cubicBezTo>
                  <a:cubicBezTo>
                    <a:pt x="3358" y="352"/>
                    <a:pt x="3516" y="510"/>
                    <a:pt x="3516" y="704"/>
                  </a:cubicBezTo>
                  <a:cubicBezTo>
                    <a:pt x="3516" y="879"/>
                    <a:pt x="3516" y="879"/>
                    <a:pt x="3516" y="879"/>
                  </a:cubicBezTo>
                  <a:cubicBezTo>
                    <a:pt x="3516" y="1115"/>
                    <a:pt x="3442" y="1568"/>
                    <a:pt x="3348" y="1770"/>
                  </a:cubicBezTo>
                  <a:cubicBezTo>
                    <a:pt x="2989" y="1770"/>
                    <a:pt x="2989" y="1770"/>
                    <a:pt x="2989" y="1770"/>
                  </a:cubicBezTo>
                  <a:cubicBezTo>
                    <a:pt x="2892" y="1770"/>
                    <a:pt x="2813" y="1849"/>
                    <a:pt x="2813" y="1946"/>
                  </a:cubicBezTo>
                  <a:cubicBezTo>
                    <a:pt x="2813" y="2043"/>
                    <a:pt x="2892" y="2121"/>
                    <a:pt x="2989" y="2121"/>
                  </a:cubicBezTo>
                  <a:cubicBezTo>
                    <a:pt x="4746" y="2121"/>
                    <a:pt x="4746" y="2121"/>
                    <a:pt x="4746" y="2121"/>
                  </a:cubicBezTo>
                  <a:cubicBezTo>
                    <a:pt x="4843" y="2121"/>
                    <a:pt x="4922" y="2200"/>
                    <a:pt x="4922" y="2297"/>
                  </a:cubicBezTo>
                  <a:cubicBezTo>
                    <a:pt x="4922" y="2394"/>
                    <a:pt x="4843" y="2473"/>
                    <a:pt x="4746" y="2473"/>
                  </a:cubicBezTo>
                  <a:cubicBezTo>
                    <a:pt x="4395" y="2473"/>
                    <a:pt x="4395" y="2473"/>
                    <a:pt x="4395" y="2473"/>
                  </a:cubicBezTo>
                  <a:cubicBezTo>
                    <a:pt x="4298" y="2473"/>
                    <a:pt x="4219" y="2552"/>
                    <a:pt x="4219" y="2649"/>
                  </a:cubicBezTo>
                  <a:cubicBezTo>
                    <a:pt x="4219" y="2746"/>
                    <a:pt x="4298" y="2825"/>
                    <a:pt x="4395" y="28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Oval 6">
              <a:extLst>
                <a:ext uri="{FF2B5EF4-FFF2-40B4-BE49-F238E27FC236}">
                  <a16:creationId xmlns:a16="http://schemas.microsoft.com/office/drawing/2014/main" id="{6BE4E5FB-76BA-4682-BE0A-F54DA1748425}"/>
                </a:ext>
              </a:extLst>
            </p:cNvPr>
            <p:cNvSpPr>
              <a:spLocks noChangeArrowheads="1"/>
            </p:cNvSpPr>
            <p:nvPr/>
          </p:nvSpPr>
          <p:spPr bwMode="auto">
            <a:xfrm>
              <a:off x="6456363" y="3181350"/>
              <a:ext cx="103188" cy="1047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34C84E72-07B4-43D0-8894-7ED72DD7922E}"/>
                </a:ext>
              </a:extLst>
            </p:cNvPr>
            <p:cNvSpPr>
              <a:spLocks/>
            </p:cNvSpPr>
            <p:nvPr/>
          </p:nvSpPr>
          <p:spPr bwMode="auto">
            <a:xfrm>
              <a:off x="7181850" y="1724025"/>
              <a:ext cx="103188" cy="211138"/>
            </a:xfrm>
            <a:custGeom>
              <a:avLst/>
              <a:gdLst>
                <a:gd name="T0" fmla="*/ 176 w 352"/>
                <a:gd name="T1" fmla="*/ 0 h 715"/>
                <a:gd name="T2" fmla="*/ 0 w 352"/>
                <a:gd name="T3" fmla="*/ 176 h 715"/>
                <a:gd name="T4" fmla="*/ 0 w 352"/>
                <a:gd name="T5" fmla="*/ 539 h 715"/>
                <a:gd name="T6" fmla="*/ 176 w 352"/>
                <a:gd name="T7" fmla="*/ 715 h 715"/>
                <a:gd name="T8" fmla="*/ 352 w 352"/>
                <a:gd name="T9" fmla="*/ 539 h 715"/>
                <a:gd name="T10" fmla="*/ 352 w 352"/>
                <a:gd name="T11" fmla="*/ 176 h 715"/>
                <a:gd name="T12" fmla="*/ 176 w 352"/>
                <a:gd name="T13" fmla="*/ 0 h 715"/>
              </a:gdLst>
              <a:ahLst/>
              <a:cxnLst>
                <a:cxn ang="0">
                  <a:pos x="T0" y="T1"/>
                </a:cxn>
                <a:cxn ang="0">
                  <a:pos x="T2" y="T3"/>
                </a:cxn>
                <a:cxn ang="0">
                  <a:pos x="T4" y="T5"/>
                </a:cxn>
                <a:cxn ang="0">
                  <a:pos x="T6" y="T7"/>
                </a:cxn>
                <a:cxn ang="0">
                  <a:pos x="T8" y="T9"/>
                </a:cxn>
                <a:cxn ang="0">
                  <a:pos x="T10" y="T11"/>
                </a:cxn>
                <a:cxn ang="0">
                  <a:pos x="T12" y="T13"/>
                </a:cxn>
              </a:cxnLst>
              <a:rect l="0" t="0" r="r" b="b"/>
              <a:pathLst>
                <a:path w="352" h="715">
                  <a:moveTo>
                    <a:pt x="176" y="0"/>
                  </a:moveTo>
                  <a:cubicBezTo>
                    <a:pt x="79" y="0"/>
                    <a:pt x="0" y="79"/>
                    <a:pt x="0" y="176"/>
                  </a:cubicBezTo>
                  <a:cubicBezTo>
                    <a:pt x="0" y="539"/>
                    <a:pt x="0" y="539"/>
                    <a:pt x="0" y="539"/>
                  </a:cubicBezTo>
                  <a:cubicBezTo>
                    <a:pt x="0" y="636"/>
                    <a:pt x="79" y="715"/>
                    <a:pt x="176" y="715"/>
                  </a:cubicBezTo>
                  <a:cubicBezTo>
                    <a:pt x="273" y="715"/>
                    <a:pt x="352" y="636"/>
                    <a:pt x="352" y="539"/>
                  </a:cubicBezTo>
                  <a:cubicBezTo>
                    <a:pt x="352" y="176"/>
                    <a:pt x="352" y="176"/>
                    <a:pt x="352" y="176"/>
                  </a:cubicBezTo>
                  <a:cubicBezTo>
                    <a:pt x="352" y="79"/>
                    <a:pt x="273" y="0"/>
                    <a:pt x="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8">
              <a:extLst>
                <a:ext uri="{FF2B5EF4-FFF2-40B4-BE49-F238E27FC236}">
                  <a16:creationId xmlns:a16="http://schemas.microsoft.com/office/drawing/2014/main" id="{E1858843-6C07-4715-BA97-3227148A570C}"/>
                </a:ext>
              </a:extLst>
            </p:cNvPr>
            <p:cNvSpPr>
              <a:spLocks/>
            </p:cNvSpPr>
            <p:nvPr/>
          </p:nvSpPr>
          <p:spPr bwMode="auto">
            <a:xfrm>
              <a:off x="6846888" y="1858963"/>
              <a:ext cx="187325" cy="187325"/>
            </a:xfrm>
            <a:custGeom>
              <a:avLst/>
              <a:gdLst>
                <a:gd name="T0" fmla="*/ 565 w 634"/>
                <a:gd name="T1" fmla="*/ 317 h 634"/>
                <a:gd name="T2" fmla="*/ 317 w 634"/>
                <a:gd name="T3" fmla="*/ 69 h 634"/>
                <a:gd name="T4" fmla="*/ 68 w 634"/>
                <a:gd name="T5" fmla="*/ 69 h 634"/>
                <a:gd name="T6" fmla="*/ 68 w 634"/>
                <a:gd name="T7" fmla="*/ 317 h 634"/>
                <a:gd name="T8" fmla="*/ 317 w 634"/>
                <a:gd name="T9" fmla="*/ 566 h 634"/>
                <a:gd name="T10" fmla="*/ 565 w 634"/>
                <a:gd name="T11" fmla="*/ 566 h 634"/>
                <a:gd name="T12" fmla="*/ 565 w 634"/>
                <a:gd name="T13" fmla="*/ 317 h 634"/>
              </a:gdLst>
              <a:ahLst/>
              <a:cxnLst>
                <a:cxn ang="0">
                  <a:pos x="T0" y="T1"/>
                </a:cxn>
                <a:cxn ang="0">
                  <a:pos x="T2" y="T3"/>
                </a:cxn>
                <a:cxn ang="0">
                  <a:pos x="T4" y="T5"/>
                </a:cxn>
                <a:cxn ang="0">
                  <a:pos x="T6" y="T7"/>
                </a:cxn>
                <a:cxn ang="0">
                  <a:pos x="T8" y="T9"/>
                </a:cxn>
                <a:cxn ang="0">
                  <a:pos x="T10" y="T11"/>
                </a:cxn>
                <a:cxn ang="0">
                  <a:pos x="T12" y="T13"/>
                </a:cxn>
              </a:cxnLst>
              <a:rect l="0" t="0" r="r" b="b"/>
              <a:pathLst>
                <a:path w="634" h="634">
                  <a:moveTo>
                    <a:pt x="565" y="317"/>
                  </a:moveTo>
                  <a:cubicBezTo>
                    <a:pt x="317" y="69"/>
                    <a:pt x="317" y="69"/>
                    <a:pt x="317" y="69"/>
                  </a:cubicBezTo>
                  <a:cubicBezTo>
                    <a:pt x="248" y="0"/>
                    <a:pt x="137" y="0"/>
                    <a:pt x="68" y="69"/>
                  </a:cubicBezTo>
                  <a:cubicBezTo>
                    <a:pt x="0" y="137"/>
                    <a:pt x="0" y="249"/>
                    <a:pt x="68" y="317"/>
                  </a:cubicBezTo>
                  <a:cubicBezTo>
                    <a:pt x="317" y="566"/>
                    <a:pt x="317" y="566"/>
                    <a:pt x="317" y="566"/>
                  </a:cubicBezTo>
                  <a:cubicBezTo>
                    <a:pt x="385" y="634"/>
                    <a:pt x="497" y="634"/>
                    <a:pt x="565" y="566"/>
                  </a:cubicBezTo>
                  <a:cubicBezTo>
                    <a:pt x="634" y="497"/>
                    <a:pt x="634" y="386"/>
                    <a:pt x="565" y="3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9">
              <a:extLst>
                <a:ext uri="{FF2B5EF4-FFF2-40B4-BE49-F238E27FC236}">
                  <a16:creationId xmlns:a16="http://schemas.microsoft.com/office/drawing/2014/main" id="{0420E447-D75F-4E62-93C3-D10FDBE5EA0E}"/>
                </a:ext>
              </a:extLst>
            </p:cNvPr>
            <p:cNvSpPr>
              <a:spLocks/>
            </p:cNvSpPr>
            <p:nvPr/>
          </p:nvSpPr>
          <p:spPr bwMode="auto">
            <a:xfrm>
              <a:off x="7432675" y="1858963"/>
              <a:ext cx="187325" cy="187325"/>
            </a:xfrm>
            <a:custGeom>
              <a:avLst/>
              <a:gdLst>
                <a:gd name="T0" fmla="*/ 566 w 635"/>
                <a:gd name="T1" fmla="*/ 69 h 634"/>
                <a:gd name="T2" fmla="*/ 317 w 635"/>
                <a:gd name="T3" fmla="*/ 69 h 634"/>
                <a:gd name="T4" fmla="*/ 69 w 635"/>
                <a:gd name="T5" fmla="*/ 317 h 634"/>
                <a:gd name="T6" fmla="*/ 69 w 635"/>
                <a:gd name="T7" fmla="*/ 566 h 634"/>
                <a:gd name="T8" fmla="*/ 317 w 635"/>
                <a:gd name="T9" fmla="*/ 566 h 634"/>
                <a:gd name="T10" fmla="*/ 566 w 635"/>
                <a:gd name="T11" fmla="*/ 317 h 634"/>
                <a:gd name="T12" fmla="*/ 566 w 635"/>
                <a:gd name="T13" fmla="*/ 69 h 634"/>
              </a:gdLst>
              <a:ahLst/>
              <a:cxnLst>
                <a:cxn ang="0">
                  <a:pos x="T0" y="T1"/>
                </a:cxn>
                <a:cxn ang="0">
                  <a:pos x="T2" y="T3"/>
                </a:cxn>
                <a:cxn ang="0">
                  <a:pos x="T4" y="T5"/>
                </a:cxn>
                <a:cxn ang="0">
                  <a:pos x="T6" y="T7"/>
                </a:cxn>
                <a:cxn ang="0">
                  <a:pos x="T8" y="T9"/>
                </a:cxn>
                <a:cxn ang="0">
                  <a:pos x="T10" y="T11"/>
                </a:cxn>
                <a:cxn ang="0">
                  <a:pos x="T12" y="T13"/>
                </a:cxn>
              </a:cxnLst>
              <a:rect l="0" t="0" r="r" b="b"/>
              <a:pathLst>
                <a:path w="635" h="634">
                  <a:moveTo>
                    <a:pt x="566" y="69"/>
                  </a:moveTo>
                  <a:cubicBezTo>
                    <a:pt x="497" y="0"/>
                    <a:pt x="386" y="0"/>
                    <a:pt x="317" y="69"/>
                  </a:cubicBezTo>
                  <a:cubicBezTo>
                    <a:pt x="69" y="317"/>
                    <a:pt x="69" y="317"/>
                    <a:pt x="69" y="317"/>
                  </a:cubicBezTo>
                  <a:cubicBezTo>
                    <a:pt x="0" y="386"/>
                    <a:pt x="0" y="497"/>
                    <a:pt x="69" y="566"/>
                  </a:cubicBezTo>
                  <a:cubicBezTo>
                    <a:pt x="138" y="634"/>
                    <a:pt x="249" y="634"/>
                    <a:pt x="317" y="566"/>
                  </a:cubicBezTo>
                  <a:cubicBezTo>
                    <a:pt x="566" y="317"/>
                    <a:pt x="566" y="317"/>
                    <a:pt x="566" y="317"/>
                  </a:cubicBezTo>
                  <a:cubicBezTo>
                    <a:pt x="635" y="249"/>
                    <a:pt x="635" y="137"/>
                    <a:pt x="566"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1" name="Group 30">
            <a:extLst>
              <a:ext uri="{FF2B5EF4-FFF2-40B4-BE49-F238E27FC236}">
                <a16:creationId xmlns:a16="http://schemas.microsoft.com/office/drawing/2014/main" id="{69532D16-D0D2-4D5C-8F36-30549155D129}"/>
              </a:ext>
            </a:extLst>
          </p:cNvPr>
          <p:cNvGrpSpPr/>
          <p:nvPr/>
        </p:nvGrpSpPr>
        <p:grpSpPr>
          <a:xfrm>
            <a:off x="3873915" y="979170"/>
            <a:ext cx="4882266" cy="1123950"/>
            <a:chOff x="3873915" y="979170"/>
            <a:chExt cx="4882266" cy="1123950"/>
          </a:xfrm>
        </p:grpSpPr>
        <p:sp>
          <p:nvSpPr>
            <p:cNvPr id="80" name="Round Same Side Corner Rectangle 46">
              <a:extLst>
                <a:ext uri="{FF2B5EF4-FFF2-40B4-BE49-F238E27FC236}">
                  <a16:creationId xmlns:a16="http://schemas.microsoft.com/office/drawing/2014/main" id="{77BCA6DF-2335-4C49-99B9-EEA43D08D1E2}"/>
                </a:ext>
              </a:extLst>
            </p:cNvPr>
            <p:cNvSpPr/>
            <p:nvPr/>
          </p:nvSpPr>
          <p:spPr bwMode="auto">
            <a:xfrm>
              <a:off x="3873915" y="1139567"/>
              <a:ext cx="4882266" cy="963553"/>
            </a:xfrm>
            <a:prstGeom prst="round2SameRect">
              <a:avLst>
                <a:gd name="adj1" fmla="val 0"/>
                <a:gd name="adj2" fmla="val 3392"/>
              </a:avLst>
            </a:prstGeom>
            <a:solidFill>
              <a:schemeClr val="bg1">
                <a:lumMod val="9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81" name="Round Same Side Corner Rectangle 2">
              <a:extLst>
                <a:ext uri="{FF2B5EF4-FFF2-40B4-BE49-F238E27FC236}">
                  <a16:creationId xmlns:a16="http://schemas.microsoft.com/office/drawing/2014/main" id="{676D37A5-8C9A-48F5-A065-55F0E413954B}"/>
                </a:ext>
              </a:extLst>
            </p:cNvPr>
            <p:cNvSpPr/>
            <p:nvPr/>
          </p:nvSpPr>
          <p:spPr bwMode="auto">
            <a:xfrm>
              <a:off x="3967092" y="979170"/>
              <a:ext cx="1900307" cy="346026"/>
            </a:xfrm>
            <a:prstGeom prst="round2Same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r>
                <a:rPr lang="en-US" sz="1400" b="1">
                  <a:solidFill>
                    <a:schemeClr val="bg1"/>
                  </a:solidFill>
                </a:rPr>
                <a:t>Recommendation 1</a:t>
              </a:r>
              <a:endParaRPr lang="en-US" sz="1400">
                <a:solidFill>
                  <a:schemeClr val="bg1"/>
                </a:solidFill>
              </a:endParaRPr>
            </a:p>
          </p:txBody>
        </p:sp>
        <p:sp>
          <p:nvSpPr>
            <p:cNvPr id="82" name="Rectangle 81">
              <a:extLst>
                <a:ext uri="{FF2B5EF4-FFF2-40B4-BE49-F238E27FC236}">
                  <a16:creationId xmlns:a16="http://schemas.microsoft.com/office/drawing/2014/main" id="{CF8088EB-E1F3-4CA9-9B7B-8C2AF71AD24E}"/>
                </a:ext>
              </a:extLst>
            </p:cNvPr>
            <p:cNvSpPr/>
            <p:nvPr/>
          </p:nvSpPr>
          <p:spPr>
            <a:xfrm>
              <a:off x="3974542" y="1434298"/>
              <a:ext cx="4636058" cy="485646"/>
            </a:xfrm>
            <a:prstGeom prst="rect">
              <a:avLst/>
            </a:prstGeom>
          </p:spPr>
          <p:txBody>
            <a:bodyPr wrap="square" lIns="0" tIns="0" rIns="0" bIns="0">
              <a:spAutoFit/>
            </a:bodyPr>
            <a:lstStyle/>
            <a:p>
              <a:pPr>
                <a:lnSpc>
                  <a:spcPct val="160000"/>
                </a:lnSpc>
              </a:pPr>
              <a:r>
                <a:rPr lang="en-US" sz="1050">
                  <a:solidFill>
                    <a:schemeClr val="tx1">
                      <a:lumMod val="75000"/>
                      <a:lumOff val="25000"/>
                    </a:schemeClr>
                  </a:solidFill>
                </a:rPr>
                <a:t>This is a sample text. You simply add your own text and description here. This text is fully editable. </a:t>
              </a:r>
              <a:endParaRPr lang="en-US" sz="1100">
                <a:solidFill>
                  <a:schemeClr val="tx1">
                    <a:lumMod val="75000"/>
                    <a:lumOff val="25000"/>
                  </a:schemeClr>
                </a:solidFill>
              </a:endParaRPr>
            </a:p>
          </p:txBody>
        </p:sp>
      </p:grpSp>
      <p:grpSp>
        <p:nvGrpSpPr>
          <p:cNvPr id="92" name="Group 91">
            <a:extLst>
              <a:ext uri="{FF2B5EF4-FFF2-40B4-BE49-F238E27FC236}">
                <a16:creationId xmlns:a16="http://schemas.microsoft.com/office/drawing/2014/main" id="{59F38289-2A50-4024-8680-7B9FCC678EA6}"/>
              </a:ext>
            </a:extLst>
          </p:cNvPr>
          <p:cNvGrpSpPr/>
          <p:nvPr/>
        </p:nvGrpSpPr>
        <p:grpSpPr>
          <a:xfrm>
            <a:off x="3873915" y="2210564"/>
            <a:ext cx="4882266" cy="1123950"/>
            <a:chOff x="3873915" y="979170"/>
            <a:chExt cx="4882266" cy="1123950"/>
          </a:xfrm>
        </p:grpSpPr>
        <p:sp>
          <p:nvSpPr>
            <p:cNvPr id="93" name="Round Same Side Corner Rectangle 46">
              <a:extLst>
                <a:ext uri="{FF2B5EF4-FFF2-40B4-BE49-F238E27FC236}">
                  <a16:creationId xmlns:a16="http://schemas.microsoft.com/office/drawing/2014/main" id="{F752DA26-7FF1-4659-AB74-14085537B607}"/>
                </a:ext>
              </a:extLst>
            </p:cNvPr>
            <p:cNvSpPr/>
            <p:nvPr/>
          </p:nvSpPr>
          <p:spPr bwMode="auto">
            <a:xfrm>
              <a:off x="3873915" y="1139567"/>
              <a:ext cx="4882266" cy="963553"/>
            </a:xfrm>
            <a:prstGeom prst="round2SameRect">
              <a:avLst>
                <a:gd name="adj1" fmla="val 0"/>
                <a:gd name="adj2" fmla="val 3392"/>
              </a:avLst>
            </a:prstGeom>
            <a:solidFill>
              <a:schemeClr val="bg1">
                <a:lumMod val="9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94" name="Round Same Side Corner Rectangle 2">
              <a:extLst>
                <a:ext uri="{FF2B5EF4-FFF2-40B4-BE49-F238E27FC236}">
                  <a16:creationId xmlns:a16="http://schemas.microsoft.com/office/drawing/2014/main" id="{296BDE06-E628-4810-B7B8-E17BDC042C58}"/>
                </a:ext>
              </a:extLst>
            </p:cNvPr>
            <p:cNvSpPr/>
            <p:nvPr/>
          </p:nvSpPr>
          <p:spPr bwMode="auto">
            <a:xfrm>
              <a:off x="3967092" y="979170"/>
              <a:ext cx="1900307" cy="346026"/>
            </a:xfrm>
            <a:prstGeom prst="round2Same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pPr algn="ctr"/>
              <a:r>
                <a:rPr lang="en-US" sz="1400" b="1">
                  <a:solidFill>
                    <a:schemeClr val="bg1"/>
                  </a:solidFill>
                </a:rPr>
                <a:t>Recommendation 2</a:t>
              </a:r>
              <a:endParaRPr lang="en-US" sz="1400">
                <a:solidFill>
                  <a:schemeClr val="bg1"/>
                </a:solidFill>
              </a:endParaRPr>
            </a:p>
          </p:txBody>
        </p:sp>
        <p:sp>
          <p:nvSpPr>
            <p:cNvPr id="95" name="Rectangle 94">
              <a:extLst>
                <a:ext uri="{FF2B5EF4-FFF2-40B4-BE49-F238E27FC236}">
                  <a16:creationId xmlns:a16="http://schemas.microsoft.com/office/drawing/2014/main" id="{A344B8E7-6D2B-4EBD-B3C5-020A05A80550}"/>
                </a:ext>
              </a:extLst>
            </p:cNvPr>
            <p:cNvSpPr/>
            <p:nvPr/>
          </p:nvSpPr>
          <p:spPr>
            <a:xfrm>
              <a:off x="3974542" y="1434298"/>
              <a:ext cx="4636058" cy="485646"/>
            </a:xfrm>
            <a:prstGeom prst="rect">
              <a:avLst/>
            </a:prstGeom>
          </p:spPr>
          <p:txBody>
            <a:bodyPr wrap="square" lIns="0" tIns="0" rIns="0" bIns="0">
              <a:spAutoFit/>
            </a:bodyPr>
            <a:lstStyle/>
            <a:p>
              <a:pPr>
                <a:lnSpc>
                  <a:spcPct val="160000"/>
                </a:lnSpc>
              </a:pPr>
              <a:r>
                <a:rPr lang="en-US" sz="1050">
                  <a:solidFill>
                    <a:schemeClr val="tx1">
                      <a:lumMod val="75000"/>
                      <a:lumOff val="25000"/>
                    </a:schemeClr>
                  </a:solidFill>
                </a:rPr>
                <a:t>This is a sample text. You simply add your own text and description here. This text is fully editable. </a:t>
              </a:r>
              <a:endParaRPr lang="en-US" sz="1100">
                <a:solidFill>
                  <a:schemeClr val="tx1">
                    <a:lumMod val="75000"/>
                    <a:lumOff val="25000"/>
                  </a:schemeClr>
                </a:solidFill>
              </a:endParaRPr>
            </a:p>
          </p:txBody>
        </p:sp>
      </p:grpSp>
      <p:grpSp>
        <p:nvGrpSpPr>
          <p:cNvPr id="96" name="Group 95">
            <a:extLst>
              <a:ext uri="{FF2B5EF4-FFF2-40B4-BE49-F238E27FC236}">
                <a16:creationId xmlns:a16="http://schemas.microsoft.com/office/drawing/2014/main" id="{17EDF442-3350-45A3-AC6A-945DB60DD1CB}"/>
              </a:ext>
            </a:extLst>
          </p:cNvPr>
          <p:cNvGrpSpPr/>
          <p:nvPr/>
        </p:nvGrpSpPr>
        <p:grpSpPr>
          <a:xfrm>
            <a:off x="3873915" y="3441958"/>
            <a:ext cx="4882266" cy="1123950"/>
            <a:chOff x="3873915" y="979170"/>
            <a:chExt cx="4882266" cy="1123950"/>
          </a:xfrm>
        </p:grpSpPr>
        <p:sp>
          <p:nvSpPr>
            <p:cNvPr id="97" name="Round Same Side Corner Rectangle 46">
              <a:extLst>
                <a:ext uri="{FF2B5EF4-FFF2-40B4-BE49-F238E27FC236}">
                  <a16:creationId xmlns:a16="http://schemas.microsoft.com/office/drawing/2014/main" id="{7EE45233-8193-4A85-BA44-C93EE90CDA3B}"/>
                </a:ext>
              </a:extLst>
            </p:cNvPr>
            <p:cNvSpPr/>
            <p:nvPr/>
          </p:nvSpPr>
          <p:spPr bwMode="auto">
            <a:xfrm>
              <a:off x="3873915" y="1139567"/>
              <a:ext cx="4882266" cy="963553"/>
            </a:xfrm>
            <a:prstGeom prst="round2SameRect">
              <a:avLst>
                <a:gd name="adj1" fmla="val 0"/>
                <a:gd name="adj2" fmla="val 3392"/>
              </a:avLst>
            </a:prstGeom>
            <a:solidFill>
              <a:schemeClr val="bg1">
                <a:lumMod val="9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98" name="Round Same Side Corner Rectangle 2">
              <a:extLst>
                <a:ext uri="{FF2B5EF4-FFF2-40B4-BE49-F238E27FC236}">
                  <a16:creationId xmlns:a16="http://schemas.microsoft.com/office/drawing/2014/main" id="{6C4CC69F-8415-4F24-83B1-F8E729CEF37C}"/>
                </a:ext>
              </a:extLst>
            </p:cNvPr>
            <p:cNvSpPr/>
            <p:nvPr/>
          </p:nvSpPr>
          <p:spPr bwMode="auto">
            <a:xfrm>
              <a:off x="3967092" y="979170"/>
              <a:ext cx="1900307" cy="346026"/>
            </a:xfrm>
            <a:prstGeom prst="round2SameRect">
              <a:avLst/>
            </a:prstGeom>
            <a:solidFill>
              <a:schemeClr val="accent3"/>
            </a:solidFill>
            <a:ln w="9525">
              <a:noFill/>
              <a:round/>
              <a:headEnd/>
              <a:tailEnd/>
            </a:ln>
          </p:spPr>
          <p:txBody>
            <a:bodyPr vert="horz" wrap="square" lIns="91440" tIns="45720" rIns="91440" bIns="45720" numCol="1" rtlCol="0" anchor="t" anchorCtr="0" compatLnSpc="1">
              <a:prstTxWarp prst="textNoShape">
                <a:avLst/>
              </a:prstTxWarp>
            </a:bodyPr>
            <a:lstStyle/>
            <a:p>
              <a:pPr algn="ctr"/>
              <a:r>
                <a:rPr lang="en-US" sz="1400" b="1">
                  <a:solidFill>
                    <a:schemeClr val="bg1"/>
                  </a:solidFill>
                </a:rPr>
                <a:t>Recommendation 3</a:t>
              </a:r>
              <a:endParaRPr lang="en-US" sz="1400">
                <a:solidFill>
                  <a:schemeClr val="bg1"/>
                </a:solidFill>
              </a:endParaRPr>
            </a:p>
          </p:txBody>
        </p:sp>
        <p:sp>
          <p:nvSpPr>
            <p:cNvPr id="99" name="Rectangle 98">
              <a:extLst>
                <a:ext uri="{FF2B5EF4-FFF2-40B4-BE49-F238E27FC236}">
                  <a16:creationId xmlns:a16="http://schemas.microsoft.com/office/drawing/2014/main" id="{6D5902E6-7C5D-4AAC-9927-69DB5C033C38}"/>
                </a:ext>
              </a:extLst>
            </p:cNvPr>
            <p:cNvSpPr/>
            <p:nvPr/>
          </p:nvSpPr>
          <p:spPr>
            <a:xfrm>
              <a:off x="3974542" y="1434298"/>
              <a:ext cx="4636058" cy="485646"/>
            </a:xfrm>
            <a:prstGeom prst="rect">
              <a:avLst/>
            </a:prstGeom>
          </p:spPr>
          <p:txBody>
            <a:bodyPr wrap="square" lIns="0" tIns="0" rIns="0" bIns="0">
              <a:spAutoFit/>
            </a:bodyPr>
            <a:lstStyle/>
            <a:p>
              <a:pPr>
                <a:lnSpc>
                  <a:spcPct val="160000"/>
                </a:lnSpc>
              </a:pPr>
              <a:r>
                <a:rPr lang="en-US" sz="1050">
                  <a:solidFill>
                    <a:schemeClr val="tx1">
                      <a:lumMod val="75000"/>
                      <a:lumOff val="25000"/>
                    </a:schemeClr>
                  </a:solidFill>
                </a:rPr>
                <a:t>This is a sample text. You simply add your own text and description here. This text is fully editable. </a:t>
              </a:r>
              <a:endParaRPr lang="en-US" sz="1100">
                <a:solidFill>
                  <a:schemeClr val="tx1">
                    <a:lumMod val="75000"/>
                    <a:lumOff val="25000"/>
                  </a:schemeClr>
                </a:solidFill>
              </a:endParaRPr>
            </a:p>
          </p:txBody>
        </p:sp>
      </p:grpSp>
      <p:sp>
        <p:nvSpPr>
          <p:cNvPr id="5" name="Rectangle 4">
            <a:extLst>
              <a:ext uri="{FF2B5EF4-FFF2-40B4-BE49-F238E27FC236}">
                <a16:creationId xmlns:a16="http://schemas.microsoft.com/office/drawing/2014/main" id="{FF5BFEFA-5A3E-22AA-ED13-77C39F3DCF18}"/>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20259144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20000" decel="6000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1+#ppt_w/2"/>
                                          </p:val>
                                        </p:tav>
                                        <p:tav tm="100000">
                                          <p:val>
                                            <p:strVal val="#ppt_x"/>
                                          </p:val>
                                        </p:tav>
                                      </p:tavLst>
                                    </p:anim>
                                    <p:anim calcmode="lin" valueType="num">
                                      <p:cBhvr additive="base">
                                        <p:cTn id="8" dur="5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accel="20000" decel="60000" fill="hold" nodeType="afterEffect">
                                  <p:stCondLst>
                                    <p:cond delay="0"/>
                                  </p:stCondLst>
                                  <p:childTnLst>
                                    <p:set>
                                      <p:cBhvr>
                                        <p:cTn id="11" dur="1" fill="hold">
                                          <p:stCondLst>
                                            <p:cond delay="0"/>
                                          </p:stCondLst>
                                        </p:cTn>
                                        <p:tgtEl>
                                          <p:spTgt spid="92"/>
                                        </p:tgtEl>
                                        <p:attrNameLst>
                                          <p:attrName>style.visibility</p:attrName>
                                        </p:attrNameLst>
                                      </p:cBhvr>
                                      <p:to>
                                        <p:strVal val="visible"/>
                                      </p:to>
                                    </p:set>
                                    <p:anim calcmode="lin" valueType="num">
                                      <p:cBhvr additive="base">
                                        <p:cTn id="12" dur="500" fill="hold"/>
                                        <p:tgtEl>
                                          <p:spTgt spid="92"/>
                                        </p:tgtEl>
                                        <p:attrNameLst>
                                          <p:attrName>ppt_x</p:attrName>
                                        </p:attrNameLst>
                                      </p:cBhvr>
                                      <p:tavLst>
                                        <p:tav tm="0">
                                          <p:val>
                                            <p:strVal val="1+#ppt_w/2"/>
                                          </p:val>
                                        </p:tav>
                                        <p:tav tm="100000">
                                          <p:val>
                                            <p:strVal val="#ppt_x"/>
                                          </p:val>
                                        </p:tav>
                                      </p:tavLst>
                                    </p:anim>
                                    <p:anim calcmode="lin" valueType="num">
                                      <p:cBhvr additive="base">
                                        <p:cTn id="13" dur="500" fill="hold"/>
                                        <p:tgtEl>
                                          <p:spTgt spid="9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accel="20000" decel="60000" fill="hold" nodeType="afterEffect">
                                  <p:stCondLst>
                                    <p:cond delay="0"/>
                                  </p:stCondLst>
                                  <p:childTnLst>
                                    <p:set>
                                      <p:cBhvr>
                                        <p:cTn id="16" dur="1" fill="hold">
                                          <p:stCondLst>
                                            <p:cond delay="0"/>
                                          </p:stCondLst>
                                        </p:cTn>
                                        <p:tgtEl>
                                          <p:spTgt spid="96"/>
                                        </p:tgtEl>
                                        <p:attrNameLst>
                                          <p:attrName>style.visibility</p:attrName>
                                        </p:attrNameLst>
                                      </p:cBhvr>
                                      <p:to>
                                        <p:strVal val="visible"/>
                                      </p:to>
                                    </p:set>
                                    <p:anim calcmode="lin" valueType="num">
                                      <p:cBhvr additive="base">
                                        <p:cTn id="17" dur="500" fill="hold"/>
                                        <p:tgtEl>
                                          <p:spTgt spid="96"/>
                                        </p:tgtEl>
                                        <p:attrNameLst>
                                          <p:attrName>ppt_x</p:attrName>
                                        </p:attrNameLst>
                                      </p:cBhvr>
                                      <p:tavLst>
                                        <p:tav tm="0">
                                          <p:val>
                                            <p:strVal val="1+#ppt_w/2"/>
                                          </p:val>
                                        </p:tav>
                                        <p:tav tm="100000">
                                          <p:val>
                                            <p:strVal val="#ppt_x"/>
                                          </p:val>
                                        </p:tav>
                                      </p:tavLst>
                                    </p:anim>
                                    <p:anim calcmode="lin" valueType="num">
                                      <p:cBhvr additive="base">
                                        <p:cTn id="18" dur="500" fill="hold"/>
                                        <p:tgtEl>
                                          <p:spTgt spid="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730530"/>
            <a:ext cx="8368363" cy="173255"/>
          </a:xfrm>
          <a:prstGeom prst="rect">
            <a:avLst/>
          </a:prstGeom>
        </p:spPr>
        <p:txBody>
          <a:bodyPr/>
          <a:lstStyle/>
          <a:p>
            <a:r>
              <a:rPr lang="en-US"/>
              <a:t>References</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References</a:t>
            </a:r>
          </a:p>
        </p:txBody>
      </p:sp>
      <p:sp>
        <p:nvSpPr>
          <p:cNvPr id="6" name="Inhaltsplatzhalter 4">
            <a:extLst>
              <a:ext uri="{FF2B5EF4-FFF2-40B4-BE49-F238E27FC236}">
                <a16:creationId xmlns:a16="http://schemas.microsoft.com/office/drawing/2014/main" id="{9C3E40A7-A7EC-4936-9DAB-36659322C407}"/>
              </a:ext>
            </a:extLst>
          </p:cNvPr>
          <p:cNvSpPr txBox="1">
            <a:spLocks/>
          </p:cNvSpPr>
          <p:nvPr/>
        </p:nvSpPr>
        <p:spPr>
          <a:xfrm>
            <a:off x="1019132" y="1207770"/>
            <a:ext cx="3324268" cy="57246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100" b="1">
                <a:solidFill>
                  <a:schemeClr val="tx1">
                    <a:lumMod val="75000"/>
                    <a:lumOff val="25000"/>
                  </a:schemeClr>
                </a:solidFill>
                <a:latin typeface="+mn-lt"/>
              </a:rPr>
              <a:t>References Title Here</a:t>
            </a:r>
            <a:br>
              <a:rPr lang="en-US" sz="1100" b="1">
                <a:solidFill>
                  <a:schemeClr val="tx1">
                    <a:lumMod val="75000"/>
                    <a:lumOff val="25000"/>
                  </a:schemeClr>
                </a:solidFill>
                <a:latin typeface="+mn-lt"/>
              </a:rPr>
            </a:br>
            <a:r>
              <a:rPr lang="en-US" sz="1000">
                <a:solidFill>
                  <a:schemeClr val="tx1">
                    <a:lumMod val="75000"/>
                    <a:lumOff val="25000"/>
                  </a:schemeClr>
                </a:solidFill>
                <a:latin typeface="+mn-lt"/>
              </a:rPr>
              <a:t>This is a sample text. You simply add your own text and description here. </a:t>
            </a:r>
          </a:p>
        </p:txBody>
      </p:sp>
      <p:sp>
        <p:nvSpPr>
          <p:cNvPr id="7" name="Inhaltsplatzhalter 4">
            <a:extLst>
              <a:ext uri="{FF2B5EF4-FFF2-40B4-BE49-F238E27FC236}">
                <a16:creationId xmlns:a16="http://schemas.microsoft.com/office/drawing/2014/main" id="{3EFE372B-4A08-4915-A5A0-61841AA5ACEE}"/>
              </a:ext>
            </a:extLst>
          </p:cNvPr>
          <p:cNvSpPr txBox="1">
            <a:spLocks/>
          </p:cNvSpPr>
          <p:nvPr/>
        </p:nvSpPr>
        <p:spPr>
          <a:xfrm>
            <a:off x="1019132" y="2080192"/>
            <a:ext cx="3324268" cy="57246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100" b="1">
                <a:solidFill>
                  <a:schemeClr val="tx1">
                    <a:lumMod val="75000"/>
                    <a:lumOff val="25000"/>
                  </a:schemeClr>
                </a:solidFill>
                <a:latin typeface="+mn-lt"/>
              </a:rPr>
              <a:t>References Title Here</a:t>
            </a:r>
            <a:br>
              <a:rPr lang="en-US" sz="1100" b="1">
                <a:solidFill>
                  <a:schemeClr val="tx1">
                    <a:lumMod val="75000"/>
                    <a:lumOff val="25000"/>
                  </a:schemeClr>
                </a:solidFill>
                <a:latin typeface="+mn-lt"/>
              </a:rPr>
            </a:br>
            <a:r>
              <a:rPr lang="en-US" sz="1000">
                <a:solidFill>
                  <a:schemeClr val="tx1">
                    <a:lumMod val="75000"/>
                    <a:lumOff val="25000"/>
                  </a:schemeClr>
                </a:solidFill>
                <a:latin typeface="+mn-lt"/>
              </a:rPr>
              <a:t>This is a sample text. You simply add your own text and description here. </a:t>
            </a:r>
          </a:p>
        </p:txBody>
      </p:sp>
      <p:sp>
        <p:nvSpPr>
          <p:cNvPr id="8" name="Inhaltsplatzhalter 4">
            <a:extLst>
              <a:ext uri="{FF2B5EF4-FFF2-40B4-BE49-F238E27FC236}">
                <a16:creationId xmlns:a16="http://schemas.microsoft.com/office/drawing/2014/main" id="{8B52BF8D-B686-4D0D-BCFD-2546C01935FF}"/>
              </a:ext>
            </a:extLst>
          </p:cNvPr>
          <p:cNvSpPr txBox="1">
            <a:spLocks/>
          </p:cNvSpPr>
          <p:nvPr/>
        </p:nvSpPr>
        <p:spPr>
          <a:xfrm>
            <a:off x="1019132" y="2952613"/>
            <a:ext cx="3324268" cy="57246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100" b="1">
                <a:solidFill>
                  <a:schemeClr val="tx1">
                    <a:lumMod val="75000"/>
                    <a:lumOff val="25000"/>
                  </a:schemeClr>
                </a:solidFill>
                <a:latin typeface="+mn-lt"/>
              </a:rPr>
              <a:t>References Title Here</a:t>
            </a:r>
            <a:br>
              <a:rPr lang="en-US" sz="1100" b="1">
                <a:solidFill>
                  <a:schemeClr val="tx1">
                    <a:lumMod val="75000"/>
                    <a:lumOff val="25000"/>
                  </a:schemeClr>
                </a:solidFill>
                <a:latin typeface="+mn-lt"/>
              </a:rPr>
            </a:br>
            <a:r>
              <a:rPr lang="en-US" sz="1000">
                <a:solidFill>
                  <a:schemeClr val="tx1">
                    <a:lumMod val="75000"/>
                    <a:lumOff val="25000"/>
                  </a:schemeClr>
                </a:solidFill>
                <a:latin typeface="+mn-lt"/>
              </a:rPr>
              <a:t>This is a sample text. You simply add your own text and description here. </a:t>
            </a:r>
          </a:p>
        </p:txBody>
      </p:sp>
      <p:sp>
        <p:nvSpPr>
          <p:cNvPr id="9" name="Inhaltsplatzhalter 4">
            <a:extLst>
              <a:ext uri="{FF2B5EF4-FFF2-40B4-BE49-F238E27FC236}">
                <a16:creationId xmlns:a16="http://schemas.microsoft.com/office/drawing/2014/main" id="{E070B8C2-C77A-49B7-BE2F-92627EFBC1E4}"/>
              </a:ext>
            </a:extLst>
          </p:cNvPr>
          <p:cNvSpPr txBox="1">
            <a:spLocks/>
          </p:cNvSpPr>
          <p:nvPr/>
        </p:nvSpPr>
        <p:spPr>
          <a:xfrm>
            <a:off x="1019132" y="3825035"/>
            <a:ext cx="3324268" cy="57246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100" b="1">
                <a:solidFill>
                  <a:schemeClr val="tx1">
                    <a:lumMod val="75000"/>
                    <a:lumOff val="25000"/>
                  </a:schemeClr>
                </a:solidFill>
                <a:latin typeface="+mn-lt"/>
              </a:rPr>
              <a:t>References Title Here</a:t>
            </a:r>
            <a:br>
              <a:rPr lang="en-US" sz="1100" b="1">
                <a:solidFill>
                  <a:schemeClr val="tx1">
                    <a:lumMod val="75000"/>
                    <a:lumOff val="25000"/>
                  </a:schemeClr>
                </a:solidFill>
                <a:latin typeface="+mn-lt"/>
              </a:rPr>
            </a:br>
            <a:r>
              <a:rPr lang="en-US" sz="1000">
                <a:solidFill>
                  <a:schemeClr val="tx1">
                    <a:lumMod val="75000"/>
                    <a:lumOff val="25000"/>
                  </a:schemeClr>
                </a:solidFill>
                <a:latin typeface="+mn-lt"/>
              </a:rPr>
              <a:t>This is a sample text. You simply add your own text and description here. </a:t>
            </a:r>
          </a:p>
        </p:txBody>
      </p:sp>
      <p:sp>
        <p:nvSpPr>
          <p:cNvPr id="10" name="Inhaltsplatzhalter 4">
            <a:extLst>
              <a:ext uri="{FF2B5EF4-FFF2-40B4-BE49-F238E27FC236}">
                <a16:creationId xmlns:a16="http://schemas.microsoft.com/office/drawing/2014/main" id="{ED5522E7-3D4E-4D97-AFC9-665EBC87BE5C}"/>
              </a:ext>
            </a:extLst>
          </p:cNvPr>
          <p:cNvSpPr txBox="1">
            <a:spLocks/>
          </p:cNvSpPr>
          <p:nvPr/>
        </p:nvSpPr>
        <p:spPr>
          <a:xfrm>
            <a:off x="5420900" y="1207770"/>
            <a:ext cx="3324268" cy="57246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100" b="1">
                <a:solidFill>
                  <a:schemeClr val="tx1">
                    <a:lumMod val="75000"/>
                    <a:lumOff val="25000"/>
                  </a:schemeClr>
                </a:solidFill>
                <a:latin typeface="+mn-lt"/>
              </a:rPr>
              <a:t>References Title Here</a:t>
            </a:r>
            <a:br>
              <a:rPr lang="en-US" sz="1100" b="1">
                <a:solidFill>
                  <a:schemeClr val="tx1">
                    <a:lumMod val="75000"/>
                    <a:lumOff val="25000"/>
                  </a:schemeClr>
                </a:solidFill>
                <a:latin typeface="+mn-lt"/>
              </a:rPr>
            </a:br>
            <a:r>
              <a:rPr lang="en-US" sz="1000">
                <a:solidFill>
                  <a:schemeClr val="tx1">
                    <a:lumMod val="75000"/>
                    <a:lumOff val="25000"/>
                  </a:schemeClr>
                </a:solidFill>
                <a:latin typeface="+mn-lt"/>
              </a:rPr>
              <a:t>This is a sample text. You simply add your own text and description here. </a:t>
            </a:r>
          </a:p>
        </p:txBody>
      </p:sp>
      <p:sp>
        <p:nvSpPr>
          <p:cNvPr id="11" name="Inhaltsplatzhalter 4">
            <a:extLst>
              <a:ext uri="{FF2B5EF4-FFF2-40B4-BE49-F238E27FC236}">
                <a16:creationId xmlns:a16="http://schemas.microsoft.com/office/drawing/2014/main" id="{2906AD68-A521-4E3C-9C58-553AB20E3B62}"/>
              </a:ext>
            </a:extLst>
          </p:cNvPr>
          <p:cNvSpPr txBox="1">
            <a:spLocks/>
          </p:cNvSpPr>
          <p:nvPr/>
        </p:nvSpPr>
        <p:spPr>
          <a:xfrm>
            <a:off x="5420900" y="2080192"/>
            <a:ext cx="3324268" cy="57246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100" b="1">
                <a:solidFill>
                  <a:schemeClr val="tx1">
                    <a:lumMod val="75000"/>
                    <a:lumOff val="25000"/>
                  </a:schemeClr>
                </a:solidFill>
                <a:latin typeface="+mn-lt"/>
              </a:rPr>
              <a:t>References Title Here</a:t>
            </a:r>
            <a:br>
              <a:rPr lang="en-US" sz="1100" b="1">
                <a:solidFill>
                  <a:schemeClr val="tx1">
                    <a:lumMod val="75000"/>
                    <a:lumOff val="25000"/>
                  </a:schemeClr>
                </a:solidFill>
                <a:latin typeface="+mn-lt"/>
              </a:rPr>
            </a:br>
            <a:r>
              <a:rPr lang="en-US" sz="1000">
                <a:solidFill>
                  <a:schemeClr val="tx1">
                    <a:lumMod val="75000"/>
                    <a:lumOff val="25000"/>
                  </a:schemeClr>
                </a:solidFill>
                <a:latin typeface="+mn-lt"/>
              </a:rPr>
              <a:t>This is a sample text. You simply add your own text and description here. </a:t>
            </a:r>
          </a:p>
        </p:txBody>
      </p:sp>
      <p:sp>
        <p:nvSpPr>
          <p:cNvPr id="12" name="Inhaltsplatzhalter 4">
            <a:extLst>
              <a:ext uri="{FF2B5EF4-FFF2-40B4-BE49-F238E27FC236}">
                <a16:creationId xmlns:a16="http://schemas.microsoft.com/office/drawing/2014/main" id="{EEAB6C19-0E62-474E-8AE7-B0C193E9D31C}"/>
              </a:ext>
            </a:extLst>
          </p:cNvPr>
          <p:cNvSpPr txBox="1">
            <a:spLocks/>
          </p:cNvSpPr>
          <p:nvPr/>
        </p:nvSpPr>
        <p:spPr>
          <a:xfrm>
            <a:off x="5420900" y="2952613"/>
            <a:ext cx="3324268" cy="57246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100" b="1">
                <a:solidFill>
                  <a:schemeClr val="tx1">
                    <a:lumMod val="75000"/>
                    <a:lumOff val="25000"/>
                  </a:schemeClr>
                </a:solidFill>
                <a:latin typeface="+mn-lt"/>
              </a:rPr>
              <a:t>References Title Here</a:t>
            </a:r>
            <a:br>
              <a:rPr lang="en-US" sz="1100" b="1">
                <a:solidFill>
                  <a:schemeClr val="tx1">
                    <a:lumMod val="75000"/>
                    <a:lumOff val="25000"/>
                  </a:schemeClr>
                </a:solidFill>
                <a:latin typeface="+mn-lt"/>
              </a:rPr>
            </a:br>
            <a:r>
              <a:rPr lang="en-US" sz="1000">
                <a:solidFill>
                  <a:schemeClr val="tx1">
                    <a:lumMod val="75000"/>
                    <a:lumOff val="25000"/>
                  </a:schemeClr>
                </a:solidFill>
                <a:latin typeface="+mn-lt"/>
              </a:rPr>
              <a:t>This is a sample text. You simply add your own text and description here. </a:t>
            </a:r>
          </a:p>
        </p:txBody>
      </p:sp>
      <p:sp>
        <p:nvSpPr>
          <p:cNvPr id="13" name="Inhaltsplatzhalter 4">
            <a:extLst>
              <a:ext uri="{FF2B5EF4-FFF2-40B4-BE49-F238E27FC236}">
                <a16:creationId xmlns:a16="http://schemas.microsoft.com/office/drawing/2014/main" id="{83110C58-F9BF-4E3C-BA16-4AFA6AC84513}"/>
              </a:ext>
            </a:extLst>
          </p:cNvPr>
          <p:cNvSpPr txBox="1">
            <a:spLocks/>
          </p:cNvSpPr>
          <p:nvPr/>
        </p:nvSpPr>
        <p:spPr>
          <a:xfrm>
            <a:off x="5420900" y="3825035"/>
            <a:ext cx="3324268" cy="57246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1100" b="1">
                <a:solidFill>
                  <a:schemeClr val="tx1">
                    <a:lumMod val="75000"/>
                    <a:lumOff val="25000"/>
                  </a:schemeClr>
                </a:solidFill>
                <a:latin typeface="+mn-lt"/>
              </a:rPr>
              <a:t>References Title Here</a:t>
            </a:r>
            <a:br>
              <a:rPr lang="en-US" sz="1100" b="1">
                <a:solidFill>
                  <a:schemeClr val="tx1">
                    <a:lumMod val="75000"/>
                    <a:lumOff val="25000"/>
                  </a:schemeClr>
                </a:solidFill>
                <a:latin typeface="+mn-lt"/>
              </a:rPr>
            </a:br>
            <a:r>
              <a:rPr lang="en-US" sz="1000">
                <a:solidFill>
                  <a:schemeClr val="tx1">
                    <a:lumMod val="75000"/>
                    <a:lumOff val="25000"/>
                  </a:schemeClr>
                </a:solidFill>
                <a:latin typeface="+mn-lt"/>
              </a:rPr>
              <a:t>This is a sample text. You simply add your own text and description here. </a:t>
            </a:r>
          </a:p>
        </p:txBody>
      </p:sp>
      <p:sp>
        <p:nvSpPr>
          <p:cNvPr id="14" name="Oval 13">
            <a:extLst>
              <a:ext uri="{FF2B5EF4-FFF2-40B4-BE49-F238E27FC236}">
                <a16:creationId xmlns:a16="http://schemas.microsoft.com/office/drawing/2014/main" id="{1EA8932D-0A32-4E51-8D65-73893EBE69BC}"/>
              </a:ext>
            </a:extLst>
          </p:cNvPr>
          <p:cNvSpPr/>
          <p:nvPr/>
        </p:nvSpPr>
        <p:spPr>
          <a:xfrm flipH="1">
            <a:off x="405475" y="1219923"/>
            <a:ext cx="550358" cy="548158"/>
          </a:xfrm>
          <a:prstGeom prst="ellipse">
            <a:avLst/>
          </a:prstGeom>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latin typeface="+mj-lt"/>
              </a:rPr>
              <a:t>1</a:t>
            </a:r>
          </a:p>
        </p:txBody>
      </p:sp>
      <p:sp>
        <p:nvSpPr>
          <p:cNvPr id="15" name="Oval 14">
            <a:extLst>
              <a:ext uri="{FF2B5EF4-FFF2-40B4-BE49-F238E27FC236}">
                <a16:creationId xmlns:a16="http://schemas.microsoft.com/office/drawing/2014/main" id="{E19C28BF-7D65-4104-A0F2-56F71F7DA105}"/>
              </a:ext>
            </a:extLst>
          </p:cNvPr>
          <p:cNvSpPr/>
          <p:nvPr/>
        </p:nvSpPr>
        <p:spPr>
          <a:xfrm flipH="1">
            <a:off x="4797870" y="1219923"/>
            <a:ext cx="550358" cy="548158"/>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latin typeface="+mj-lt"/>
              </a:rPr>
              <a:t>5</a:t>
            </a:r>
          </a:p>
        </p:txBody>
      </p:sp>
      <p:sp>
        <p:nvSpPr>
          <p:cNvPr id="16" name="Oval 15">
            <a:extLst>
              <a:ext uri="{FF2B5EF4-FFF2-40B4-BE49-F238E27FC236}">
                <a16:creationId xmlns:a16="http://schemas.microsoft.com/office/drawing/2014/main" id="{01DCB397-02D1-4A55-90DA-A2884E6C34A2}"/>
              </a:ext>
            </a:extLst>
          </p:cNvPr>
          <p:cNvSpPr/>
          <p:nvPr/>
        </p:nvSpPr>
        <p:spPr>
          <a:xfrm flipH="1">
            <a:off x="405475" y="2092345"/>
            <a:ext cx="550358" cy="548158"/>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latin typeface="+mj-lt"/>
              </a:rPr>
              <a:t>2</a:t>
            </a:r>
          </a:p>
        </p:txBody>
      </p:sp>
      <p:sp>
        <p:nvSpPr>
          <p:cNvPr id="17" name="Oval 16">
            <a:extLst>
              <a:ext uri="{FF2B5EF4-FFF2-40B4-BE49-F238E27FC236}">
                <a16:creationId xmlns:a16="http://schemas.microsoft.com/office/drawing/2014/main" id="{6E44C302-7A92-49B7-94A8-20853960F1F9}"/>
              </a:ext>
            </a:extLst>
          </p:cNvPr>
          <p:cNvSpPr/>
          <p:nvPr/>
        </p:nvSpPr>
        <p:spPr>
          <a:xfrm flipH="1">
            <a:off x="4797870" y="2092345"/>
            <a:ext cx="550358" cy="548158"/>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latin typeface="+mj-lt"/>
              </a:rPr>
              <a:t>6</a:t>
            </a:r>
          </a:p>
        </p:txBody>
      </p:sp>
      <p:sp>
        <p:nvSpPr>
          <p:cNvPr id="18" name="Oval 17">
            <a:extLst>
              <a:ext uri="{FF2B5EF4-FFF2-40B4-BE49-F238E27FC236}">
                <a16:creationId xmlns:a16="http://schemas.microsoft.com/office/drawing/2014/main" id="{1E9A4BBD-FCBB-412C-8CDA-A4975F80A39B}"/>
              </a:ext>
            </a:extLst>
          </p:cNvPr>
          <p:cNvSpPr/>
          <p:nvPr/>
        </p:nvSpPr>
        <p:spPr>
          <a:xfrm flipH="1">
            <a:off x="405475" y="2964767"/>
            <a:ext cx="550358" cy="548158"/>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latin typeface="+mj-lt"/>
              </a:rPr>
              <a:t>3</a:t>
            </a:r>
          </a:p>
        </p:txBody>
      </p:sp>
      <p:sp>
        <p:nvSpPr>
          <p:cNvPr id="19" name="Oval 18">
            <a:extLst>
              <a:ext uri="{FF2B5EF4-FFF2-40B4-BE49-F238E27FC236}">
                <a16:creationId xmlns:a16="http://schemas.microsoft.com/office/drawing/2014/main" id="{498EFC1E-7D13-405D-8F25-5CE3CC8946BE}"/>
              </a:ext>
            </a:extLst>
          </p:cNvPr>
          <p:cNvSpPr/>
          <p:nvPr/>
        </p:nvSpPr>
        <p:spPr>
          <a:xfrm flipH="1">
            <a:off x="4797870" y="2964767"/>
            <a:ext cx="550358" cy="548158"/>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latin typeface="+mj-lt"/>
              </a:rPr>
              <a:t>7</a:t>
            </a:r>
          </a:p>
        </p:txBody>
      </p:sp>
      <p:sp>
        <p:nvSpPr>
          <p:cNvPr id="20" name="Oval 19">
            <a:extLst>
              <a:ext uri="{FF2B5EF4-FFF2-40B4-BE49-F238E27FC236}">
                <a16:creationId xmlns:a16="http://schemas.microsoft.com/office/drawing/2014/main" id="{2916670B-3BB6-4064-B2D7-199A94A00B96}"/>
              </a:ext>
            </a:extLst>
          </p:cNvPr>
          <p:cNvSpPr/>
          <p:nvPr/>
        </p:nvSpPr>
        <p:spPr>
          <a:xfrm flipH="1">
            <a:off x="405475" y="3837188"/>
            <a:ext cx="550358" cy="548158"/>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latin typeface="+mj-lt"/>
              </a:rPr>
              <a:t>4</a:t>
            </a:r>
          </a:p>
        </p:txBody>
      </p:sp>
      <p:sp>
        <p:nvSpPr>
          <p:cNvPr id="21" name="Oval 20">
            <a:extLst>
              <a:ext uri="{FF2B5EF4-FFF2-40B4-BE49-F238E27FC236}">
                <a16:creationId xmlns:a16="http://schemas.microsoft.com/office/drawing/2014/main" id="{0270A950-65E2-44BE-945F-DDA8AC51549A}"/>
              </a:ext>
            </a:extLst>
          </p:cNvPr>
          <p:cNvSpPr/>
          <p:nvPr/>
        </p:nvSpPr>
        <p:spPr>
          <a:xfrm flipH="1">
            <a:off x="4797870" y="3837188"/>
            <a:ext cx="550358" cy="548158"/>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latin typeface="+mj-lt"/>
              </a:rPr>
              <a:t>8</a:t>
            </a:r>
          </a:p>
        </p:txBody>
      </p:sp>
      <p:sp>
        <p:nvSpPr>
          <p:cNvPr id="5" name="Rectangle 4">
            <a:extLst>
              <a:ext uri="{FF2B5EF4-FFF2-40B4-BE49-F238E27FC236}">
                <a16:creationId xmlns:a16="http://schemas.microsoft.com/office/drawing/2014/main" id="{E5F152E1-39E0-25C8-929D-567DBB834979}"/>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6137479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500" fill="hold"/>
                                        <p:tgtEl>
                                          <p:spTgt spid="16"/>
                                        </p:tgtEl>
                                        <p:attrNameLst>
                                          <p:attrName>ppt_w</p:attrName>
                                        </p:attrNameLst>
                                      </p:cBhvr>
                                      <p:tavLst>
                                        <p:tav tm="0">
                                          <p:val>
                                            <p:fltVal val="0"/>
                                          </p:val>
                                        </p:tav>
                                        <p:tav tm="100000">
                                          <p:val>
                                            <p:strVal val="#ppt_w"/>
                                          </p:val>
                                        </p:tav>
                                      </p:tavLst>
                                    </p:anim>
                                    <p:anim calcmode="lin" valueType="num">
                                      <p:cBhvr>
                                        <p:cTn id="17" dur="500" fill="hold"/>
                                        <p:tgtEl>
                                          <p:spTgt spid="16"/>
                                        </p:tgtEl>
                                        <p:attrNameLst>
                                          <p:attrName>ppt_h</p:attrName>
                                        </p:attrNameLst>
                                      </p:cBhvr>
                                      <p:tavLst>
                                        <p:tav tm="0">
                                          <p:val>
                                            <p:fltVal val="0"/>
                                          </p:val>
                                        </p:tav>
                                        <p:tav tm="100000">
                                          <p:val>
                                            <p:strVal val="#ppt_h"/>
                                          </p:val>
                                        </p:tav>
                                      </p:tavLst>
                                    </p:anim>
                                    <p:animEffect transition="in" filter="fade">
                                      <p:cBhvr>
                                        <p:cTn id="18" dur="500"/>
                                        <p:tgtEl>
                                          <p:spTgt spid="16"/>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1000"/>
                            </p:stCondLst>
                            <p:childTnLst>
                              <p:par>
                                <p:cTn id="23" presetID="53" presetClass="entr" presetSubtype="16"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p:stCondLst>
                              <p:cond delay="1500"/>
                            </p:stCondLst>
                            <p:childTnLst>
                              <p:par>
                                <p:cTn id="32" presetID="53" presetClass="entr" presetSubtype="16"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p:cTn id="34" dur="500" fill="hold"/>
                                        <p:tgtEl>
                                          <p:spTgt spid="20"/>
                                        </p:tgtEl>
                                        <p:attrNameLst>
                                          <p:attrName>ppt_w</p:attrName>
                                        </p:attrNameLst>
                                      </p:cBhvr>
                                      <p:tavLst>
                                        <p:tav tm="0">
                                          <p:val>
                                            <p:fltVal val="0"/>
                                          </p:val>
                                        </p:tav>
                                        <p:tav tm="100000">
                                          <p:val>
                                            <p:strVal val="#ppt_w"/>
                                          </p:val>
                                        </p:tav>
                                      </p:tavLst>
                                    </p:anim>
                                    <p:anim calcmode="lin" valueType="num">
                                      <p:cBhvr>
                                        <p:cTn id="35" dur="500" fill="hold"/>
                                        <p:tgtEl>
                                          <p:spTgt spid="20"/>
                                        </p:tgtEl>
                                        <p:attrNameLst>
                                          <p:attrName>ppt_h</p:attrName>
                                        </p:attrNameLst>
                                      </p:cBhvr>
                                      <p:tavLst>
                                        <p:tav tm="0">
                                          <p:val>
                                            <p:fltVal val="0"/>
                                          </p:val>
                                        </p:tav>
                                        <p:tav tm="100000">
                                          <p:val>
                                            <p:strVal val="#ppt_h"/>
                                          </p:val>
                                        </p:tav>
                                      </p:tavLst>
                                    </p:anim>
                                    <p:animEffect transition="in" filter="fade">
                                      <p:cBhvr>
                                        <p:cTn id="36" dur="500"/>
                                        <p:tgtEl>
                                          <p:spTgt spid="20"/>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childTnLst>
                          </p:cTn>
                        </p:par>
                        <p:par>
                          <p:cTn id="40" fill="hold">
                            <p:stCondLst>
                              <p:cond delay="2000"/>
                            </p:stCondLst>
                            <p:childTnLst>
                              <p:par>
                                <p:cTn id="41" presetID="53" presetClass="entr" presetSubtype="16"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par>
                          <p:cTn id="49" fill="hold">
                            <p:stCondLst>
                              <p:cond delay="2500"/>
                            </p:stCondLst>
                            <p:childTnLst>
                              <p:par>
                                <p:cTn id="50" presetID="53" presetClass="entr" presetSubtype="16"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p:cTn id="52" dur="500" fill="hold"/>
                                        <p:tgtEl>
                                          <p:spTgt spid="17"/>
                                        </p:tgtEl>
                                        <p:attrNameLst>
                                          <p:attrName>ppt_w</p:attrName>
                                        </p:attrNameLst>
                                      </p:cBhvr>
                                      <p:tavLst>
                                        <p:tav tm="0">
                                          <p:val>
                                            <p:fltVal val="0"/>
                                          </p:val>
                                        </p:tav>
                                        <p:tav tm="100000">
                                          <p:val>
                                            <p:strVal val="#ppt_w"/>
                                          </p:val>
                                        </p:tav>
                                      </p:tavLst>
                                    </p:anim>
                                    <p:anim calcmode="lin" valueType="num">
                                      <p:cBhvr>
                                        <p:cTn id="53" dur="500" fill="hold"/>
                                        <p:tgtEl>
                                          <p:spTgt spid="17"/>
                                        </p:tgtEl>
                                        <p:attrNameLst>
                                          <p:attrName>ppt_h</p:attrName>
                                        </p:attrNameLst>
                                      </p:cBhvr>
                                      <p:tavLst>
                                        <p:tav tm="0">
                                          <p:val>
                                            <p:fltVal val="0"/>
                                          </p:val>
                                        </p:tav>
                                        <p:tav tm="100000">
                                          <p:val>
                                            <p:strVal val="#ppt_h"/>
                                          </p:val>
                                        </p:tav>
                                      </p:tavLst>
                                    </p:anim>
                                    <p:animEffect transition="in" filter="fade">
                                      <p:cBhvr>
                                        <p:cTn id="54" dur="500"/>
                                        <p:tgtEl>
                                          <p:spTgt spid="17"/>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par>
                          <p:cTn id="58" fill="hold">
                            <p:stCondLst>
                              <p:cond delay="3000"/>
                            </p:stCondLst>
                            <p:childTnLst>
                              <p:par>
                                <p:cTn id="59" presetID="53" presetClass="entr" presetSubtype="16" fill="hold" grpId="0" nodeType="after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fltVal val="0"/>
                                          </p:val>
                                        </p:tav>
                                        <p:tav tm="100000">
                                          <p:val>
                                            <p:strVal val="#ppt_h"/>
                                          </p:val>
                                        </p:tav>
                                      </p:tavLst>
                                    </p:anim>
                                    <p:animEffect transition="in" filter="fade">
                                      <p:cBhvr>
                                        <p:cTn id="63" dur="500"/>
                                        <p:tgtEl>
                                          <p:spTgt spid="19"/>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par>
                          <p:cTn id="67" fill="hold">
                            <p:stCondLst>
                              <p:cond delay="3500"/>
                            </p:stCondLst>
                            <p:childTnLst>
                              <p:par>
                                <p:cTn id="68" presetID="53" presetClass="entr" presetSubtype="16" fill="hold" grpId="0" nodeType="after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p:cTn id="70" dur="500" fill="hold"/>
                                        <p:tgtEl>
                                          <p:spTgt spid="21"/>
                                        </p:tgtEl>
                                        <p:attrNameLst>
                                          <p:attrName>ppt_w</p:attrName>
                                        </p:attrNameLst>
                                      </p:cBhvr>
                                      <p:tavLst>
                                        <p:tav tm="0">
                                          <p:val>
                                            <p:fltVal val="0"/>
                                          </p:val>
                                        </p:tav>
                                        <p:tav tm="100000">
                                          <p:val>
                                            <p:strVal val="#ppt_w"/>
                                          </p:val>
                                        </p:tav>
                                      </p:tavLst>
                                    </p:anim>
                                    <p:anim calcmode="lin" valueType="num">
                                      <p:cBhvr>
                                        <p:cTn id="71" dur="500" fill="hold"/>
                                        <p:tgtEl>
                                          <p:spTgt spid="21"/>
                                        </p:tgtEl>
                                        <p:attrNameLst>
                                          <p:attrName>ppt_h</p:attrName>
                                        </p:attrNameLst>
                                      </p:cBhvr>
                                      <p:tavLst>
                                        <p:tav tm="0">
                                          <p:val>
                                            <p:fltVal val="0"/>
                                          </p:val>
                                        </p:tav>
                                        <p:tav tm="100000">
                                          <p:val>
                                            <p:strVal val="#ppt_h"/>
                                          </p:val>
                                        </p:tav>
                                      </p:tavLst>
                                    </p:anim>
                                    <p:animEffect transition="in" filter="fade">
                                      <p:cBhvr>
                                        <p:cTn id="72" dur="500"/>
                                        <p:tgtEl>
                                          <p:spTgt spid="21"/>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wipe(left)">
                                      <p:cBhvr>
                                        <p:cTn id="7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animBg="1"/>
      <p:bldP spid="15" grpId="0" animBg="1"/>
      <p:bldP spid="16" grpId="0" animBg="1"/>
      <p:bldP spid="17" grpId="0" animBg="1"/>
      <p:bldP spid="18" grpId="0" animBg="1"/>
      <p:bldP spid="19" grpId="0" animBg="1"/>
      <p:bldP spid="20" grpId="0" animBg="1"/>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60C2B54-F90C-4F39-8F35-9235A576E02B}"/>
              </a:ext>
            </a:extLst>
          </p:cNvPr>
          <p:cNvGrpSpPr/>
          <p:nvPr/>
        </p:nvGrpSpPr>
        <p:grpSpPr>
          <a:xfrm>
            <a:off x="3889736" y="920854"/>
            <a:ext cx="1364528" cy="2024276"/>
            <a:chOff x="-1547813" y="1390650"/>
            <a:chExt cx="2068513" cy="3068638"/>
          </a:xfrm>
          <a:solidFill>
            <a:schemeClr val="accent2"/>
          </a:solidFill>
        </p:grpSpPr>
        <p:sp>
          <p:nvSpPr>
            <p:cNvPr id="6" name="Freeform 6">
              <a:extLst>
                <a:ext uri="{FF2B5EF4-FFF2-40B4-BE49-F238E27FC236}">
                  <a16:creationId xmlns:a16="http://schemas.microsoft.com/office/drawing/2014/main" id="{D5FD56B1-77EF-4242-9DD0-88F3EAA505B0}"/>
                </a:ext>
              </a:extLst>
            </p:cNvPr>
            <p:cNvSpPr>
              <a:spLocks/>
            </p:cNvSpPr>
            <p:nvPr/>
          </p:nvSpPr>
          <p:spPr bwMode="auto">
            <a:xfrm>
              <a:off x="-1547813" y="1390650"/>
              <a:ext cx="2068513" cy="2109788"/>
            </a:xfrm>
            <a:custGeom>
              <a:avLst/>
              <a:gdLst>
                <a:gd name="T0" fmla="*/ 1407 w 2604"/>
                <a:gd name="T1" fmla="*/ 4 h 2659"/>
                <a:gd name="T2" fmla="*/ 1698 w 2604"/>
                <a:gd name="T3" fmla="*/ 57 h 2659"/>
                <a:gd name="T4" fmla="*/ 1964 w 2604"/>
                <a:gd name="T5" fmla="*/ 167 h 2659"/>
                <a:gd name="T6" fmla="*/ 2194 w 2604"/>
                <a:gd name="T7" fmla="*/ 327 h 2659"/>
                <a:gd name="T8" fmla="*/ 2380 w 2604"/>
                <a:gd name="T9" fmla="*/ 532 h 2659"/>
                <a:gd name="T10" fmla="*/ 2516 w 2604"/>
                <a:gd name="T11" fmla="*/ 773 h 2659"/>
                <a:gd name="T12" fmla="*/ 2588 w 2604"/>
                <a:gd name="T13" fmla="*/ 1021 h 2659"/>
                <a:gd name="T14" fmla="*/ 2603 w 2604"/>
                <a:gd name="T15" fmla="*/ 1267 h 2659"/>
                <a:gd name="T16" fmla="*/ 2564 w 2604"/>
                <a:gd name="T17" fmla="*/ 1502 h 2659"/>
                <a:gd name="T18" fmla="*/ 2472 w 2604"/>
                <a:gd name="T19" fmla="*/ 1720 h 2659"/>
                <a:gd name="T20" fmla="*/ 2326 w 2604"/>
                <a:gd name="T21" fmla="*/ 1909 h 2659"/>
                <a:gd name="T22" fmla="*/ 2165 w 2604"/>
                <a:gd name="T23" fmla="*/ 2041 h 2659"/>
                <a:gd name="T24" fmla="*/ 1999 w 2604"/>
                <a:gd name="T25" fmla="*/ 2144 h 2659"/>
                <a:gd name="T26" fmla="*/ 1844 w 2604"/>
                <a:gd name="T27" fmla="*/ 2241 h 2659"/>
                <a:gd name="T28" fmla="*/ 1737 w 2604"/>
                <a:gd name="T29" fmla="*/ 2351 h 2659"/>
                <a:gd name="T30" fmla="*/ 1679 w 2604"/>
                <a:gd name="T31" fmla="*/ 2484 h 2659"/>
                <a:gd name="T32" fmla="*/ 1663 w 2604"/>
                <a:gd name="T33" fmla="*/ 2659 h 2659"/>
                <a:gd name="T34" fmla="*/ 958 w 2604"/>
                <a:gd name="T35" fmla="*/ 2479 h 2659"/>
                <a:gd name="T36" fmla="*/ 998 w 2604"/>
                <a:gd name="T37" fmla="*/ 2250 h 2659"/>
                <a:gd name="T38" fmla="*/ 1066 w 2604"/>
                <a:gd name="T39" fmla="*/ 2060 h 2659"/>
                <a:gd name="T40" fmla="*/ 1155 w 2604"/>
                <a:gd name="T41" fmla="*/ 1908 h 2659"/>
                <a:gd name="T42" fmla="*/ 1259 w 2604"/>
                <a:gd name="T43" fmla="*/ 1785 h 2659"/>
                <a:gd name="T44" fmla="*/ 1371 w 2604"/>
                <a:gd name="T45" fmla="*/ 1688 h 2659"/>
                <a:gd name="T46" fmla="*/ 1483 w 2604"/>
                <a:gd name="T47" fmla="*/ 1609 h 2659"/>
                <a:gd name="T48" fmla="*/ 1590 w 2604"/>
                <a:gd name="T49" fmla="*/ 1547 h 2659"/>
                <a:gd name="T50" fmla="*/ 1765 w 2604"/>
                <a:gd name="T51" fmla="*/ 1438 h 2659"/>
                <a:gd name="T52" fmla="*/ 1850 w 2604"/>
                <a:gd name="T53" fmla="*/ 1338 h 2659"/>
                <a:gd name="T54" fmla="*/ 1879 w 2604"/>
                <a:gd name="T55" fmla="*/ 1238 h 2659"/>
                <a:gd name="T56" fmla="*/ 1877 w 2604"/>
                <a:gd name="T57" fmla="*/ 1146 h 2659"/>
                <a:gd name="T58" fmla="*/ 1858 w 2604"/>
                <a:gd name="T59" fmla="*/ 1078 h 2659"/>
                <a:gd name="T60" fmla="*/ 1815 w 2604"/>
                <a:gd name="T61" fmla="*/ 992 h 2659"/>
                <a:gd name="T62" fmla="*/ 1737 w 2604"/>
                <a:gd name="T63" fmla="*/ 889 h 2659"/>
                <a:gd name="T64" fmla="*/ 1627 w 2604"/>
                <a:gd name="T65" fmla="*/ 805 h 2659"/>
                <a:gd name="T66" fmla="*/ 1485 w 2604"/>
                <a:gd name="T67" fmla="*/ 746 h 2659"/>
                <a:gd name="T68" fmla="*/ 1305 w 2604"/>
                <a:gd name="T69" fmla="*/ 724 h 2659"/>
                <a:gd name="T70" fmla="*/ 1130 w 2604"/>
                <a:gd name="T71" fmla="*/ 746 h 2659"/>
                <a:gd name="T72" fmla="*/ 992 w 2604"/>
                <a:gd name="T73" fmla="*/ 804 h 2659"/>
                <a:gd name="T74" fmla="*/ 887 w 2604"/>
                <a:gd name="T75" fmla="*/ 887 h 2659"/>
                <a:gd name="T76" fmla="*/ 810 w 2604"/>
                <a:gd name="T77" fmla="*/ 983 h 2659"/>
                <a:gd name="T78" fmla="*/ 759 w 2604"/>
                <a:gd name="T79" fmla="*/ 1083 h 2659"/>
                <a:gd name="T80" fmla="*/ 729 w 2604"/>
                <a:gd name="T81" fmla="*/ 1175 h 2659"/>
                <a:gd name="T82" fmla="*/ 714 w 2604"/>
                <a:gd name="T83" fmla="*/ 1248 h 2659"/>
                <a:gd name="T84" fmla="*/ 0 w 2604"/>
                <a:gd name="T85" fmla="*/ 1185 h 2659"/>
                <a:gd name="T86" fmla="*/ 26 w 2604"/>
                <a:gd name="T87" fmla="*/ 1042 h 2659"/>
                <a:gd name="T88" fmla="*/ 75 w 2604"/>
                <a:gd name="T89" fmla="*/ 882 h 2659"/>
                <a:gd name="T90" fmla="*/ 150 w 2604"/>
                <a:gd name="T91" fmla="*/ 714 h 2659"/>
                <a:gd name="T92" fmla="*/ 250 w 2604"/>
                <a:gd name="T93" fmla="*/ 546 h 2659"/>
                <a:gd name="T94" fmla="*/ 379 w 2604"/>
                <a:gd name="T95" fmla="*/ 387 h 2659"/>
                <a:gd name="T96" fmla="*/ 537 w 2604"/>
                <a:gd name="T97" fmla="*/ 245 h 2659"/>
                <a:gd name="T98" fmla="*/ 727 w 2604"/>
                <a:gd name="T99" fmla="*/ 127 h 2659"/>
                <a:gd name="T100" fmla="*/ 951 w 2604"/>
                <a:gd name="T101" fmla="*/ 44 h 2659"/>
                <a:gd name="T102" fmla="*/ 1211 w 2604"/>
                <a:gd name="T103" fmla="*/ 3 h 2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04" h="2659">
                  <a:moveTo>
                    <a:pt x="1305" y="0"/>
                  </a:moveTo>
                  <a:lnTo>
                    <a:pt x="1305" y="0"/>
                  </a:lnTo>
                  <a:lnTo>
                    <a:pt x="1407" y="4"/>
                  </a:lnTo>
                  <a:lnTo>
                    <a:pt x="1507" y="14"/>
                  </a:lnTo>
                  <a:lnTo>
                    <a:pt x="1604" y="32"/>
                  </a:lnTo>
                  <a:lnTo>
                    <a:pt x="1698" y="57"/>
                  </a:lnTo>
                  <a:lnTo>
                    <a:pt x="1790" y="87"/>
                  </a:lnTo>
                  <a:lnTo>
                    <a:pt x="1878" y="124"/>
                  </a:lnTo>
                  <a:lnTo>
                    <a:pt x="1964" y="167"/>
                  </a:lnTo>
                  <a:lnTo>
                    <a:pt x="2044" y="214"/>
                  </a:lnTo>
                  <a:lnTo>
                    <a:pt x="2121" y="268"/>
                  </a:lnTo>
                  <a:lnTo>
                    <a:pt x="2194" y="327"/>
                  </a:lnTo>
                  <a:lnTo>
                    <a:pt x="2261" y="391"/>
                  </a:lnTo>
                  <a:lnTo>
                    <a:pt x="2324" y="459"/>
                  </a:lnTo>
                  <a:lnTo>
                    <a:pt x="2380" y="532"/>
                  </a:lnTo>
                  <a:lnTo>
                    <a:pt x="2432" y="609"/>
                  </a:lnTo>
                  <a:lnTo>
                    <a:pt x="2477" y="690"/>
                  </a:lnTo>
                  <a:lnTo>
                    <a:pt x="2516" y="773"/>
                  </a:lnTo>
                  <a:lnTo>
                    <a:pt x="2546" y="856"/>
                  </a:lnTo>
                  <a:lnTo>
                    <a:pt x="2570" y="938"/>
                  </a:lnTo>
                  <a:lnTo>
                    <a:pt x="2588" y="1021"/>
                  </a:lnTo>
                  <a:lnTo>
                    <a:pt x="2599" y="1105"/>
                  </a:lnTo>
                  <a:lnTo>
                    <a:pt x="2604" y="1187"/>
                  </a:lnTo>
                  <a:lnTo>
                    <a:pt x="2603" y="1267"/>
                  </a:lnTo>
                  <a:lnTo>
                    <a:pt x="2597" y="1347"/>
                  </a:lnTo>
                  <a:lnTo>
                    <a:pt x="2583" y="1426"/>
                  </a:lnTo>
                  <a:lnTo>
                    <a:pt x="2564" y="1502"/>
                  </a:lnTo>
                  <a:lnTo>
                    <a:pt x="2539" y="1577"/>
                  </a:lnTo>
                  <a:lnTo>
                    <a:pt x="2509" y="1649"/>
                  </a:lnTo>
                  <a:lnTo>
                    <a:pt x="2472" y="1720"/>
                  </a:lnTo>
                  <a:lnTo>
                    <a:pt x="2429" y="1786"/>
                  </a:lnTo>
                  <a:lnTo>
                    <a:pt x="2380" y="1849"/>
                  </a:lnTo>
                  <a:lnTo>
                    <a:pt x="2326" y="1909"/>
                  </a:lnTo>
                  <a:lnTo>
                    <a:pt x="2274" y="1958"/>
                  </a:lnTo>
                  <a:lnTo>
                    <a:pt x="2220" y="2001"/>
                  </a:lnTo>
                  <a:lnTo>
                    <a:pt x="2165" y="2041"/>
                  </a:lnTo>
                  <a:lnTo>
                    <a:pt x="2108" y="2078"/>
                  </a:lnTo>
                  <a:lnTo>
                    <a:pt x="2053" y="2112"/>
                  </a:lnTo>
                  <a:lnTo>
                    <a:pt x="1999" y="2144"/>
                  </a:lnTo>
                  <a:lnTo>
                    <a:pt x="1946" y="2174"/>
                  </a:lnTo>
                  <a:lnTo>
                    <a:pt x="1892" y="2208"/>
                  </a:lnTo>
                  <a:lnTo>
                    <a:pt x="1844" y="2241"/>
                  </a:lnTo>
                  <a:lnTo>
                    <a:pt x="1802" y="2276"/>
                  </a:lnTo>
                  <a:lnTo>
                    <a:pt x="1767" y="2313"/>
                  </a:lnTo>
                  <a:lnTo>
                    <a:pt x="1737" y="2351"/>
                  </a:lnTo>
                  <a:lnTo>
                    <a:pt x="1713" y="2392"/>
                  </a:lnTo>
                  <a:lnTo>
                    <a:pt x="1694" y="2437"/>
                  </a:lnTo>
                  <a:lnTo>
                    <a:pt x="1679" y="2484"/>
                  </a:lnTo>
                  <a:lnTo>
                    <a:pt x="1670" y="2538"/>
                  </a:lnTo>
                  <a:lnTo>
                    <a:pt x="1664" y="2595"/>
                  </a:lnTo>
                  <a:lnTo>
                    <a:pt x="1663" y="2659"/>
                  </a:lnTo>
                  <a:lnTo>
                    <a:pt x="949" y="2659"/>
                  </a:lnTo>
                  <a:lnTo>
                    <a:pt x="951" y="2566"/>
                  </a:lnTo>
                  <a:lnTo>
                    <a:pt x="958" y="2479"/>
                  </a:lnTo>
                  <a:lnTo>
                    <a:pt x="968" y="2399"/>
                  </a:lnTo>
                  <a:lnTo>
                    <a:pt x="982" y="2322"/>
                  </a:lnTo>
                  <a:lnTo>
                    <a:pt x="998" y="2250"/>
                  </a:lnTo>
                  <a:lnTo>
                    <a:pt x="1018" y="2182"/>
                  </a:lnTo>
                  <a:lnTo>
                    <a:pt x="1041" y="2119"/>
                  </a:lnTo>
                  <a:lnTo>
                    <a:pt x="1066" y="2060"/>
                  </a:lnTo>
                  <a:lnTo>
                    <a:pt x="1094" y="2005"/>
                  </a:lnTo>
                  <a:lnTo>
                    <a:pt x="1124" y="1955"/>
                  </a:lnTo>
                  <a:lnTo>
                    <a:pt x="1155" y="1908"/>
                  </a:lnTo>
                  <a:lnTo>
                    <a:pt x="1189" y="1863"/>
                  </a:lnTo>
                  <a:lnTo>
                    <a:pt x="1223" y="1822"/>
                  </a:lnTo>
                  <a:lnTo>
                    <a:pt x="1259" y="1785"/>
                  </a:lnTo>
                  <a:lnTo>
                    <a:pt x="1296" y="1749"/>
                  </a:lnTo>
                  <a:lnTo>
                    <a:pt x="1333" y="1717"/>
                  </a:lnTo>
                  <a:lnTo>
                    <a:pt x="1371" y="1688"/>
                  </a:lnTo>
                  <a:lnTo>
                    <a:pt x="1408" y="1659"/>
                  </a:lnTo>
                  <a:lnTo>
                    <a:pt x="1446" y="1634"/>
                  </a:lnTo>
                  <a:lnTo>
                    <a:pt x="1483" y="1609"/>
                  </a:lnTo>
                  <a:lnTo>
                    <a:pt x="1520" y="1588"/>
                  </a:lnTo>
                  <a:lnTo>
                    <a:pt x="1556" y="1566"/>
                  </a:lnTo>
                  <a:lnTo>
                    <a:pt x="1590" y="1547"/>
                  </a:lnTo>
                  <a:lnTo>
                    <a:pt x="1658" y="1511"/>
                  </a:lnTo>
                  <a:lnTo>
                    <a:pt x="1716" y="1475"/>
                  </a:lnTo>
                  <a:lnTo>
                    <a:pt x="1765" y="1438"/>
                  </a:lnTo>
                  <a:lnTo>
                    <a:pt x="1804" y="1402"/>
                  </a:lnTo>
                  <a:lnTo>
                    <a:pt x="1830" y="1371"/>
                  </a:lnTo>
                  <a:lnTo>
                    <a:pt x="1850" y="1338"/>
                  </a:lnTo>
                  <a:lnTo>
                    <a:pt x="1865" y="1304"/>
                  </a:lnTo>
                  <a:lnTo>
                    <a:pt x="1874" y="1271"/>
                  </a:lnTo>
                  <a:lnTo>
                    <a:pt x="1879" y="1238"/>
                  </a:lnTo>
                  <a:lnTo>
                    <a:pt x="1882" y="1205"/>
                  </a:lnTo>
                  <a:lnTo>
                    <a:pt x="1879" y="1174"/>
                  </a:lnTo>
                  <a:lnTo>
                    <a:pt x="1877" y="1146"/>
                  </a:lnTo>
                  <a:lnTo>
                    <a:pt x="1870" y="1120"/>
                  </a:lnTo>
                  <a:lnTo>
                    <a:pt x="1864" y="1097"/>
                  </a:lnTo>
                  <a:lnTo>
                    <a:pt x="1858" y="1078"/>
                  </a:lnTo>
                  <a:lnTo>
                    <a:pt x="1851" y="1064"/>
                  </a:lnTo>
                  <a:lnTo>
                    <a:pt x="1834" y="1028"/>
                  </a:lnTo>
                  <a:lnTo>
                    <a:pt x="1815" y="992"/>
                  </a:lnTo>
                  <a:lnTo>
                    <a:pt x="1792" y="956"/>
                  </a:lnTo>
                  <a:lnTo>
                    <a:pt x="1766" y="923"/>
                  </a:lnTo>
                  <a:lnTo>
                    <a:pt x="1737" y="889"/>
                  </a:lnTo>
                  <a:lnTo>
                    <a:pt x="1704" y="859"/>
                  </a:lnTo>
                  <a:lnTo>
                    <a:pt x="1668" y="830"/>
                  </a:lnTo>
                  <a:lnTo>
                    <a:pt x="1627" y="805"/>
                  </a:lnTo>
                  <a:lnTo>
                    <a:pt x="1583" y="782"/>
                  </a:lnTo>
                  <a:lnTo>
                    <a:pt x="1537" y="763"/>
                  </a:lnTo>
                  <a:lnTo>
                    <a:pt x="1485" y="746"/>
                  </a:lnTo>
                  <a:lnTo>
                    <a:pt x="1429" y="734"/>
                  </a:lnTo>
                  <a:lnTo>
                    <a:pt x="1369" y="727"/>
                  </a:lnTo>
                  <a:lnTo>
                    <a:pt x="1305" y="724"/>
                  </a:lnTo>
                  <a:lnTo>
                    <a:pt x="1242" y="727"/>
                  </a:lnTo>
                  <a:lnTo>
                    <a:pt x="1184" y="734"/>
                  </a:lnTo>
                  <a:lnTo>
                    <a:pt x="1130" y="746"/>
                  </a:lnTo>
                  <a:lnTo>
                    <a:pt x="1080" y="763"/>
                  </a:lnTo>
                  <a:lnTo>
                    <a:pt x="1035" y="782"/>
                  </a:lnTo>
                  <a:lnTo>
                    <a:pt x="992" y="804"/>
                  </a:lnTo>
                  <a:lnTo>
                    <a:pt x="954" y="829"/>
                  </a:lnTo>
                  <a:lnTo>
                    <a:pt x="919" y="857"/>
                  </a:lnTo>
                  <a:lnTo>
                    <a:pt x="887" y="887"/>
                  </a:lnTo>
                  <a:lnTo>
                    <a:pt x="858" y="918"/>
                  </a:lnTo>
                  <a:lnTo>
                    <a:pt x="833" y="950"/>
                  </a:lnTo>
                  <a:lnTo>
                    <a:pt x="810" y="983"/>
                  </a:lnTo>
                  <a:lnTo>
                    <a:pt x="792" y="1016"/>
                  </a:lnTo>
                  <a:lnTo>
                    <a:pt x="774" y="1050"/>
                  </a:lnTo>
                  <a:lnTo>
                    <a:pt x="759" y="1083"/>
                  </a:lnTo>
                  <a:lnTo>
                    <a:pt x="746" y="1115"/>
                  </a:lnTo>
                  <a:lnTo>
                    <a:pt x="736" y="1146"/>
                  </a:lnTo>
                  <a:lnTo>
                    <a:pt x="729" y="1175"/>
                  </a:lnTo>
                  <a:lnTo>
                    <a:pt x="722" y="1202"/>
                  </a:lnTo>
                  <a:lnTo>
                    <a:pt x="717" y="1226"/>
                  </a:lnTo>
                  <a:lnTo>
                    <a:pt x="714" y="1248"/>
                  </a:lnTo>
                  <a:lnTo>
                    <a:pt x="712" y="1266"/>
                  </a:lnTo>
                  <a:lnTo>
                    <a:pt x="712" y="1280"/>
                  </a:lnTo>
                  <a:lnTo>
                    <a:pt x="0" y="1185"/>
                  </a:lnTo>
                  <a:lnTo>
                    <a:pt x="6" y="1139"/>
                  </a:lnTo>
                  <a:lnTo>
                    <a:pt x="15" y="1092"/>
                  </a:lnTo>
                  <a:lnTo>
                    <a:pt x="26" y="1042"/>
                  </a:lnTo>
                  <a:lnTo>
                    <a:pt x="40" y="989"/>
                  </a:lnTo>
                  <a:lnTo>
                    <a:pt x="56" y="937"/>
                  </a:lnTo>
                  <a:lnTo>
                    <a:pt x="75" y="882"/>
                  </a:lnTo>
                  <a:lnTo>
                    <a:pt x="97" y="827"/>
                  </a:lnTo>
                  <a:lnTo>
                    <a:pt x="122" y="770"/>
                  </a:lnTo>
                  <a:lnTo>
                    <a:pt x="150" y="714"/>
                  </a:lnTo>
                  <a:lnTo>
                    <a:pt x="180" y="657"/>
                  </a:lnTo>
                  <a:lnTo>
                    <a:pt x="214" y="601"/>
                  </a:lnTo>
                  <a:lnTo>
                    <a:pt x="250" y="546"/>
                  </a:lnTo>
                  <a:lnTo>
                    <a:pt x="289" y="491"/>
                  </a:lnTo>
                  <a:lnTo>
                    <a:pt x="332" y="438"/>
                  </a:lnTo>
                  <a:lnTo>
                    <a:pt x="379" y="387"/>
                  </a:lnTo>
                  <a:lnTo>
                    <a:pt x="428" y="337"/>
                  </a:lnTo>
                  <a:lnTo>
                    <a:pt x="481" y="290"/>
                  </a:lnTo>
                  <a:lnTo>
                    <a:pt x="537" y="245"/>
                  </a:lnTo>
                  <a:lnTo>
                    <a:pt x="596" y="203"/>
                  </a:lnTo>
                  <a:lnTo>
                    <a:pt x="661" y="163"/>
                  </a:lnTo>
                  <a:lnTo>
                    <a:pt x="727" y="127"/>
                  </a:lnTo>
                  <a:lnTo>
                    <a:pt x="798" y="96"/>
                  </a:lnTo>
                  <a:lnTo>
                    <a:pt x="873" y="68"/>
                  </a:lnTo>
                  <a:lnTo>
                    <a:pt x="951" y="44"/>
                  </a:lnTo>
                  <a:lnTo>
                    <a:pt x="1033" y="26"/>
                  </a:lnTo>
                  <a:lnTo>
                    <a:pt x="1120" y="12"/>
                  </a:lnTo>
                  <a:lnTo>
                    <a:pt x="1211" y="3"/>
                  </a:lnTo>
                  <a:lnTo>
                    <a:pt x="1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7">
              <a:extLst>
                <a:ext uri="{FF2B5EF4-FFF2-40B4-BE49-F238E27FC236}">
                  <a16:creationId xmlns:a16="http://schemas.microsoft.com/office/drawing/2014/main" id="{65883841-6B4B-44D8-9057-A4E587EFCAFF}"/>
                </a:ext>
              </a:extLst>
            </p:cNvPr>
            <p:cNvSpPr>
              <a:spLocks/>
            </p:cNvSpPr>
            <p:nvPr/>
          </p:nvSpPr>
          <p:spPr bwMode="auto">
            <a:xfrm>
              <a:off x="-887412" y="3692525"/>
              <a:ext cx="754063" cy="766763"/>
            </a:xfrm>
            <a:custGeom>
              <a:avLst/>
              <a:gdLst>
                <a:gd name="T0" fmla="*/ 473 w 949"/>
                <a:gd name="T1" fmla="*/ 0 h 967"/>
                <a:gd name="T2" fmla="*/ 532 w 949"/>
                <a:gd name="T3" fmla="*/ 3 h 967"/>
                <a:gd name="T4" fmla="*/ 590 w 949"/>
                <a:gd name="T5" fmla="*/ 15 h 967"/>
                <a:gd name="T6" fmla="*/ 646 w 949"/>
                <a:gd name="T7" fmla="*/ 33 h 967"/>
                <a:gd name="T8" fmla="*/ 697 w 949"/>
                <a:gd name="T9" fmla="*/ 57 h 967"/>
                <a:gd name="T10" fmla="*/ 745 w 949"/>
                <a:gd name="T11" fmla="*/ 87 h 967"/>
                <a:gd name="T12" fmla="*/ 789 w 949"/>
                <a:gd name="T13" fmla="*/ 121 h 967"/>
                <a:gd name="T14" fmla="*/ 828 w 949"/>
                <a:gd name="T15" fmla="*/ 162 h 967"/>
                <a:gd name="T16" fmla="*/ 863 w 949"/>
                <a:gd name="T17" fmla="*/ 207 h 967"/>
                <a:gd name="T18" fmla="*/ 892 w 949"/>
                <a:gd name="T19" fmla="*/ 256 h 967"/>
                <a:gd name="T20" fmla="*/ 916 w 949"/>
                <a:gd name="T21" fmla="*/ 308 h 967"/>
                <a:gd name="T22" fmla="*/ 934 w 949"/>
                <a:gd name="T23" fmla="*/ 363 h 967"/>
                <a:gd name="T24" fmla="*/ 945 w 949"/>
                <a:gd name="T25" fmla="*/ 422 h 967"/>
                <a:gd name="T26" fmla="*/ 949 w 949"/>
                <a:gd name="T27" fmla="*/ 483 h 967"/>
                <a:gd name="T28" fmla="*/ 945 w 949"/>
                <a:gd name="T29" fmla="*/ 543 h 967"/>
                <a:gd name="T30" fmla="*/ 934 w 949"/>
                <a:gd name="T31" fmla="*/ 602 h 967"/>
                <a:gd name="T32" fmla="*/ 916 w 949"/>
                <a:gd name="T33" fmla="*/ 658 h 967"/>
                <a:gd name="T34" fmla="*/ 892 w 949"/>
                <a:gd name="T35" fmla="*/ 711 h 967"/>
                <a:gd name="T36" fmla="*/ 863 w 949"/>
                <a:gd name="T37" fmla="*/ 759 h 967"/>
                <a:gd name="T38" fmla="*/ 828 w 949"/>
                <a:gd name="T39" fmla="*/ 804 h 967"/>
                <a:gd name="T40" fmla="*/ 789 w 949"/>
                <a:gd name="T41" fmla="*/ 844 h 967"/>
                <a:gd name="T42" fmla="*/ 745 w 949"/>
                <a:gd name="T43" fmla="*/ 880 h 967"/>
                <a:gd name="T44" fmla="*/ 697 w 949"/>
                <a:gd name="T45" fmla="*/ 909 h 967"/>
                <a:gd name="T46" fmla="*/ 646 w 949"/>
                <a:gd name="T47" fmla="*/ 934 h 967"/>
                <a:gd name="T48" fmla="*/ 590 w 949"/>
                <a:gd name="T49" fmla="*/ 952 h 967"/>
                <a:gd name="T50" fmla="*/ 532 w 949"/>
                <a:gd name="T51" fmla="*/ 963 h 967"/>
                <a:gd name="T52" fmla="*/ 473 w 949"/>
                <a:gd name="T53" fmla="*/ 967 h 967"/>
                <a:gd name="T54" fmla="*/ 414 w 949"/>
                <a:gd name="T55" fmla="*/ 963 h 967"/>
                <a:gd name="T56" fmla="*/ 356 w 949"/>
                <a:gd name="T57" fmla="*/ 952 h 967"/>
                <a:gd name="T58" fmla="*/ 302 w 949"/>
                <a:gd name="T59" fmla="*/ 934 h 967"/>
                <a:gd name="T60" fmla="*/ 250 w 949"/>
                <a:gd name="T61" fmla="*/ 909 h 967"/>
                <a:gd name="T62" fmla="*/ 203 w 949"/>
                <a:gd name="T63" fmla="*/ 880 h 967"/>
                <a:gd name="T64" fmla="*/ 158 w 949"/>
                <a:gd name="T65" fmla="*/ 844 h 967"/>
                <a:gd name="T66" fmla="*/ 119 w 949"/>
                <a:gd name="T67" fmla="*/ 804 h 967"/>
                <a:gd name="T68" fmla="*/ 84 w 949"/>
                <a:gd name="T69" fmla="*/ 759 h 967"/>
                <a:gd name="T70" fmla="*/ 55 w 949"/>
                <a:gd name="T71" fmla="*/ 711 h 967"/>
                <a:gd name="T72" fmla="*/ 31 w 949"/>
                <a:gd name="T73" fmla="*/ 658 h 967"/>
                <a:gd name="T74" fmla="*/ 14 w 949"/>
                <a:gd name="T75" fmla="*/ 602 h 967"/>
                <a:gd name="T76" fmla="*/ 2 w 949"/>
                <a:gd name="T77" fmla="*/ 543 h 967"/>
                <a:gd name="T78" fmla="*/ 0 w 949"/>
                <a:gd name="T79" fmla="*/ 483 h 967"/>
                <a:gd name="T80" fmla="*/ 2 w 949"/>
                <a:gd name="T81" fmla="*/ 422 h 967"/>
                <a:gd name="T82" fmla="*/ 14 w 949"/>
                <a:gd name="T83" fmla="*/ 363 h 967"/>
                <a:gd name="T84" fmla="*/ 31 w 949"/>
                <a:gd name="T85" fmla="*/ 308 h 967"/>
                <a:gd name="T86" fmla="*/ 55 w 949"/>
                <a:gd name="T87" fmla="*/ 256 h 967"/>
                <a:gd name="T88" fmla="*/ 84 w 949"/>
                <a:gd name="T89" fmla="*/ 207 h 967"/>
                <a:gd name="T90" fmla="*/ 119 w 949"/>
                <a:gd name="T91" fmla="*/ 162 h 967"/>
                <a:gd name="T92" fmla="*/ 158 w 949"/>
                <a:gd name="T93" fmla="*/ 121 h 967"/>
                <a:gd name="T94" fmla="*/ 203 w 949"/>
                <a:gd name="T95" fmla="*/ 87 h 967"/>
                <a:gd name="T96" fmla="*/ 250 w 949"/>
                <a:gd name="T97" fmla="*/ 57 h 967"/>
                <a:gd name="T98" fmla="*/ 302 w 949"/>
                <a:gd name="T99" fmla="*/ 33 h 967"/>
                <a:gd name="T100" fmla="*/ 356 w 949"/>
                <a:gd name="T101" fmla="*/ 15 h 967"/>
                <a:gd name="T102" fmla="*/ 414 w 949"/>
                <a:gd name="T103" fmla="*/ 3 h 967"/>
                <a:gd name="T104" fmla="*/ 473 w 949"/>
                <a:gd name="T105"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49" h="967">
                  <a:moveTo>
                    <a:pt x="473" y="0"/>
                  </a:moveTo>
                  <a:lnTo>
                    <a:pt x="532" y="3"/>
                  </a:lnTo>
                  <a:lnTo>
                    <a:pt x="590" y="15"/>
                  </a:lnTo>
                  <a:lnTo>
                    <a:pt x="646" y="33"/>
                  </a:lnTo>
                  <a:lnTo>
                    <a:pt x="697" y="57"/>
                  </a:lnTo>
                  <a:lnTo>
                    <a:pt x="745" y="87"/>
                  </a:lnTo>
                  <a:lnTo>
                    <a:pt x="789" y="121"/>
                  </a:lnTo>
                  <a:lnTo>
                    <a:pt x="828" y="162"/>
                  </a:lnTo>
                  <a:lnTo>
                    <a:pt x="863" y="207"/>
                  </a:lnTo>
                  <a:lnTo>
                    <a:pt x="892" y="256"/>
                  </a:lnTo>
                  <a:lnTo>
                    <a:pt x="916" y="308"/>
                  </a:lnTo>
                  <a:lnTo>
                    <a:pt x="934" y="363"/>
                  </a:lnTo>
                  <a:lnTo>
                    <a:pt x="945" y="422"/>
                  </a:lnTo>
                  <a:lnTo>
                    <a:pt x="949" y="483"/>
                  </a:lnTo>
                  <a:lnTo>
                    <a:pt x="945" y="543"/>
                  </a:lnTo>
                  <a:lnTo>
                    <a:pt x="934" y="602"/>
                  </a:lnTo>
                  <a:lnTo>
                    <a:pt x="916" y="658"/>
                  </a:lnTo>
                  <a:lnTo>
                    <a:pt x="892" y="711"/>
                  </a:lnTo>
                  <a:lnTo>
                    <a:pt x="863" y="759"/>
                  </a:lnTo>
                  <a:lnTo>
                    <a:pt x="828" y="804"/>
                  </a:lnTo>
                  <a:lnTo>
                    <a:pt x="789" y="844"/>
                  </a:lnTo>
                  <a:lnTo>
                    <a:pt x="745" y="880"/>
                  </a:lnTo>
                  <a:lnTo>
                    <a:pt x="697" y="909"/>
                  </a:lnTo>
                  <a:lnTo>
                    <a:pt x="646" y="934"/>
                  </a:lnTo>
                  <a:lnTo>
                    <a:pt x="590" y="952"/>
                  </a:lnTo>
                  <a:lnTo>
                    <a:pt x="532" y="963"/>
                  </a:lnTo>
                  <a:lnTo>
                    <a:pt x="473" y="967"/>
                  </a:lnTo>
                  <a:lnTo>
                    <a:pt x="414" y="963"/>
                  </a:lnTo>
                  <a:lnTo>
                    <a:pt x="356" y="952"/>
                  </a:lnTo>
                  <a:lnTo>
                    <a:pt x="302" y="934"/>
                  </a:lnTo>
                  <a:lnTo>
                    <a:pt x="250" y="909"/>
                  </a:lnTo>
                  <a:lnTo>
                    <a:pt x="203" y="880"/>
                  </a:lnTo>
                  <a:lnTo>
                    <a:pt x="158" y="844"/>
                  </a:lnTo>
                  <a:lnTo>
                    <a:pt x="119" y="804"/>
                  </a:lnTo>
                  <a:lnTo>
                    <a:pt x="84" y="759"/>
                  </a:lnTo>
                  <a:lnTo>
                    <a:pt x="55" y="711"/>
                  </a:lnTo>
                  <a:lnTo>
                    <a:pt x="31" y="658"/>
                  </a:lnTo>
                  <a:lnTo>
                    <a:pt x="14" y="602"/>
                  </a:lnTo>
                  <a:lnTo>
                    <a:pt x="2" y="543"/>
                  </a:lnTo>
                  <a:lnTo>
                    <a:pt x="0" y="483"/>
                  </a:lnTo>
                  <a:lnTo>
                    <a:pt x="2" y="422"/>
                  </a:lnTo>
                  <a:lnTo>
                    <a:pt x="14" y="363"/>
                  </a:lnTo>
                  <a:lnTo>
                    <a:pt x="31" y="308"/>
                  </a:lnTo>
                  <a:lnTo>
                    <a:pt x="55" y="256"/>
                  </a:lnTo>
                  <a:lnTo>
                    <a:pt x="84" y="207"/>
                  </a:lnTo>
                  <a:lnTo>
                    <a:pt x="119" y="162"/>
                  </a:lnTo>
                  <a:lnTo>
                    <a:pt x="158" y="121"/>
                  </a:lnTo>
                  <a:lnTo>
                    <a:pt x="203" y="87"/>
                  </a:lnTo>
                  <a:lnTo>
                    <a:pt x="250" y="57"/>
                  </a:lnTo>
                  <a:lnTo>
                    <a:pt x="302" y="33"/>
                  </a:lnTo>
                  <a:lnTo>
                    <a:pt x="356" y="15"/>
                  </a:lnTo>
                  <a:lnTo>
                    <a:pt x="414" y="3"/>
                  </a:lnTo>
                  <a:lnTo>
                    <a:pt x="4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8" name="Footer Text">
            <a:extLst>
              <a:ext uri="{FF2B5EF4-FFF2-40B4-BE49-F238E27FC236}">
                <a16:creationId xmlns:a16="http://schemas.microsoft.com/office/drawing/2014/main" id="{39BE6F7F-C3B8-4336-B499-2CF5FB0768E7}"/>
              </a:ext>
            </a:extLst>
          </p:cNvPr>
          <p:cNvSpPr txBox="1"/>
          <p:nvPr/>
        </p:nvSpPr>
        <p:spPr>
          <a:xfrm>
            <a:off x="2749550" y="3443287"/>
            <a:ext cx="3644900" cy="492443"/>
          </a:xfrm>
          <a:prstGeom prst="rect">
            <a:avLst/>
          </a:prstGeom>
          <a:noFill/>
        </p:spPr>
        <p:txBody>
          <a:bodyPr wrap="square" lIns="0" tIns="0" rIns="0" bIns="0" rtlCol="0" anchor="ctr">
            <a:spAutoFit/>
          </a:bodyPr>
          <a:lstStyle/>
          <a:p>
            <a:pPr algn="ctr"/>
            <a:r>
              <a:rPr lang="en-US" sz="3200" b="1">
                <a:solidFill>
                  <a:schemeClr val="accent2"/>
                </a:solidFill>
              </a:rPr>
              <a:t>QUESTIONS</a:t>
            </a:r>
          </a:p>
        </p:txBody>
      </p:sp>
      <p:sp>
        <p:nvSpPr>
          <p:cNvPr id="3" name="Rectangle 2">
            <a:extLst>
              <a:ext uri="{FF2B5EF4-FFF2-40B4-BE49-F238E27FC236}">
                <a16:creationId xmlns:a16="http://schemas.microsoft.com/office/drawing/2014/main" id="{FEEBCE98-9F33-913C-7B68-91BF5262E5D7}"/>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39706682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 presetClass="entr" presetSubtype="4" accel="20000" decel="80000" fill="hold" grpId="0" nodeType="afterEffect">
                                  <p:stCondLst>
                                    <p:cond delay="0"/>
                                  </p:stCondLst>
                                  <p:iterate type="wd">
                                    <p:tmPct val="10000"/>
                                  </p:iterate>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242BE76-CB16-C222-C41F-AB0FEC41C1B8}"/>
              </a:ext>
            </a:extLst>
          </p:cNvPr>
          <p:cNvSpPr>
            <a:spLocks noGrp="1"/>
          </p:cNvSpPr>
          <p:nvPr>
            <p:ph type="body" sz="half" idx="2"/>
          </p:nvPr>
        </p:nvSpPr>
        <p:spPr/>
        <p:txBody>
          <a:bodyPr/>
          <a:lstStyle/>
          <a:p>
            <a:r>
              <a:rPr lang="fr-FR">
                <a:ea typeface="Roboto"/>
                <a:cs typeface="Roboto"/>
              </a:rPr>
              <a:t>Aya </a:t>
            </a:r>
            <a:r>
              <a:rPr lang="fr-FR" err="1">
                <a:ea typeface="Roboto"/>
                <a:cs typeface="Roboto"/>
              </a:rPr>
              <a:t>gn</a:t>
            </a:r>
            <a:r>
              <a:rPr lang="fr-FR">
                <a:ea typeface="Roboto"/>
                <a:cs typeface="Roboto"/>
              </a:rPr>
              <a:t> </a:t>
            </a:r>
            <a:r>
              <a:rPr lang="fr-FR" err="1">
                <a:ea typeface="Roboto"/>
                <a:cs typeface="Roboto"/>
              </a:rPr>
              <a:t>ila</a:t>
            </a:r>
            <a:r>
              <a:rPr lang="fr-FR">
                <a:ea typeface="Roboto"/>
                <a:cs typeface="Roboto"/>
              </a:rPr>
              <a:t> </a:t>
            </a:r>
            <a:r>
              <a:rPr lang="fr-FR" err="1">
                <a:ea typeface="Roboto"/>
                <a:cs typeface="Roboto"/>
              </a:rPr>
              <a:t>kont</a:t>
            </a:r>
            <a:r>
              <a:rPr lang="fr-FR">
                <a:ea typeface="Roboto"/>
                <a:cs typeface="Roboto"/>
              </a:rPr>
              <a:t> </a:t>
            </a:r>
            <a:r>
              <a:rPr lang="fr-FR" err="1">
                <a:ea typeface="Roboto"/>
                <a:cs typeface="Roboto"/>
              </a:rPr>
              <a:t>fargh</a:t>
            </a:r>
            <a:r>
              <a:rPr lang="fr-FR">
                <a:ea typeface="Roboto"/>
                <a:cs typeface="Roboto"/>
              </a:rPr>
              <a:t> </a:t>
            </a:r>
            <a:r>
              <a:rPr lang="fr-FR" err="1">
                <a:ea typeface="Roboto"/>
                <a:cs typeface="Roboto"/>
              </a:rPr>
              <a:t>chrol</a:t>
            </a:r>
            <a:r>
              <a:rPr lang="fr-FR">
                <a:ea typeface="Roboto"/>
                <a:cs typeface="Roboto"/>
              </a:rPr>
              <a:t> </a:t>
            </a:r>
            <a:r>
              <a:rPr lang="fr-FR" err="1">
                <a:ea typeface="Roboto"/>
                <a:cs typeface="Roboto"/>
              </a:rPr>
              <a:t>rdoi</a:t>
            </a:r>
            <a:r>
              <a:rPr lang="fr-FR">
                <a:ea typeface="Roboto"/>
                <a:cs typeface="Roboto"/>
              </a:rPr>
              <a:t> </a:t>
            </a:r>
            <a:r>
              <a:rPr lang="fr-FR" err="1">
                <a:ea typeface="Roboto"/>
                <a:cs typeface="Roboto"/>
              </a:rPr>
              <a:t>ani</a:t>
            </a:r>
            <a:r>
              <a:rPr lang="fr-FR">
                <a:ea typeface="Roboto"/>
                <a:cs typeface="Roboto"/>
              </a:rPr>
              <a:t> </a:t>
            </a:r>
            <a:r>
              <a:rPr lang="fr-FR" err="1">
                <a:ea typeface="Roboto"/>
                <a:cs typeface="Roboto"/>
              </a:rPr>
              <a:t>nzid</a:t>
            </a:r>
            <a:r>
              <a:rPr lang="fr-FR">
                <a:ea typeface="Roboto"/>
                <a:cs typeface="Roboto"/>
              </a:rPr>
              <a:t> </a:t>
            </a:r>
            <a:r>
              <a:rPr lang="fr-FR" err="1">
                <a:ea typeface="Roboto"/>
                <a:cs typeface="Roboto"/>
              </a:rPr>
              <a:t>nji</a:t>
            </a:r>
            <a:r>
              <a:rPr lang="fr-FR">
                <a:ea typeface="Roboto"/>
                <a:cs typeface="Roboto"/>
              </a:rPr>
              <a:t> </a:t>
            </a:r>
            <a:r>
              <a:rPr lang="fr-FR" err="1">
                <a:ea typeface="Roboto"/>
                <a:cs typeface="Roboto"/>
              </a:rPr>
              <a:t>ndrb</a:t>
            </a:r>
            <a:r>
              <a:rPr lang="fr-FR">
                <a:ea typeface="Roboto"/>
                <a:cs typeface="Roboto"/>
              </a:rPr>
              <a:t> tla</a:t>
            </a:r>
          </a:p>
        </p:txBody>
      </p:sp>
      <p:sp>
        <p:nvSpPr>
          <p:cNvPr id="3" name="Titre 2">
            <a:extLst>
              <a:ext uri="{FF2B5EF4-FFF2-40B4-BE49-F238E27FC236}">
                <a16:creationId xmlns:a16="http://schemas.microsoft.com/office/drawing/2014/main" id="{1D1A55FB-7471-4CEA-3958-91DFEF870B11}"/>
              </a:ext>
            </a:extLst>
          </p:cNvPr>
          <p:cNvSpPr>
            <a:spLocks noGrp="1"/>
          </p:cNvSpPr>
          <p:nvPr>
            <p:ph type="title"/>
          </p:nvPr>
        </p:nvSpPr>
        <p:spPr/>
        <p:txBody>
          <a:bodyPr/>
          <a:lstStyle/>
          <a:p>
            <a:r>
              <a:rPr lang="fr-FR" err="1">
                <a:ea typeface="Roboto"/>
                <a:cs typeface="Roboto"/>
              </a:rPr>
              <a:t>Gn</a:t>
            </a:r>
            <a:r>
              <a:rPr lang="fr-FR">
                <a:ea typeface="Roboto"/>
                <a:cs typeface="Roboto"/>
              </a:rPr>
              <a:t>, </a:t>
            </a:r>
            <a:r>
              <a:rPr lang="fr-FR" err="1">
                <a:ea typeface="Roboto"/>
                <a:cs typeface="Roboto"/>
              </a:rPr>
              <a:t>thnx</a:t>
            </a:r>
            <a:r>
              <a:rPr lang="fr-FR">
                <a:ea typeface="Roboto"/>
                <a:cs typeface="Roboto"/>
              </a:rPr>
              <a:t> </a:t>
            </a:r>
            <a:r>
              <a:rPr lang="fr-FR" err="1">
                <a:ea typeface="Roboto"/>
                <a:cs typeface="Roboto"/>
              </a:rPr>
              <a:t>again</a:t>
            </a:r>
          </a:p>
        </p:txBody>
      </p:sp>
      <p:grpSp>
        <p:nvGrpSpPr>
          <p:cNvPr id="8" name="Groupe 7">
            <a:extLst>
              <a:ext uri="{FF2B5EF4-FFF2-40B4-BE49-F238E27FC236}">
                <a16:creationId xmlns:a16="http://schemas.microsoft.com/office/drawing/2014/main" id="{92143B22-2AE4-BF6B-D3A9-149F682B9B97}"/>
              </a:ext>
            </a:extLst>
          </p:cNvPr>
          <p:cNvGrpSpPr/>
          <p:nvPr/>
        </p:nvGrpSpPr>
        <p:grpSpPr>
          <a:xfrm>
            <a:off x="-1256689" y="1575691"/>
            <a:ext cx="5249982" cy="1322205"/>
            <a:chOff x="1558789" y="1701758"/>
            <a:chExt cx="5249982" cy="1322205"/>
          </a:xfrm>
        </p:grpSpPr>
        <p:sp>
          <p:nvSpPr>
            <p:cNvPr id="4" name="ZoneTexte 3">
              <a:extLst>
                <a:ext uri="{FF2B5EF4-FFF2-40B4-BE49-F238E27FC236}">
                  <a16:creationId xmlns:a16="http://schemas.microsoft.com/office/drawing/2014/main" id="{0020234C-0079-0BA8-DF02-8775A1874594}"/>
                </a:ext>
              </a:extLst>
            </p:cNvPr>
            <p:cNvSpPr txBox="1"/>
            <p:nvPr/>
          </p:nvSpPr>
          <p:spPr>
            <a:xfrm>
              <a:off x="1558789" y="2489691"/>
              <a:ext cx="1278107"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P</a:t>
              </a:r>
              <a:r>
                <a:rPr lang="fr-FR" sz="1500">
                  <a:ea typeface="Roboto"/>
                  <a:cs typeface="Roboto"/>
                </a:rPr>
                <a:t>(y=1|x) =</a:t>
              </a:r>
            </a:p>
          </p:txBody>
        </p:sp>
        <p:cxnSp>
          <p:nvCxnSpPr>
            <p:cNvPr id="5" name="Connecteur droit avec flèche 4">
              <a:extLst>
                <a:ext uri="{FF2B5EF4-FFF2-40B4-BE49-F238E27FC236}">
                  <a16:creationId xmlns:a16="http://schemas.microsoft.com/office/drawing/2014/main" id="{032BD23A-EE41-C38C-A384-0B3AE2ACD01D}"/>
                </a:ext>
              </a:extLst>
            </p:cNvPr>
            <p:cNvCxnSpPr/>
            <p:nvPr/>
          </p:nvCxnSpPr>
          <p:spPr>
            <a:xfrm flipV="1">
              <a:off x="2589513" y="2633260"/>
              <a:ext cx="925983"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8CD863B4-8E87-3796-EC3B-079170F5CA4F}"/>
                </a:ext>
              </a:extLst>
            </p:cNvPr>
            <p:cNvSpPr txBox="1"/>
            <p:nvPr/>
          </p:nvSpPr>
          <p:spPr>
            <a:xfrm>
              <a:off x="2518683" y="2685409"/>
              <a:ext cx="123017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i="1">
                  <a:ea typeface="Roboto"/>
                  <a:cs typeface="Roboto"/>
                </a:rPr>
                <a:t>1 + </a:t>
              </a:r>
              <a:r>
                <a:rPr lang="fr-FR" sz="1600">
                  <a:solidFill>
                    <a:srgbClr val="000000"/>
                  </a:solidFill>
                  <a:latin typeface="Roboto"/>
                  <a:ea typeface="Roboto"/>
                  <a:cs typeface="Lucida Sans Unicode"/>
                </a:rPr>
                <a:t>e</a:t>
              </a:r>
              <a:r>
                <a:rPr lang="fr-FR" sz="1600" baseline="30000">
                  <a:solidFill>
                    <a:srgbClr val="000000"/>
                  </a:solidFill>
                  <a:latin typeface="Roboto"/>
                  <a:ea typeface="Roboto"/>
                  <a:cs typeface="Lucida Sans Unicode"/>
                </a:rPr>
                <a:t>-(</a:t>
              </a:r>
              <a:r>
                <a:rPr lang="fr-FR" sz="1600" baseline="30000" err="1">
                  <a:solidFill>
                    <a:srgbClr val="000000"/>
                  </a:solidFill>
                  <a:latin typeface="Roboto"/>
                  <a:ea typeface="Roboto"/>
                  <a:cs typeface="Lucida Sans Unicode"/>
                </a:rPr>
                <a:t>wx+b</a:t>
              </a:r>
              <a:r>
                <a:rPr lang="fr-FR" sz="1600" baseline="30000">
                  <a:solidFill>
                    <a:srgbClr val="000000"/>
                  </a:solidFill>
                  <a:latin typeface="Roboto"/>
                  <a:ea typeface="Roboto"/>
                  <a:cs typeface="Lucida Sans Unicode"/>
                </a:rPr>
                <a:t>)</a:t>
              </a:r>
              <a:endParaRPr lang="fr-FR" sz="1600" u="sng">
                <a:latin typeface="Roboto"/>
                <a:ea typeface="Roboto"/>
                <a:cs typeface="Roboto"/>
              </a:endParaRPr>
            </a:p>
          </p:txBody>
        </p:sp>
        <p:sp>
          <p:nvSpPr>
            <p:cNvPr id="7" name="ZoneTexte 6">
              <a:extLst>
                <a:ext uri="{FF2B5EF4-FFF2-40B4-BE49-F238E27FC236}">
                  <a16:creationId xmlns:a16="http://schemas.microsoft.com/office/drawing/2014/main" id="{CD490D54-6C34-8C8A-3C4F-BF45ECEF8ACE}"/>
                </a:ext>
              </a:extLst>
            </p:cNvPr>
            <p:cNvSpPr txBox="1"/>
            <p:nvPr/>
          </p:nvSpPr>
          <p:spPr>
            <a:xfrm>
              <a:off x="5928399" y="1701758"/>
              <a:ext cx="88037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N</a:t>
              </a:r>
              <a:endParaRPr lang="fr-FR"/>
            </a:p>
          </p:txBody>
        </p:sp>
      </p:grpSp>
      <p:sp>
        <p:nvSpPr>
          <p:cNvPr id="9" name="ZoneTexte 8">
            <a:extLst>
              <a:ext uri="{FF2B5EF4-FFF2-40B4-BE49-F238E27FC236}">
                <a16:creationId xmlns:a16="http://schemas.microsoft.com/office/drawing/2014/main" id="{AAA2B6BC-FE4E-7829-370B-D67BAA795538}"/>
              </a:ext>
            </a:extLst>
          </p:cNvPr>
          <p:cNvSpPr txBox="1"/>
          <p:nvPr/>
        </p:nvSpPr>
        <p:spPr>
          <a:xfrm>
            <a:off x="4999569" y="2633766"/>
            <a:ext cx="173467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Roboto"/>
                <a:cs typeface="Roboto"/>
              </a:rPr>
              <a:t>y = signe(</a:t>
            </a:r>
            <a:r>
              <a:rPr lang="fr-FR" sz="1500" err="1">
                <a:ea typeface="Roboto"/>
                <a:cs typeface="Roboto"/>
              </a:rPr>
              <a:t>wx</a:t>
            </a:r>
            <a:r>
              <a:rPr lang="fr-FR" sz="1500">
                <a:ea typeface="Roboto"/>
                <a:cs typeface="Roboto"/>
              </a:rPr>
              <a:t> + b)</a:t>
            </a:r>
          </a:p>
        </p:txBody>
      </p:sp>
      <p:grpSp>
        <p:nvGrpSpPr>
          <p:cNvPr id="15" name="Groupe 14">
            <a:extLst>
              <a:ext uri="{FF2B5EF4-FFF2-40B4-BE49-F238E27FC236}">
                <a16:creationId xmlns:a16="http://schemas.microsoft.com/office/drawing/2014/main" id="{A9D0AF8B-8DAE-63FF-5383-C025FA092D40}"/>
              </a:ext>
            </a:extLst>
          </p:cNvPr>
          <p:cNvGrpSpPr/>
          <p:nvPr/>
        </p:nvGrpSpPr>
        <p:grpSpPr>
          <a:xfrm>
            <a:off x="827605" y="3466684"/>
            <a:ext cx="2157159" cy="654922"/>
            <a:chOff x="1812430" y="2294684"/>
            <a:chExt cx="2114131" cy="697082"/>
          </a:xfrm>
        </p:grpSpPr>
        <p:sp>
          <p:nvSpPr>
            <p:cNvPr id="11" name="ZoneTexte 10">
              <a:extLst>
                <a:ext uri="{FF2B5EF4-FFF2-40B4-BE49-F238E27FC236}">
                  <a16:creationId xmlns:a16="http://schemas.microsoft.com/office/drawing/2014/main" id="{82B049C6-F364-E0E2-74C3-FD7B062EB398}"/>
                </a:ext>
              </a:extLst>
            </p:cNvPr>
            <p:cNvSpPr txBox="1"/>
            <p:nvPr/>
          </p:nvSpPr>
          <p:spPr>
            <a:xfrm>
              <a:off x="1812430" y="2471258"/>
              <a:ext cx="887648" cy="343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P</a:t>
              </a:r>
              <a:r>
                <a:rPr lang="fr-FR" sz="1500">
                  <a:ea typeface="Roboto"/>
                  <a:cs typeface="Roboto"/>
                </a:rPr>
                <a:t>(</a:t>
              </a:r>
              <a:r>
                <a:rPr lang="fr-FR" sz="1500" err="1">
                  <a:ea typeface="Roboto"/>
                  <a:cs typeface="Roboto"/>
                </a:rPr>
                <a:t>y|x</a:t>
              </a:r>
              <a:r>
                <a:rPr lang="fr-FR" sz="1500">
                  <a:ea typeface="Roboto"/>
                  <a:cs typeface="Roboto"/>
                </a:rPr>
                <a:t>) =</a:t>
              </a:r>
            </a:p>
          </p:txBody>
        </p:sp>
        <p:cxnSp>
          <p:nvCxnSpPr>
            <p:cNvPr id="12" name="Connecteur droit avec flèche 11">
              <a:extLst>
                <a:ext uri="{FF2B5EF4-FFF2-40B4-BE49-F238E27FC236}">
                  <a16:creationId xmlns:a16="http://schemas.microsoft.com/office/drawing/2014/main" id="{9B5DC214-B81C-F492-077F-4E64C391190A}"/>
                </a:ext>
              </a:extLst>
            </p:cNvPr>
            <p:cNvCxnSpPr/>
            <p:nvPr/>
          </p:nvCxnSpPr>
          <p:spPr>
            <a:xfrm flipV="1">
              <a:off x="2614222" y="2615370"/>
              <a:ext cx="1008351"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ZoneTexte 12">
              <a:extLst>
                <a:ext uri="{FF2B5EF4-FFF2-40B4-BE49-F238E27FC236}">
                  <a16:creationId xmlns:a16="http://schemas.microsoft.com/office/drawing/2014/main" id="{FE179CC0-8071-AA00-94DD-7CD2236ACBA3}"/>
                </a:ext>
              </a:extLst>
            </p:cNvPr>
            <p:cNvSpPr txBox="1"/>
            <p:nvPr/>
          </p:nvSpPr>
          <p:spPr>
            <a:xfrm>
              <a:off x="2747447" y="2668601"/>
              <a:ext cx="650275"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500" i="1">
                  <a:ea typeface="Roboto"/>
                  <a:cs typeface="Roboto"/>
                </a:rPr>
                <a:t>P</a:t>
              </a:r>
              <a:r>
                <a:rPr lang="fr-FR" sz="1500">
                  <a:ea typeface="Roboto"/>
                  <a:cs typeface="Roboto"/>
                </a:rPr>
                <a:t>(x)</a:t>
              </a:r>
            </a:p>
          </p:txBody>
        </p:sp>
        <p:sp>
          <p:nvSpPr>
            <p:cNvPr id="14" name="ZoneTexte 13">
              <a:extLst>
                <a:ext uri="{FF2B5EF4-FFF2-40B4-BE49-F238E27FC236}">
                  <a16:creationId xmlns:a16="http://schemas.microsoft.com/office/drawing/2014/main" id="{6C80731E-F8A1-7571-29AE-1CEDCFF56323}"/>
                </a:ext>
              </a:extLst>
            </p:cNvPr>
            <p:cNvSpPr txBox="1"/>
            <p:nvPr/>
          </p:nvSpPr>
          <p:spPr>
            <a:xfrm>
              <a:off x="2550328" y="2294684"/>
              <a:ext cx="1376233"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P</a:t>
              </a:r>
              <a:r>
                <a:rPr lang="fr-FR" sz="1500">
                  <a:ea typeface="Roboto"/>
                  <a:cs typeface="Roboto"/>
                </a:rPr>
                <a:t>(</a:t>
              </a:r>
              <a:r>
                <a:rPr lang="fr-FR" sz="1500" err="1">
                  <a:ea typeface="Roboto"/>
                  <a:cs typeface="Roboto"/>
                </a:rPr>
                <a:t>x|y</a:t>
              </a:r>
              <a:r>
                <a:rPr lang="fr-FR" sz="1500">
                  <a:ea typeface="Roboto"/>
                  <a:cs typeface="Roboto"/>
                </a:rPr>
                <a:t>) . </a:t>
              </a:r>
              <a:r>
                <a:rPr lang="fr-FR" sz="1500" i="1">
                  <a:ea typeface="Roboto"/>
                  <a:cs typeface="Roboto"/>
                </a:rPr>
                <a:t>P</a:t>
              </a:r>
              <a:r>
                <a:rPr lang="fr-FR" sz="1500">
                  <a:ea typeface="Roboto"/>
                  <a:cs typeface="Roboto"/>
                </a:rPr>
                <a:t>(y)</a:t>
              </a:r>
            </a:p>
          </p:txBody>
        </p:sp>
      </p:grpSp>
      <p:grpSp>
        <p:nvGrpSpPr>
          <p:cNvPr id="21" name="Groupe 20">
            <a:extLst>
              <a:ext uri="{FF2B5EF4-FFF2-40B4-BE49-F238E27FC236}">
                <a16:creationId xmlns:a16="http://schemas.microsoft.com/office/drawing/2014/main" id="{EC27A832-68D8-38F0-B4E5-2D57EB8DFAD7}"/>
              </a:ext>
            </a:extLst>
          </p:cNvPr>
          <p:cNvGrpSpPr/>
          <p:nvPr/>
        </p:nvGrpSpPr>
        <p:grpSpPr>
          <a:xfrm>
            <a:off x="4570524" y="3320668"/>
            <a:ext cx="4187805" cy="680584"/>
            <a:chOff x="4570524" y="3320668"/>
            <a:chExt cx="4187805" cy="680584"/>
          </a:xfrm>
        </p:grpSpPr>
        <p:sp>
          <p:nvSpPr>
            <p:cNvPr id="10" name="ZoneTexte 9">
              <a:extLst>
                <a:ext uri="{FF2B5EF4-FFF2-40B4-BE49-F238E27FC236}">
                  <a16:creationId xmlns:a16="http://schemas.microsoft.com/office/drawing/2014/main" id="{359ACB73-B58A-DC95-31C8-5CFE763D2A94}"/>
                </a:ext>
              </a:extLst>
            </p:cNvPr>
            <p:cNvSpPr txBox="1"/>
            <p:nvPr/>
          </p:nvSpPr>
          <p:spPr>
            <a:xfrm>
              <a:off x="4570524" y="3521265"/>
              <a:ext cx="122200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TF</a:t>
              </a:r>
              <a:r>
                <a:rPr lang="fr-FR" sz="1500">
                  <a:ea typeface="Roboto"/>
                  <a:cs typeface="Roboto"/>
                </a:rPr>
                <a:t>(t, d) = </a:t>
              </a:r>
            </a:p>
          </p:txBody>
        </p:sp>
        <p:cxnSp>
          <p:nvCxnSpPr>
            <p:cNvPr id="17" name="Connecteur droit avec flèche 16">
              <a:extLst>
                <a:ext uri="{FF2B5EF4-FFF2-40B4-BE49-F238E27FC236}">
                  <a16:creationId xmlns:a16="http://schemas.microsoft.com/office/drawing/2014/main" id="{936D8B9F-718B-99B0-7104-F7B6D257B318}"/>
                </a:ext>
              </a:extLst>
            </p:cNvPr>
            <p:cNvCxnSpPr/>
            <p:nvPr/>
          </p:nvCxnSpPr>
          <p:spPr>
            <a:xfrm>
              <a:off x="5481752" y="3681160"/>
              <a:ext cx="3010275" cy="3770"/>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3BC2690D-7E32-E15A-E792-F40AA785778A}"/>
                </a:ext>
              </a:extLst>
            </p:cNvPr>
            <p:cNvSpPr txBox="1"/>
            <p:nvPr/>
          </p:nvSpPr>
          <p:spPr>
            <a:xfrm>
              <a:off x="5477247" y="3320668"/>
              <a:ext cx="328108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Roboto"/>
                  <a:cs typeface="Roboto"/>
                </a:rPr>
                <a:t>Nombre </a:t>
              </a:r>
              <a:r>
                <a:rPr lang="fr-FR" sz="1300">
                  <a:ea typeface="Roboto"/>
                  <a:cs typeface="Roboto"/>
                </a:rPr>
                <a:t>d'occurrences</a:t>
              </a:r>
              <a:r>
                <a:rPr lang="fr-FR" sz="1500">
                  <a:ea typeface="Roboto"/>
                  <a:cs typeface="Roboto"/>
                </a:rPr>
                <a:t> de t dans d</a:t>
              </a:r>
            </a:p>
          </p:txBody>
        </p:sp>
        <p:sp>
          <p:nvSpPr>
            <p:cNvPr id="19" name="ZoneTexte 18">
              <a:extLst>
                <a:ext uri="{FF2B5EF4-FFF2-40B4-BE49-F238E27FC236}">
                  <a16:creationId xmlns:a16="http://schemas.microsoft.com/office/drawing/2014/main" id="{253A072F-6AC0-C29A-00E1-B75B539B1F26}"/>
                </a:ext>
              </a:extLst>
            </p:cNvPr>
            <p:cNvSpPr txBox="1"/>
            <p:nvPr/>
          </p:nvSpPr>
          <p:spPr>
            <a:xfrm>
              <a:off x="6003058" y="3678087"/>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Roboto"/>
                  <a:cs typeface="Roboto"/>
                </a:rPr>
                <a:t>Total de mots dans d</a:t>
              </a:r>
            </a:p>
          </p:txBody>
        </p:sp>
      </p:grpSp>
      <p:grpSp>
        <p:nvGrpSpPr>
          <p:cNvPr id="29" name="Groupe 28">
            <a:extLst>
              <a:ext uri="{FF2B5EF4-FFF2-40B4-BE49-F238E27FC236}">
                <a16:creationId xmlns:a16="http://schemas.microsoft.com/office/drawing/2014/main" id="{C736E7CF-8315-FB1A-DBE1-46812CC39870}"/>
              </a:ext>
            </a:extLst>
          </p:cNvPr>
          <p:cNvGrpSpPr/>
          <p:nvPr/>
        </p:nvGrpSpPr>
        <p:grpSpPr>
          <a:xfrm>
            <a:off x="6731030" y="2081075"/>
            <a:ext cx="2743200" cy="558487"/>
            <a:chOff x="4974508" y="1686068"/>
            <a:chExt cx="2743200" cy="558487"/>
          </a:xfrm>
        </p:grpSpPr>
        <p:sp>
          <p:nvSpPr>
            <p:cNvPr id="22" name="ZoneTexte 21">
              <a:extLst>
                <a:ext uri="{FF2B5EF4-FFF2-40B4-BE49-F238E27FC236}">
                  <a16:creationId xmlns:a16="http://schemas.microsoft.com/office/drawing/2014/main" id="{F7FD5C48-47DA-81E6-B137-A84C6E9C4682}"/>
                </a:ext>
              </a:extLst>
            </p:cNvPr>
            <p:cNvSpPr txBox="1"/>
            <p:nvPr/>
          </p:nvSpPr>
          <p:spPr>
            <a:xfrm>
              <a:off x="4974508" y="1779295"/>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IDF</a:t>
              </a:r>
              <a:r>
                <a:rPr lang="fr-FR" sz="1500">
                  <a:ea typeface="Roboto"/>
                  <a:cs typeface="Roboto"/>
                </a:rPr>
                <a:t>(t) = log(</a:t>
              </a:r>
            </a:p>
          </p:txBody>
        </p:sp>
        <p:cxnSp>
          <p:nvCxnSpPr>
            <p:cNvPr id="24" name="Connecteur droit avec flèche 23">
              <a:extLst>
                <a:ext uri="{FF2B5EF4-FFF2-40B4-BE49-F238E27FC236}">
                  <a16:creationId xmlns:a16="http://schemas.microsoft.com/office/drawing/2014/main" id="{E4C9BB83-3B20-907B-593A-810942B0561A}"/>
                </a:ext>
              </a:extLst>
            </p:cNvPr>
            <p:cNvCxnSpPr/>
            <p:nvPr/>
          </p:nvCxnSpPr>
          <p:spPr>
            <a:xfrm flipV="1">
              <a:off x="6070060" y="1920004"/>
              <a:ext cx="774704"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ZoneTexte 25">
              <a:extLst>
                <a:ext uri="{FF2B5EF4-FFF2-40B4-BE49-F238E27FC236}">
                  <a16:creationId xmlns:a16="http://schemas.microsoft.com/office/drawing/2014/main" id="{F2F0E6FD-F8CD-DE8B-551F-D03631CE51FA}"/>
                </a:ext>
              </a:extLst>
            </p:cNvPr>
            <p:cNvSpPr txBox="1"/>
            <p:nvPr/>
          </p:nvSpPr>
          <p:spPr>
            <a:xfrm>
              <a:off x="6274099" y="1686068"/>
              <a:ext cx="29206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N</a:t>
              </a:r>
              <a:endParaRPr lang="fr-FR" sz="1500">
                <a:ea typeface="Roboto"/>
                <a:cs typeface="Roboto"/>
              </a:endParaRPr>
            </a:p>
          </p:txBody>
        </p:sp>
        <p:sp>
          <p:nvSpPr>
            <p:cNvPr id="27" name="ZoneTexte 26">
              <a:extLst>
                <a:ext uri="{FF2B5EF4-FFF2-40B4-BE49-F238E27FC236}">
                  <a16:creationId xmlns:a16="http://schemas.microsoft.com/office/drawing/2014/main" id="{92D7CEEA-02FA-AD71-0943-BA763126D194}"/>
                </a:ext>
              </a:extLst>
            </p:cNvPr>
            <p:cNvSpPr txBox="1"/>
            <p:nvPr/>
          </p:nvSpPr>
          <p:spPr>
            <a:xfrm>
              <a:off x="6005157" y="1921390"/>
              <a:ext cx="930799"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1 + DF</a:t>
              </a:r>
              <a:r>
                <a:rPr lang="fr-FR" sz="1500">
                  <a:ea typeface="Roboto"/>
                  <a:cs typeface="Roboto"/>
                </a:rPr>
                <a:t>(t)</a:t>
              </a:r>
            </a:p>
          </p:txBody>
        </p:sp>
        <p:sp>
          <p:nvSpPr>
            <p:cNvPr id="28" name="ZoneTexte 27">
              <a:extLst>
                <a:ext uri="{FF2B5EF4-FFF2-40B4-BE49-F238E27FC236}">
                  <a16:creationId xmlns:a16="http://schemas.microsoft.com/office/drawing/2014/main" id="{11BF70EA-296D-40AB-77BD-1DD8277BD18F}"/>
                </a:ext>
              </a:extLst>
            </p:cNvPr>
            <p:cNvSpPr txBox="1"/>
            <p:nvPr/>
          </p:nvSpPr>
          <p:spPr>
            <a:xfrm>
              <a:off x="6809121" y="1774710"/>
              <a:ext cx="11262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500">
                  <a:ea typeface="Roboto"/>
                  <a:cs typeface="Roboto"/>
                </a:rPr>
                <a:t>)</a:t>
              </a:r>
            </a:p>
          </p:txBody>
        </p:sp>
      </p:grpSp>
      <p:sp>
        <p:nvSpPr>
          <p:cNvPr id="30" name="ZoneTexte 29">
            <a:extLst>
              <a:ext uri="{FF2B5EF4-FFF2-40B4-BE49-F238E27FC236}">
                <a16:creationId xmlns:a16="http://schemas.microsoft.com/office/drawing/2014/main" id="{4E5B39F3-6D48-5B2A-77A0-A2FA9A066DD9}"/>
              </a:ext>
            </a:extLst>
          </p:cNvPr>
          <p:cNvSpPr txBox="1"/>
          <p:nvPr/>
        </p:nvSpPr>
        <p:spPr>
          <a:xfrm>
            <a:off x="4890451" y="1359009"/>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TF-IDF</a:t>
            </a:r>
            <a:r>
              <a:rPr lang="fr-FR" sz="1500">
                <a:ea typeface="Roboto"/>
                <a:cs typeface="Roboto"/>
              </a:rPr>
              <a:t>(t, d) = </a:t>
            </a:r>
            <a:r>
              <a:rPr lang="fr-FR" sz="1500" i="1">
                <a:ea typeface="Roboto"/>
                <a:cs typeface="Roboto"/>
              </a:rPr>
              <a:t>TF</a:t>
            </a:r>
            <a:r>
              <a:rPr lang="fr-FR" sz="1500">
                <a:ea typeface="Roboto"/>
                <a:cs typeface="Roboto"/>
              </a:rPr>
              <a:t>(t, d) x </a:t>
            </a:r>
            <a:r>
              <a:rPr lang="fr-FR" sz="1500" i="1">
                <a:ea typeface="Roboto"/>
                <a:cs typeface="Roboto"/>
              </a:rPr>
              <a:t>IDF</a:t>
            </a:r>
            <a:r>
              <a:rPr lang="fr-FR" sz="1500">
                <a:ea typeface="Roboto"/>
                <a:cs typeface="Roboto"/>
              </a:rPr>
              <a:t>(t)</a:t>
            </a:r>
          </a:p>
        </p:txBody>
      </p:sp>
    </p:spTree>
    <p:extLst>
      <p:ext uri="{BB962C8B-B14F-4D97-AF65-F5344CB8AC3E}">
        <p14:creationId xmlns:p14="http://schemas.microsoft.com/office/powerpoint/2010/main" val="1027060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10693-8215-D820-D22E-94F5D99B5F00}"/>
            </a:ext>
          </a:extLst>
        </p:cNvPr>
        <p:cNvGrpSpPr/>
        <p:nvPr/>
      </p:nvGrpSpPr>
      <p:grpSpPr>
        <a:xfrm>
          <a:off x="0" y="0"/>
          <a:ext cx="0" cy="0"/>
          <a:chOff x="0" y="0"/>
          <a:chExt cx="0" cy="0"/>
        </a:xfrm>
      </p:grpSpPr>
      <p:sp>
        <p:nvSpPr>
          <p:cNvPr id="3" name="Rectangle : coins arrondis 2">
            <a:extLst>
              <a:ext uri="{FF2B5EF4-FFF2-40B4-BE49-F238E27FC236}">
                <a16:creationId xmlns:a16="http://schemas.microsoft.com/office/drawing/2014/main" id="{937AAB11-6CC1-21DA-C6E4-455EB612B310}"/>
              </a:ext>
            </a:extLst>
          </p:cNvPr>
          <p:cNvSpPr/>
          <p:nvPr/>
        </p:nvSpPr>
        <p:spPr bwMode="auto">
          <a:xfrm>
            <a:off x="1451394" y="3128154"/>
            <a:ext cx="6370607" cy="1539815"/>
          </a:xfrm>
          <a:prstGeom prst="roundRect">
            <a:avLst/>
          </a:prstGeom>
          <a:solidFill>
            <a:srgbClr val="695D7A">
              <a:alpha val="36000"/>
            </a:srgbClr>
          </a:solid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5" name="ZoneTexte 4">
            <a:extLst>
              <a:ext uri="{FF2B5EF4-FFF2-40B4-BE49-F238E27FC236}">
                <a16:creationId xmlns:a16="http://schemas.microsoft.com/office/drawing/2014/main" id="{E9E15747-3487-BD57-4F62-8F4E86ABDC3E}"/>
              </a:ext>
            </a:extLst>
          </p:cNvPr>
          <p:cNvSpPr txBox="1"/>
          <p:nvPr/>
        </p:nvSpPr>
        <p:spPr>
          <a:xfrm>
            <a:off x="250452" y="200025"/>
            <a:ext cx="318022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a:solidFill>
                  <a:srgbClr val="5C5C5C"/>
                </a:solidFill>
                <a:ea typeface="Roboto"/>
                <a:cs typeface="Roboto"/>
              </a:rPr>
              <a:t>TF-IDF</a:t>
            </a:r>
            <a:endParaRPr lang="fr-FR" err="1"/>
          </a:p>
        </p:txBody>
      </p:sp>
      <p:sp>
        <p:nvSpPr>
          <p:cNvPr id="7" name="Rectangle 6">
            <a:extLst>
              <a:ext uri="{FF2B5EF4-FFF2-40B4-BE49-F238E27FC236}">
                <a16:creationId xmlns:a16="http://schemas.microsoft.com/office/drawing/2014/main" id="{A4B441E5-7D88-97A5-2E15-A6C49A959BB5}"/>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pic>
        <p:nvPicPr>
          <p:cNvPr id="2" name="Image 1" descr="Une image contenant texte, écriture manuscrite, diagramme, Plan&#10;&#10;Le contenu généré par l’IA peut être incorrect.">
            <a:extLst>
              <a:ext uri="{FF2B5EF4-FFF2-40B4-BE49-F238E27FC236}">
                <a16:creationId xmlns:a16="http://schemas.microsoft.com/office/drawing/2014/main" id="{6DC4A6FD-7A08-43D7-34E1-E8ED20A9CE75}"/>
              </a:ext>
            </a:extLst>
          </p:cNvPr>
          <p:cNvPicPr>
            <a:picLocks noChangeAspect="1"/>
          </p:cNvPicPr>
          <p:nvPr/>
        </p:nvPicPr>
        <p:blipFill>
          <a:blip r:embed="rId2"/>
          <a:stretch>
            <a:fillRect/>
          </a:stretch>
        </p:blipFill>
        <p:spPr>
          <a:xfrm>
            <a:off x="283233" y="671423"/>
            <a:ext cx="4285891" cy="2204768"/>
          </a:xfrm>
          <a:prstGeom prst="rect">
            <a:avLst/>
          </a:prstGeom>
        </p:spPr>
      </p:pic>
      <mc:AlternateContent xmlns:mc="http://schemas.openxmlformats.org/markup-compatibility/2006" xmlns:p14="http://schemas.microsoft.com/office/powerpoint/2010/main">
        <mc:Choice Requires="p14">
          <p:contentPart p14:bwMode="auto" r:id="rId3">
            <p14:nvContentPartPr>
              <p14:cNvPr id="11" name="Encre 10">
                <a:extLst>
                  <a:ext uri="{FF2B5EF4-FFF2-40B4-BE49-F238E27FC236}">
                    <a16:creationId xmlns:a16="http://schemas.microsoft.com/office/drawing/2014/main" id="{5CF74F14-8195-5D53-2AC1-4B0427FD7C1A}"/>
                  </a:ext>
                </a:extLst>
              </p14:cNvPr>
              <p14:cNvContentPartPr/>
              <p14:nvPr/>
            </p14:nvContentPartPr>
            <p14:xfrm>
              <a:off x="10585450" y="2371725"/>
              <a:ext cx="15874" cy="15874"/>
            </p14:xfrm>
          </p:contentPart>
        </mc:Choice>
        <mc:Fallback xmlns="">
          <p:pic>
            <p:nvPicPr>
              <p:cNvPr id="11" name="Encre 10">
                <a:extLst>
                  <a:ext uri="{FF2B5EF4-FFF2-40B4-BE49-F238E27FC236}">
                    <a16:creationId xmlns:a16="http://schemas.microsoft.com/office/drawing/2014/main" id="{5CF74F14-8195-5D53-2AC1-4B0427FD7C1A}"/>
                  </a:ext>
                </a:extLst>
              </p:cNvPr>
              <p:cNvPicPr/>
              <p:nvPr/>
            </p:nvPicPr>
            <p:blipFill>
              <a:blip r:embed="rId4"/>
              <a:stretch>
                <a:fillRect/>
              </a:stretch>
            </p:blipFill>
            <p:spPr>
              <a:xfrm>
                <a:off x="9791750" y="1578025"/>
                <a:ext cx="1587400" cy="1587400"/>
              </a:xfrm>
              <a:prstGeom prst="rect">
                <a:avLst/>
              </a:prstGeom>
            </p:spPr>
          </p:pic>
        </mc:Fallback>
      </mc:AlternateContent>
      <p:sp>
        <p:nvSpPr>
          <p:cNvPr id="4" name="ZoneTexte 5">
            <a:extLst>
              <a:ext uri="{FF2B5EF4-FFF2-40B4-BE49-F238E27FC236}">
                <a16:creationId xmlns:a16="http://schemas.microsoft.com/office/drawing/2014/main" id="{4BF28A76-D77E-6723-745B-75B6884C9067}"/>
              </a:ext>
            </a:extLst>
          </p:cNvPr>
          <p:cNvSpPr txBox="1"/>
          <p:nvPr/>
        </p:nvSpPr>
        <p:spPr>
          <a:xfrm>
            <a:off x="4908715" y="456757"/>
            <a:ext cx="3907764" cy="263149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fr-FR" sz="1500">
                <a:solidFill>
                  <a:srgbClr val="5C5C5C"/>
                </a:solidFill>
                <a:ea typeface="+mn-lt"/>
                <a:cs typeface="+mn-lt"/>
              </a:rPr>
              <a:t>Le </a:t>
            </a:r>
            <a:r>
              <a:rPr lang="fr-FR" sz="1500" b="1">
                <a:solidFill>
                  <a:srgbClr val="5C5C5C"/>
                </a:solidFill>
                <a:ea typeface="+mn-lt"/>
                <a:cs typeface="+mn-lt"/>
              </a:rPr>
              <a:t>TF-IDF (</a:t>
            </a:r>
            <a:r>
              <a:rPr lang="fr-FR" sz="1500" b="1" err="1">
                <a:solidFill>
                  <a:srgbClr val="5C5C5C"/>
                </a:solidFill>
                <a:ea typeface="+mn-lt"/>
                <a:cs typeface="+mn-lt"/>
              </a:rPr>
              <a:t>Term</a:t>
            </a:r>
            <a:r>
              <a:rPr lang="fr-FR" sz="1500" b="1">
                <a:solidFill>
                  <a:srgbClr val="5C5C5C"/>
                </a:solidFill>
                <a:ea typeface="+mn-lt"/>
                <a:cs typeface="+mn-lt"/>
              </a:rPr>
              <a:t> Frequency - Inverse Document Frequency)</a:t>
            </a:r>
            <a:r>
              <a:rPr lang="fr-FR" sz="1500">
                <a:solidFill>
                  <a:srgbClr val="5C5C5C"/>
                </a:solidFill>
                <a:ea typeface="+mn-lt"/>
                <a:cs typeface="+mn-lt"/>
              </a:rPr>
              <a:t> est une technique d’extraction de caractéristiques textuelles qui pondère les mots en fonction de leur fréquence dans un document et leur rareté dans l’ensemble du corpus.</a:t>
            </a:r>
          </a:p>
          <a:p>
            <a:pPr algn="just"/>
            <a:r>
              <a:rPr lang="fr-FR" sz="1500">
                <a:solidFill>
                  <a:srgbClr val="5C5C5C"/>
                </a:solidFill>
                <a:ea typeface="+mn-lt"/>
                <a:cs typeface="+mn-lt"/>
              </a:rPr>
              <a:t>L’objectif est de donner plus de poids aux mots significatifs et de réduire l’influence des mots trop fréquents qui apportent peu d’informations (comme </a:t>
            </a:r>
            <a:r>
              <a:rPr lang="fr-FR" sz="1500" i="1">
                <a:solidFill>
                  <a:srgbClr val="5C5C5C"/>
                </a:solidFill>
                <a:ea typeface="+mn-lt"/>
                <a:cs typeface="+mn-lt"/>
              </a:rPr>
              <a:t>le</a:t>
            </a:r>
            <a:r>
              <a:rPr lang="fr-FR" sz="1500">
                <a:solidFill>
                  <a:srgbClr val="5C5C5C"/>
                </a:solidFill>
                <a:ea typeface="+mn-lt"/>
                <a:cs typeface="+mn-lt"/>
              </a:rPr>
              <a:t>, </a:t>
            </a:r>
            <a:r>
              <a:rPr lang="fr-FR" sz="1500" i="1">
                <a:solidFill>
                  <a:srgbClr val="5C5C5C"/>
                </a:solidFill>
                <a:ea typeface="+mn-lt"/>
                <a:cs typeface="+mn-lt"/>
              </a:rPr>
              <a:t>et</a:t>
            </a:r>
            <a:r>
              <a:rPr lang="fr-FR" sz="1500">
                <a:solidFill>
                  <a:srgbClr val="5C5C5C"/>
                </a:solidFill>
                <a:ea typeface="+mn-lt"/>
                <a:cs typeface="+mn-lt"/>
              </a:rPr>
              <a:t>, </a:t>
            </a:r>
            <a:r>
              <a:rPr lang="fr-FR" sz="1500" i="1">
                <a:solidFill>
                  <a:srgbClr val="5C5C5C"/>
                </a:solidFill>
                <a:ea typeface="+mn-lt"/>
                <a:cs typeface="+mn-lt"/>
              </a:rPr>
              <a:t>de</a:t>
            </a:r>
            <a:r>
              <a:rPr lang="fr-FR" sz="1500">
                <a:solidFill>
                  <a:srgbClr val="5C5C5C"/>
                </a:solidFill>
                <a:ea typeface="+mn-lt"/>
                <a:cs typeface="+mn-lt"/>
              </a:rPr>
              <a:t>).</a:t>
            </a:r>
            <a:endParaRPr lang="fr-FR" sz="1500">
              <a:solidFill>
                <a:srgbClr val="5C5C5C"/>
              </a:solidFill>
              <a:ea typeface="Roboto"/>
              <a:cs typeface="Roboto"/>
            </a:endParaRPr>
          </a:p>
          <a:p>
            <a:pPr algn="just"/>
            <a:endParaRPr lang="fr-FR" sz="1500">
              <a:solidFill>
                <a:srgbClr val="5C5C5C"/>
              </a:solidFill>
              <a:ea typeface="Roboto"/>
              <a:cs typeface="Roboto"/>
            </a:endParaRPr>
          </a:p>
        </p:txBody>
      </p:sp>
      <p:grpSp>
        <p:nvGrpSpPr>
          <p:cNvPr id="19" name="Groupe 18">
            <a:extLst>
              <a:ext uri="{FF2B5EF4-FFF2-40B4-BE49-F238E27FC236}">
                <a16:creationId xmlns:a16="http://schemas.microsoft.com/office/drawing/2014/main" id="{98F22B38-AB8E-052A-B105-343F13F61E6E}"/>
              </a:ext>
            </a:extLst>
          </p:cNvPr>
          <p:cNvGrpSpPr/>
          <p:nvPr/>
        </p:nvGrpSpPr>
        <p:grpSpPr>
          <a:xfrm>
            <a:off x="1452340" y="3270536"/>
            <a:ext cx="4187805" cy="680584"/>
            <a:chOff x="4570524" y="3320668"/>
            <a:chExt cx="4187805" cy="680584"/>
          </a:xfrm>
        </p:grpSpPr>
        <p:sp>
          <p:nvSpPr>
            <p:cNvPr id="15" name="ZoneTexte 14">
              <a:extLst>
                <a:ext uri="{FF2B5EF4-FFF2-40B4-BE49-F238E27FC236}">
                  <a16:creationId xmlns:a16="http://schemas.microsoft.com/office/drawing/2014/main" id="{E9C98E98-3B25-9629-1537-E8E982BD3599}"/>
                </a:ext>
              </a:extLst>
            </p:cNvPr>
            <p:cNvSpPr txBox="1"/>
            <p:nvPr/>
          </p:nvSpPr>
          <p:spPr>
            <a:xfrm>
              <a:off x="4570524" y="3521265"/>
              <a:ext cx="122200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TF</a:t>
              </a:r>
              <a:r>
                <a:rPr lang="fr-FR" sz="1500">
                  <a:ea typeface="Roboto"/>
                  <a:cs typeface="Roboto"/>
                </a:rPr>
                <a:t>(t, d) = </a:t>
              </a:r>
            </a:p>
          </p:txBody>
        </p:sp>
        <p:cxnSp>
          <p:nvCxnSpPr>
            <p:cNvPr id="16" name="Connecteur droit avec flèche 15">
              <a:extLst>
                <a:ext uri="{FF2B5EF4-FFF2-40B4-BE49-F238E27FC236}">
                  <a16:creationId xmlns:a16="http://schemas.microsoft.com/office/drawing/2014/main" id="{51B8051F-7644-15A6-531C-404A698C35DE}"/>
                </a:ext>
              </a:extLst>
            </p:cNvPr>
            <p:cNvCxnSpPr/>
            <p:nvPr/>
          </p:nvCxnSpPr>
          <p:spPr>
            <a:xfrm>
              <a:off x="5481752" y="3681160"/>
              <a:ext cx="3010275" cy="3770"/>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06E0305D-B5BA-6DB8-9152-98FAFE24256D}"/>
                </a:ext>
              </a:extLst>
            </p:cNvPr>
            <p:cNvSpPr txBox="1"/>
            <p:nvPr/>
          </p:nvSpPr>
          <p:spPr>
            <a:xfrm>
              <a:off x="5477247" y="3320668"/>
              <a:ext cx="328108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Roboto"/>
                  <a:cs typeface="Roboto"/>
                </a:rPr>
                <a:t>Nombre </a:t>
              </a:r>
              <a:r>
                <a:rPr lang="fr-FR" sz="1300">
                  <a:ea typeface="Roboto"/>
                  <a:cs typeface="Roboto"/>
                </a:rPr>
                <a:t>d'occurrences</a:t>
              </a:r>
              <a:r>
                <a:rPr lang="fr-FR" sz="1500">
                  <a:ea typeface="Roboto"/>
                  <a:cs typeface="Roboto"/>
                </a:rPr>
                <a:t> de t dans d</a:t>
              </a:r>
            </a:p>
          </p:txBody>
        </p:sp>
        <p:sp>
          <p:nvSpPr>
            <p:cNvPr id="18" name="ZoneTexte 17">
              <a:extLst>
                <a:ext uri="{FF2B5EF4-FFF2-40B4-BE49-F238E27FC236}">
                  <a16:creationId xmlns:a16="http://schemas.microsoft.com/office/drawing/2014/main" id="{87D521A4-5154-E0A4-A0F8-68BA8EB5184F}"/>
                </a:ext>
              </a:extLst>
            </p:cNvPr>
            <p:cNvSpPr txBox="1"/>
            <p:nvPr/>
          </p:nvSpPr>
          <p:spPr>
            <a:xfrm>
              <a:off x="6003058" y="3678087"/>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Roboto"/>
                  <a:cs typeface="Roboto"/>
                </a:rPr>
                <a:t>Total de mots dans d</a:t>
              </a:r>
            </a:p>
          </p:txBody>
        </p:sp>
      </p:grpSp>
      <p:sp>
        <p:nvSpPr>
          <p:cNvPr id="31" name="ZoneTexte 30">
            <a:extLst>
              <a:ext uri="{FF2B5EF4-FFF2-40B4-BE49-F238E27FC236}">
                <a16:creationId xmlns:a16="http://schemas.microsoft.com/office/drawing/2014/main" id="{06011A25-B760-134F-4944-C2E867C63F9A}"/>
              </a:ext>
            </a:extLst>
          </p:cNvPr>
          <p:cNvSpPr txBox="1"/>
          <p:nvPr/>
        </p:nvSpPr>
        <p:spPr>
          <a:xfrm>
            <a:off x="3263263" y="4129196"/>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TF-IDF</a:t>
            </a:r>
            <a:r>
              <a:rPr lang="fr-FR" sz="1500">
                <a:ea typeface="Roboto"/>
                <a:cs typeface="Roboto"/>
              </a:rPr>
              <a:t>(t, d) = </a:t>
            </a:r>
            <a:r>
              <a:rPr lang="fr-FR" sz="1500" i="1">
                <a:ea typeface="Roboto"/>
                <a:cs typeface="Roboto"/>
              </a:rPr>
              <a:t>TF</a:t>
            </a:r>
            <a:r>
              <a:rPr lang="fr-FR" sz="1500">
                <a:ea typeface="Roboto"/>
                <a:cs typeface="Roboto"/>
              </a:rPr>
              <a:t>(t, d) x </a:t>
            </a:r>
            <a:r>
              <a:rPr lang="fr-FR" sz="1500" i="1">
                <a:ea typeface="Roboto"/>
                <a:cs typeface="Roboto"/>
              </a:rPr>
              <a:t>IDF</a:t>
            </a:r>
            <a:r>
              <a:rPr lang="fr-FR" sz="1500">
                <a:ea typeface="Roboto"/>
                <a:cs typeface="Roboto"/>
              </a:rPr>
              <a:t>(t)</a:t>
            </a:r>
          </a:p>
        </p:txBody>
      </p:sp>
      <p:grpSp>
        <p:nvGrpSpPr>
          <p:cNvPr id="38" name="Groupe 37">
            <a:extLst>
              <a:ext uri="{FF2B5EF4-FFF2-40B4-BE49-F238E27FC236}">
                <a16:creationId xmlns:a16="http://schemas.microsoft.com/office/drawing/2014/main" id="{13683192-53F1-7AFA-BF47-E2442CCDF9AB}"/>
              </a:ext>
            </a:extLst>
          </p:cNvPr>
          <p:cNvGrpSpPr/>
          <p:nvPr/>
        </p:nvGrpSpPr>
        <p:grpSpPr>
          <a:xfrm>
            <a:off x="5637419" y="3346649"/>
            <a:ext cx="2743200" cy="600051"/>
            <a:chOff x="4974508" y="1644504"/>
            <a:chExt cx="2743200" cy="600051"/>
          </a:xfrm>
        </p:grpSpPr>
        <p:sp>
          <p:nvSpPr>
            <p:cNvPr id="33" name="ZoneTexte 32">
              <a:extLst>
                <a:ext uri="{FF2B5EF4-FFF2-40B4-BE49-F238E27FC236}">
                  <a16:creationId xmlns:a16="http://schemas.microsoft.com/office/drawing/2014/main" id="{E28D61AD-A2B0-E6A8-4C25-5CDE5ED721ED}"/>
                </a:ext>
              </a:extLst>
            </p:cNvPr>
            <p:cNvSpPr txBox="1"/>
            <p:nvPr/>
          </p:nvSpPr>
          <p:spPr>
            <a:xfrm>
              <a:off x="4974508" y="1779295"/>
              <a:ext cx="27432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IDF</a:t>
              </a:r>
              <a:r>
                <a:rPr lang="fr-FR" sz="1500">
                  <a:ea typeface="Roboto"/>
                  <a:cs typeface="Roboto"/>
                </a:rPr>
                <a:t>(t) = log(</a:t>
              </a:r>
            </a:p>
          </p:txBody>
        </p:sp>
        <p:cxnSp>
          <p:nvCxnSpPr>
            <p:cNvPr id="34" name="Connecteur droit avec flèche 33">
              <a:extLst>
                <a:ext uri="{FF2B5EF4-FFF2-40B4-BE49-F238E27FC236}">
                  <a16:creationId xmlns:a16="http://schemas.microsoft.com/office/drawing/2014/main" id="{1A13EDD7-D83C-F12F-6203-3B5B9BB07329}"/>
                </a:ext>
              </a:extLst>
            </p:cNvPr>
            <p:cNvCxnSpPr/>
            <p:nvPr/>
          </p:nvCxnSpPr>
          <p:spPr>
            <a:xfrm flipV="1">
              <a:off x="6070060" y="1920004"/>
              <a:ext cx="774704" cy="46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ZoneTexte 34">
              <a:extLst>
                <a:ext uri="{FF2B5EF4-FFF2-40B4-BE49-F238E27FC236}">
                  <a16:creationId xmlns:a16="http://schemas.microsoft.com/office/drawing/2014/main" id="{F7311688-7AA3-EB65-3DF7-40C0A7646EC8}"/>
                </a:ext>
              </a:extLst>
            </p:cNvPr>
            <p:cNvSpPr txBox="1"/>
            <p:nvPr/>
          </p:nvSpPr>
          <p:spPr>
            <a:xfrm>
              <a:off x="6274099" y="1644504"/>
              <a:ext cx="29206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N</a:t>
              </a:r>
              <a:endParaRPr lang="fr-FR" sz="1500">
                <a:ea typeface="Roboto"/>
                <a:cs typeface="Roboto"/>
              </a:endParaRPr>
            </a:p>
          </p:txBody>
        </p:sp>
        <p:sp>
          <p:nvSpPr>
            <p:cNvPr id="36" name="ZoneTexte 35">
              <a:extLst>
                <a:ext uri="{FF2B5EF4-FFF2-40B4-BE49-F238E27FC236}">
                  <a16:creationId xmlns:a16="http://schemas.microsoft.com/office/drawing/2014/main" id="{B63FCBC4-8229-9AD8-987D-DF8BCF5A362D}"/>
                </a:ext>
              </a:extLst>
            </p:cNvPr>
            <p:cNvSpPr txBox="1"/>
            <p:nvPr/>
          </p:nvSpPr>
          <p:spPr>
            <a:xfrm>
              <a:off x="6005157" y="1921390"/>
              <a:ext cx="930799"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i="1">
                  <a:ea typeface="Roboto"/>
                  <a:cs typeface="Roboto"/>
                </a:rPr>
                <a:t>1 + DF</a:t>
              </a:r>
              <a:r>
                <a:rPr lang="fr-FR" sz="1500">
                  <a:ea typeface="Roboto"/>
                  <a:cs typeface="Roboto"/>
                </a:rPr>
                <a:t>(t)</a:t>
              </a:r>
            </a:p>
          </p:txBody>
        </p:sp>
        <p:sp>
          <p:nvSpPr>
            <p:cNvPr id="37" name="ZoneTexte 36">
              <a:extLst>
                <a:ext uri="{FF2B5EF4-FFF2-40B4-BE49-F238E27FC236}">
                  <a16:creationId xmlns:a16="http://schemas.microsoft.com/office/drawing/2014/main" id="{A7F8C6B9-8FA4-5205-4401-894FFBBC60D9}"/>
                </a:ext>
              </a:extLst>
            </p:cNvPr>
            <p:cNvSpPr txBox="1"/>
            <p:nvPr/>
          </p:nvSpPr>
          <p:spPr>
            <a:xfrm>
              <a:off x="6809121" y="1774710"/>
              <a:ext cx="11262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500">
                  <a:ea typeface="Roboto"/>
                  <a:cs typeface="Roboto"/>
                </a:rPr>
                <a:t>)</a:t>
              </a:r>
            </a:p>
          </p:txBody>
        </p:sp>
      </p:grpSp>
    </p:spTree>
    <p:extLst>
      <p:ext uri="{BB962C8B-B14F-4D97-AF65-F5344CB8AC3E}">
        <p14:creationId xmlns:p14="http://schemas.microsoft.com/office/powerpoint/2010/main" val="3925051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018C489B-E5E1-B762-E6F8-ECD8FAC03C8F}"/>
              </a:ext>
            </a:extLst>
          </p:cNvPr>
          <p:cNvSpPr/>
          <p:nvPr/>
        </p:nvSpPr>
        <p:spPr bwMode="auto">
          <a:xfrm>
            <a:off x="588753" y="3419295"/>
            <a:ext cx="2995522" cy="849702"/>
          </a:xfrm>
          <a:prstGeom prst="roundRect">
            <a:avLst/>
          </a:prstGeom>
          <a:solidFill>
            <a:srgbClr val="D8707C">
              <a:alpha val="60000"/>
            </a:srgbClr>
          </a:solid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5" name="ZoneTexte 4">
            <a:extLst>
              <a:ext uri="{FF2B5EF4-FFF2-40B4-BE49-F238E27FC236}">
                <a16:creationId xmlns:a16="http://schemas.microsoft.com/office/drawing/2014/main" id="{399F9CC4-625E-EC9C-5409-D3FA1305BC21}"/>
              </a:ext>
            </a:extLst>
          </p:cNvPr>
          <p:cNvSpPr txBox="1"/>
          <p:nvPr/>
        </p:nvSpPr>
        <p:spPr>
          <a:xfrm>
            <a:off x="250452" y="200025"/>
            <a:ext cx="318022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err="1">
                <a:solidFill>
                  <a:srgbClr val="5C5C5C"/>
                </a:solidFill>
                <a:ea typeface="Roboto"/>
                <a:cs typeface="Roboto"/>
              </a:rPr>
              <a:t>CountVectorizer</a:t>
            </a:r>
            <a:endParaRPr lang="fr-FR" err="1"/>
          </a:p>
        </p:txBody>
      </p:sp>
      <p:sp>
        <p:nvSpPr>
          <p:cNvPr id="6" name="ZoneTexte 5">
            <a:extLst>
              <a:ext uri="{FF2B5EF4-FFF2-40B4-BE49-F238E27FC236}">
                <a16:creationId xmlns:a16="http://schemas.microsoft.com/office/drawing/2014/main" id="{FC91F4A9-C9A2-3F7F-7600-8E2B2D4E81EB}"/>
              </a:ext>
            </a:extLst>
          </p:cNvPr>
          <p:cNvSpPr txBox="1"/>
          <p:nvPr/>
        </p:nvSpPr>
        <p:spPr>
          <a:xfrm>
            <a:off x="250451" y="931209"/>
            <a:ext cx="3907764"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fr-FR" sz="1500">
                <a:solidFill>
                  <a:srgbClr val="5C5C5C"/>
                </a:solidFill>
                <a:latin typeface="Roboto"/>
                <a:ea typeface="Roboto"/>
                <a:cs typeface="Roboto"/>
              </a:rPr>
              <a:t>Le concept du </a:t>
            </a:r>
            <a:r>
              <a:rPr lang="fr-FR" sz="1500" b="1">
                <a:solidFill>
                  <a:srgbClr val="5C5C5C"/>
                </a:solidFill>
                <a:latin typeface="Roboto"/>
                <a:ea typeface="Roboto"/>
                <a:cs typeface="Roboto"/>
              </a:rPr>
              <a:t>Count </a:t>
            </a:r>
            <a:r>
              <a:rPr lang="fr-FR" sz="1500" b="1" err="1">
                <a:solidFill>
                  <a:srgbClr val="5C5C5C"/>
                </a:solidFill>
                <a:latin typeface="Roboto"/>
                <a:ea typeface="Roboto"/>
                <a:cs typeface="Roboto"/>
              </a:rPr>
              <a:t>Vector</a:t>
            </a:r>
            <a:r>
              <a:rPr lang="fr-FR" sz="1500" b="1">
                <a:solidFill>
                  <a:srgbClr val="5C5C5C"/>
                </a:solidFill>
                <a:latin typeface="Roboto"/>
                <a:ea typeface="Roboto"/>
                <a:cs typeface="Roboto"/>
              </a:rPr>
              <a:t> </a:t>
            </a:r>
            <a:r>
              <a:rPr lang="fr-FR" sz="1500" b="1" err="1">
                <a:solidFill>
                  <a:srgbClr val="5C5C5C"/>
                </a:solidFill>
                <a:latin typeface="Roboto"/>
                <a:ea typeface="Roboto"/>
                <a:cs typeface="Roboto"/>
              </a:rPr>
              <a:t>Featurizer</a:t>
            </a:r>
            <a:r>
              <a:rPr lang="fr-FR" sz="1500">
                <a:solidFill>
                  <a:srgbClr val="5C5C5C"/>
                </a:solidFill>
                <a:latin typeface="Roboto"/>
                <a:ea typeface="Roboto"/>
                <a:cs typeface="Roboto"/>
              </a:rPr>
              <a:t> est très simple : il commence par indexer chaque mot du vocabulaire préalablement construit, puis compte l’occurrence de chaque mot dans les différents documents sur lesquels il s’entraîne. Enfin, en sortie, il produit une matrice où chaque ligne représente un document et chaque colonne correspond à un mot du vocabulaire. </a:t>
            </a:r>
            <a:endParaRPr lang="fr-FR" sz="1500">
              <a:solidFill>
                <a:srgbClr val="5C5C5C"/>
              </a:solidFill>
              <a:ea typeface="Roboto"/>
              <a:cs typeface="Roboto"/>
            </a:endParaRPr>
          </a:p>
        </p:txBody>
      </p:sp>
      <p:pic>
        <p:nvPicPr>
          <p:cNvPr id="3" name="Image 2" descr="Une image contenant texte, capture d’écran, diagramme, Police&#10;&#10;Le contenu généré par l’IA peut être incorrect.">
            <a:extLst>
              <a:ext uri="{FF2B5EF4-FFF2-40B4-BE49-F238E27FC236}">
                <a16:creationId xmlns:a16="http://schemas.microsoft.com/office/drawing/2014/main" id="{D6A09AE1-26C3-7366-6FB5-B46F5A79E8D2}"/>
              </a:ext>
            </a:extLst>
          </p:cNvPr>
          <p:cNvPicPr>
            <a:picLocks noChangeAspect="1"/>
          </p:cNvPicPr>
          <p:nvPr/>
        </p:nvPicPr>
        <p:blipFill>
          <a:blip r:embed="rId2"/>
          <a:stretch>
            <a:fillRect/>
          </a:stretch>
        </p:blipFill>
        <p:spPr>
          <a:xfrm>
            <a:off x="4160873" y="931653"/>
            <a:ext cx="4434565" cy="3485071"/>
          </a:xfrm>
          <a:prstGeom prst="rect">
            <a:avLst/>
          </a:prstGeom>
        </p:spPr>
      </p:pic>
      <p:sp>
        <p:nvSpPr>
          <p:cNvPr id="7" name="Rectangle 6">
            <a:extLst>
              <a:ext uri="{FF2B5EF4-FFF2-40B4-BE49-F238E27FC236}">
                <a16:creationId xmlns:a16="http://schemas.microsoft.com/office/drawing/2014/main" id="{168FBE9E-723E-7A9D-58ED-DA54AF42E200}"/>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
        <p:nvSpPr>
          <p:cNvPr id="4" name="ZoneTexte 3">
            <a:extLst>
              <a:ext uri="{FF2B5EF4-FFF2-40B4-BE49-F238E27FC236}">
                <a16:creationId xmlns:a16="http://schemas.microsoft.com/office/drawing/2014/main" id="{3C7FE5CB-B6B8-6087-5868-076C9C5D2A3B}"/>
              </a:ext>
            </a:extLst>
          </p:cNvPr>
          <p:cNvSpPr txBox="1"/>
          <p:nvPr/>
        </p:nvSpPr>
        <p:spPr>
          <a:xfrm>
            <a:off x="710963" y="3475208"/>
            <a:ext cx="2743200" cy="738664"/>
          </a:xfrm>
          <a:prstGeom prst="rect">
            <a:avLst/>
          </a:prstGeom>
          <a:no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i="1">
                <a:solidFill>
                  <a:schemeClr val="bg1"/>
                </a:solidFill>
                <a:ea typeface="Roboto"/>
                <a:cs typeface="Roboto"/>
              </a:rPr>
              <a:t>Count(</a:t>
            </a:r>
            <a:r>
              <a:rPr lang="fr-FR" sz="1400" i="1" err="1">
                <a:solidFill>
                  <a:schemeClr val="bg1"/>
                </a:solidFill>
                <a:ea typeface="Roboto"/>
                <a:cs typeface="Roboto"/>
              </a:rPr>
              <a:t>w,d</a:t>
            </a:r>
            <a:r>
              <a:rPr lang="fr-FR" sz="1400" i="1">
                <a:solidFill>
                  <a:schemeClr val="bg1"/>
                </a:solidFill>
                <a:ea typeface="Roboto"/>
                <a:cs typeface="Roboto"/>
              </a:rPr>
              <a:t>) = nombre d'occurrences du mot "w" dans le document "d". </a:t>
            </a:r>
          </a:p>
        </p:txBody>
      </p:sp>
    </p:spTree>
    <p:extLst>
      <p:ext uri="{BB962C8B-B14F-4D97-AF65-F5344CB8AC3E}">
        <p14:creationId xmlns:p14="http://schemas.microsoft.com/office/powerpoint/2010/main" val="1829880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730530"/>
            <a:ext cx="8368363" cy="173255"/>
          </a:xfrm>
          <a:prstGeom prst="rect">
            <a:avLst/>
          </a:prstGeom>
        </p:spPr>
        <p:txBody>
          <a:bodyPr/>
          <a:lstStyle/>
          <a:p>
            <a:r>
              <a:rPr lang="en-US"/>
              <a:t>Problem And Who Has It?</a:t>
            </a: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Methodology</a:t>
            </a:r>
            <a:endParaRPr lang="fr-FR"/>
          </a:p>
        </p:txBody>
      </p:sp>
      <p:sp>
        <p:nvSpPr>
          <p:cNvPr id="13" name="Rounded Rectangle 1">
            <a:extLst>
              <a:ext uri="{FF2B5EF4-FFF2-40B4-BE49-F238E27FC236}">
                <a16:creationId xmlns:a16="http://schemas.microsoft.com/office/drawing/2014/main" id="{B70D5117-D066-437B-A406-394C32871E07}"/>
              </a:ext>
            </a:extLst>
          </p:cNvPr>
          <p:cNvSpPr/>
          <p:nvPr/>
        </p:nvSpPr>
        <p:spPr bwMode="auto">
          <a:xfrm>
            <a:off x="381000" y="1594738"/>
            <a:ext cx="2667000" cy="2950592"/>
          </a:xfrm>
          <a:prstGeom prst="roundRect">
            <a:avLst>
              <a:gd name="adj" fmla="val 2440"/>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4" name="Rounded Rectangle 19">
            <a:extLst>
              <a:ext uri="{FF2B5EF4-FFF2-40B4-BE49-F238E27FC236}">
                <a16:creationId xmlns:a16="http://schemas.microsoft.com/office/drawing/2014/main" id="{B814EB54-EBBE-4BE9-97EC-CD7BE8972414}"/>
              </a:ext>
            </a:extLst>
          </p:cNvPr>
          <p:cNvSpPr/>
          <p:nvPr/>
        </p:nvSpPr>
        <p:spPr bwMode="auto">
          <a:xfrm>
            <a:off x="3231682" y="1594738"/>
            <a:ext cx="2667000" cy="2950592"/>
          </a:xfrm>
          <a:prstGeom prst="roundRect">
            <a:avLst>
              <a:gd name="adj" fmla="val 2440"/>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Rounded Rectangle 20">
            <a:extLst>
              <a:ext uri="{FF2B5EF4-FFF2-40B4-BE49-F238E27FC236}">
                <a16:creationId xmlns:a16="http://schemas.microsoft.com/office/drawing/2014/main" id="{377D99AD-89A9-4503-8547-D7D5BC38BBD3}"/>
              </a:ext>
            </a:extLst>
          </p:cNvPr>
          <p:cNvSpPr/>
          <p:nvPr/>
        </p:nvSpPr>
        <p:spPr bwMode="auto">
          <a:xfrm>
            <a:off x="6082363" y="1594738"/>
            <a:ext cx="2667000" cy="2950592"/>
          </a:xfrm>
          <a:prstGeom prst="roundRect">
            <a:avLst>
              <a:gd name="adj" fmla="val 1932"/>
            </a:avLst>
          </a:prstGeom>
          <a:solidFill>
            <a:schemeClr val="accent3"/>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7" name="Oval 16">
            <a:extLst>
              <a:ext uri="{FF2B5EF4-FFF2-40B4-BE49-F238E27FC236}">
                <a16:creationId xmlns:a16="http://schemas.microsoft.com/office/drawing/2014/main" id="{DAD0171F-7731-4608-90CD-1C33B7A02BE1}"/>
              </a:ext>
            </a:extLst>
          </p:cNvPr>
          <p:cNvSpPr/>
          <p:nvPr/>
        </p:nvSpPr>
        <p:spPr bwMode="auto">
          <a:xfrm>
            <a:off x="1228725" y="1070610"/>
            <a:ext cx="971550" cy="971550"/>
          </a:xfrm>
          <a:prstGeom prst="ellipse">
            <a:avLst/>
          </a:prstGeom>
          <a:solidFill>
            <a:schemeClr val="accent1"/>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8" name="Inhaltsplatzhalter 4">
            <a:extLst>
              <a:ext uri="{FF2B5EF4-FFF2-40B4-BE49-F238E27FC236}">
                <a16:creationId xmlns:a16="http://schemas.microsoft.com/office/drawing/2014/main" id="{AFE5FF7B-77B8-4252-8BFA-D5E943B7961A}"/>
              </a:ext>
            </a:extLst>
          </p:cNvPr>
          <p:cNvSpPr txBox="1">
            <a:spLocks/>
          </p:cNvSpPr>
          <p:nvPr/>
        </p:nvSpPr>
        <p:spPr>
          <a:xfrm>
            <a:off x="457200" y="2107793"/>
            <a:ext cx="2495549" cy="2203295"/>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1600" b="1">
                <a:latin typeface="+mj-lt"/>
              </a:rPr>
              <a:t>Tokenizer</a:t>
            </a:r>
            <a:br>
              <a:rPr lang="en-US" sz="1100">
                <a:latin typeface="+mj-lt"/>
              </a:rPr>
            </a:br>
            <a:r>
              <a:rPr lang="en-US" sz="1050">
                <a:latin typeface="+mj-lt"/>
              </a:rPr>
              <a:t> </a:t>
            </a:r>
            <a:r>
              <a:rPr lang="fr-FR" sz="1000">
                <a:solidFill>
                  <a:schemeClr val="bg2"/>
                </a:solidFill>
                <a:latin typeface="Roboto"/>
                <a:ea typeface="Roboto"/>
                <a:cs typeface="Roboto"/>
              </a:rPr>
              <a:t>Ce composant prend le document de l’utilisateur en entrée, le divise pour produire des </a:t>
            </a:r>
            <a:r>
              <a:rPr lang="fr-FR" sz="1000" err="1">
                <a:solidFill>
                  <a:schemeClr val="bg2"/>
                </a:solidFill>
                <a:latin typeface="Roboto"/>
                <a:ea typeface="Roboto"/>
                <a:cs typeface="Roboto"/>
              </a:rPr>
              <a:t>tokens</a:t>
            </a:r>
            <a:r>
              <a:rPr lang="fr-FR" sz="1000">
                <a:solidFill>
                  <a:schemeClr val="bg2"/>
                </a:solidFill>
                <a:latin typeface="Roboto"/>
                <a:ea typeface="Roboto"/>
                <a:cs typeface="Roboto"/>
              </a:rPr>
              <a:t>. Il commence par convertir le texte en minuscules, puis applique une expression régulière qui ne conserve que les mots. Ensuite, il supprime les stop </a:t>
            </a:r>
            <a:r>
              <a:rPr lang="fr-FR" sz="1000" err="1">
                <a:solidFill>
                  <a:schemeClr val="bg2"/>
                </a:solidFill>
                <a:latin typeface="Roboto"/>
                <a:ea typeface="Roboto"/>
                <a:cs typeface="Roboto"/>
              </a:rPr>
              <a:t>words</a:t>
            </a:r>
            <a:r>
              <a:rPr lang="fr-FR" sz="1000">
                <a:solidFill>
                  <a:schemeClr val="bg2"/>
                </a:solidFill>
                <a:latin typeface="Roboto"/>
                <a:ea typeface="Roboto"/>
                <a:cs typeface="Roboto"/>
              </a:rPr>
              <a:t> définis dans NLTK avant de renvoyer les </a:t>
            </a:r>
            <a:r>
              <a:rPr lang="fr-FR" sz="1000" err="1">
                <a:solidFill>
                  <a:schemeClr val="bg2"/>
                </a:solidFill>
                <a:latin typeface="Roboto"/>
                <a:ea typeface="Roboto"/>
                <a:cs typeface="Roboto"/>
              </a:rPr>
              <a:t>tokens</a:t>
            </a:r>
            <a:r>
              <a:rPr lang="fr-FR" sz="1000">
                <a:solidFill>
                  <a:schemeClr val="bg2"/>
                </a:solidFill>
                <a:latin typeface="Roboto"/>
                <a:ea typeface="Roboto"/>
                <a:cs typeface="Roboto"/>
              </a:rPr>
              <a:t> en sortie.</a:t>
            </a:r>
            <a:endParaRPr lang="fr-FR">
              <a:solidFill>
                <a:schemeClr val="bg2"/>
              </a:solidFill>
            </a:endParaRPr>
          </a:p>
        </p:txBody>
      </p:sp>
      <p:sp>
        <p:nvSpPr>
          <p:cNvPr id="19" name="Freeform 6">
            <a:extLst>
              <a:ext uri="{FF2B5EF4-FFF2-40B4-BE49-F238E27FC236}">
                <a16:creationId xmlns:a16="http://schemas.microsoft.com/office/drawing/2014/main" id="{9F820B68-3117-4886-8833-D53C6942601E}"/>
              </a:ext>
            </a:extLst>
          </p:cNvPr>
          <p:cNvSpPr>
            <a:spLocks noEditPoints="1"/>
          </p:cNvSpPr>
          <p:nvPr/>
        </p:nvSpPr>
        <p:spPr bwMode="auto">
          <a:xfrm flipH="1">
            <a:off x="1465504" y="1309138"/>
            <a:ext cx="497992" cy="494494"/>
          </a:xfrm>
          <a:custGeom>
            <a:avLst/>
            <a:gdLst>
              <a:gd name="T0" fmla="*/ 2120 w 3986"/>
              <a:gd name="T1" fmla="*/ 444 h 3956"/>
              <a:gd name="T2" fmla="*/ 1803 w 3986"/>
              <a:gd name="T3" fmla="*/ 559 h 3956"/>
              <a:gd name="T4" fmla="*/ 1524 w 3986"/>
              <a:gd name="T5" fmla="*/ 765 h 3956"/>
              <a:gd name="T6" fmla="*/ 1316 w 3986"/>
              <a:gd name="T7" fmla="*/ 1043 h 3956"/>
              <a:gd name="T8" fmla="*/ 1200 w 3986"/>
              <a:gd name="T9" fmla="*/ 1358 h 3956"/>
              <a:gd name="T10" fmla="*/ 1177 w 3986"/>
              <a:gd name="T11" fmla="*/ 1688 h 3956"/>
              <a:gd name="T12" fmla="*/ 1246 w 3986"/>
              <a:gd name="T13" fmla="*/ 2012 h 3956"/>
              <a:gd name="T14" fmla="*/ 1408 w 3986"/>
              <a:gd name="T15" fmla="*/ 2311 h 3956"/>
              <a:gd name="T16" fmla="*/ 1658 w 3986"/>
              <a:gd name="T17" fmla="*/ 2558 h 3956"/>
              <a:gd name="T18" fmla="*/ 1959 w 3986"/>
              <a:gd name="T19" fmla="*/ 2719 h 3956"/>
              <a:gd name="T20" fmla="*/ 2286 w 3986"/>
              <a:gd name="T21" fmla="*/ 2787 h 3956"/>
              <a:gd name="T22" fmla="*/ 2618 w 3986"/>
              <a:gd name="T23" fmla="*/ 2765 h 3956"/>
              <a:gd name="T24" fmla="*/ 2934 w 3986"/>
              <a:gd name="T25" fmla="*/ 2650 h 3956"/>
              <a:gd name="T26" fmla="*/ 3214 w 3986"/>
              <a:gd name="T27" fmla="*/ 2443 h 3956"/>
              <a:gd name="T28" fmla="*/ 3422 w 3986"/>
              <a:gd name="T29" fmla="*/ 2166 h 3956"/>
              <a:gd name="T30" fmla="*/ 3538 w 3986"/>
              <a:gd name="T31" fmla="*/ 1852 h 3956"/>
              <a:gd name="T32" fmla="*/ 3561 w 3986"/>
              <a:gd name="T33" fmla="*/ 1522 h 3956"/>
              <a:gd name="T34" fmla="*/ 3491 w 3986"/>
              <a:gd name="T35" fmla="*/ 1197 h 3956"/>
              <a:gd name="T36" fmla="*/ 3330 w 3986"/>
              <a:gd name="T37" fmla="*/ 898 h 3956"/>
              <a:gd name="T38" fmla="*/ 3080 w 3986"/>
              <a:gd name="T39" fmla="*/ 651 h 3956"/>
              <a:gd name="T40" fmla="*/ 2780 w 3986"/>
              <a:gd name="T41" fmla="*/ 490 h 3956"/>
              <a:gd name="T42" fmla="*/ 2453 w 3986"/>
              <a:gd name="T43" fmla="*/ 421 h 3956"/>
              <a:gd name="T44" fmla="*/ 2560 w 3986"/>
              <a:gd name="T45" fmla="*/ 11 h 3956"/>
              <a:gd name="T46" fmla="*/ 2933 w 3986"/>
              <a:gd name="T47" fmla="*/ 100 h 3956"/>
              <a:gd name="T48" fmla="*/ 3280 w 3986"/>
              <a:gd name="T49" fmla="*/ 278 h 3956"/>
              <a:gd name="T50" fmla="*/ 3583 w 3986"/>
              <a:gd name="T51" fmla="*/ 543 h 3956"/>
              <a:gd name="T52" fmla="*/ 3806 w 3986"/>
              <a:gd name="T53" fmla="*/ 868 h 3956"/>
              <a:gd name="T54" fmla="*/ 3941 w 3986"/>
              <a:gd name="T55" fmla="*/ 1228 h 3956"/>
              <a:gd name="T56" fmla="*/ 3986 w 3986"/>
              <a:gd name="T57" fmla="*/ 1604 h 3956"/>
              <a:gd name="T58" fmla="*/ 3941 w 3986"/>
              <a:gd name="T59" fmla="*/ 1981 h 3956"/>
              <a:gd name="T60" fmla="*/ 3806 w 3986"/>
              <a:gd name="T61" fmla="*/ 2341 h 3956"/>
              <a:gd name="T62" fmla="*/ 3583 w 3986"/>
              <a:gd name="T63" fmla="*/ 2667 h 3956"/>
              <a:gd name="T64" fmla="*/ 3269 w 3986"/>
              <a:gd name="T65" fmla="*/ 2941 h 3956"/>
              <a:gd name="T66" fmla="*/ 2906 w 3986"/>
              <a:gd name="T67" fmla="*/ 3121 h 3956"/>
              <a:gd name="T68" fmla="*/ 2520 w 3986"/>
              <a:gd name="T69" fmla="*/ 3204 h 3956"/>
              <a:gd name="T70" fmla="*/ 2126 w 3986"/>
              <a:gd name="T71" fmla="*/ 3188 h 3956"/>
              <a:gd name="T72" fmla="*/ 1743 w 3986"/>
              <a:gd name="T73" fmla="*/ 3075 h 3956"/>
              <a:gd name="T74" fmla="*/ 1550 w 3986"/>
              <a:gd name="T75" fmla="*/ 2977 h 3956"/>
              <a:gd name="T76" fmla="*/ 1495 w 3986"/>
              <a:gd name="T77" fmla="*/ 2981 h 3956"/>
              <a:gd name="T78" fmla="*/ 574 w 3986"/>
              <a:gd name="T79" fmla="*/ 3876 h 3956"/>
              <a:gd name="T80" fmla="*/ 400 w 3986"/>
              <a:gd name="T81" fmla="*/ 3951 h 3956"/>
              <a:gd name="T82" fmla="*/ 227 w 3986"/>
              <a:gd name="T83" fmla="*/ 3939 h 3956"/>
              <a:gd name="T84" fmla="*/ 90 w 3986"/>
              <a:gd name="T85" fmla="*/ 3843 h 3956"/>
              <a:gd name="T86" fmla="*/ 6 w 3986"/>
              <a:gd name="T87" fmla="*/ 3689 h 3956"/>
              <a:gd name="T88" fmla="*/ 17 w 3986"/>
              <a:gd name="T89" fmla="*/ 3515 h 3956"/>
              <a:gd name="T90" fmla="*/ 112 w 3986"/>
              <a:gd name="T91" fmla="*/ 3345 h 3956"/>
              <a:gd name="T92" fmla="*/ 168 w 3986"/>
              <a:gd name="T93" fmla="*/ 3287 h 3956"/>
              <a:gd name="T94" fmla="*/ 247 w 3986"/>
              <a:gd name="T95" fmla="*/ 3208 h 3956"/>
              <a:gd name="T96" fmla="*/ 371 w 3986"/>
              <a:gd name="T97" fmla="*/ 3084 h 3956"/>
              <a:gd name="T98" fmla="*/ 522 w 3986"/>
              <a:gd name="T99" fmla="*/ 2935 h 3956"/>
              <a:gd name="T100" fmla="*/ 680 w 3986"/>
              <a:gd name="T101" fmla="*/ 2778 h 3956"/>
              <a:gd name="T102" fmla="*/ 828 w 3986"/>
              <a:gd name="T103" fmla="*/ 2631 h 3956"/>
              <a:gd name="T104" fmla="*/ 949 w 3986"/>
              <a:gd name="T105" fmla="*/ 2511 h 3956"/>
              <a:gd name="T106" fmla="*/ 991 w 3986"/>
              <a:gd name="T107" fmla="*/ 2441 h 3956"/>
              <a:gd name="T108" fmla="*/ 983 w 3986"/>
              <a:gd name="T109" fmla="*/ 2407 h 3956"/>
              <a:gd name="T110" fmla="*/ 818 w 3986"/>
              <a:gd name="T111" fmla="*/ 2039 h 3956"/>
              <a:gd name="T112" fmla="*/ 754 w 3986"/>
              <a:gd name="T113" fmla="*/ 1650 h 3956"/>
              <a:gd name="T114" fmla="*/ 788 w 3986"/>
              <a:gd name="T115" fmla="*/ 1260 h 3956"/>
              <a:gd name="T116" fmla="*/ 921 w 3986"/>
              <a:gd name="T117" fmla="*/ 887 h 3956"/>
              <a:gd name="T118" fmla="*/ 1152 w 3986"/>
              <a:gd name="T119" fmla="*/ 547 h 3956"/>
              <a:gd name="T120" fmla="*/ 1458 w 3986"/>
              <a:gd name="T121" fmla="*/ 278 h 3956"/>
              <a:gd name="T122" fmla="*/ 1806 w 3986"/>
              <a:gd name="T123" fmla="*/ 100 h 3956"/>
              <a:gd name="T124" fmla="*/ 2178 w 3986"/>
              <a:gd name="T125" fmla="*/ 11 h 3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86" h="3956">
                <a:moveTo>
                  <a:pt x="2369" y="419"/>
                </a:moveTo>
                <a:lnTo>
                  <a:pt x="2286" y="421"/>
                </a:lnTo>
                <a:lnTo>
                  <a:pt x="2202" y="430"/>
                </a:lnTo>
                <a:lnTo>
                  <a:pt x="2120" y="444"/>
                </a:lnTo>
                <a:lnTo>
                  <a:pt x="2038" y="465"/>
                </a:lnTo>
                <a:lnTo>
                  <a:pt x="1959" y="490"/>
                </a:lnTo>
                <a:lnTo>
                  <a:pt x="1880" y="521"/>
                </a:lnTo>
                <a:lnTo>
                  <a:pt x="1803" y="559"/>
                </a:lnTo>
                <a:lnTo>
                  <a:pt x="1729" y="602"/>
                </a:lnTo>
                <a:lnTo>
                  <a:pt x="1658" y="651"/>
                </a:lnTo>
                <a:lnTo>
                  <a:pt x="1589" y="705"/>
                </a:lnTo>
                <a:lnTo>
                  <a:pt x="1524" y="765"/>
                </a:lnTo>
                <a:lnTo>
                  <a:pt x="1463" y="830"/>
                </a:lnTo>
                <a:lnTo>
                  <a:pt x="1408" y="898"/>
                </a:lnTo>
                <a:lnTo>
                  <a:pt x="1360" y="969"/>
                </a:lnTo>
                <a:lnTo>
                  <a:pt x="1316" y="1043"/>
                </a:lnTo>
                <a:lnTo>
                  <a:pt x="1278" y="1119"/>
                </a:lnTo>
                <a:lnTo>
                  <a:pt x="1246" y="1197"/>
                </a:lnTo>
                <a:lnTo>
                  <a:pt x="1221" y="1277"/>
                </a:lnTo>
                <a:lnTo>
                  <a:pt x="1200" y="1358"/>
                </a:lnTo>
                <a:lnTo>
                  <a:pt x="1186" y="1439"/>
                </a:lnTo>
                <a:lnTo>
                  <a:pt x="1177" y="1522"/>
                </a:lnTo>
                <a:lnTo>
                  <a:pt x="1175" y="1604"/>
                </a:lnTo>
                <a:lnTo>
                  <a:pt x="1177" y="1688"/>
                </a:lnTo>
                <a:lnTo>
                  <a:pt x="1186" y="1770"/>
                </a:lnTo>
                <a:lnTo>
                  <a:pt x="1200" y="1852"/>
                </a:lnTo>
                <a:lnTo>
                  <a:pt x="1221" y="1933"/>
                </a:lnTo>
                <a:lnTo>
                  <a:pt x="1246" y="2012"/>
                </a:lnTo>
                <a:lnTo>
                  <a:pt x="1278" y="2090"/>
                </a:lnTo>
                <a:lnTo>
                  <a:pt x="1316" y="2166"/>
                </a:lnTo>
                <a:lnTo>
                  <a:pt x="1360" y="2239"/>
                </a:lnTo>
                <a:lnTo>
                  <a:pt x="1408" y="2311"/>
                </a:lnTo>
                <a:lnTo>
                  <a:pt x="1463" y="2379"/>
                </a:lnTo>
                <a:lnTo>
                  <a:pt x="1524" y="2443"/>
                </a:lnTo>
                <a:lnTo>
                  <a:pt x="1589" y="2504"/>
                </a:lnTo>
                <a:lnTo>
                  <a:pt x="1658" y="2558"/>
                </a:lnTo>
                <a:lnTo>
                  <a:pt x="1729" y="2608"/>
                </a:lnTo>
                <a:lnTo>
                  <a:pt x="1803" y="2650"/>
                </a:lnTo>
                <a:lnTo>
                  <a:pt x="1880" y="2687"/>
                </a:lnTo>
                <a:lnTo>
                  <a:pt x="1959" y="2719"/>
                </a:lnTo>
                <a:lnTo>
                  <a:pt x="2038" y="2745"/>
                </a:lnTo>
                <a:lnTo>
                  <a:pt x="2120" y="2765"/>
                </a:lnTo>
                <a:lnTo>
                  <a:pt x="2202" y="2779"/>
                </a:lnTo>
                <a:lnTo>
                  <a:pt x="2286" y="2787"/>
                </a:lnTo>
                <a:lnTo>
                  <a:pt x="2369" y="2791"/>
                </a:lnTo>
                <a:lnTo>
                  <a:pt x="2453" y="2787"/>
                </a:lnTo>
                <a:lnTo>
                  <a:pt x="2536" y="2779"/>
                </a:lnTo>
                <a:lnTo>
                  <a:pt x="2618" y="2765"/>
                </a:lnTo>
                <a:lnTo>
                  <a:pt x="2700" y="2745"/>
                </a:lnTo>
                <a:lnTo>
                  <a:pt x="2780" y="2719"/>
                </a:lnTo>
                <a:lnTo>
                  <a:pt x="2858" y="2687"/>
                </a:lnTo>
                <a:lnTo>
                  <a:pt x="2934" y="2650"/>
                </a:lnTo>
                <a:lnTo>
                  <a:pt x="3009" y="2608"/>
                </a:lnTo>
                <a:lnTo>
                  <a:pt x="3080" y="2558"/>
                </a:lnTo>
                <a:lnTo>
                  <a:pt x="3148" y="2504"/>
                </a:lnTo>
                <a:lnTo>
                  <a:pt x="3214" y="2443"/>
                </a:lnTo>
                <a:lnTo>
                  <a:pt x="3275" y="2379"/>
                </a:lnTo>
                <a:lnTo>
                  <a:pt x="3330" y="2311"/>
                </a:lnTo>
                <a:lnTo>
                  <a:pt x="3378" y="2239"/>
                </a:lnTo>
                <a:lnTo>
                  <a:pt x="3422" y="2166"/>
                </a:lnTo>
                <a:lnTo>
                  <a:pt x="3460" y="2090"/>
                </a:lnTo>
                <a:lnTo>
                  <a:pt x="3491" y="2012"/>
                </a:lnTo>
                <a:lnTo>
                  <a:pt x="3517" y="1933"/>
                </a:lnTo>
                <a:lnTo>
                  <a:pt x="3538" y="1852"/>
                </a:lnTo>
                <a:lnTo>
                  <a:pt x="3552" y="1770"/>
                </a:lnTo>
                <a:lnTo>
                  <a:pt x="3561" y="1688"/>
                </a:lnTo>
                <a:lnTo>
                  <a:pt x="3563" y="1604"/>
                </a:lnTo>
                <a:lnTo>
                  <a:pt x="3561" y="1522"/>
                </a:lnTo>
                <a:lnTo>
                  <a:pt x="3552" y="1439"/>
                </a:lnTo>
                <a:lnTo>
                  <a:pt x="3538" y="1358"/>
                </a:lnTo>
                <a:lnTo>
                  <a:pt x="3517" y="1277"/>
                </a:lnTo>
                <a:lnTo>
                  <a:pt x="3491" y="1197"/>
                </a:lnTo>
                <a:lnTo>
                  <a:pt x="3460" y="1119"/>
                </a:lnTo>
                <a:lnTo>
                  <a:pt x="3422" y="1043"/>
                </a:lnTo>
                <a:lnTo>
                  <a:pt x="3378" y="969"/>
                </a:lnTo>
                <a:lnTo>
                  <a:pt x="3330" y="898"/>
                </a:lnTo>
                <a:lnTo>
                  <a:pt x="3275" y="830"/>
                </a:lnTo>
                <a:lnTo>
                  <a:pt x="3214" y="765"/>
                </a:lnTo>
                <a:lnTo>
                  <a:pt x="3148" y="705"/>
                </a:lnTo>
                <a:lnTo>
                  <a:pt x="3080" y="651"/>
                </a:lnTo>
                <a:lnTo>
                  <a:pt x="3009" y="602"/>
                </a:lnTo>
                <a:lnTo>
                  <a:pt x="2934" y="559"/>
                </a:lnTo>
                <a:lnTo>
                  <a:pt x="2858" y="521"/>
                </a:lnTo>
                <a:lnTo>
                  <a:pt x="2780" y="490"/>
                </a:lnTo>
                <a:lnTo>
                  <a:pt x="2700" y="465"/>
                </a:lnTo>
                <a:lnTo>
                  <a:pt x="2618" y="444"/>
                </a:lnTo>
                <a:lnTo>
                  <a:pt x="2536" y="430"/>
                </a:lnTo>
                <a:lnTo>
                  <a:pt x="2453" y="421"/>
                </a:lnTo>
                <a:lnTo>
                  <a:pt x="2369" y="419"/>
                </a:lnTo>
                <a:close/>
                <a:moveTo>
                  <a:pt x="2369" y="0"/>
                </a:moveTo>
                <a:lnTo>
                  <a:pt x="2465" y="2"/>
                </a:lnTo>
                <a:lnTo>
                  <a:pt x="2560" y="11"/>
                </a:lnTo>
                <a:lnTo>
                  <a:pt x="2655" y="24"/>
                </a:lnTo>
                <a:lnTo>
                  <a:pt x="2748" y="45"/>
                </a:lnTo>
                <a:lnTo>
                  <a:pt x="2842" y="69"/>
                </a:lnTo>
                <a:lnTo>
                  <a:pt x="2933" y="100"/>
                </a:lnTo>
                <a:lnTo>
                  <a:pt x="3023" y="136"/>
                </a:lnTo>
                <a:lnTo>
                  <a:pt x="3111" y="177"/>
                </a:lnTo>
                <a:lnTo>
                  <a:pt x="3197" y="224"/>
                </a:lnTo>
                <a:lnTo>
                  <a:pt x="3280" y="278"/>
                </a:lnTo>
                <a:lnTo>
                  <a:pt x="3360" y="335"/>
                </a:lnTo>
                <a:lnTo>
                  <a:pt x="3438" y="399"/>
                </a:lnTo>
                <a:lnTo>
                  <a:pt x="3513" y="469"/>
                </a:lnTo>
                <a:lnTo>
                  <a:pt x="3583" y="543"/>
                </a:lnTo>
                <a:lnTo>
                  <a:pt x="3647" y="620"/>
                </a:lnTo>
                <a:lnTo>
                  <a:pt x="3705" y="700"/>
                </a:lnTo>
                <a:lnTo>
                  <a:pt x="3759" y="783"/>
                </a:lnTo>
                <a:lnTo>
                  <a:pt x="3806" y="868"/>
                </a:lnTo>
                <a:lnTo>
                  <a:pt x="3849" y="956"/>
                </a:lnTo>
                <a:lnTo>
                  <a:pt x="3885" y="1045"/>
                </a:lnTo>
                <a:lnTo>
                  <a:pt x="3916" y="1136"/>
                </a:lnTo>
                <a:lnTo>
                  <a:pt x="3941" y="1228"/>
                </a:lnTo>
                <a:lnTo>
                  <a:pt x="3961" y="1321"/>
                </a:lnTo>
                <a:lnTo>
                  <a:pt x="3974" y="1415"/>
                </a:lnTo>
                <a:lnTo>
                  <a:pt x="3983" y="1510"/>
                </a:lnTo>
                <a:lnTo>
                  <a:pt x="3986" y="1604"/>
                </a:lnTo>
                <a:lnTo>
                  <a:pt x="3983" y="1700"/>
                </a:lnTo>
                <a:lnTo>
                  <a:pt x="3974" y="1794"/>
                </a:lnTo>
                <a:lnTo>
                  <a:pt x="3961" y="1888"/>
                </a:lnTo>
                <a:lnTo>
                  <a:pt x="3941" y="1981"/>
                </a:lnTo>
                <a:lnTo>
                  <a:pt x="3916" y="2074"/>
                </a:lnTo>
                <a:lnTo>
                  <a:pt x="3885" y="2165"/>
                </a:lnTo>
                <a:lnTo>
                  <a:pt x="3849" y="2254"/>
                </a:lnTo>
                <a:lnTo>
                  <a:pt x="3806" y="2341"/>
                </a:lnTo>
                <a:lnTo>
                  <a:pt x="3759" y="2426"/>
                </a:lnTo>
                <a:lnTo>
                  <a:pt x="3705" y="2509"/>
                </a:lnTo>
                <a:lnTo>
                  <a:pt x="3647" y="2589"/>
                </a:lnTo>
                <a:lnTo>
                  <a:pt x="3583" y="2667"/>
                </a:lnTo>
                <a:lnTo>
                  <a:pt x="3513" y="2740"/>
                </a:lnTo>
                <a:lnTo>
                  <a:pt x="3434" y="2813"/>
                </a:lnTo>
                <a:lnTo>
                  <a:pt x="3353" y="2879"/>
                </a:lnTo>
                <a:lnTo>
                  <a:pt x="3269" y="2941"/>
                </a:lnTo>
                <a:lnTo>
                  <a:pt x="3181" y="2995"/>
                </a:lnTo>
                <a:lnTo>
                  <a:pt x="3092" y="3043"/>
                </a:lnTo>
                <a:lnTo>
                  <a:pt x="3000" y="3086"/>
                </a:lnTo>
                <a:lnTo>
                  <a:pt x="2906" y="3121"/>
                </a:lnTo>
                <a:lnTo>
                  <a:pt x="2812" y="3151"/>
                </a:lnTo>
                <a:lnTo>
                  <a:pt x="2715" y="3175"/>
                </a:lnTo>
                <a:lnTo>
                  <a:pt x="2618" y="3192"/>
                </a:lnTo>
                <a:lnTo>
                  <a:pt x="2520" y="3204"/>
                </a:lnTo>
                <a:lnTo>
                  <a:pt x="2421" y="3209"/>
                </a:lnTo>
                <a:lnTo>
                  <a:pt x="2323" y="3209"/>
                </a:lnTo>
                <a:lnTo>
                  <a:pt x="2224" y="3202"/>
                </a:lnTo>
                <a:lnTo>
                  <a:pt x="2126" y="3188"/>
                </a:lnTo>
                <a:lnTo>
                  <a:pt x="2028" y="3169"/>
                </a:lnTo>
                <a:lnTo>
                  <a:pt x="1932" y="3144"/>
                </a:lnTo>
                <a:lnTo>
                  <a:pt x="1836" y="3112"/>
                </a:lnTo>
                <a:lnTo>
                  <a:pt x="1743" y="3075"/>
                </a:lnTo>
                <a:lnTo>
                  <a:pt x="1650" y="3031"/>
                </a:lnTo>
                <a:lnTo>
                  <a:pt x="1560" y="2982"/>
                </a:lnTo>
                <a:lnTo>
                  <a:pt x="1558" y="2981"/>
                </a:lnTo>
                <a:lnTo>
                  <a:pt x="1550" y="2977"/>
                </a:lnTo>
                <a:lnTo>
                  <a:pt x="1540" y="2975"/>
                </a:lnTo>
                <a:lnTo>
                  <a:pt x="1526" y="2972"/>
                </a:lnTo>
                <a:lnTo>
                  <a:pt x="1510" y="2975"/>
                </a:lnTo>
                <a:lnTo>
                  <a:pt x="1495" y="2981"/>
                </a:lnTo>
                <a:lnTo>
                  <a:pt x="1478" y="2993"/>
                </a:lnTo>
                <a:lnTo>
                  <a:pt x="654" y="3810"/>
                </a:lnTo>
                <a:lnTo>
                  <a:pt x="615" y="3846"/>
                </a:lnTo>
                <a:lnTo>
                  <a:pt x="574" y="3876"/>
                </a:lnTo>
                <a:lnTo>
                  <a:pt x="533" y="3903"/>
                </a:lnTo>
                <a:lnTo>
                  <a:pt x="489" y="3924"/>
                </a:lnTo>
                <a:lnTo>
                  <a:pt x="444" y="3940"/>
                </a:lnTo>
                <a:lnTo>
                  <a:pt x="400" y="3951"/>
                </a:lnTo>
                <a:lnTo>
                  <a:pt x="355" y="3956"/>
                </a:lnTo>
                <a:lnTo>
                  <a:pt x="311" y="3956"/>
                </a:lnTo>
                <a:lnTo>
                  <a:pt x="269" y="3950"/>
                </a:lnTo>
                <a:lnTo>
                  <a:pt x="227" y="3939"/>
                </a:lnTo>
                <a:lnTo>
                  <a:pt x="187" y="3921"/>
                </a:lnTo>
                <a:lnTo>
                  <a:pt x="150" y="3898"/>
                </a:lnTo>
                <a:lnTo>
                  <a:pt x="114" y="3868"/>
                </a:lnTo>
                <a:lnTo>
                  <a:pt x="90" y="3843"/>
                </a:lnTo>
                <a:lnTo>
                  <a:pt x="60" y="3808"/>
                </a:lnTo>
                <a:lnTo>
                  <a:pt x="35" y="3770"/>
                </a:lnTo>
                <a:lnTo>
                  <a:pt x="17" y="3732"/>
                </a:lnTo>
                <a:lnTo>
                  <a:pt x="6" y="3689"/>
                </a:lnTo>
                <a:lnTo>
                  <a:pt x="0" y="3647"/>
                </a:lnTo>
                <a:lnTo>
                  <a:pt x="0" y="3604"/>
                </a:lnTo>
                <a:lnTo>
                  <a:pt x="6" y="3560"/>
                </a:lnTo>
                <a:lnTo>
                  <a:pt x="17" y="3515"/>
                </a:lnTo>
                <a:lnTo>
                  <a:pt x="33" y="3472"/>
                </a:lnTo>
                <a:lnTo>
                  <a:pt x="55" y="3429"/>
                </a:lnTo>
                <a:lnTo>
                  <a:pt x="80" y="3386"/>
                </a:lnTo>
                <a:lnTo>
                  <a:pt x="112" y="3345"/>
                </a:lnTo>
                <a:lnTo>
                  <a:pt x="147" y="3307"/>
                </a:lnTo>
                <a:lnTo>
                  <a:pt x="150" y="3304"/>
                </a:lnTo>
                <a:lnTo>
                  <a:pt x="157" y="3298"/>
                </a:lnTo>
                <a:lnTo>
                  <a:pt x="168" y="3287"/>
                </a:lnTo>
                <a:lnTo>
                  <a:pt x="182" y="3273"/>
                </a:lnTo>
                <a:lnTo>
                  <a:pt x="201" y="3253"/>
                </a:lnTo>
                <a:lnTo>
                  <a:pt x="223" y="3233"/>
                </a:lnTo>
                <a:lnTo>
                  <a:pt x="247" y="3208"/>
                </a:lnTo>
                <a:lnTo>
                  <a:pt x="275" y="3180"/>
                </a:lnTo>
                <a:lnTo>
                  <a:pt x="305" y="3151"/>
                </a:lnTo>
                <a:lnTo>
                  <a:pt x="337" y="3118"/>
                </a:lnTo>
                <a:lnTo>
                  <a:pt x="371" y="3084"/>
                </a:lnTo>
                <a:lnTo>
                  <a:pt x="407" y="3049"/>
                </a:lnTo>
                <a:lnTo>
                  <a:pt x="444" y="3012"/>
                </a:lnTo>
                <a:lnTo>
                  <a:pt x="483" y="2975"/>
                </a:lnTo>
                <a:lnTo>
                  <a:pt x="522" y="2935"/>
                </a:lnTo>
                <a:lnTo>
                  <a:pt x="562" y="2896"/>
                </a:lnTo>
                <a:lnTo>
                  <a:pt x="601" y="2856"/>
                </a:lnTo>
                <a:lnTo>
                  <a:pt x="641" y="2818"/>
                </a:lnTo>
                <a:lnTo>
                  <a:pt x="680" y="2778"/>
                </a:lnTo>
                <a:lnTo>
                  <a:pt x="719" y="2739"/>
                </a:lnTo>
                <a:lnTo>
                  <a:pt x="756" y="2702"/>
                </a:lnTo>
                <a:lnTo>
                  <a:pt x="793" y="2666"/>
                </a:lnTo>
                <a:lnTo>
                  <a:pt x="828" y="2631"/>
                </a:lnTo>
                <a:lnTo>
                  <a:pt x="862" y="2598"/>
                </a:lnTo>
                <a:lnTo>
                  <a:pt x="894" y="2567"/>
                </a:lnTo>
                <a:lnTo>
                  <a:pt x="923" y="2538"/>
                </a:lnTo>
                <a:lnTo>
                  <a:pt x="949" y="2511"/>
                </a:lnTo>
                <a:lnTo>
                  <a:pt x="973" y="2488"/>
                </a:lnTo>
                <a:lnTo>
                  <a:pt x="985" y="2472"/>
                </a:lnTo>
                <a:lnTo>
                  <a:pt x="990" y="2455"/>
                </a:lnTo>
                <a:lnTo>
                  <a:pt x="991" y="2441"/>
                </a:lnTo>
                <a:lnTo>
                  <a:pt x="990" y="2428"/>
                </a:lnTo>
                <a:lnTo>
                  <a:pt x="986" y="2417"/>
                </a:lnTo>
                <a:lnTo>
                  <a:pt x="984" y="2410"/>
                </a:lnTo>
                <a:lnTo>
                  <a:pt x="983" y="2407"/>
                </a:lnTo>
                <a:lnTo>
                  <a:pt x="932" y="2318"/>
                </a:lnTo>
                <a:lnTo>
                  <a:pt x="888" y="2226"/>
                </a:lnTo>
                <a:lnTo>
                  <a:pt x="850" y="2133"/>
                </a:lnTo>
                <a:lnTo>
                  <a:pt x="818" y="2039"/>
                </a:lnTo>
                <a:lnTo>
                  <a:pt x="793" y="1942"/>
                </a:lnTo>
                <a:lnTo>
                  <a:pt x="773" y="1846"/>
                </a:lnTo>
                <a:lnTo>
                  <a:pt x="760" y="1749"/>
                </a:lnTo>
                <a:lnTo>
                  <a:pt x="754" y="1650"/>
                </a:lnTo>
                <a:lnTo>
                  <a:pt x="753" y="1552"/>
                </a:lnTo>
                <a:lnTo>
                  <a:pt x="758" y="1455"/>
                </a:lnTo>
                <a:lnTo>
                  <a:pt x="770" y="1357"/>
                </a:lnTo>
                <a:lnTo>
                  <a:pt x="788" y="1260"/>
                </a:lnTo>
                <a:lnTo>
                  <a:pt x="811" y="1165"/>
                </a:lnTo>
                <a:lnTo>
                  <a:pt x="842" y="1071"/>
                </a:lnTo>
                <a:lnTo>
                  <a:pt x="878" y="978"/>
                </a:lnTo>
                <a:lnTo>
                  <a:pt x="921" y="887"/>
                </a:lnTo>
                <a:lnTo>
                  <a:pt x="969" y="798"/>
                </a:lnTo>
                <a:lnTo>
                  <a:pt x="1024" y="711"/>
                </a:lnTo>
                <a:lnTo>
                  <a:pt x="1085" y="628"/>
                </a:lnTo>
                <a:lnTo>
                  <a:pt x="1152" y="547"/>
                </a:lnTo>
                <a:lnTo>
                  <a:pt x="1226" y="469"/>
                </a:lnTo>
                <a:lnTo>
                  <a:pt x="1300" y="399"/>
                </a:lnTo>
                <a:lnTo>
                  <a:pt x="1378" y="335"/>
                </a:lnTo>
                <a:lnTo>
                  <a:pt x="1458" y="278"/>
                </a:lnTo>
                <a:lnTo>
                  <a:pt x="1542" y="224"/>
                </a:lnTo>
                <a:lnTo>
                  <a:pt x="1627" y="177"/>
                </a:lnTo>
                <a:lnTo>
                  <a:pt x="1716" y="136"/>
                </a:lnTo>
                <a:lnTo>
                  <a:pt x="1806" y="100"/>
                </a:lnTo>
                <a:lnTo>
                  <a:pt x="1897" y="69"/>
                </a:lnTo>
                <a:lnTo>
                  <a:pt x="1989" y="45"/>
                </a:lnTo>
                <a:lnTo>
                  <a:pt x="2083" y="24"/>
                </a:lnTo>
                <a:lnTo>
                  <a:pt x="2178" y="11"/>
                </a:lnTo>
                <a:lnTo>
                  <a:pt x="2274" y="2"/>
                </a:lnTo>
                <a:lnTo>
                  <a:pt x="236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Oval 19">
            <a:extLst>
              <a:ext uri="{FF2B5EF4-FFF2-40B4-BE49-F238E27FC236}">
                <a16:creationId xmlns:a16="http://schemas.microsoft.com/office/drawing/2014/main" id="{8CFD29C7-9A2B-4DC0-820A-EFD195BDAD06}"/>
              </a:ext>
            </a:extLst>
          </p:cNvPr>
          <p:cNvSpPr/>
          <p:nvPr/>
        </p:nvSpPr>
        <p:spPr bwMode="auto">
          <a:xfrm>
            <a:off x="4079407" y="1070610"/>
            <a:ext cx="971550" cy="971550"/>
          </a:xfrm>
          <a:prstGeom prst="ellipse">
            <a:avLst/>
          </a:prstGeom>
          <a:solidFill>
            <a:schemeClr val="accent2"/>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21" name="Inhaltsplatzhalter 4">
            <a:extLst>
              <a:ext uri="{FF2B5EF4-FFF2-40B4-BE49-F238E27FC236}">
                <a16:creationId xmlns:a16="http://schemas.microsoft.com/office/drawing/2014/main" id="{D081A287-701F-43F3-A305-E8DAF02D6C83}"/>
              </a:ext>
            </a:extLst>
          </p:cNvPr>
          <p:cNvSpPr txBox="1">
            <a:spLocks/>
          </p:cNvSpPr>
          <p:nvPr/>
        </p:nvSpPr>
        <p:spPr>
          <a:xfrm>
            <a:off x="3317408" y="2107793"/>
            <a:ext cx="2495549" cy="2190343"/>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1600" b="1" err="1">
                <a:latin typeface="+mj-lt"/>
              </a:rPr>
              <a:t>Featurizer</a:t>
            </a:r>
            <a:br>
              <a:rPr lang="en-US" sz="1100">
                <a:latin typeface="+mj-lt"/>
              </a:rPr>
            </a:br>
            <a:r>
              <a:rPr lang="fr-FR" sz="1000">
                <a:solidFill>
                  <a:schemeClr val="bg2"/>
                </a:solidFill>
                <a:latin typeface="Roboto"/>
                <a:ea typeface="Roboto"/>
                <a:cs typeface="Roboto"/>
              </a:rPr>
              <a:t>Les </a:t>
            </a:r>
            <a:r>
              <a:rPr lang="fr-FR" sz="1000" err="1">
                <a:solidFill>
                  <a:schemeClr val="bg2"/>
                </a:solidFill>
                <a:latin typeface="Roboto"/>
                <a:ea typeface="Roboto"/>
                <a:cs typeface="Roboto"/>
              </a:rPr>
              <a:t>featurizers</a:t>
            </a:r>
            <a:r>
              <a:rPr lang="fr-FR" sz="1000">
                <a:solidFill>
                  <a:schemeClr val="bg2"/>
                </a:solidFill>
                <a:latin typeface="Roboto"/>
                <a:ea typeface="Roboto"/>
                <a:cs typeface="Roboto"/>
              </a:rPr>
              <a:t> sont des composants qui transforment les données textuelles brutes (</a:t>
            </a:r>
            <a:r>
              <a:rPr lang="fr-FR" sz="1000" err="1">
                <a:solidFill>
                  <a:schemeClr val="bg2"/>
                </a:solidFill>
                <a:latin typeface="Roboto"/>
                <a:ea typeface="Roboto"/>
                <a:cs typeface="Roboto"/>
              </a:rPr>
              <a:t>tokens</a:t>
            </a:r>
            <a:r>
              <a:rPr lang="fr-FR" sz="1000">
                <a:solidFill>
                  <a:schemeClr val="bg2"/>
                </a:solidFill>
                <a:latin typeface="Roboto"/>
                <a:ea typeface="Roboto"/>
                <a:cs typeface="Roboto"/>
              </a:rPr>
              <a:t>) en représentations numériques exploitables. Ces représentations capturent les informations essentielles du texte et permettent aux algorithmes d'apprentissage automatique d'en extraire des patterns et de généraliser à partir des données.</a:t>
            </a:r>
          </a:p>
        </p:txBody>
      </p:sp>
      <p:sp>
        <p:nvSpPr>
          <p:cNvPr id="22" name="Oval 21">
            <a:extLst>
              <a:ext uri="{FF2B5EF4-FFF2-40B4-BE49-F238E27FC236}">
                <a16:creationId xmlns:a16="http://schemas.microsoft.com/office/drawing/2014/main" id="{6CA6C296-EE3F-4B7E-8F44-5932A178011A}"/>
              </a:ext>
            </a:extLst>
          </p:cNvPr>
          <p:cNvSpPr/>
          <p:nvPr/>
        </p:nvSpPr>
        <p:spPr bwMode="auto">
          <a:xfrm>
            <a:off x="6930089" y="1070610"/>
            <a:ext cx="971550" cy="971550"/>
          </a:xfrm>
          <a:prstGeom prst="ellipse">
            <a:avLst/>
          </a:prstGeom>
          <a:solidFill>
            <a:schemeClr val="accent3"/>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23" name="Inhaltsplatzhalter 4">
            <a:extLst>
              <a:ext uri="{FF2B5EF4-FFF2-40B4-BE49-F238E27FC236}">
                <a16:creationId xmlns:a16="http://schemas.microsoft.com/office/drawing/2014/main" id="{6C87E9BE-BA91-484F-B4B1-B325EE295DB8}"/>
              </a:ext>
            </a:extLst>
          </p:cNvPr>
          <p:cNvSpPr txBox="1">
            <a:spLocks/>
          </p:cNvSpPr>
          <p:nvPr/>
        </p:nvSpPr>
        <p:spPr>
          <a:xfrm>
            <a:off x="6168090" y="2107793"/>
            <a:ext cx="2495549" cy="1497846"/>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1600" b="1">
                <a:latin typeface="+mj-lt"/>
              </a:rPr>
              <a:t>Classifier</a:t>
            </a:r>
            <a:br>
              <a:rPr lang="en-US" sz="1100">
                <a:latin typeface="+mj-lt"/>
              </a:rPr>
            </a:br>
            <a:r>
              <a:rPr lang="en-US" sz="1000">
                <a:solidFill>
                  <a:schemeClr val="bg2"/>
                </a:solidFill>
                <a:latin typeface="+mj-lt"/>
              </a:rPr>
              <a:t> </a:t>
            </a:r>
            <a:r>
              <a:rPr lang="fr-FR" sz="1000">
                <a:solidFill>
                  <a:schemeClr val="bg2"/>
                </a:solidFill>
                <a:latin typeface="Roboto"/>
                <a:ea typeface="Roboto"/>
                <a:cs typeface="Roboto"/>
              </a:rPr>
              <a:t>Les classificateurs représentent notre modèle, ils reçoivent en entrée une matrice de caractéristiques qu’ils utilisent pour s’entraîner et apprendre à attribuer un label "plagiat" ou "non plagiat".</a:t>
            </a:r>
          </a:p>
        </p:txBody>
      </p:sp>
      <p:grpSp>
        <p:nvGrpSpPr>
          <p:cNvPr id="24" name="Group 23">
            <a:extLst>
              <a:ext uri="{FF2B5EF4-FFF2-40B4-BE49-F238E27FC236}">
                <a16:creationId xmlns:a16="http://schemas.microsoft.com/office/drawing/2014/main" id="{FDD3BD9F-64ED-4F28-9043-4F27A22643DF}"/>
              </a:ext>
            </a:extLst>
          </p:cNvPr>
          <p:cNvGrpSpPr/>
          <p:nvPr/>
        </p:nvGrpSpPr>
        <p:grpSpPr>
          <a:xfrm>
            <a:off x="4294492" y="1343660"/>
            <a:ext cx="541376" cy="425450"/>
            <a:chOff x="-650875" y="1612900"/>
            <a:chExt cx="1482725" cy="1165226"/>
          </a:xfrm>
          <a:solidFill>
            <a:schemeClr val="bg1"/>
          </a:solidFill>
        </p:grpSpPr>
        <p:sp>
          <p:nvSpPr>
            <p:cNvPr id="25" name="Freeform 6">
              <a:extLst>
                <a:ext uri="{FF2B5EF4-FFF2-40B4-BE49-F238E27FC236}">
                  <a16:creationId xmlns:a16="http://schemas.microsoft.com/office/drawing/2014/main" id="{CEF2C9A9-75A2-4199-8B08-26956F302A2D}"/>
                </a:ext>
              </a:extLst>
            </p:cNvPr>
            <p:cNvSpPr>
              <a:spLocks noEditPoints="1"/>
            </p:cNvSpPr>
            <p:nvPr/>
          </p:nvSpPr>
          <p:spPr bwMode="auto">
            <a:xfrm>
              <a:off x="-650875" y="1612900"/>
              <a:ext cx="1165225" cy="952500"/>
            </a:xfrm>
            <a:custGeom>
              <a:avLst/>
              <a:gdLst>
                <a:gd name="T0" fmla="*/ 1160 w 2936"/>
                <a:gd name="T1" fmla="*/ 294 h 2402"/>
                <a:gd name="T2" fmla="*/ 795 w 2936"/>
                <a:gd name="T3" fmla="*/ 407 h 2402"/>
                <a:gd name="T4" fmla="*/ 533 w 2936"/>
                <a:gd name="T5" fmla="*/ 569 h 2402"/>
                <a:gd name="T6" fmla="*/ 351 w 2936"/>
                <a:gd name="T7" fmla="*/ 777 h 2402"/>
                <a:gd name="T8" fmla="*/ 270 w 2936"/>
                <a:gd name="T9" fmla="*/ 1007 h 2402"/>
                <a:gd name="T10" fmla="*/ 295 w 2936"/>
                <a:gd name="T11" fmla="*/ 1235 h 2402"/>
                <a:gd name="T12" fmla="*/ 416 w 2936"/>
                <a:gd name="T13" fmla="*/ 1449 h 2402"/>
                <a:gd name="T14" fmla="*/ 624 w 2936"/>
                <a:gd name="T15" fmla="*/ 1632 h 2402"/>
                <a:gd name="T16" fmla="*/ 885 w 2936"/>
                <a:gd name="T17" fmla="*/ 1923 h 2402"/>
                <a:gd name="T18" fmla="*/ 1257 w 2936"/>
                <a:gd name="T19" fmla="*/ 1855 h 2402"/>
                <a:gd name="T20" fmla="*/ 1677 w 2936"/>
                <a:gd name="T21" fmla="*/ 1856 h 2402"/>
                <a:gd name="T22" fmla="*/ 2065 w 2936"/>
                <a:gd name="T23" fmla="*/ 1760 h 2402"/>
                <a:gd name="T24" fmla="*/ 2345 w 2936"/>
                <a:gd name="T25" fmla="*/ 1611 h 2402"/>
                <a:gd name="T26" fmla="*/ 2549 w 2936"/>
                <a:gd name="T27" fmla="*/ 1412 h 2402"/>
                <a:gd name="T28" fmla="*/ 2656 w 2936"/>
                <a:gd name="T29" fmla="*/ 1187 h 2402"/>
                <a:gd name="T30" fmla="*/ 2656 w 2936"/>
                <a:gd name="T31" fmla="*/ 948 h 2402"/>
                <a:gd name="T32" fmla="*/ 2549 w 2936"/>
                <a:gd name="T33" fmla="*/ 723 h 2402"/>
                <a:gd name="T34" fmla="*/ 2345 w 2936"/>
                <a:gd name="T35" fmla="*/ 524 h 2402"/>
                <a:gd name="T36" fmla="*/ 2065 w 2936"/>
                <a:gd name="T37" fmla="*/ 375 h 2402"/>
                <a:gd name="T38" fmla="*/ 1677 w 2936"/>
                <a:gd name="T39" fmla="*/ 279 h 2402"/>
                <a:gd name="T40" fmla="*/ 1468 w 2936"/>
                <a:gd name="T41" fmla="*/ 0 h 2402"/>
                <a:gd name="T42" fmla="*/ 1904 w 2936"/>
                <a:gd name="T43" fmla="*/ 46 h 2402"/>
                <a:gd name="T44" fmla="*/ 2288 w 2936"/>
                <a:gd name="T45" fmla="*/ 180 h 2402"/>
                <a:gd name="T46" fmla="*/ 2573 w 2936"/>
                <a:gd name="T47" fmla="*/ 362 h 2402"/>
                <a:gd name="T48" fmla="*/ 2786 w 2936"/>
                <a:gd name="T49" fmla="*/ 593 h 2402"/>
                <a:gd name="T50" fmla="*/ 2909 w 2936"/>
                <a:gd name="T51" fmla="*/ 856 h 2402"/>
                <a:gd name="T52" fmla="*/ 2934 w 2936"/>
                <a:gd name="T53" fmla="*/ 1139 h 2402"/>
                <a:gd name="T54" fmla="*/ 2860 w 2936"/>
                <a:gd name="T55" fmla="*/ 1412 h 2402"/>
                <a:gd name="T56" fmla="*/ 2689 w 2936"/>
                <a:gd name="T57" fmla="*/ 1663 h 2402"/>
                <a:gd name="T58" fmla="*/ 2439 w 2936"/>
                <a:gd name="T59" fmla="*/ 1871 h 2402"/>
                <a:gd name="T60" fmla="*/ 2108 w 2936"/>
                <a:gd name="T61" fmla="*/ 2031 h 2402"/>
                <a:gd name="T62" fmla="*/ 1692 w 2936"/>
                <a:gd name="T63" fmla="*/ 2124 h 2402"/>
                <a:gd name="T64" fmla="*/ 1287 w 2936"/>
                <a:gd name="T65" fmla="*/ 2127 h 2402"/>
                <a:gd name="T66" fmla="*/ 922 w 2936"/>
                <a:gd name="T67" fmla="*/ 2213 h 2402"/>
                <a:gd name="T68" fmla="*/ 522 w 2936"/>
                <a:gd name="T69" fmla="*/ 2369 h 2402"/>
                <a:gd name="T70" fmla="*/ 336 w 2936"/>
                <a:gd name="T71" fmla="*/ 2402 h 2402"/>
                <a:gd name="T72" fmla="*/ 281 w 2936"/>
                <a:gd name="T73" fmla="*/ 2373 h 2402"/>
                <a:gd name="T74" fmla="*/ 267 w 2936"/>
                <a:gd name="T75" fmla="*/ 2328 h 2402"/>
                <a:gd name="T76" fmla="*/ 272 w 2936"/>
                <a:gd name="T77" fmla="*/ 2302 h 2402"/>
                <a:gd name="T78" fmla="*/ 280 w 2936"/>
                <a:gd name="T79" fmla="*/ 2288 h 2402"/>
                <a:gd name="T80" fmla="*/ 289 w 2936"/>
                <a:gd name="T81" fmla="*/ 2274 h 2402"/>
                <a:gd name="T82" fmla="*/ 294 w 2936"/>
                <a:gd name="T83" fmla="*/ 2270 h 2402"/>
                <a:gd name="T84" fmla="*/ 303 w 2936"/>
                <a:gd name="T85" fmla="*/ 2260 h 2402"/>
                <a:gd name="T86" fmla="*/ 311 w 2936"/>
                <a:gd name="T87" fmla="*/ 2250 h 2402"/>
                <a:gd name="T88" fmla="*/ 341 w 2936"/>
                <a:gd name="T89" fmla="*/ 2216 h 2402"/>
                <a:gd name="T90" fmla="*/ 413 w 2936"/>
                <a:gd name="T91" fmla="*/ 2136 h 2402"/>
                <a:gd name="T92" fmla="*/ 488 w 2936"/>
                <a:gd name="T93" fmla="*/ 2036 h 2402"/>
                <a:gd name="T94" fmla="*/ 483 w 2936"/>
                <a:gd name="T95" fmla="*/ 1859 h 2402"/>
                <a:gd name="T96" fmla="*/ 242 w 2936"/>
                <a:gd name="T97" fmla="*/ 1654 h 2402"/>
                <a:gd name="T98" fmla="*/ 76 w 2936"/>
                <a:gd name="T99" fmla="*/ 1407 h 2402"/>
                <a:gd name="T100" fmla="*/ 3 w 2936"/>
                <a:gd name="T101" fmla="*/ 1138 h 2402"/>
                <a:gd name="T102" fmla="*/ 27 w 2936"/>
                <a:gd name="T103" fmla="*/ 856 h 2402"/>
                <a:gd name="T104" fmla="*/ 150 w 2936"/>
                <a:gd name="T105" fmla="*/ 593 h 2402"/>
                <a:gd name="T106" fmla="*/ 363 w 2936"/>
                <a:gd name="T107" fmla="*/ 362 h 2402"/>
                <a:gd name="T108" fmla="*/ 649 w 2936"/>
                <a:gd name="T109" fmla="*/ 180 h 2402"/>
                <a:gd name="T110" fmla="*/ 1032 w 2936"/>
                <a:gd name="T111" fmla="*/ 46 h 2402"/>
                <a:gd name="T112" fmla="*/ 1468 w 2936"/>
                <a:gd name="T113" fmla="*/ 0 h 2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6" h="2402">
                  <a:moveTo>
                    <a:pt x="1468" y="266"/>
                  </a:moveTo>
                  <a:lnTo>
                    <a:pt x="1364" y="270"/>
                  </a:lnTo>
                  <a:lnTo>
                    <a:pt x="1260" y="279"/>
                  </a:lnTo>
                  <a:lnTo>
                    <a:pt x="1160" y="294"/>
                  </a:lnTo>
                  <a:lnTo>
                    <a:pt x="1062" y="315"/>
                  </a:lnTo>
                  <a:lnTo>
                    <a:pt x="965" y="341"/>
                  </a:lnTo>
                  <a:lnTo>
                    <a:pt x="871" y="375"/>
                  </a:lnTo>
                  <a:lnTo>
                    <a:pt x="795" y="407"/>
                  </a:lnTo>
                  <a:lnTo>
                    <a:pt x="723" y="443"/>
                  </a:lnTo>
                  <a:lnTo>
                    <a:pt x="655" y="482"/>
                  </a:lnTo>
                  <a:lnTo>
                    <a:pt x="592" y="524"/>
                  </a:lnTo>
                  <a:lnTo>
                    <a:pt x="533" y="569"/>
                  </a:lnTo>
                  <a:lnTo>
                    <a:pt x="480" y="618"/>
                  </a:lnTo>
                  <a:lnTo>
                    <a:pt x="431" y="669"/>
                  </a:lnTo>
                  <a:lnTo>
                    <a:pt x="387" y="723"/>
                  </a:lnTo>
                  <a:lnTo>
                    <a:pt x="351" y="777"/>
                  </a:lnTo>
                  <a:lnTo>
                    <a:pt x="320" y="833"/>
                  </a:lnTo>
                  <a:lnTo>
                    <a:pt x="297" y="890"/>
                  </a:lnTo>
                  <a:lnTo>
                    <a:pt x="280" y="948"/>
                  </a:lnTo>
                  <a:lnTo>
                    <a:pt x="270" y="1007"/>
                  </a:lnTo>
                  <a:lnTo>
                    <a:pt x="267" y="1067"/>
                  </a:lnTo>
                  <a:lnTo>
                    <a:pt x="270" y="1124"/>
                  </a:lnTo>
                  <a:lnTo>
                    <a:pt x="279" y="1180"/>
                  </a:lnTo>
                  <a:lnTo>
                    <a:pt x="295" y="1235"/>
                  </a:lnTo>
                  <a:lnTo>
                    <a:pt x="317" y="1290"/>
                  </a:lnTo>
                  <a:lnTo>
                    <a:pt x="344" y="1344"/>
                  </a:lnTo>
                  <a:lnTo>
                    <a:pt x="378" y="1398"/>
                  </a:lnTo>
                  <a:lnTo>
                    <a:pt x="416" y="1449"/>
                  </a:lnTo>
                  <a:lnTo>
                    <a:pt x="461" y="1499"/>
                  </a:lnTo>
                  <a:lnTo>
                    <a:pt x="511" y="1545"/>
                  </a:lnTo>
                  <a:lnTo>
                    <a:pt x="565" y="1589"/>
                  </a:lnTo>
                  <a:lnTo>
                    <a:pt x="624" y="1632"/>
                  </a:lnTo>
                  <a:lnTo>
                    <a:pt x="689" y="1672"/>
                  </a:lnTo>
                  <a:lnTo>
                    <a:pt x="891" y="1789"/>
                  </a:lnTo>
                  <a:lnTo>
                    <a:pt x="818" y="1964"/>
                  </a:lnTo>
                  <a:lnTo>
                    <a:pt x="885" y="1923"/>
                  </a:lnTo>
                  <a:lnTo>
                    <a:pt x="947" y="1883"/>
                  </a:lnTo>
                  <a:lnTo>
                    <a:pt x="1039" y="1819"/>
                  </a:lnTo>
                  <a:lnTo>
                    <a:pt x="1149" y="1839"/>
                  </a:lnTo>
                  <a:lnTo>
                    <a:pt x="1257" y="1855"/>
                  </a:lnTo>
                  <a:lnTo>
                    <a:pt x="1364" y="1865"/>
                  </a:lnTo>
                  <a:lnTo>
                    <a:pt x="1468" y="1868"/>
                  </a:lnTo>
                  <a:lnTo>
                    <a:pt x="1574" y="1865"/>
                  </a:lnTo>
                  <a:lnTo>
                    <a:pt x="1677" y="1856"/>
                  </a:lnTo>
                  <a:lnTo>
                    <a:pt x="1777" y="1841"/>
                  </a:lnTo>
                  <a:lnTo>
                    <a:pt x="1875" y="1820"/>
                  </a:lnTo>
                  <a:lnTo>
                    <a:pt x="1971" y="1794"/>
                  </a:lnTo>
                  <a:lnTo>
                    <a:pt x="2065" y="1760"/>
                  </a:lnTo>
                  <a:lnTo>
                    <a:pt x="2142" y="1728"/>
                  </a:lnTo>
                  <a:lnTo>
                    <a:pt x="2215" y="1691"/>
                  </a:lnTo>
                  <a:lnTo>
                    <a:pt x="2282" y="1653"/>
                  </a:lnTo>
                  <a:lnTo>
                    <a:pt x="2345" y="1611"/>
                  </a:lnTo>
                  <a:lnTo>
                    <a:pt x="2403" y="1566"/>
                  </a:lnTo>
                  <a:lnTo>
                    <a:pt x="2457" y="1517"/>
                  </a:lnTo>
                  <a:lnTo>
                    <a:pt x="2506" y="1466"/>
                  </a:lnTo>
                  <a:lnTo>
                    <a:pt x="2549" y="1412"/>
                  </a:lnTo>
                  <a:lnTo>
                    <a:pt x="2586" y="1358"/>
                  </a:lnTo>
                  <a:lnTo>
                    <a:pt x="2616" y="1302"/>
                  </a:lnTo>
                  <a:lnTo>
                    <a:pt x="2640" y="1244"/>
                  </a:lnTo>
                  <a:lnTo>
                    <a:pt x="2656" y="1187"/>
                  </a:lnTo>
                  <a:lnTo>
                    <a:pt x="2666" y="1128"/>
                  </a:lnTo>
                  <a:lnTo>
                    <a:pt x="2670" y="1067"/>
                  </a:lnTo>
                  <a:lnTo>
                    <a:pt x="2666" y="1007"/>
                  </a:lnTo>
                  <a:lnTo>
                    <a:pt x="2656" y="948"/>
                  </a:lnTo>
                  <a:lnTo>
                    <a:pt x="2640" y="890"/>
                  </a:lnTo>
                  <a:lnTo>
                    <a:pt x="2616" y="833"/>
                  </a:lnTo>
                  <a:lnTo>
                    <a:pt x="2586" y="777"/>
                  </a:lnTo>
                  <a:lnTo>
                    <a:pt x="2549" y="723"/>
                  </a:lnTo>
                  <a:lnTo>
                    <a:pt x="2506" y="669"/>
                  </a:lnTo>
                  <a:lnTo>
                    <a:pt x="2457" y="618"/>
                  </a:lnTo>
                  <a:lnTo>
                    <a:pt x="2403" y="569"/>
                  </a:lnTo>
                  <a:lnTo>
                    <a:pt x="2345" y="524"/>
                  </a:lnTo>
                  <a:lnTo>
                    <a:pt x="2282" y="482"/>
                  </a:lnTo>
                  <a:lnTo>
                    <a:pt x="2215" y="443"/>
                  </a:lnTo>
                  <a:lnTo>
                    <a:pt x="2142" y="407"/>
                  </a:lnTo>
                  <a:lnTo>
                    <a:pt x="2065" y="375"/>
                  </a:lnTo>
                  <a:lnTo>
                    <a:pt x="1971" y="341"/>
                  </a:lnTo>
                  <a:lnTo>
                    <a:pt x="1875" y="315"/>
                  </a:lnTo>
                  <a:lnTo>
                    <a:pt x="1777" y="294"/>
                  </a:lnTo>
                  <a:lnTo>
                    <a:pt x="1677" y="279"/>
                  </a:lnTo>
                  <a:lnTo>
                    <a:pt x="1574" y="270"/>
                  </a:lnTo>
                  <a:lnTo>
                    <a:pt x="1468" y="266"/>
                  </a:lnTo>
                  <a:close/>
                  <a:moveTo>
                    <a:pt x="1468" y="0"/>
                  </a:moveTo>
                  <a:lnTo>
                    <a:pt x="1468" y="0"/>
                  </a:lnTo>
                  <a:lnTo>
                    <a:pt x="1582" y="2"/>
                  </a:lnTo>
                  <a:lnTo>
                    <a:pt x="1692" y="11"/>
                  </a:lnTo>
                  <a:lnTo>
                    <a:pt x="1799" y="26"/>
                  </a:lnTo>
                  <a:lnTo>
                    <a:pt x="1904" y="46"/>
                  </a:lnTo>
                  <a:lnTo>
                    <a:pt x="2007" y="72"/>
                  </a:lnTo>
                  <a:lnTo>
                    <a:pt x="2108" y="104"/>
                  </a:lnTo>
                  <a:lnTo>
                    <a:pt x="2206" y="143"/>
                  </a:lnTo>
                  <a:lnTo>
                    <a:pt x="2288" y="180"/>
                  </a:lnTo>
                  <a:lnTo>
                    <a:pt x="2367" y="220"/>
                  </a:lnTo>
                  <a:lnTo>
                    <a:pt x="2439" y="264"/>
                  </a:lnTo>
                  <a:lnTo>
                    <a:pt x="2508" y="311"/>
                  </a:lnTo>
                  <a:lnTo>
                    <a:pt x="2573" y="362"/>
                  </a:lnTo>
                  <a:lnTo>
                    <a:pt x="2633" y="415"/>
                  </a:lnTo>
                  <a:lnTo>
                    <a:pt x="2689" y="472"/>
                  </a:lnTo>
                  <a:lnTo>
                    <a:pt x="2741" y="532"/>
                  </a:lnTo>
                  <a:lnTo>
                    <a:pt x="2786" y="593"/>
                  </a:lnTo>
                  <a:lnTo>
                    <a:pt x="2826" y="657"/>
                  </a:lnTo>
                  <a:lnTo>
                    <a:pt x="2860" y="723"/>
                  </a:lnTo>
                  <a:lnTo>
                    <a:pt x="2887" y="788"/>
                  </a:lnTo>
                  <a:lnTo>
                    <a:pt x="2909" y="856"/>
                  </a:lnTo>
                  <a:lnTo>
                    <a:pt x="2925" y="926"/>
                  </a:lnTo>
                  <a:lnTo>
                    <a:pt x="2934" y="996"/>
                  </a:lnTo>
                  <a:lnTo>
                    <a:pt x="2936" y="1067"/>
                  </a:lnTo>
                  <a:lnTo>
                    <a:pt x="2934" y="1139"/>
                  </a:lnTo>
                  <a:lnTo>
                    <a:pt x="2925" y="1209"/>
                  </a:lnTo>
                  <a:lnTo>
                    <a:pt x="2909" y="1278"/>
                  </a:lnTo>
                  <a:lnTo>
                    <a:pt x="2887" y="1347"/>
                  </a:lnTo>
                  <a:lnTo>
                    <a:pt x="2860" y="1412"/>
                  </a:lnTo>
                  <a:lnTo>
                    <a:pt x="2826" y="1478"/>
                  </a:lnTo>
                  <a:lnTo>
                    <a:pt x="2786" y="1542"/>
                  </a:lnTo>
                  <a:lnTo>
                    <a:pt x="2741" y="1603"/>
                  </a:lnTo>
                  <a:lnTo>
                    <a:pt x="2689" y="1663"/>
                  </a:lnTo>
                  <a:lnTo>
                    <a:pt x="2633" y="1720"/>
                  </a:lnTo>
                  <a:lnTo>
                    <a:pt x="2573" y="1773"/>
                  </a:lnTo>
                  <a:lnTo>
                    <a:pt x="2508" y="1824"/>
                  </a:lnTo>
                  <a:lnTo>
                    <a:pt x="2439" y="1871"/>
                  </a:lnTo>
                  <a:lnTo>
                    <a:pt x="2367" y="1915"/>
                  </a:lnTo>
                  <a:lnTo>
                    <a:pt x="2288" y="1955"/>
                  </a:lnTo>
                  <a:lnTo>
                    <a:pt x="2206" y="1992"/>
                  </a:lnTo>
                  <a:lnTo>
                    <a:pt x="2108" y="2031"/>
                  </a:lnTo>
                  <a:lnTo>
                    <a:pt x="2007" y="2062"/>
                  </a:lnTo>
                  <a:lnTo>
                    <a:pt x="1904" y="2089"/>
                  </a:lnTo>
                  <a:lnTo>
                    <a:pt x="1799" y="2109"/>
                  </a:lnTo>
                  <a:lnTo>
                    <a:pt x="1692" y="2124"/>
                  </a:lnTo>
                  <a:lnTo>
                    <a:pt x="1580" y="2133"/>
                  </a:lnTo>
                  <a:lnTo>
                    <a:pt x="1468" y="2135"/>
                  </a:lnTo>
                  <a:lnTo>
                    <a:pt x="1378" y="2133"/>
                  </a:lnTo>
                  <a:lnTo>
                    <a:pt x="1287" y="2127"/>
                  </a:lnTo>
                  <a:lnTo>
                    <a:pt x="1195" y="2117"/>
                  </a:lnTo>
                  <a:lnTo>
                    <a:pt x="1102" y="2102"/>
                  </a:lnTo>
                  <a:lnTo>
                    <a:pt x="1013" y="2160"/>
                  </a:lnTo>
                  <a:lnTo>
                    <a:pt x="922" y="2213"/>
                  </a:lnTo>
                  <a:lnTo>
                    <a:pt x="827" y="2260"/>
                  </a:lnTo>
                  <a:lnTo>
                    <a:pt x="728" y="2302"/>
                  </a:lnTo>
                  <a:lnTo>
                    <a:pt x="626" y="2338"/>
                  </a:lnTo>
                  <a:lnTo>
                    <a:pt x="522" y="2369"/>
                  </a:lnTo>
                  <a:lnTo>
                    <a:pt x="469" y="2381"/>
                  </a:lnTo>
                  <a:lnTo>
                    <a:pt x="408" y="2391"/>
                  </a:lnTo>
                  <a:lnTo>
                    <a:pt x="343" y="2402"/>
                  </a:lnTo>
                  <a:lnTo>
                    <a:pt x="336" y="2402"/>
                  </a:lnTo>
                  <a:lnTo>
                    <a:pt x="321" y="2401"/>
                  </a:lnTo>
                  <a:lnTo>
                    <a:pt x="306" y="2395"/>
                  </a:lnTo>
                  <a:lnTo>
                    <a:pt x="293" y="2386"/>
                  </a:lnTo>
                  <a:lnTo>
                    <a:pt x="281" y="2373"/>
                  </a:lnTo>
                  <a:lnTo>
                    <a:pt x="273" y="2359"/>
                  </a:lnTo>
                  <a:lnTo>
                    <a:pt x="269" y="2342"/>
                  </a:lnTo>
                  <a:lnTo>
                    <a:pt x="268" y="2335"/>
                  </a:lnTo>
                  <a:lnTo>
                    <a:pt x="267" y="2328"/>
                  </a:lnTo>
                  <a:lnTo>
                    <a:pt x="268" y="2321"/>
                  </a:lnTo>
                  <a:lnTo>
                    <a:pt x="268" y="2314"/>
                  </a:lnTo>
                  <a:lnTo>
                    <a:pt x="270" y="2309"/>
                  </a:lnTo>
                  <a:lnTo>
                    <a:pt x="272" y="2302"/>
                  </a:lnTo>
                  <a:lnTo>
                    <a:pt x="277" y="2292"/>
                  </a:lnTo>
                  <a:lnTo>
                    <a:pt x="278" y="2292"/>
                  </a:lnTo>
                  <a:lnTo>
                    <a:pt x="279" y="2291"/>
                  </a:lnTo>
                  <a:lnTo>
                    <a:pt x="280" y="2288"/>
                  </a:lnTo>
                  <a:lnTo>
                    <a:pt x="283" y="2285"/>
                  </a:lnTo>
                  <a:lnTo>
                    <a:pt x="285" y="2280"/>
                  </a:lnTo>
                  <a:lnTo>
                    <a:pt x="287" y="2276"/>
                  </a:lnTo>
                  <a:lnTo>
                    <a:pt x="289" y="2274"/>
                  </a:lnTo>
                  <a:lnTo>
                    <a:pt x="292" y="2271"/>
                  </a:lnTo>
                  <a:lnTo>
                    <a:pt x="293" y="2270"/>
                  </a:lnTo>
                  <a:lnTo>
                    <a:pt x="293" y="2270"/>
                  </a:lnTo>
                  <a:lnTo>
                    <a:pt x="294" y="2270"/>
                  </a:lnTo>
                  <a:lnTo>
                    <a:pt x="295" y="2269"/>
                  </a:lnTo>
                  <a:lnTo>
                    <a:pt x="297" y="2267"/>
                  </a:lnTo>
                  <a:lnTo>
                    <a:pt x="300" y="2263"/>
                  </a:lnTo>
                  <a:lnTo>
                    <a:pt x="303" y="2260"/>
                  </a:lnTo>
                  <a:lnTo>
                    <a:pt x="305" y="2255"/>
                  </a:lnTo>
                  <a:lnTo>
                    <a:pt x="307" y="2252"/>
                  </a:lnTo>
                  <a:lnTo>
                    <a:pt x="310" y="2251"/>
                  </a:lnTo>
                  <a:lnTo>
                    <a:pt x="311" y="2250"/>
                  </a:lnTo>
                  <a:lnTo>
                    <a:pt x="311" y="2250"/>
                  </a:lnTo>
                  <a:lnTo>
                    <a:pt x="318" y="2242"/>
                  </a:lnTo>
                  <a:lnTo>
                    <a:pt x="328" y="2230"/>
                  </a:lnTo>
                  <a:lnTo>
                    <a:pt x="341" y="2216"/>
                  </a:lnTo>
                  <a:lnTo>
                    <a:pt x="359" y="2197"/>
                  </a:lnTo>
                  <a:lnTo>
                    <a:pt x="381" y="2174"/>
                  </a:lnTo>
                  <a:lnTo>
                    <a:pt x="399" y="2153"/>
                  </a:lnTo>
                  <a:lnTo>
                    <a:pt x="413" y="2136"/>
                  </a:lnTo>
                  <a:lnTo>
                    <a:pt x="425" y="2120"/>
                  </a:lnTo>
                  <a:lnTo>
                    <a:pt x="441" y="2100"/>
                  </a:lnTo>
                  <a:lnTo>
                    <a:pt x="459" y="2076"/>
                  </a:lnTo>
                  <a:lnTo>
                    <a:pt x="488" y="2036"/>
                  </a:lnTo>
                  <a:lnTo>
                    <a:pt x="512" y="1996"/>
                  </a:lnTo>
                  <a:lnTo>
                    <a:pt x="533" y="1952"/>
                  </a:lnTo>
                  <a:lnTo>
                    <a:pt x="555" y="1904"/>
                  </a:lnTo>
                  <a:lnTo>
                    <a:pt x="483" y="1859"/>
                  </a:lnTo>
                  <a:lnTo>
                    <a:pt x="416" y="1813"/>
                  </a:lnTo>
                  <a:lnTo>
                    <a:pt x="354" y="1763"/>
                  </a:lnTo>
                  <a:lnTo>
                    <a:pt x="295" y="1710"/>
                  </a:lnTo>
                  <a:lnTo>
                    <a:pt x="242" y="1654"/>
                  </a:lnTo>
                  <a:lnTo>
                    <a:pt x="193" y="1596"/>
                  </a:lnTo>
                  <a:lnTo>
                    <a:pt x="149" y="1535"/>
                  </a:lnTo>
                  <a:lnTo>
                    <a:pt x="109" y="1471"/>
                  </a:lnTo>
                  <a:lnTo>
                    <a:pt x="76" y="1407"/>
                  </a:lnTo>
                  <a:lnTo>
                    <a:pt x="49" y="1342"/>
                  </a:lnTo>
                  <a:lnTo>
                    <a:pt x="27" y="1275"/>
                  </a:lnTo>
                  <a:lnTo>
                    <a:pt x="12" y="1207"/>
                  </a:lnTo>
                  <a:lnTo>
                    <a:pt x="3" y="1138"/>
                  </a:lnTo>
                  <a:lnTo>
                    <a:pt x="0" y="1067"/>
                  </a:lnTo>
                  <a:lnTo>
                    <a:pt x="3" y="996"/>
                  </a:lnTo>
                  <a:lnTo>
                    <a:pt x="12" y="926"/>
                  </a:lnTo>
                  <a:lnTo>
                    <a:pt x="27" y="856"/>
                  </a:lnTo>
                  <a:lnTo>
                    <a:pt x="49" y="788"/>
                  </a:lnTo>
                  <a:lnTo>
                    <a:pt x="77" y="723"/>
                  </a:lnTo>
                  <a:lnTo>
                    <a:pt x="110" y="657"/>
                  </a:lnTo>
                  <a:lnTo>
                    <a:pt x="150" y="593"/>
                  </a:lnTo>
                  <a:lnTo>
                    <a:pt x="196" y="532"/>
                  </a:lnTo>
                  <a:lnTo>
                    <a:pt x="247" y="472"/>
                  </a:lnTo>
                  <a:lnTo>
                    <a:pt x="303" y="415"/>
                  </a:lnTo>
                  <a:lnTo>
                    <a:pt x="363" y="362"/>
                  </a:lnTo>
                  <a:lnTo>
                    <a:pt x="428" y="311"/>
                  </a:lnTo>
                  <a:lnTo>
                    <a:pt x="497" y="264"/>
                  </a:lnTo>
                  <a:lnTo>
                    <a:pt x="571" y="220"/>
                  </a:lnTo>
                  <a:lnTo>
                    <a:pt x="649" y="180"/>
                  </a:lnTo>
                  <a:lnTo>
                    <a:pt x="731" y="143"/>
                  </a:lnTo>
                  <a:lnTo>
                    <a:pt x="829" y="104"/>
                  </a:lnTo>
                  <a:lnTo>
                    <a:pt x="929" y="72"/>
                  </a:lnTo>
                  <a:lnTo>
                    <a:pt x="1032" y="46"/>
                  </a:lnTo>
                  <a:lnTo>
                    <a:pt x="1138" y="26"/>
                  </a:lnTo>
                  <a:lnTo>
                    <a:pt x="1246" y="11"/>
                  </a:lnTo>
                  <a:lnTo>
                    <a:pt x="1356" y="2"/>
                  </a:lnTo>
                  <a:lnTo>
                    <a:pt x="146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7">
              <a:extLst>
                <a:ext uri="{FF2B5EF4-FFF2-40B4-BE49-F238E27FC236}">
                  <a16:creationId xmlns:a16="http://schemas.microsoft.com/office/drawing/2014/main" id="{C88E6D9F-EA94-4A10-8547-2E99E59467BC}"/>
                </a:ext>
              </a:extLst>
            </p:cNvPr>
            <p:cNvSpPr>
              <a:spLocks/>
            </p:cNvSpPr>
            <p:nvPr/>
          </p:nvSpPr>
          <p:spPr bwMode="auto">
            <a:xfrm>
              <a:off x="-141288" y="1909763"/>
              <a:ext cx="973138" cy="868363"/>
            </a:xfrm>
            <a:custGeom>
              <a:avLst/>
              <a:gdLst>
                <a:gd name="T0" fmla="*/ 2016 w 2453"/>
                <a:gd name="T1" fmla="*/ 91 h 2186"/>
                <a:gd name="T2" fmla="*/ 2199 w 2453"/>
                <a:gd name="T3" fmla="*/ 251 h 2186"/>
                <a:gd name="T4" fmla="*/ 2339 w 2453"/>
                <a:gd name="T5" fmla="*/ 435 h 2186"/>
                <a:gd name="T6" fmla="*/ 2425 w 2453"/>
                <a:gd name="T7" fmla="*/ 637 h 2186"/>
                <a:gd name="T8" fmla="*/ 2453 w 2453"/>
                <a:gd name="T9" fmla="*/ 852 h 2186"/>
                <a:gd name="T10" fmla="*/ 2426 w 2453"/>
                <a:gd name="T11" fmla="*/ 1059 h 2186"/>
                <a:gd name="T12" fmla="*/ 2344 w 2453"/>
                <a:gd name="T13" fmla="*/ 1257 h 2186"/>
                <a:gd name="T14" fmla="*/ 2212 w 2453"/>
                <a:gd name="T15" fmla="*/ 1438 h 2186"/>
                <a:gd name="T16" fmla="*/ 2038 w 2453"/>
                <a:gd name="T17" fmla="*/ 1596 h 2186"/>
                <a:gd name="T18" fmla="*/ 1920 w 2453"/>
                <a:gd name="T19" fmla="*/ 1736 h 2186"/>
                <a:gd name="T20" fmla="*/ 1994 w 2453"/>
                <a:gd name="T21" fmla="*/ 1860 h 2186"/>
                <a:gd name="T22" fmla="*/ 2040 w 2453"/>
                <a:gd name="T23" fmla="*/ 1921 h 2186"/>
                <a:gd name="T24" fmla="*/ 2095 w 2453"/>
                <a:gd name="T25" fmla="*/ 1982 h 2186"/>
                <a:gd name="T26" fmla="*/ 2136 w 2453"/>
                <a:gd name="T27" fmla="*/ 2026 h 2186"/>
                <a:gd name="T28" fmla="*/ 2148 w 2453"/>
                <a:gd name="T29" fmla="*/ 2040 h 2186"/>
                <a:gd name="T30" fmla="*/ 2158 w 2453"/>
                <a:gd name="T31" fmla="*/ 2051 h 2186"/>
                <a:gd name="T32" fmla="*/ 2166 w 2453"/>
                <a:gd name="T33" fmla="*/ 2060 h 2186"/>
                <a:gd name="T34" fmla="*/ 2174 w 2453"/>
                <a:gd name="T35" fmla="*/ 2073 h 2186"/>
                <a:gd name="T36" fmla="*/ 2182 w 2453"/>
                <a:gd name="T37" fmla="*/ 2087 h 2186"/>
                <a:gd name="T38" fmla="*/ 2185 w 2453"/>
                <a:gd name="T39" fmla="*/ 2099 h 2186"/>
                <a:gd name="T40" fmla="*/ 2188 w 2453"/>
                <a:gd name="T41" fmla="*/ 2110 h 2186"/>
                <a:gd name="T42" fmla="*/ 2185 w 2453"/>
                <a:gd name="T43" fmla="*/ 2113 h 2186"/>
                <a:gd name="T44" fmla="*/ 2184 w 2453"/>
                <a:gd name="T45" fmla="*/ 2126 h 2186"/>
                <a:gd name="T46" fmla="*/ 2157 w 2453"/>
                <a:gd name="T47" fmla="*/ 2171 h 2186"/>
                <a:gd name="T48" fmla="*/ 2112 w 2453"/>
                <a:gd name="T49" fmla="*/ 2186 h 2186"/>
                <a:gd name="T50" fmla="*/ 1932 w 2453"/>
                <a:gd name="T51" fmla="*/ 2153 h 2186"/>
                <a:gd name="T52" fmla="*/ 1626 w 2453"/>
                <a:gd name="T53" fmla="*/ 2044 h 2186"/>
                <a:gd name="T54" fmla="*/ 1353 w 2453"/>
                <a:gd name="T55" fmla="*/ 1885 h 2186"/>
                <a:gd name="T56" fmla="*/ 1076 w 2453"/>
                <a:gd name="T57" fmla="*/ 1917 h 2186"/>
                <a:gd name="T58" fmla="*/ 765 w 2453"/>
                <a:gd name="T59" fmla="*/ 1908 h 2186"/>
                <a:gd name="T60" fmla="*/ 456 w 2453"/>
                <a:gd name="T61" fmla="*/ 1850 h 2186"/>
                <a:gd name="T62" fmla="*/ 174 w 2453"/>
                <a:gd name="T63" fmla="*/ 1744 h 2186"/>
                <a:gd name="T64" fmla="*/ 57 w 2453"/>
                <a:gd name="T65" fmla="*/ 1647 h 2186"/>
                <a:gd name="T66" fmla="*/ 184 w 2453"/>
                <a:gd name="T67" fmla="*/ 1652 h 2186"/>
                <a:gd name="T68" fmla="*/ 513 w 2453"/>
                <a:gd name="T69" fmla="*/ 1629 h 2186"/>
                <a:gd name="T70" fmla="*/ 829 w 2453"/>
                <a:gd name="T71" fmla="*/ 1559 h 2186"/>
                <a:gd name="T72" fmla="*/ 1121 w 2453"/>
                <a:gd name="T73" fmla="*/ 1444 h 2186"/>
                <a:gd name="T74" fmla="*/ 1380 w 2453"/>
                <a:gd name="T75" fmla="*/ 1290 h 2186"/>
                <a:gd name="T76" fmla="*/ 1581 w 2453"/>
                <a:gd name="T77" fmla="*/ 1114 h 2186"/>
                <a:gd name="T78" fmla="*/ 1737 w 2453"/>
                <a:gd name="T79" fmla="*/ 918 h 2186"/>
                <a:gd name="T80" fmla="*/ 1848 w 2453"/>
                <a:gd name="T81" fmla="*/ 702 h 2186"/>
                <a:gd name="T82" fmla="*/ 1909 w 2453"/>
                <a:gd name="T83" fmla="*/ 475 h 2186"/>
                <a:gd name="T84" fmla="*/ 1917 w 2453"/>
                <a:gd name="T85" fmla="*/ 237 h 2186"/>
                <a:gd name="T86" fmla="*/ 1871 w 2453"/>
                <a:gd name="T87" fmla="*/ 0 h 2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3" h="2186">
                  <a:moveTo>
                    <a:pt x="1871" y="0"/>
                  </a:moveTo>
                  <a:lnTo>
                    <a:pt x="1946" y="44"/>
                  </a:lnTo>
                  <a:lnTo>
                    <a:pt x="2016" y="91"/>
                  </a:lnTo>
                  <a:lnTo>
                    <a:pt x="2081" y="142"/>
                  </a:lnTo>
                  <a:lnTo>
                    <a:pt x="2142" y="194"/>
                  </a:lnTo>
                  <a:lnTo>
                    <a:pt x="2199" y="251"/>
                  </a:lnTo>
                  <a:lnTo>
                    <a:pt x="2250" y="310"/>
                  </a:lnTo>
                  <a:lnTo>
                    <a:pt x="2297" y="372"/>
                  </a:lnTo>
                  <a:lnTo>
                    <a:pt x="2339" y="435"/>
                  </a:lnTo>
                  <a:lnTo>
                    <a:pt x="2374" y="501"/>
                  </a:lnTo>
                  <a:lnTo>
                    <a:pt x="2402" y="569"/>
                  </a:lnTo>
                  <a:lnTo>
                    <a:pt x="2425" y="637"/>
                  </a:lnTo>
                  <a:lnTo>
                    <a:pt x="2441" y="708"/>
                  </a:lnTo>
                  <a:lnTo>
                    <a:pt x="2450" y="779"/>
                  </a:lnTo>
                  <a:lnTo>
                    <a:pt x="2453" y="852"/>
                  </a:lnTo>
                  <a:lnTo>
                    <a:pt x="2451" y="922"/>
                  </a:lnTo>
                  <a:lnTo>
                    <a:pt x="2442" y="991"/>
                  </a:lnTo>
                  <a:lnTo>
                    <a:pt x="2426" y="1059"/>
                  </a:lnTo>
                  <a:lnTo>
                    <a:pt x="2406" y="1126"/>
                  </a:lnTo>
                  <a:lnTo>
                    <a:pt x="2378" y="1192"/>
                  </a:lnTo>
                  <a:lnTo>
                    <a:pt x="2344" y="1257"/>
                  </a:lnTo>
                  <a:lnTo>
                    <a:pt x="2306" y="1319"/>
                  </a:lnTo>
                  <a:lnTo>
                    <a:pt x="2261" y="1381"/>
                  </a:lnTo>
                  <a:lnTo>
                    <a:pt x="2212" y="1438"/>
                  </a:lnTo>
                  <a:lnTo>
                    <a:pt x="2158" y="1494"/>
                  </a:lnTo>
                  <a:lnTo>
                    <a:pt x="2100" y="1546"/>
                  </a:lnTo>
                  <a:lnTo>
                    <a:pt x="2038" y="1596"/>
                  </a:lnTo>
                  <a:lnTo>
                    <a:pt x="1971" y="1644"/>
                  </a:lnTo>
                  <a:lnTo>
                    <a:pt x="1898" y="1688"/>
                  </a:lnTo>
                  <a:lnTo>
                    <a:pt x="1920" y="1736"/>
                  </a:lnTo>
                  <a:lnTo>
                    <a:pt x="1942" y="1780"/>
                  </a:lnTo>
                  <a:lnTo>
                    <a:pt x="1965" y="1821"/>
                  </a:lnTo>
                  <a:lnTo>
                    <a:pt x="1994" y="1860"/>
                  </a:lnTo>
                  <a:lnTo>
                    <a:pt x="2012" y="1884"/>
                  </a:lnTo>
                  <a:lnTo>
                    <a:pt x="2028" y="1904"/>
                  </a:lnTo>
                  <a:lnTo>
                    <a:pt x="2040" y="1921"/>
                  </a:lnTo>
                  <a:lnTo>
                    <a:pt x="2054" y="1938"/>
                  </a:lnTo>
                  <a:lnTo>
                    <a:pt x="2072" y="1958"/>
                  </a:lnTo>
                  <a:lnTo>
                    <a:pt x="2095" y="1982"/>
                  </a:lnTo>
                  <a:lnTo>
                    <a:pt x="2112" y="2000"/>
                  </a:lnTo>
                  <a:lnTo>
                    <a:pt x="2125" y="2015"/>
                  </a:lnTo>
                  <a:lnTo>
                    <a:pt x="2136" y="2026"/>
                  </a:lnTo>
                  <a:lnTo>
                    <a:pt x="2142" y="2034"/>
                  </a:lnTo>
                  <a:lnTo>
                    <a:pt x="2145" y="2036"/>
                  </a:lnTo>
                  <a:lnTo>
                    <a:pt x="2148" y="2040"/>
                  </a:lnTo>
                  <a:lnTo>
                    <a:pt x="2151" y="2043"/>
                  </a:lnTo>
                  <a:lnTo>
                    <a:pt x="2155" y="2048"/>
                  </a:lnTo>
                  <a:lnTo>
                    <a:pt x="2158" y="2051"/>
                  </a:lnTo>
                  <a:lnTo>
                    <a:pt x="2160" y="2053"/>
                  </a:lnTo>
                  <a:lnTo>
                    <a:pt x="2163" y="2057"/>
                  </a:lnTo>
                  <a:lnTo>
                    <a:pt x="2166" y="2060"/>
                  </a:lnTo>
                  <a:lnTo>
                    <a:pt x="2168" y="2065"/>
                  </a:lnTo>
                  <a:lnTo>
                    <a:pt x="2172" y="2069"/>
                  </a:lnTo>
                  <a:lnTo>
                    <a:pt x="2174" y="2073"/>
                  </a:lnTo>
                  <a:lnTo>
                    <a:pt x="2176" y="2076"/>
                  </a:lnTo>
                  <a:lnTo>
                    <a:pt x="2181" y="2086"/>
                  </a:lnTo>
                  <a:lnTo>
                    <a:pt x="2182" y="2087"/>
                  </a:lnTo>
                  <a:lnTo>
                    <a:pt x="2182" y="2090"/>
                  </a:lnTo>
                  <a:lnTo>
                    <a:pt x="2184" y="2093"/>
                  </a:lnTo>
                  <a:lnTo>
                    <a:pt x="2185" y="2099"/>
                  </a:lnTo>
                  <a:lnTo>
                    <a:pt x="2187" y="2103"/>
                  </a:lnTo>
                  <a:lnTo>
                    <a:pt x="2188" y="2107"/>
                  </a:lnTo>
                  <a:lnTo>
                    <a:pt x="2188" y="2110"/>
                  </a:lnTo>
                  <a:lnTo>
                    <a:pt x="2188" y="2111"/>
                  </a:lnTo>
                  <a:lnTo>
                    <a:pt x="2187" y="2112"/>
                  </a:lnTo>
                  <a:lnTo>
                    <a:pt x="2185" y="2113"/>
                  </a:lnTo>
                  <a:lnTo>
                    <a:pt x="2184" y="2116"/>
                  </a:lnTo>
                  <a:lnTo>
                    <a:pt x="2184" y="2120"/>
                  </a:lnTo>
                  <a:lnTo>
                    <a:pt x="2184" y="2126"/>
                  </a:lnTo>
                  <a:lnTo>
                    <a:pt x="2179" y="2144"/>
                  </a:lnTo>
                  <a:lnTo>
                    <a:pt x="2170" y="2159"/>
                  </a:lnTo>
                  <a:lnTo>
                    <a:pt x="2157" y="2171"/>
                  </a:lnTo>
                  <a:lnTo>
                    <a:pt x="2143" y="2180"/>
                  </a:lnTo>
                  <a:lnTo>
                    <a:pt x="2128" y="2185"/>
                  </a:lnTo>
                  <a:lnTo>
                    <a:pt x="2112" y="2186"/>
                  </a:lnTo>
                  <a:lnTo>
                    <a:pt x="2045" y="2176"/>
                  </a:lnTo>
                  <a:lnTo>
                    <a:pt x="1986" y="2165"/>
                  </a:lnTo>
                  <a:lnTo>
                    <a:pt x="1932" y="2153"/>
                  </a:lnTo>
                  <a:lnTo>
                    <a:pt x="1827" y="2123"/>
                  </a:lnTo>
                  <a:lnTo>
                    <a:pt x="1725" y="2086"/>
                  </a:lnTo>
                  <a:lnTo>
                    <a:pt x="1626" y="2044"/>
                  </a:lnTo>
                  <a:lnTo>
                    <a:pt x="1532" y="1997"/>
                  </a:lnTo>
                  <a:lnTo>
                    <a:pt x="1440" y="1944"/>
                  </a:lnTo>
                  <a:lnTo>
                    <a:pt x="1353" y="1885"/>
                  </a:lnTo>
                  <a:lnTo>
                    <a:pt x="1259" y="1900"/>
                  </a:lnTo>
                  <a:lnTo>
                    <a:pt x="1167" y="1910"/>
                  </a:lnTo>
                  <a:lnTo>
                    <a:pt x="1076" y="1917"/>
                  </a:lnTo>
                  <a:lnTo>
                    <a:pt x="985" y="1919"/>
                  </a:lnTo>
                  <a:lnTo>
                    <a:pt x="874" y="1916"/>
                  </a:lnTo>
                  <a:lnTo>
                    <a:pt x="765" y="1908"/>
                  </a:lnTo>
                  <a:lnTo>
                    <a:pt x="659" y="1895"/>
                  </a:lnTo>
                  <a:lnTo>
                    <a:pt x="556" y="1875"/>
                  </a:lnTo>
                  <a:lnTo>
                    <a:pt x="456" y="1850"/>
                  </a:lnTo>
                  <a:lnTo>
                    <a:pt x="360" y="1820"/>
                  </a:lnTo>
                  <a:lnTo>
                    <a:pt x="266" y="1784"/>
                  </a:lnTo>
                  <a:lnTo>
                    <a:pt x="174" y="1744"/>
                  </a:lnTo>
                  <a:lnTo>
                    <a:pt x="87" y="1696"/>
                  </a:lnTo>
                  <a:lnTo>
                    <a:pt x="0" y="1644"/>
                  </a:lnTo>
                  <a:lnTo>
                    <a:pt x="57" y="1647"/>
                  </a:lnTo>
                  <a:lnTo>
                    <a:pt x="107" y="1651"/>
                  </a:lnTo>
                  <a:lnTo>
                    <a:pt x="149" y="1652"/>
                  </a:lnTo>
                  <a:lnTo>
                    <a:pt x="184" y="1652"/>
                  </a:lnTo>
                  <a:lnTo>
                    <a:pt x="295" y="1649"/>
                  </a:lnTo>
                  <a:lnTo>
                    <a:pt x="405" y="1641"/>
                  </a:lnTo>
                  <a:lnTo>
                    <a:pt x="513" y="1629"/>
                  </a:lnTo>
                  <a:lnTo>
                    <a:pt x="620" y="1611"/>
                  </a:lnTo>
                  <a:lnTo>
                    <a:pt x="725" y="1587"/>
                  </a:lnTo>
                  <a:lnTo>
                    <a:pt x="829" y="1559"/>
                  </a:lnTo>
                  <a:lnTo>
                    <a:pt x="929" y="1525"/>
                  </a:lnTo>
                  <a:lnTo>
                    <a:pt x="1027" y="1487"/>
                  </a:lnTo>
                  <a:lnTo>
                    <a:pt x="1121" y="1444"/>
                  </a:lnTo>
                  <a:lnTo>
                    <a:pt x="1211" y="1398"/>
                  </a:lnTo>
                  <a:lnTo>
                    <a:pt x="1297" y="1345"/>
                  </a:lnTo>
                  <a:lnTo>
                    <a:pt x="1380" y="1290"/>
                  </a:lnTo>
                  <a:lnTo>
                    <a:pt x="1451" y="1233"/>
                  </a:lnTo>
                  <a:lnTo>
                    <a:pt x="1518" y="1175"/>
                  </a:lnTo>
                  <a:lnTo>
                    <a:pt x="1581" y="1114"/>
                  </a:lnTo>
                  <a:lnTo>
                    <a:pt x="1637" y="1050"/>
                  </a:lnTo>
                  <a:lnTo>
                    <a:pt x="1690" y="986"/>
                  </a:lnTo>
                  <a:lnTo>
                    <a:pt x="1737" y="918"/>
                  </a:lnTo>
                  <a:lnTo>
                    <a:pt x="1780" y="847"/>
                  </a:lnTo>
                  <a:lnTo>
                    <a:pt x="1817" y="775"/>
                  </a:lnTo>
                  <a:lnTo>
                    <a:pt x="1848" y="702"/>
                  </a:lnTo>
                  <a:lnTo>
                    <a:pt x="1875" y="627"/>
                  </a:lnTo>
                  <a:lnTo>
                    <a:pt x="1894" y="551"/>
                  </a:lnTo>
                  <a:lnTo>
                    <a:pt x="1909" y="475"/>
                  </a:lnTo>
                  <a:lnTo>
                    <a:pt x="1917" y="397"/>
                  </a:lnTo>
                  <a:lnTo>
                    <a:pt x="1920" y="317"/>
                  </a:lnTo>
                  <a:lnTo>
                    <a:pt x="1917" y="237"/>
                  </a:lnTo>
                  <a:lnTo>
                    <a:pt x="1907" y="157"/>
                  </a:lnTo>
                  <a:lnTo>
                    <a:pt x="1893" y="79"/>
                  </a:lnTo>
                  <a:lnTo>
                    <a:pt x="18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DCEB03AF-438B-4D76-A9DA-E66A55F6A60D}"/>
              </a:ext>
            </a:extLst>
          </p:cNvPr>
          <p:cNvGrpSpPr/>
          <p:nvPr/>
        </p:nvGrpSpPr>
        <p:grpSpPr>
          <a:xfrm>
            <a:off x="7254588" y="1332614"/>
            <a:ext cx="322552" cy="447542"/>
            <a:chOff x="-447675" y="2074863"/>
            <a:chExt cx="762000" cy="1057276"/>
          </a:xfrm>
          <a:solidFill>
            <a:schemeClr val="bg1"/>
          </a:solidFill>
        </p:grpSpPr>
        <p:sp>
          <p:nvSpPr>
            <p:cNvPr id="28" name="Freeform 12">
              <a:extLst>
                <a:ext uri="{FF2B5EF4-FFF2-40B4-BE49-F238E27FC236}">
                  <a16:creationId xmlns:a16="http://schemas.microsoft.com/office/drawing/2014/main" id="{7390FF64-E213-49E7-AAC5-6F710B269F4E}"/>
                </a:ext>
              </a:extLst>
            </p:cNvPr>
            <p:cNvSpPr>
              <a:spLocks/>
            </p:cNvSpPr>
            <p:nvPr/>
          </p:nvSpPr>
          <p:spPr bwMode="auto">
            <a:xfrm>
              <a:off x="-209550" y="2867026"/>
              <a:ext cx="263525" cy="265113"/>
            </a:xfrm>
            <a:custGeom>
              <a:avLst/>
              <a:gdLst>
                <a:gd name="T0" fmla="*/ 104 w 831"/>
                <a:gd name="T1" fmla="*/ 0 h 832"/>
                <a:gd name="T2" fmla="*/ 727 w 831"/>
                <a:gd name="T3" fmla="*/ 0 h 832"/>
                <a:gd name="T4" fmla="*/ 747 w 831"/>
                <a:gd name="T5" fmla="*/ 2 h 832"/>
                <a:gd name="T6" fmla="*/ 766 w 831"/>
                <a:gd name="T7" fmla="*/ 8 h 832"/>
                <a:gd name="T8" fmla="*/ 783 w 831"/>
                <a:gd name="T9" fmla="*/ 17 h 832"/>
                <a:gd name="T10" fmla="*/ 799 w 831"/>
                <a:gd name="T11" fmla="*/ 32 h 832"/>
                <a:gd name="T12" fmla="*/ 814 w 831"/>
                <a:gd name="T13" fmla="*/ 48 h 832"/>
                <a:gd name="T14" fmla="*/ 823 w 831"/>
                <a:gd name="T15" fmla="*/ 66 h 832"/>
                <a:gd name="T16" fmla="*/ 829 w 831"/>
                <a:gd name="T17" fmla="*/ 84 h 832"/>
                <a:gd name="T18" fmla="*/ 831 w 831"/>
                <a:gd name="T19" fmla="*/ 105 h 832"/>
                <a:gd name="T20" fmla="*/ 831 w 831"/>
                <a:gd name="T21" fmla="*/ 728 h 832"/>
                <a:gd name="T22" fmla="*/ 829 w 831"/>
                <a:gd name="T23" fmla="*/ 749 h 832"/>
                <a:gd name="T24" fmla="*/ 823 w 831"/>
                <a:gd name="T25" fmla="*/ 767 h 832"/>
                <a:gd name="T26" fmla="*/ 814 w 831"/>
                <a:gd name="T27" fmla="*/ 785 h 832"/>
                <a:gd name="T28" fmla="*/ 799 w 831"/>
                <a:gd name="T29" fmla="*/ 801 h 832"/>
                <a:gd name="T30" fmla="*/ 783 w 831"/>
                <a:gd name="T31" fmla="*/ 814 h 832"/>
                <a:gd name="T32" fmla="*/ 766 w 831"/>
                <a:gd name="T33" fmla="*/ 825 h 832"/>
                <a:gd name="T34" fmla="*/ 747 w 831"/>
                <a:gd name="T35" fmla="*/ 830 h 832"/>
                <a:gd name="T36" fmla="*/ 727 w 831"/>
                <a:gd name="T37" fmla="*/ 832 h 832"/>
                <a:gd name="T38" fmla="*/ 104 w 831"/>
                <a:gd name="T39" fmla="*/ 832 h 832"/>
                <a:gd name="T40" fmla="*/ 83 w 831"/>
                <a:gd name="T41" fmla="*/ 830 h 832"/>
                <a:gd name="T42" fmla="*/ 65 w 831"/>
                <a:gd name="T43" fmla="*/ 825 h 832"/>
                <a:gd name="T44" fmla="*/ 47 w 831"/>
                <a:gd name="T45" fmla="*/ 814 h 832"/>
                <a:gd name="T46" fmla="*/ 31 w 831"/>
                <a:gd name="T47" fmla="*/ 801 h 832"/>
                <a:gd name="T48" fmla="*/ 18 w 831"/>
                <a:gd name="T49" fmla="*/ 785 h 832"/>
                <a:gd name="T50" fmla="*/ 7 w 831"/>
                <a:gd name="T51" fmla="*/ 767 h 832"/>
                <a:gd name="T52" fmla="*/ 2 w 831"/>
                <a:gd name="T53" fmla="*/ 749 h 832"/>
                <a:gd name="T54" fmla="*/ 0 w 831"/>
                <a:gd name="T55" fmla="*/ 728 h 832"/>
                <a:gd name="T56" fmla="*/ 0 w 831"/>
                <a:gd name="T57" fmla="*/ 105 h 832"/>
                <a:gd name="T58" fmla="*/ 2 w 831"/>
                <a:gd name="T59" fmla="*/ 84 h 832"/>
                <a:gd name="T60" fmla="*/ 7 w 831"/>
                <a:gd name="T61" fmla="*/ 66 h 832"/>
                <a:gd name="T62" fmla="*/ 18 w 831"/>
                <a:gd name="T63" fmla="*/ 48 h 832"/>
                <a:gd name="T64" fmla="*/ 31 w 831"/>
                <a:gd name="T65" fmla="*/ 32 h 832"/>
                <a:gd name="T66" fmla="*/ 47 w 831"/>
                <a:gd name="T67" fmla="*/ 18 h 832"/>
                <a:gd name="T68" fmla="*/ 65 w 831"/>
                <a:gd name="T69" fmla="*/ 8 h 832"/>
                <a:gd name="T70" fmla="*/ 83 w 831"/>
                <a:gd name="T71" fmla="*/ 2 h 832"/>
                <a:gd name="T72" fmla="*/ 104 w 831"/>
                <a:gd name="T73" fmla="*/ 0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31" h="832">
                  <a:moveTo>
                    <a:pt x="104" y="0"/>
                  </a:moveTo>
                  <a:lnTo>
                    <a:pt x="727" y="0"/>
                  </a:lnTo>
                  <a:lnTo>
                    <a:pt x="747" y="2"/>
                  </a:lnTo>
                  <a:lnTo>
                    <a:pt x="766" y="8"/>
                  </a:lnTo>
                  <a:lnTo>
                    <a:pt x="783" y="17"/>
                  </a:lnTo>
                  <a:lnTo>
                    <a:pt x="799" y="32"/>
                  </a:lnTo>
                  <a:lnTo>
                    <a:pt x="814" y="48"/>
                  </a:lnTo>
                  <a:lnTo>
                    <a:pt x="823" y="66"/>
                  </a:lnTo>
                  <a:lnTo>
                    <a:pt x="829" y="84"/>
                  </a:lnTo>
                  <a:lnTo>
                    <a:pt x="831" y="105"/>
                  </a:lnTo>
                  <a:lnTo>
                    <a:pt x="831" y="728"/>
                  </a:lnTo>
                  <a:lnTo>
                    <a:pt x="829" y="749"/>
                  </a:lnTo>
                  <a:lnTo>
                    <a:pt x="823" y="767"/>
                  </a:lnTo>
                  <a:lnTo>
                    <a:pt x="814" y="785"/>
                  </a:lnTo>
                  <a:lnTo>
                    <a:pt x="799" y="801"/>
                  </a:lnTo>
                  <a:lnTo>
                    <a:pt x="783" y="814"/>
                  </a:lnTo>
                  <a:lnTo>
                    <a:pt x="766" y="825"/>
                  </a:lnTo>
                  <a:lnTo>
                    <a:pt x="747" y="830"/>
                  </a:lnTo>
                  <a:lnTo>
                    <a:pt x="727" y="832"/>
                  </a:lnTo>
                  <a:lnTo>
                    <a:pt x="104" y="832"/>
                  </a:lnTo>
                  <a:lnTo>
                    <a:pt x="83" y="830"/>
                  </a:lnTo>
                  <a:lnTo>
                    <a:pt x="65" y="825"/>
                  </a:lnTo>
                  <a:lnTo>
                    <a:pt x="47" y="814"/>
                  </a:lnTo>
                  <a:lnTo>
                    <a:pt x="31" y="801"/>
                  </a:lnTo>
                  <a:lnTo>
                    <a:pt x="18" y="785"/>
                  </a:lnTo>
                  <a:lnTo>
                    <a:pt x="7" y="767"/>
                  </a:lnTo>
                  <a:lnTo>
                    <a:pt x="2" y="749"/>
                  </a:lnTo>
                  <a:lnTo>
                    <a:pt x="0" y="728"/>
                  </a:lnTo>
                  <a:lnTo>
                    <a:pt x="0" y="105"/>
                  </a:lnTo>
                  <a:lnTo>
                    <a:pt x="2" y="84"/>
                  </a:lnTo>
                  <a:lnTo>
                    <a:pt x="7" y="66"/>
                  </a:lnTo>
                  <a:lnTo>
                    <a:pt x="18" y="48"/>
                  </a:lnTo>
                  <a:lnTo>
                    <a:pt x="31" y="32"/>
                  </a:lnTo>
                  <a:lnTo>
                    <a:pt x="47" y="18"/>
                  </a:lnTo>
                  <a:lnTo>
                    <a:pt x="65" y="8"/>
                  </a:lnTo>
                  <a:lnTo>
                    <a:pt x="83" y="2"/>
                  </a:lnTo>
                  <a:lnTo>
                    <a:pt x="10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3">
              <a:extLst>
                <a:ext uri="{FF2B5EF4-FFF2-40B4-BE49-F238E27FC236}">
                  <a16:creationId xmlns:a16="http://schemas.microsoft.com/office/drawing/2014/main" id="{3176B4A9-01C8-469A-AF96-05C09BAEA020}"/>
                </a:ext>
              </a:extLst>
            </p:cNvPr>
            <p:cNvSpPr>
              <a:spLocks/>
            </p:cNvSpPr>
            <p:nvPr/>
          </p:nvSpPr>
          <p:spPr bwMode="auto">
            <a:xfrm>
              <a:off x="-447675" y="2074863"/>
              <a:ext cx="762000" cy="739775"/>
            </a:xfrm>
            <a:custGeom>
              <a:avLst/>
              <a:gdLst>
                <a:gd name="T0" fmla="*/ 1387 w 2399"/>
                <a:gd name="T1" fmla="*/ 13 h 2328"/>
                <a:gd name="T2" fmla="*/ 1639 w 2399"/>
                <a:gd name="T3" fmla="*/ 81 h 2328"/>
                <a:gd name="T4" fmla="*/ 1876 w 2399"/>
                <a:gd name="T5" fmla="*/ 197 h 2328"/>
                <a:gd name="T6" fmla="*/ 2072 w 2399"/>
                <a:gd name="T7" fmla="*/ 343 h 2328"/>
                <a:gd name="T8" fmla="*/ 2216 w 2399"/>
                <a:gd name="T9" fmla="*/ 504 h 2328"/>
                <a:gd name="T10" fmla="*/ 2325 w 2399"/>
                <a:gd name="T11" fmla="*/ 694 h 2328"/>
                <a:gd name="T12" fmla="*/ 2388 w 2399"/>
                <a:gd name="T13" fmla="*/ 897 h 2328"/>
                <a:gd name="T14" fmla="*/ 2397 w 2399"/>
                <a:gd name="T15" fmla="*/ 1109 h 2328"/>
                <a:gd name="T16" fmla="*/ 2359 w 2399"/>
                <a:gd name="T17" fmla="*/ 1302 h 2328"/>
                <a:gd name="T18" fmla="*/ 2292 w 2399"/>
                <a:gd name="T19" fmla="*/ 1459 h 2328"/>
                <a:gd name="T20" fmla="*/ 2207 w 2399"/>
                <a:gd name="T21" fmla="*/ 1578 h 2328"/>
                <a:gd name="T22" fmla="*/ 2090 w 2399"/>
                <a:gd name="T23" fmla="*/ 1685 h 2328"/>
                <a:gd name="T24" fmla="*/ 2000 w 2399"/>
                <a:gd name="T25" fmla="*/ 1753 h 2328"/>
                <a:gd name="T26" fmla="*/ 1923 w 2399"/>
                <a:gd name="T27" fmla="*/ 1800 h 2328"/>
                <a:gd name="T28" fmla="*/ 1817 w 2399"/>
                <a:gd name="T29" fmla="*/ 1861 h 2328"/>
                <a:gd name="T30" fmla="*/ 1702 w 2399"/>
                <a:gd name="T31" fmla="*/ 1950 h 2328"/>
                <a:gd name="T32" fmla="*/ 1618 w 2399"/>
                <a:gd name="T33" fmla="*/ 2065 h 2328"/>
                <a:gd name="T34" fmla="*/ 1576 w 2399"/>
                <a:gd name="T35" fmla="*/ 2156 h 2328"/>
                <a:gd name="T36" fmla="*/ 1565 w 2399"/>
                <a:gd name="T37" fmla="*/ 2233 h 2328"/>
                <a:gd name="T38" fmla="*/ 1521 w 2399"/>
                <a:gd name="T39" fmla="*/ 2306 h 2328"/>
                <a:gd name="T40" fmla="*/ 1464 w 2399"/>
                <a:gd name="T41" fmla="*/ 2328 h 2328"/>
                <a:gd name="T42" fmla="*/ 806 w 2399"/>
                <a:gd name="T43" fmla="*/ 2317 h 2328"/>
                <a:gd name="T44" fmla="*/ 760 w 2399"/>
                <a:gd name="T45" fmla="*/ 2248 h 2328"/>
                <a:gd name="T46" fmla="*/ 748 w 2399"/>
                <a:gd name="T47" fmla="*/ 2066 h 2328"/>
                <a:gd name="T48" fmla="*/ 779 w 2399"/>
                <a:gd name="T49" fmla="*/ 1886 h 2328"/>
                <a:gd name="T50" fmla="*/ 872 w 2399"/>
                <a:gd name="T51" fmla="*/ 1714 h 2328"/>
                <a:gd name="T52" fmla="*/ 1033 w 2399"/>
                <a:gd name="T53" fmla="*/ 1544 h 2328"/>
                <a:gd name="T54" fmla="*/ 1221 w 2399"/>
                <a:gd name="T55" fmla="*/ 1411 h 2328"/>
                <a:gd name="T56" fmla="*/ 1397 w 2399"/>
                <a:gd name="T57" fmla="*/ 1321 h 2328"/>
                <a:gd name="T58" fmla="*/ 1506 w 2399"/>
                <a:gd name="T59" fmla="*/ 1232 h 2328"/>
                <a:gd name="T60" fmla="*/ 1555 w 2399"/>
                <a:gd name="T61" fmla="*/ 1145 h 2328"/>
                <a:gd name="T62" fmla="*/ 1571 w 2399"/>
                <a:gd name="T63" fmla="*/ 1034 h 2328"/>
                <a:gd name="T64" fmla="*/ 1541 w 2399"/>
                <a:gd name="T65" fmla="*/ 931 h 2328"/>
                <a:gd name="T66" fmla="*/ 1450 w 2399"/>
                <a:gd name="T67" fmla="*/ 842 h 2328"/>
                <a:gd name="T68" fmla="*/ 1321 w 2399"/>
                <a:gd name="T69" fmla="*/ 779 h 2328"/>
                <a:gd name="T70" fmla="*/ 1171 w 2399"/>
                <a:gd name="T71" fmla="*/ 759 h 2328"/>
                <a:gd name="T72" fmla="*/ 1017 w 2399"/>
                <a:gd name="T73" fmla="*/ 777 h 2328"/>
                <a:gd name="T74" fmla="*/ 891 w 2399"/>
                <a:gd name="T75" fmla="*/ 835 h 2328"/>
                <a:gd name="T76" fmla="*/ 820 w 2399"/>
                <a:gd name="T77" fmla="*/ 896 h 2328"/>
                <a:gd name="T78" fmla="*/ 727 w 2399"/>
                <a:gd name="T79" fmla="*/ 996 h 2328"/>
                <a:gd name="T80" fmla="*/ 613 w 2399"/>
                <a:gd name="T81" fmla="*/ 1134 h 2328"/>
                <a:gd name="T82" fmla="*/ 555 w 2399"/>
                <a:gd name="T83" fmla="*/ 1172 h 2328"/>
                <a:gd name="T84" fmla="*/ 489 w 2399"/>
                <a:gd name="T85" fmla="*/ 1166 h 2328"/>
                <a:gd name="T86" fmla="*/ 27 w 2399"/>
                <a:gd name="T87" fmla="*/ 815 h 2328"/>
                <a:gd name="T88" fmla="*/ 1 w 2399"/>
                <a:gd name="T89" fmla="*/ 764 h 2328"/>
                <a:gd name="T90" fmla="*/ 15 w 2399"/>
                <a:gd name="T91" fmla="*/ 691 h 2328"/>
                <a:gd name="T92" fmla="*/ 174 w 2399"/>
                <a:gd name="T93" fmla="*/ 469 h 2328"/>
                <a:gd name="T94" fmla="*/ 356 w 2399"/>
                <a:gd name="T95" fmla="*/ 289 h 2328"/>
                <a:gd name="T96" fmla="*/ 560 w 2399"/>
                <a:gd name="T97" fmla="*/ 153 h 2328"/>
                <a:gd name="T98" fmla="*/ 788 w 2399"/>
                <a:gd name="T99" fmla="*/ 59 h 2328"/>
                <a:gd name="T100" fmla="*/ 1041 w 2399"/>
                <a:gd name="T101" fmla="*/ 10 h 2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99" h="2328">
                  <a:moveTo>
                    <a:pt x="1220" y="0"/>
                  </a:moveTo>
                  <a:lnTo>
                    <a:pt x="1304" y="3"/>
                  </a:lnTo>
                  <a:lnTo>
                    <a:pt x="1387" y="13"/>
                  </a:lnTo>
                  <a:lnTo>
                    <a:pt x="1471" y="28"/>
                  </a:lnTo>
                  <a:lnTo>
                    <a:pt x="1555" y="51"/>
                  </a:lnTo>
                  <a:lnTo>
                    <a:pt x="1639" y="81"/>
                  </a:lnTo>
                  <a:lnTo>
                    <a:pt x="1721" y="115"/>
                  </a:lnTo>
                  <a:lnTo>
                    <a:pt x="1800" y="154"/>
                  </a:lnTo>
                  <a:lnTo>
                    <a:pt x="1876" y="197"/>
                  </a:lnTo>
                  <a:lnTo>
                    <a:pt x="1949" y="244"/>
                  </a:lnTo>
                  <a:lnTo>
                    <a:pt x="2017" y="296"/>
                  </a:lnTo>
                  <a:lnTo>
                    <a:pt x="2072" y="343"/>
                  </a:lnTo>
                  <a:lnTo>
                    <a:pt x="2123" y="393"/>
                  </a:lnTo>
                  <a:lnTo>
                    <a:pt x="2171" y="446"/>
                  </a:lnTo>
                  <a:lnTo>
                    <a:pt x="2216" y="504"/>
                  </a:lnTo>
                  <a:lnTo>
                    <a:pt x="2256" y="564"/>
                  </a:lnTo>
                  <a:lnTo>
                    <a:pt x="2294" y="627"/>
                  </a:lnTo>
                  <a:lnTo>
                    <a:pt x="2325" y="694"/>
                  </a:lnTo>
                  <a:lnTo>
                    <a:pt x="2352" y="761"/>
                  </a:lnTo>
                  <a:lnTo>
                    <a:pt x="2373" y="829"/>
                  </a:lnTo>
                  <a:lnTo>
                    <a:pt x="2388" y="897"/>
                  </a:lnTo>
                  <a:lnTo>
                    <a:pt x="2396" y="968"/>
                  </a:lnTo>
                  <a:lnTo>
                    <a:pt x="2399" y="1039"/>
                  </a:lnTo>
                  <a:lnTo>
                    <a:pt x="2397" y="1109"/>
                  </a:lnTo>
                  <a:lnTo>
                    <a:pt x="2389" y="1176"/>
                  </a:lnTo>
                  <a:lnTo>
                    <a:pt x="2377" y="1239"/>
                  </a:lnTo>
                  <a:lnTo>
                    <a:pt x="2359" y="1302"/>
                  </a:lnTo>
                  <a:lnTo>
                    <a:pt x="2339" y="1361"/>
                  </a:lnTo>
                  <a:lnTo>
                    <a:pt x="2316" y="1413"/>
                  </a:lnTo>
                  <a:lnTo>
                    <a:pt x="2292" y="1459"/>
                  </a:lnTo>
                  <a:lnTo>
                    <a:pt x="2268" y="1501"/>
                  </a:lnTo>
                  <a:lnTo>
                    <a:pt x="2240" y="1539"/>
                  </a:lnTo>
                  <a:lnTo>
                    <a:pt x="2207" y="1578"/>
                  </a:lnTo>
                  <a:lnTo>
                    <a:pt x="2169" y="1617"/>
                  </a:lnTo>
                  <a:lnTo>
                    <a:pt x="2125" y="1656"/>
                  </a:lnTo>
                  <a:lnTo>
                    <a:pt x="2090" y="1685"/>
                  </a:lnTo>
                  <a:lnTo>
                    <a:pt x="2057" y="1711"/>
                  </a:lnTo>
                  <a:lnTo>
                    <a:pt x="2028" y="1734"/>
                  </a:lnTo>
                  <a:lnTo>
                    <a:pt x="2000" y="1753"/>
                  </a:lnTo>
                  <a:lnTo>
                    <a:pt x="1976" y="1769"/>
                  </a:lnTo>
                  <a:lnTo>
                    <a:pt x="1952" y="1784"/>
                  </a:lnTo>
                  <a:lnTo>
                    <a:pt x="1923" y="1800"/>
                  </a:lnTo>
                  <a:lnTo>
                    <a:pt x="1891" y="1819"/>
                  </a:lnTo>
                  <a:lnTo>
                    <a:pt x="1856" y="1839"/>
                  </a:lnTo>
                  <a:lnTo>
                    <a:pt x="1817" y="1861"/>
                  </a:lnTo>
                  <a:lnTo>
                    <a:pt x="1776" y="1887"/>
                  </a:lnTo>
                  <a:lnTo>
                    <a:pt x="1738" y="1916"/>
                  </a:lnTo>
                  <a:lnTo>
                    <a:pt x="1702" y="1950"/>
                  </a:lnTo>
                  <a:lnTo>
                    <a:pt x="1670" y="1988"/>
                  </a:lnTo>
                  <a:lnTo>
                    <a:pt x="1640" y="2029"/>
                  </a:lnTo>
                  <a:lnTo>
                    <a:pt x="1618" y="2065"/>
                  </a:lnTo>
                  <a:lnTo>
                    <a:pt x="1600" y="2098"/>
                  </a:lnTo>
                  <a:lnTo>
                    <a:pt x="1586" y="2128"/>
                  </a:lnTo>
                  <a:lnTo>
                    <a:pt x="1576" y="2156"/>
                  </a:lnTo>
                  <a:lnTo>
                    <a:pt x="1570" y="2182"/>
                  </a:lnTo>
                  <a:lnTo>
                    <a:pt x="1569" y="2204"/>
                  </a:lnTo>
                  <a:lnTo>
                    <a:pt x="1565" y="2233"/>
                  </a:lnTo>
                  <a:lnTo>
                    <a:pt x="1555" y="2262"/>
                  </a:lnTo>
                  <a:lnTo>
                    <a:pt x="1537" y="2288"/>
                  </a:lnTo>
                  <a:lnTo>
                    <a:pt x="1521" y="2306"/>
                  </a:lnTo>
                  <a:lnTo>
                    <a:pt x="1503" y="2319"/>
                  </a:lnTo>
                  <a:lnTo>
                    <a:pt x="1485" y="2326"/>
                  </a:lnTo>
                  <a:lnTo>
                    <a:pt x="1464" y="2328"/>
                  </a:lnTo>
                  <a:lnTo>
                    <a:pt x="841" y="2328"/>
                  </a:lnTo>
                  <a:lnTo>
                    <a:pt x="823" y="2326"/>
                  </a:lnTo>
                  <a:lnTo>
                    <a:pt x="806" y="2317"/>
                  </a:lnTo>
                  <a:lnTo>
                    <a:pt x="789" y="2302"/>
                  </a:lnTo>
                  <a:lnTo>
                    <a:pt x="775" y="2281"/>
                  </a:lnTo>
                  <a:lnTo>
                    <a:pt x="760" y="2248"/>
                  </a:lnTo>
                  <a:lnTo>
                    <a:pt x="751" y="2216"/>
                  </a:lnTo>
                  <a:lnTo>
                    <a:pt x="748" y="2184"/>
                  </a:lnTo>
                  <a:lnTo>
                    <a:pt x="748" y="2066"/>
                  </a:lnTo>
                  <a:lnTo>
                    <a:pt x="751" y="2005"/>
                  </a:lnTo>
                  <a:lnTo>
                    <a:pt x="761" y="1945"/>
                  </a:lnTo>
                  <a:lnTo>
                    <a:pt x="779" y="1886"/>
                  </a:lnTo>
                  <a:lnTo>
                    <a:pt x="804" y="1828"/>
                  </a:lnTo>
                  <a:lnTo>
                    <a:pt x="834" y="1771"/>
                  </a:lnTo>
                  <a:lnTo>
                    <a:pt x="872" y="1714"/>
                  </a:lnTo>
                  <a:lnTo>
                    <a:pt x="916" y="1660"/>
                  </a:lnTo>
                  <a:lnTo>
                    <a:pt x="974" y="1599"/>
                  </a:lnTo>
                  <a:lnTo>
                    <a:pt x="1033" y="1544"/>
                  </a:lnTo>
                  <a:lnTo>
                    <a:pt x="1094" y="1493"/>
                  </a:lnTo>
                  <a:lnTo>
                    <a:pt x="1157" y="1449"/>
                  </a:lnTo>
                  <a:lnTo>
                    <a:pt x="1221" y="1411"/>
                  </a:lnTo>
                  <a:lnTo>
                    <a:pt x="1288" y="1377"/>
                  </a:lnTo>
                  <a:lnTo>
                    <a:pt x="1345" y="1349"/>
                  </a:lnTo>
                  <a:lnTo>
                    <a:pt x="1397" y="1321"/>
                  </a:lnTo>
                  <a:lnTo>
                    <a:pt x="1440" y="1292"/>
                  </a:lnTo>
                  <a:lnTo>
                    <a:pt x="1477" y="1262"/>
                  </a:lnTo>
                  <a:lnTo>
                    <a:pt x="1506" y="1232"/>
                  </a:lnTo>
                  <a:lnTo>
                    <a:pt x="1526" y="1206"/>
                  </a:lnTo>
                  <a:lnTo>
                    <a:pt x="1542" y="1177"/>
                  </a:lnTo>
                  <a:lnTo>
                    <a:pt x="1555" y="1145"/>
                  </a:lnTo>
                  <a:lnTo>
                    <a:pt x="1564" y="1111"/>
                  </a:lnTo>
                  <a:lnTo>
                    <a:pt x="1569" y="1074"/>
                  </a:lnTo>
                  <a:lnTo>
                    <a:pt x="1571" y="1034"/>
                  </a:lnTo>
                  <a:lnTo>
                    <a:pt x="1568" y="999"/>
                  </a:lnTo>
                  <a:lnTo>
                    <a:pt x="1558" y="964"/>
                  </a:lnTo>
                  <a:lnTo>
                    <a:pt x="1541" y="931"/>
                  </a:lnTo>
                  <a:lnTo>
                    <a:pt x="1518" y="900"/>
                  </a:lnTo>
                  <a:lnTo>
                    <a:pt x="1487" y="871"/>
                  </a:lnTo>
                  <a:lnTo>
                    <a:pt x="1450" y="842"/>
                  </a:lnTo>
                  <a:lnTo>
                    <a:pt x="1409" y="816"/>
                  </a:lnTo>
                  <a:lnTo>
                    <a:pt x="1366" y="796"/>
                  </a:lnTo>
                  <a:lnTo>
                    <a:pt x="1321" y="779"/>
                  </a:lnTo>
                  <a:lnTo>
                    <a:pt x="1272" y="768"/>
                  </a:lnTo>
                  <a:lnTo>
                    <a:pt x="1223" y="761"/>
                  </a:lnTo>
                  <a:lnTo>
                    <a:pt x="1171" y="759"/>
                  </a:lnTo>
                  <a:lnTo>
                    <a:pt x="1116" y="761"/>
                  </a:lnTo>
                  <a:lnTo>
                    <a:pt x="1065" y="767"/>
                  </a:lnTo>
                  <a:lnTo>
                    <a:pt x="1017" y="777"/>
                  </a:lnTo>
                  <a:lnTo>
                    <a:pt x="972" y="793"/>
                  </a:lnTo>
                  <a:lnTo>
                    <a:pt x="930" y="811"/>
                  </a:lnTo>
                  <a:lnTo>
                    <a:pt x="891" y="835"/>
                  </a:lnTo>
                  <a:lnTo>
                    <a:pt x="869" y="851"/>
                  </a:lnTo>
                  <a:lnTo>
                    <a:pt x="846" y="872"/>
                  </a:lnTo>
                  <a:lnTo>
                    <a:pt x="820" y="896"/>
                  </a:lnTo>
                  <a:lnTo>
                    <a:pt x="791" y="925"/>
                  </a:lnTo>
                  <a:lnTo>
                    <a:pt x="760" y="959"/>
                  </a:lnTo>
                  <a:lnTo>
                    <a:pt x="727" y="996"/>
                  </a:lnTo>
                  <a:lnTo>
                    <a:pt x="692" y="1037"/>
                  </a:lnTo>
                  <a:lnTo>
                    <a:pt x="654" y="1083"/>
                  </a:lnTo>
                  <a:lnTo>
                    <a:pt x="613" y="1134"/>
                  </a:lnTo>
                  <a:lnTo>
                    <a:pt x="595" y="1151"/>
                  </a:lnTo>
                  <a:lnTo>
                    <a:pt x="576" y="1165"/>
                  </a:lnTo>
                  <a:lnTo>
                    <a:pt x="555" y="1172"/>
                  </a:lnTo>
                  <a:lnTo>
                    <a:pt x="533" y="1175"/>
                  </a:lnTo>
                  <a:lnTo>
                    <a:pt x="511" y="1173"/>
                  </a:lnTo>
                  <a:lnTo>
                    <a:pt x="489" y="1166"/>
                  </a:lnTo>
                  <a:lnTo>
                    <a:pt x="468" y="1154"/>
                  </a:lnTo>
                  <a:lnTo>
                    <a:pt x="42" y="830"/>
                  </a:lnTo>
                  <a:lnTo>
                    <a:pt x="27" y="815"/>
                  </a:lnTo>
                  <a:lnTo>
                    <a:pt x="14" y="800"/>
                  </a:lnTo>
                  <a:lnTo>
                    <a:pt x="6" y="782"/>
                  </a:lnTo>
                  <a:lnTo>
                    <a:pt x="1" y="764"/>
                  </a:lnTo>
                  <a:lnTo>
                    <a:pt x="0" y="738"/>
                  </a:lnTo>
                  <a:lnTo>
                    <a:pt x="5" y="715"/>
                  </a:lnTo>
                  <a:lnTo>
                    <a:pt x="15" y="691"/>
                  </a:lnTo>
                  <a:lnTo>
                    <a:pt x="66" y="612"/>
                  </a:lnTo>
                  <a:lnTo>
                    <a:pt x="119" y="538"/>
                  </a:lnTo>
                  <a:lnTo>
                    <a:pt x="174" y="469"/>
                  </a:lnTo>
                  <a:lnTo>
                    <a:pt x="232" y="404"/>
                  </a:lnTo>
                  <a:lnTo>
                    <a:pt x="292" y="345"/>
                  </a:lnTo>
                  <a:lnTo>
                    <a:pt x="356" y="289"/>
                  </a:lnTo>
                  <a:lnTo>
                    <a:pt x="422" y="239"/>
                  </a:lnTo>
                  <a:lnTo>
                    <a:pt x="489" y="194"/>
                  </a:lnTo>
                  <a:lnTo>
                    <a:pt x="560" y="153"/>
                  </a:lnTo>
                  <a:lnTo>
                    <a:pt x="634" y="117"/>
                  </a:lnTo>
                  <a:lnTo>
                    <a:pt x="710" y="86"/>
                  </a:lnTo>
                  <a:lnTo>
                    <a:pt x="788" y="59"/>
                  </a:lnTo>
                  <a:lnTo>
                    <a:pt x="870" y="38"/>
                  </a:lnTo>
                  <a:lnTo>
                    <a:pt x="953" y="21"/>
                  </a:lnTo>
                  <a:lnTo>
                    <a:pt x="1041" y="10"/>
                  </a:lnTo>
                  <a:lnTo>
                    <a:pt x="1129" y="3"/>
                  </a:lnTo>
                  <a:lnTo>
                    <a:pt x="12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0D734AE4-C1FE-A5A5-11B6-156B9879A632}"/>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2393939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16" presetClass="entr" presetSubtype="37"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arn(outVertical)">
                                      <p:cBhvr>
                                        <p:cTn id="23" dur="500"/>
                                        <p:tgtEl>
                                          <p:spTgt spid="18"/>
                                        </p:tgtEl>
                                      </p:cBhvr>
                                    </p:animEffect>
                                  </p:childTnLst>
                                </p:cTn>
                              </p:par>
                            </p:childTnLst>
                          </p:cTn>
                        </p:par>
                        <p:par>
                          <p:cTn id="24" fill="hold">
                            <p:stCondLst>
                              <p:cond delay="1500"/>
                            </p:stCondLst>
                            <p:childTnLst>
                              <p:par>
                                <p:cTn id="25" presetID="2" presetClass="entr" presetSubtype="4" accel="18000" decel="8200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par>
                          <p:cTn id="29" fill="hold">
                            <p:stCondLst>
                              <p:cond delay="2000"/>
                            </p:stCondLst>
                            <p:childTnLst>
                              <p:par>
                                <p:cTn id="30" presetID="53" presetClass="entr" presetSubtype="16"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ppt_w</p:attrName>
                                        </p:attrNameLst>
                                      </p:cBhvr>
                                      <p:tavLst>
                                        <p:tav tm="0">
                                          <p:val>
                                            <p:fltVal val="0"/>
                                          </p:val>
                                        </p:tav>
                                        <p:tav tm="100000">
                                          <p:val>
                                            <p:strVal val="#ppt_w"/>
                                          </p:val>
                                        </p:tav>
                                      </p:tavLst>
                                    </p:anim>
                                    <p:anim calcmode="lin" valueType="num">
                                      <p:cBhvr>
                                        <p:cTn id="33" dur="500" fill="hold"/>
                                        <p:tgtEl>
                                          <p:spTgt spid="20"/>
                                        </p:tgtEl>
                                        <p:attrNameLst>
                                          <p:attrName>ppt_h</p:attrName>
                                        </p:attrNameLst>
                                      </p:cBhvr>
                                      <p:tavLst>
                                        <p:tav tm="0">
                                          <p:val>
                                            <p:fltVal val="0"/>
                                          </p:val>
                                        </p:tav>
                                        <p:tav tm="100000">
                                          <p:val>
                                            <p:strVal val="#ppt_h"/>
                                          </p:val>
                                        </p:tav>
                                      </p:tavLst>
                                    </p:anim>
                                    <p:animEffect transition="in" filter="fade">
                                      <p:cBhvr>
                                        <p:cTn id="34" dur="500"/>
                                        <p:tgtEl>
                                          <p:spTgt spid="20"/>
                                        </p:tgtEl>
                                      </p:cBhvr>
                                    </p:animEffect>
                                  </p:childTnLst>
                                </p:cTn>
                              </p:par>
                            </p:childTnLst>
                          </p:cTn>
                        </p:par>
                        <p:par>
                          <p:cTn id="35" fill="hold">
                            <p:stCondLst>
                              <p:cond delay="2500"/>
                            </p:stCondLst>
                            <p:childTnLst>
                              <p:par>
                                <p:cTn id="36" presetID="53" presetClass="entr" presetSubtype="16" fill="hold" nodeType="after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p:cTn id="38" dur="500" fill="hold"/>
                                        <p:tgtEl>
                                          <p:spTgt spid="24"/>
                                        </p:tgtEl>
                                        <p:attrNameLst>
                                          <p:attrName>ppt_w</p:attrName>
                                        </p:attrNameLst>
                                      </p:cBhvr>
                                      <p:tavLst>
                                        <p:tav tm="0">
                                          <p:val>
                                            <p:fltVal val="0"/>
                                          </p:val>
                                        </p:tav>
                                        <p:tav tm="100000">
                                          <p:val>
                                            <p:strVal val="#ppt_w"/>
                                          </p:val>
                                        </p:tav>
                                      </p:tavLst>
                                    </p:anim>
                                    <p:anim calcmode="lin" valueType="num">
                                      <p:cBhvr>
                                        <p:cTn id="39" dur="500" fill="hold"/>
                                        <p:tgtEl>
                                          <p:spTgt spid="24"/>
                                        </p:tgtEl>
                                        <p:attrNameLst>
                                          <p:attrName>ppt_h</p:attrName>
                                        </p:attrNameLst>
                                      </p:cBhvr>
                                      <p:tavLst>
                                        <p:tav tm="0">
                                          <p:val>
                                            <p:fltVal val="0"/>
                                          </p:val>
                                        </p:tav>
                                        <p:tav tm="100000">
                                          <p:val>
                                            <p:strVal val="#ppt_h"/>
                                          </p:val>
                                        </p:tav>
                                      </p:tavLst>
                                    </p:anim>
                                    <p:animEffect transition="in" filter="fade">
                                      <p:cBhvr>
                                        <p:cTn id="40" dur="500"/>
                                        <p:tgtEl>
                                          <p:spTgt spid="24"/>
                                        </p:tgtEl>
                                      </p:cBhvr>
                                    </p:animEffect>
                                  </p:childTnLst>
                                </p:cTn>
                              </p:par>
                              <p:par>
                                <p:cTn id="41" presetID="16" presetClass="entr" presetSubtype="37"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arn(outVertical)">
                                      <p:cBhvr>
                                        <p:cTn id="43" dur="500"/>
                                        <p:tgtEl>
                                          <p:spTgt spid="21"/>
                                        </p:tgtEl>
                                      </p:cBhvr>
                                    </p:animEffect>
                                  </p:childTnLst>
                                </p:cTn>
                              </p:par>
                            </p:childTnLst>
                          </p:cTn>
                        </p:par>
                        <p:par>
                          <p:cTn id="44" fill="hold">
                            <p:stCondLst>
                              <p:cond delay="3000"/>
                            </p:stCondLst>
                            <p:childTnLst>
                              <p:par>
                                <p:cTn id="45" presetID="2" presetClass="entr" presetSubtype="4" accel="18000" decel="8200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3500"/>
                            </p:stCondLst>
                            <p:childTnLst>
                              <p:par>
                                <p:cTn id="50" presetID="53" presetClass="entr" presetSubtype="16" fill="hold" grpId="0" nodeType="after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p:cTn id="52" dur="500" fill="hold"/>
                                        <p:tgtEl>
                                          <p:spTgt spid="22"/>
                                        </p:tgtEl>
                                        <p:attrNameLst>
                                          <p:attrName>ppt_w</p:attrName>
                                        </p:attrNameLst>
                                      </p:cBhvr>
                                      <p:tavLst>
                                        <p:tav tm="0">
                                          <p:val>
                                            <p:fltVal val="0"/>
                                          </p:val>
                                        </p:tav>
                                        <p:tav tm="100000">
                                          <p:val>
                                            <p:strVal val="#ppt_w"/>
                                          </p:val>
                                        </p:tav>
                                      </p:tavLst>
                                    </p:anim>
                                    <p:anim calcmode="lin" valueType="num">
                                      <p:cBhvr>
                                        <p:cTn id="53" dur="500" fill="hold"/>
                                        <p:tgtEl>
                                          <p:spTgt spid="22"/>
                                        </p:tgtEl>
                                        <p:attrNameLst>
                                          <p:attrName>ppt_h</p:attrName>
                                        </p:attrNameLst>
                                      </p:cBhvr>
                                      <p:tavLst>
                                        <p:tav tm="0">
                                          <p:val>
                                            <p:fltVal val="0"/>
                                          </p:val>
                                        </p:tav>
                                        <p:tav tm="100000">
                                          <p:val>
                                            <p:strVal val="#ppt_h"/>
                                          </p:val>
                                        </p:tav>
                                      </p:tavLst>
                                    </p:anim>
                                    <p:animEffect transition="in" filter="fade">
                                      <p:cBhvr>
                                        <p:cTn id="54" dur="500"/>
                                        <p:tgtEl>
                                          <p:spTgt spid="22"/>
                                        </p:tgtEl>
                                      </p:cBhvr>
                                    </p:animEffect>
                                  </p:childTnLst>
                                </p:cTn>
                              </p:par>
                            </p:childTnLst>
                          </p:cTn>
                        </p:par>
                        <p:par>
                          <p:cTn id="55" fill="hold">
                            <p:stCondLst>
                              <p:cond delay="4000"/>
                            </p:stCondLst>
                            <p:childTnLst>
                              <p:par>
                                <p:cTn id="56" presetID="53" presetClass="entr" presetSubtype="16" fill="hold" nodeType="after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p:cTn id="58" dur="500" fill="hold"/>
                                        <p:tgtEl>
                                          <p:spTgt spid="27"/>
                                        </p:tgtEl>
                                        <p:attrNameLst>
                                          <p:attrName>ppt_w</p:attrName>
                                        </p:attrNameLst>
                                      </p:cBhvr>
                                      <p:tavLst>
                                        <p:tav tm="0">
                                          <p:val>
                                            <p:fltVal val="0"/>
                                          </p:val>
                                        </p:tav>
                                        <p:tav tm="100000">
                                          <p:val>
                                            <p:strVal val="#ppt_w"/>
                                          </p:val>
                                        </p:tav>
                                      </p:tavLst>
                                    </p:anim>
                                    <p:anim calcmode="lin" valueType="num">
                                      <p:cBhvr>
                                        <p:cTn id="59" dur="500" fill="hold"/>
                                        <p:tgtEl>
                                          <p:spTgt spid="27"/>
                                        </p:tgtEl>
                                        <p:attrNameLst>
                                          <p:attrName>ppt_h</p:attrName>
                                        </p:attrNameLst>
                                      </p:cBhvr>
                                      <p:tavLst>
                                        <p:tav tm="0">
                                          <p:val>
                                            <p:fltVal val="0"/>
                                          </p:val>
                                        </p:tav>
                                        <p:tav tm="100000">
                                          <p:val>
                                            <p:strVal val="#ppt_h"/>
                                          </p:val>
                                        </p:tav>
                                      </p:tavLst>
                                    </p:anim>
                                    <p:animEffect transition="in" filter="fade">
                                      <p:cBhvr>
                                        <p:cTn id="60" dur="500"/>
                                        <p:tgtEl>
                                          <p:spTgt spid="27"/>
                                        </p:tgtEl>
                                      </p:cBhvr>
                                    </p:animEffect>
                                  </p:childTnLst>
                                </p:cTn>
                              </p:par>
                              <p:par>
                                <p:cTn id="61" presetID="16" presetClass="entr" presetSubtype="37"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arn(outVertical)">
                                      <p:cBhvr>
                                        <p:cTn id="6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8" grpId="0"/>
      <p:bldP spid="19" grpId="0" animBg="1"/>
      <p:bldP spid="20" grpId="0" animBg="1"/>
      <p:bldP spid="21" grpId="0"/>
      <p:bldP spid="22" grpId="0" animBg="1"/>
      <p:bldP spid="2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47C35-DB51-E1F7-2205-ABAAB62E731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EFE2B1-C35F-94D6-F9CA-A5587AC65C8E}"/>
              </a:ext>
            </a:extLst>
          </p:cNvPr>
          <p:cNvSpPr>
            <a:spLocks noGrp="1"/>
          </p:cNvSpPr>
          <p:nvPr>
            <p:ph type="title"/>
          </p:nvPr>
        </p:nvSpPr>
        <p:spPr>
          <a:xfrm>
            <a:off x="387819" y="282611"/>
            <a:ext cx="8368363" cy="409459"/>
          </a:xfrm>
          <a:prstGeom prst="rect">
            <a:avLst/>
          </a:prstGeom>
        </p:spPr>
        <p:txBody>
          <a:bodyPr>
            <a:normAutofit fontScale="90000"/>
          </a:bodyPr>
          <a:lstStyle/>
          <a:p>
            <a:r>
              <a:rPr lang="en-US">
                <a:ea typeface="+mj-lt"/>
                <a:cs typeface="+mj-lt"/>
              </a:rPr>
              <a:t>DANS UN PREMIER TEMPS ...</a:t>
            </a:r>
            <a:endParaRPr lang="en-US"/>
          </a:p>
        </p:txBody>
      </p:sp>
      <p:sp>
        <p:nvSpPr>
          <p:cNvPr id="13" name="Rounded Rectangle 1">
            <a:extLst>
              <a:ext uri="{FF2B5EF4-FFF2-40B4-BE49-F238E27FC236}">
                <a16:creationId xmlns:a16="http://schemas.microsoft.com/office/drawing/2014/main" id="{58A2B164-4CD6-FAEF-2B07-94F22DCDC3E3}"/>
              </a:ext>
            </a:extLst>
          </p:cNvPr>
          <p:cNvSpPr/>
          <p:nvPr/>
        </p:nvSpPr>
        <p:spPr bwMode="auto">
          <a:xfrm>
            <a:off x="381000" y="1594738"/>
            <a:ext cx="2667000" cy="2950592"/>
          </a:xfrm>
          <a:prstGeom prst="roundRect">
            <a:avLst>
              <a:gd name="adj" fmla="val 2440"/>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4" name="Rounded Rectangle 19">
            <a:extLst>
              <a:ext uri="{FF2B5EF4-FFF2-40B4-BE49-F238E27FC236}">
                <a16:creationId xmlns:a16="http://schemas.microsoft.com/office/drawing/2014/main" id="{649B4BD7-031A-CD32-C548-D831FD557990}"/>
              </a:ext>
            </a:extLst>
          </p:cNvPr>
          <p:cNvSpPr/>
          <p:nvPr/>
        </p:nvSpPr>
        <p:spPr bwMode="auto">
          <a:xfrm>
            <a:off x="3231682" y="1594738"/>
            <a:ext cx="2667000" cy="2950592"/>
          </a:xfrm>
          <a:prstGeom prst="roundRect">
            <a:avLst>
              <a:gd name="adj" fmla="val 2440"/>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Rounded Rectangle 20">
            <a:extLst>
              <a:ext uri="{FF2B5EF4-FFF2-40B4-BE49-F238E27FC236}">
                <a16:creationId xmlns:a16="http://schemas.microsoft.com/office/drawing/2014/main" id="{DD3399F6-4DF0-5AF5-379C-AD5E87A2B81F}"/>
              </a:ext>
            </a:extLst>
          </p:cNvPr>
          <p:cNvSpPr/>
          <p:nvPr/>
        </p:nvSpPr>
        <p:spPr bwMode="auto">
          <a:xfrm>
            <a:off x="6082363" y="1594738"/>
            <a:ext cx="2667000" cy="2950592"/>
          </a:xfrm>
          <a:prstGeom prst="roundRect">
            <a:avLst>
              <a:gd name="adj" fmla="val 1932"/>
            </a:avLst>
          </a:prstGeom>
          <a:solidFill>
            <a:schemeClr val="accent3"/>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7" name="Oval 16">
            <a:extLst>
              <a:ext uri="{FF2B5EF4-FFF2-40B4-BE49-F238E27FC236}">
                <a16:creationId xmlns:a16="http://schemas.microsoft.com/office/drawing/2014/main" id="{BDC00D8D-2659-D689-A0EB-BE5D357AF175}"/>
              </a:ext>
            </a:extLst>
          </p:cNvPr>
          <p:cNvSpPr/>
          <p:nvPr/>
        </p:nvSpPr>
        <p:spPr bwMode="auto">
          <a:xfrm>
            <a:off x="1228725" y="1070610"/>
            <a:ext cx="971550" cy="971550"/>
          </a:xfrm>
          <a:prstGeom prst="ellipse">
            <a:avLst/>
          </a:prstGeom>
          <a:solidFill>
            <a:schemeClr val="accent1"/>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8" name="Inhaltsplatzhalter 4">
            <a:extLst>
              <a:ext uri="{FF2B5EF4-FFF2-40B4-BE49-F238E27FC236}">
                <a16:creationId xmlns:a16="http://schemas.microsoft.com/office/drawing/2014/main" id="{26CB8ECA-7D62-86BB-120A-3094E3F1785C}"/>
              </a:ext>
            </a:extLst>
          </p:cNvPr>
          <p:cNvSpPr txBox="1">
            <a:spLocks/>
          </p:cNvSpPr>
          <p:nvPr/>
        </p:nvSpPr>
        <p:spPr>
          <a:xfrm>
            <a:off x="457200" y="2107793"/>
            <a:ext cx="2495549" cy="1615827"/>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1800" b="1" err="1">
                <a:latin typeface="Calibri Light"/>
                <a:ea typeface="Calibri Light"/>
                <a:cs typeface="Calibri Light"/>
              </a:rPr>
              <a:t>Différents</a:t>
            </a:r>
            <a:r>
              <a:rPr lang="en-US" sz="1800" b="1">
                <a:latin typeface="Calibri Light"/>
                <a:ea typeface="Calibri Light"/>
                <a:cs typeface="Calibri Light"/>
              </a:rPr>
              <a:t> </a:t>
            </a:r>
            <a:r>
              <a:rPr lang="en-US" sz="1800" b="1" err="1">
                <a:latin typeface="Calibri Light"/>
                <a:ea typeface="Calibri Light"/>
                <a:cs typeface="Calibri Light"/>
              </a:rPr>
              <a:t>degrés</a:t>
            </a:r>
            <a:r>
              <a:rPr lang="en-US" sz="1800" b="1">
                <a:latin typeface="Calibri Light"/>
                <a:ea typeface="Calibri Light"/>
                <a:cs typeface="Calibri Light"/>
              </a:rPr>
              <a:t> de </a:t>
            </a:r>
            <a:r>
              <a:rPr lang="en-US" sz="1800" b="1" err="1">
                <a:latin typeface="Calibri Light"/>
                <a:ea typeface="Calibri Light"/>
                <a:cs typeface="Calibri Light"/>
              </a:rPr>
              <a:t>plagiats</a:t>
            </a:r>
            <a:r>
              <a:rPr lang="en-US" sz="1800" b="1">
                <a:latin typeface="Calibri Light"/>
                <a:ea typeface="Calibri Light"/>
                <a:cs typeface="Calibri Light"/>
              </a:rPr>
              <a:t> </a:t>
            </a:r>
            <a:r>
              <a:rPr lang="en-US" sz="1800" b="1" err="1">
                <a:latin typeface="Calibri Light"/>
                <a:ea typeface="Calibri Light"/>
                <a:cs typeface="Calibri Light"/>
              </a:rPr>
              <a:t>existants</a:t>
            </a:r>
            <a:r>
              <a:rPr lang="en-US" sz="1800" b="1">
                <a:latin typeface="Calibri Light"/>
                <a:ea typeface="Calibri Light"/>
                <a:cs typeface="Calibri Light"/>
              </a:rPr>
              <a:t> : heavy, cut, light ...</a:t>
            </a:r>
            <a:br>
              <a:rPr lang="en-US" sz="1800" b="1">
                <a:latin typeface="+mj-lt"/>
              </a:rPr>
            </a:br>
            <a:endParaRPr lang="en-US" sz="1800" b="1">
              <a:solidFill>
                <a:schemeClr val="bg2"/>
              </a:solidFill>
              <a:latin typeface="Roboto"/>
              <a:ea typeface="Roboto"/>
              <a:cs typeface="Roboto"/>
            </a:endParaRPr>
          </a:p>
        </p:txBody>
      </p:sp>
      <p:sp>
        <p:nvSpPr>
          <p:cNvPr id="19" name="Freeform 6">
            <a:extLst>
              <a:ext uri="{FF2B5EF4-FFF2-40B4-BE49-F238E27FC236}">
                <a16:creationId xmlns:a16="http://schemas.microsoft.com/office/drawing/2014/main" id="{3A109DD6-26A2-E3FE-6C42-6F615D24E50F}"/>
              </a:ext>
            </a:extLst>
          </p:cNvPr>
          <p:cNvSpPr>
            <a:spLocks noEditPoints="1"/>
          </p:cNvSpPr>
          <p:nvPr/>
        </p:nvSpPr>
        <p:spPr bwMode="auto">
          <a:xfrm flipH="1">
            <a:off x="1465504" y="1309138"/>
            <a:ext cx="497992" cy="494494"/>
          </a:xfrm>
          <a:custGeom>
            <a:avLst/>
            <a:gdLst>
              <a:gd name="T0" fmla="*/ 2120 w 3986"/>
              <a:gd name="T1" fmla="*/ 444 h 3956"/>
              <a:gd name="T2" fmla="*/ 1803 w 3986"/>
              <a:gd name="T3" fmla="*/ 559 h 3956"/>
              <a:gd name="T4" fmla="*/ 1524 w 3986"/>
              <a:gd name="T5" fmla="*/ 765 h 3956"/>
              <a:gd name="T6" fmla="*/ 1316 w 3986"/>
              <a:gd name="T7" fmla="*/ 1043 h 3956"/>
              <a:gd name="T8" fmla="*/ 1200 w 3986"/>
              <a:gd name="T9" fmla="*/ 1358 h 3956"/>
              <a:gd name="T10" fmla="*/ 1177 w 3986"/>
              <a:gd name="T11" fmla="*/ 1688 h 3956"/>
              <a:gd name="T12" fmla="*/ 1246 w 3986"/>
              <a:gd name="T13" fmla="*/ 2012 h 3956"/>
              <a:gd name="T14" fmla="*/ 1408 w 3986"/>
              <a:gd name="T15" fmla="*/ 2311 h 3956"/>
              <a:gd name="T16" fmla="*/ 1658 w 3986"/>
              <a:gd name="T17" fmla="*/ 2558 h 3956"/>
              <a:gd name="T18" fmla="*/ 1959 w 3986"/>
              <a:gd name="T19" fmla="*/ 2719 h 3956"/>
              <a:gd name="T20" fmla="*/ 2286 w 3986"/>
              <a:gd name="T21" fmla="*/ 2787 h 3956"/>
              <a:gd name="T22" fmla="*/ 2618 w 3986"/>
              <a:gd name="T23" fmla="*/ 2765 h 3956"/>
              <a:gd name="T24" fmla="*/ 2934 w 3986"/>
              <a:gd name="T25" fmla="*/ 2650 h 3956"/>
              <a:gd name="T26" fmla="*/ 3214 w 3986"/>
              <a:gd name="T27" fmla="*/ 2443 h 3956"/>
              <a:gd name="T28" fmla="*/ 3422 w 3986"/>
              <a:gd name="T29" fmla="*/ 2166 h 3956"/>
              <a:gd name="T30" fmla="*/ 3538 w 3986"/>
              <a:gd name="T31" fmla="*/ 1852 h 3956"/>
              <a:gd name="T32" fmla="*/ 3561 w 3986"/>
              <a:gd name="T33" fmla="*/ 1522 h 3956"/>
              <a:gd name="T34" fmla="*/ 3491 w 3986"/>
              <a:gd name="T35" fmla="*/ 1197 h 3956"/>
              <a:gd name="T36" fmla="*/ 3330 w 3986"/>
              <a:gd name="T37" fmla="*/ 898 h 3956"/>
              <a:gd name="T38" fmla="*/ 3080 w 3986"/>
              <a:gd name="T39" fmla="*/ 651 h 3956"/>
              <a:gd name="T40" fmla="*/ 2780 w 3986"/>
              <a:gd name="T41" fmla="*/ 490 h 3956"/>
              <a:gd name="T42" fmla="*/ 2453 w 3986"/>
              <a:gd name="T43" fmla="*/ 421 h 3956"/>
              <a:gd name="T44" fmla="*/ 2560 w 3986"/>
              <a:gd name="T45" fmla="*/ 11 h 3956"/>
              <a:gd name="T46" fmla="*/ 2933 w 3986"/>
              <a:gd name="T47" fmla="*/ 100 h 3956"/>
              <a:gd name="T48" fmla="*/ 3280 w 3986"/>
              <a:gd name="T49" fmla="*/ 278 h 3956"/>
              <a:gd name="T50" fmla="*/ 3583 w 3986"/>
              <a:gd name="T51" fmla="*/ 543 h 3956"/>
              <a:gd name="T52" fmla="*/ 3806 w 3986"/>
              <a:gd name="T53" fmla="*/ 868 h 3956"/>
              <a:gd name="T54" fmla="*/ 3941 w 3986"/>
              <a:gd name="T55" fmla="*/ 1228 h 3956"/>
              <a:gd name="T56" fmla="*/ 3986 w 3986"/>
              <a:gd name="T57" fmla="*/ 1604 h 3956"/>
              <a:gd name="T58" fmla="*/ 3941 w 3986"/>
              <a:gd name="T59" fmla="*/ 1981 h 3956"/>
              <a:gd name="T60" fmla="*/ 3806 w 3986"/>
              <a:gd name="T61" fmla="*/ 2341 h 3956"/>
              <a:gd name="T62" fmla="*/ 3583 w 3986"/>
              <a:gd name="T63" fmla="*/ 2667 h 3956"/>
              <a:gd name="T64" fmla="*/ 3269 w 3986"/>
              <a:gd name="T65" fmla="*/ 2941 h 3956"/>
              <a:gd name="T66" fmla="*/ 2906 w 3986"/>
              <a:gd name="T67" fmla="*/ 3121 h 3956"/>
              <a:gd name="T68" fmla="*/ 2520 w 3986"/>
              <a:gd name="T69" fmla="*/ 3204 h 3956"/>
              <a:gd name="T70" fmla="*/ 2126 w 3986"/>
              <a:gd name="T71" fmla="*/ 3188 h 3956"/>
              <a:gd name="T72" fmla="*/ 1743 w 3986"/>
              <a:gd name="T73" fmla="*/ 3075 h 3956"/>
              <a:gd name="T74" fmla="*/ 1550 w 3986"/>
              <a:gd name="T75" fmla="*/ 2977 h 3956"/>
              <a:gd name="T76" fmla="*/ 1495 w 3986"/>
              <a:gd name="T77" fmla="*/ 2981 h 3956"/>
              <a:gd name="T78" fmla="*/ 574 w 3986"/>
              <a:gd name="T79" fmla="*/ 3876 h 3956"/>
              <a:gd name="T80" fmla="*/ 400 w 3986"/>
              <a:gd name="T81" fmla="*/ 3951 h 3956"/>
              <a:gd name="T82" fmla="*/ 227 w 3986"/>
              <a:gd name="T83" fmla="*/ 3939 h 3956"/>
              <a:gd name="T84" fmla="*/ 90 w 3986"/>
              <a:gd name="T85" fmla="*/ 3843 h 3956"/>
              <a:gd name="T86" fmla="*/ 6 w 3986"/>
              <a:gd name="T87" fmla="*/ 3689 h 3956"/>
              <a:gd name="T88" fmla="*/ 17 w 3986"/>
              <a:gd name="T89" fmla="*/ 3515 h 3956"/>
              <a:gd name="T90" fmla="*/ 112 w 3986"/>
              <a:gd name="T91" fmla="*/ 3345 h 3956"/>
              <a:gd name="T92" fmla="*/ 168 w 3986"/>
              <a:gd name="T93" fmla="*/ 3287 h 3956"/>
              <a:gd name="T94" fmla="*/ 247 w 3986"/>
              <a:gd name="T95" fmla="*/ 3208 h 3956"/>
              <a:gd name="T96" fmla="*/ 371 w 3986"/>
              <a:gd name="T97" fmla="*/ 3084 h 3956"/>
              <a:gd name="T98" fmla="*/ 522 w 3986"/>
              <a:gd name="T99" fmla="*/ 2935 h 3956"/>
              <a:gd name="T100" fmla="*/ 680 w 3986"/>
              <a:gd name="T101" fmla="*/ 2778 h 3956"/>
              <a:gd name="T102" fmla="*/ 828 w 3986"/>
              <a:gd name="T103" fmla="*/ 2631 h 3956"/>
              <a:gd name="T104" fmla="*/ 949 w 3986"/>
              <a:gd name="T105" fmla="*/ 2511 h 3956"/>
              <a:gd name="T106" fmla="*/ 991 w 3986"/>
              <a:gd name="T107" fmla="*/ 2441 h 3956"/>
              <a:gd name="T108" fmla="*/ 983 w 3986"/>
              <a:gd name="T109" fmla="*/ 2407 h 3956"/>
              <a:gd name="T110" fmla="*/ 818 w 3986"/>
              <a:gd name="T111" fmla="*/ 2039 h 3956"/>
              <a:gd name="T112" fmla="*/ 754 w 3986"/>
              <a:gd name="T113" fmla="*/ 1650 h 3956"/>
              <a:gd name="T114" fmla="*/ 788 w 3986"/>
              <a:gd name="T115" fmla="*/ 1260 h 3956"/>
              <a:gd name="T116" fmla="*/ 921 w 3986"/>
              <a:gd name="T117" fmla="*/ 887 h 3956"/>
              <a:gd name="T118" fmla="*/ 1152 w 3986"/>
              <a:gd name="T119" fmla="*/ 547 h 3956"/>
              <a:gd name="T120" fmla="*/ 1458 w 3986"/>
              <a:gd name="T121" fmla="*/ 278 h 3956"/>
              <a:gd name="T122" fmla="*/ 1806 w 3986"/>
              <a:gd name="T123" fmla="*/ 100 h 3956"/>
              <a:gd name="T124" fmla="*/ 2178 w 3986"/>
              <a:gd name="T125" fmla="*/ 11 h 3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86" h="3956">
                <a:moveTo>
                  <a:pt x="2369" y="419"/>
                </a:moveTo>
                <a:lnTo>
                  <a:pt x="2286" y="421"/>
                </a:lnTo>
                <a:lnTo>
                  <a:pt x="2202" y="430"/>
                </a:lnTo>
                <a:lnTo>
                  <a:pt x="2120" y="444"/>
                </a:lnTo>
                <a:lnTo>
                  <a:pt x="2038" y="465"/>
                </a:lnTo>
                <a:lnTo>
                  <a:pt x="1959" y="490"/>
                </a:lnTo>
                <a:lnTo>
                  <a:pt x="1880" y="521"/>
                </a:lnTo>
                <a:lnTo>
                  <a:pt x="1803" y="559"/>
                </a:lnTo>
                <a:lnTo>
                  <a:pt x="1729" y="602"/>
                </a:lnTo>
                <a:lnTo>
                  <a:pt x="1658" y="651"/>
                </a:lnTo>
                <a:lnTo>
                  <a:pt x="1589" y="705"/>
                </a:lnTo>
                <a:lnTo>
                  <a:pt x="1524" y="765"/>
                </a:lnTo>
                <a:lnTo>
                  <a:pt x="1463" y="830"/>
                </a:lnTo>
                <a:lnTo>
                  <a:pt x="1408" y="898"/>
                </a:lnTo>
                <a:lnTo>
                  <a:pt x="1360" y="969"/>
                </a:lnTo>
                <a:lnTo>
                  <a:pt x="1316" y="1043"/>
                </a:lnTo>
                <a:lnTo>
                  <a:pt x="1278" y="1119"/>
                </a:lnTo>
                <a:lnTo>
                  <a:pt x="1246" y="1197"/>
                </a:lnTo>
                <a:lnTo>
                  <a:pt x="1221" y="1277"/>
                </a:lnTo>
                <a:lnTo>
                  <a:pt x="1200" y="1358"/>
                </a:lnTo>
                <a:lnTo>
                  <a:pt x="1186" y="1439"/>
                </a:lnTo>
                <a:lnTo>
                  <a:pt x="1177" y="1522"/>
                </a:lnTo>
                <a:lnTo>
                  <a:pt x="1175" y="1604"/>
                </a:lnTo>
                <a:lnTo>
                  <a:pt x="1177" y="1688"/>
                </a:lnTo>
                <a:lnTo>
                  <a:pt x="1186" y="1770"/>
                </a:lnTo>
                <a:lnTo>
                  <a:pt x="1200" y="1852"/>
                </a:lnTo>
                <a:lnTo>
                  <a:pt x="1221" y="1933"/>
                </a:lnTo>
                <a:lnTo>
                  <a:pt x="1246" y="2012"/>
                </a:lnTo>
                <a:lnTo>
                  <a:pt x="1278" y="2090"/>
                </a:lnTo>
                <a:lnTo>
                  <a:pt x="1316" y="2166"/>
                </a:lnTo>
                <a:lnTo>
                  <a:pt x="1360" y="2239"/>
                </a:lnTo>
                <a:lnTo>
                  <a:pt x="1408" y="2311"/>
                </a:lnTo>
                <a:lnTo>
                  <a:pt x="1463" y="2379"/>
                </a:lnTo>
                <a:lnTo>
                  <a:pt x="1524" y="2443"/>
                </a:lnTo>
                <a:lnTo>
                  <a:pt x="1589" y="2504"/>
                </a:lnTo>
                <a:lnTo>
                  <a:pt x="1658" y="2558"/>
                </a:lnTo>
                <a:lnTo>
                  <a:pt x="1729" y="2608"/>
                </a:lnTo>
                <a:lnTo>
                  <a:pt x="1803" y="2650"/>
                </a:lnTo>
                <a:lnTo>
                  <a:pt x="1880" y="2687"/>
                </a:lnTo>
                <a:lnTo>
                  <a:pt x="1959" y="2719"/>
                </a:lnTo>
                <a:lnTo>
                  <a:pt x="2038" y="2745"/>
                </a:lnTo>
                <a:lnTo>
                  <a:pt x="2120" y="2765"/>
                </a:lnTo>
                <a:lnTo>
                  <a:pt x="2202" y="2779"/>
                </a:lnTo>
                <a:lnTo>
                  <a:pt x="2286" y="2787"/>
                </a:lnTo>
                <a:lnTo>
                  <a:pt x="2369" y="2791"/>
                </a:lnTo>
                <a:lnTo>
                  <a:pt x="2453" y="2787"/>
                </a:lnTo>
                <a:lnTo>
                  <a:pt x="2536" y="2779"/>
                </a:lnTo>
                <a:lnTo>
                  <a:pt x="2618" y="2765"/>
                </a:lnTo>
                <a:lnTo>
                  <a:pt x="2700" y="2745"/>
                </a:lnTo>
                <a:lnTo>
                  <a:pt x="2780" y="2719"/>
                </a:lnTo>
                <a:lnTo>
                  <a:pt x="2858" y="2687"/>
                </a:lnTo>
                <a:lnTo>
                  <a:pt x="2934" y="2650"/>
                </a:lnTo>
                <a:lnTo>
                  <a:pt x="3009" y="2608"/>
                </a:lnTo>
                <a:lnTo>
                  <a:pt x="3080" y="2558"/>
                </a:lnTo>
                <a:lnTo>
                  <a:pt x="3148" y="2504"/>
                </a:lnTo>
                <a:lnTo>
                  <a:pt x="3214" y="2443"/>
                </a:lnTo>
                <a:lnTo>
                  <a:pt x="3275" y="2379"/>
                </a:lnTo>
                <a:lnTo>
                  <a:pt x="3330" y="2311"/>
                </a:lnTo>
                <a:lnTo>
                  <a:pt x="3378" y="2239"/>
                </a:lnTo>
                <a:lnTo>
                  <a:pt x="3422" y="2166"/>
                </a:lnTo>
                <a:lnTo>
                  <a:pt x="3460" y="2090"/>
                </a:lnTo>
                <a:lnTo>
                  <a:pt x="3491" y="2012"/>
                </a:lnTo>
                <a:lnTo>
                  <a:pt x="3517" y="1933"/>
                </a:lnTo>
                <a:lnTo>
                  <a:pt x="3538" y="1852"/>
                </a:lnTo>
                <a:lnTo>
                  <a:pt x="3552" y="1770"/>
                </a:lnTo>
                <a:lnTo>
                  <a:pt x="3561" y="1688"/>
                </a:lnTo>
                <a:lnTo>
                  <a:pt x="3563" y="1604"/>
                </a:lnTo>
                <a:lnTo>
                  <a:pt x="3561" y="1522"/>
                </a:lnTo>
                <a:lnTo>
                  <a:pt x="3552" y="1439"/>
                </a:lnTo>
                <a:lnTo>
                  <a:pt x="3538" y="1358"/>
                </a:lnTo>
                <a:lnTo>
                  <a:pt x="3517" y="1277"/>
                </a:lnTo>
                <a:lnTo>
                  <a:pt x="3491" y="1197"/>
                </a:lnTo>
                <a:lnTo>
                  <a:pt x="3460" y="1119"/>
                </a:lnTo>
                <a:lnTo>
                  <a:pt x="3422" y="1043"/>
                </a:lnTo>
                <a:lnTo>
                  <a:pt x="3378" y="969"/>
                </a:lnTo>
                <a:lnTo>
                  <a:pt x="3330" y="898"/>
                </a:lnTo>
                <a:lnTo>
                  <a:pt x="3275" y="830"/>
                </a:lnTo>
                <a:lnTo>
                  <a:pt x="3214" y="765"/>
                </a:lnTo>
                <a:lnTo>
                  <a:pt x="3148" y="705"/>
                </a:lnTo>
                <a:lnTo>
                  <a:pt x="3080" y="651"/>
                </a:lnTo>
                <a:lnTo>
                  <a:pt x="3009" y="602"/>
                </a:lnTo>
                <a:lnTo>
                  <a:pt x="2934" y="559"/>
                </a:lnTo>
                <a:lnTo>
                  <a:pt x="2858" y="521"/>
                </a:lnTo>
                <a:lnTo>
                  <a:pt x="2780" y="490"/>
                </a:lnTo>
                <a:lnTo>
                  <a:pt x="2700" y="465"/>
                </a:lnTo>
                <a:lnTo>
                  <a:pt x="2618" y="444"/>
                </a:lnTo>
                <a:lnTo>
                  <a:pt x="2536" y="430"/>
                </a:lnTo>
                <a:lnTo>
                  <a:pt x="2453" y="421"/>
                </a:lnTo>
                <a:lnTo>
                  <a:pt x="2369" y="419"/>
                </a:lnTo>
                <a:close/>
                <a:moveTo>
                  <a:pt x="2369" y="0"/>
                </a:moveTo>
                <a:lnTo>
                  <a:pt x="2465" y="2"/>
                </a:lnTo>
                <a:lnTo>
                  <a:pt x="2560" y="11"/>
                </a:lnTo>
                <a:lnTo>
                  <a:pt x="2655" y="24"/>
                </a:lnTo>
                <a:lnTo>
                  <a:pt x="2748" y="45"/>
                </a:lnTo>
                <a:lnTo>
                  <a:pt x="2842" y="69"/>
                </a:lnTo>
                <a:lnTo>
                  <a:pt x="2933" y="100"/>
                </a:lnTo>
                <a:lnTo>
                  <a:pt x="3023" y="136"/>
                </a:lnTo>
                <a:lnTo>
                  <a:pt x="3111" y="177"/>
                </a:lnTo>
                <a:lnTo>
                  <a:pt x="3197" y="224"/>
                </a:lnTo>
                <a:lnTo>
                  <a:pt x="3280" y="278"/>
                </a:lnTo>
                <a:lnTo>
                  <a:pt x="3360" y="335"/>
                </a:lnTo>
                <a:lnTo>
                  <a:pt x="3438" y="399"/>
                </a:lnTo>
                <a:lnTo>
                  <a:pt x="3513" y="469"/>
                </a:lnTo>
                <a:lnTo>
                  <a:pt x="3583" y="543"/>
                </a:lnTo>
                <a:lnTo>
                  <a:pt x="3647" y="620"/>
                </a:lnTo>
                <a:lnTo>
                  <a:pt x="3705" y="700"/>
                </a:lnTo>
                <a:lnTo>
                  <a:pt x="3759" y="783"/>
                </a:lnTo>
                <a:lnTo>
                  <a:pt x="3806" y="868"/>
                </a:lnTo>
                <a:lnTo>
                  <a:pt x="3849" y="956"/>
                </a:lnTo>
                <a:lnTo>
                  <a:pt x="3885" y="1045"/>
                </a:lnTo>
                <a:lnTo>
                  <a:pt x="3916" y="1136"/>
                </a:lnTo>
                <a:lnTo>
                  <a:pt x="3941" y="1228"/>
                </a:lnTo>
                <a:lnTo>
                  <a:pt x="3961" y="1321"/>
                </a:lnTo>
                <a:lnTo>
                  <a:pt x="3974" y="1415"/>
                </a:lnTo>
                <a:lnTo>
                  <a:pt x="3983" y="1510"/>
                </a:lnTo>
                <a:lnTo>
                  <a:pt x="3986" y="1604"/>
                </a:lnTo>
                <a:lnTo>
                  <a:pt x="3983" y="1700"/>
                </a:lnTo>
                <a:lnTo>
                  <a:pt x="3974" y="1794"/>
                </a:lnTo>
                <a:lnTo>
                  <a:pt x="3961" y="1888"/>
                </a:lnTo>
                <a:lnTo>
                  <a:pt x="3941" y="1981"/>
                </a:lnTo>
                <a:lnTo>
                  <a:pt x="3916" y="2074"/>
                </a:lnTo>
                <a:lnTo>
                  <a:pt x="3885" y="2165"/>
                </a:lnTo>
                <a:lnTo>
                  <a:pt x="3849" y="2254"/>
                </a:lnTo>
                <a:lnTo>
                  <a:pt x="3806" y="2341"/>
                </a:lnTo>
                <a:lnTo>
                  <a:pt x="3759" y="2426"/>
                </a:lnTo>
                <a:lnTo>
                  <a:pt x="3705" y="2509"/>
                </a:lnTo>
                <a:lnTo>
                  <a:pt x="3647" y="2589"/>
                </a:lnTo>
                <a:lnTo>
                  <a:pt x="3583" y="2667"/>
                </a:lnTo>
                <a:lnTo>
                  <a:pt x="3513" y="2740"/>
                </a:lnTo>
                <a:lnTo>
                  <a:pt x="3434" y="2813"/>
                </a:lnTo>
                <a:lnTo>
                  <a:pt x="3353" y="2879"/>
                </a:lnTo>
                <a:lnTo>
                  <a:pt x="3269" y="2941"/>
                </a:lnTo>
                <a:lnTo>
                  <a:pt x="3181" y="2995"/>
                </a:lnTo>
                <a:lnTo>
                  <a:pt x="3092" y="3043"/>
                </a:lnTo>
                <a:lnTo>
                  <a:pt x="3000" y="3086"/>
                </a:lnTo>
                <a:lnTo>
                  <a:pt x="2906" y="3121"/>
                </a:lnTo>
                <a:lnTo>
                  <a:pt x="2812" y="3151"/>
                </a:lnTo>
                <a:lnTo>
                  <a:pt x="2715" y="3175"/>
                </a:lnTo>
                <a:lnTo>
                  <a:pt x="2618" y="3192"/>
                </a:lnTo>
                <a:lnTo>
                  <a:pt x="2520" y="3204"/>
                </a:lnTo>
                <a:lnTo>
                  <a:pt x="2421" y="3209"/>
                </a:lnTo>
                <a:lnTo>
                  <a:pt x="2323" y="3209"/>
                </a:lnTo>
                <a:lnTo>
                  <a:pt x="2224" y="3202"/>
                </a:lnTo>
                <a:lnTo>
                  <a:pt x="2126" y="3188"/>
                </a:lnTo>
                <a:lnTo>
                  <a:pt x="2028" y="3169"/>
                </a:lnTo>
                <a:lnTo>
                  <a:pt x="1932" y="3144"/>
                </a:lnTo>
                <a:lnTo>
                  <a:pt x="1836" y="3112"/>
                </a:lnTo>
                <a:lnTo>
                  <a:pt x="1743" y="3075"/>
                </a:lnTo>
                <a:lnTo>
                  <a:pt x="1650" y="3031"/>
                </a:lnTo>
                <a:lnTo>
                  <a:pt x="1560" y="2982"/>
                </a:lnTo>
                <a:lnTo>
                  <a:pt x="1558" y="2981"/>
                </a:lnTo>
                <a:lnTo>
                  <a:pt x="1550" y="2977"/>
                </a:lnTo>
                <a:lnTo>
                  <a:pt x="1540" y="2975"/>
                </a:lnTo>
                <a:lnTo>
                  <a:pt x="1526" y="2972"/>
                </a:lnTo>
                <a:lnTo>
                  <a:pt x="1510" y="2975"/>
                </a:lnTo>
                <a:lnTo>
                  <a:pt x="1495" y="2981"/>
                </a:lnTo>
                <a:lnTo>
                  <a:pt x="1478" y="2993"/>
                </a:lnTo>
                <a:lnTo>
                  <a:pt x="654" y="3810"/>
                </a:lnTo>
                <a:lnTo>
                  <a:pt x="615" y="3846"/>
                </a:lnTo>
                <a:lnTo>
                  <a:pt x="574" y="3876"/>
                </a:lnTo>
                <a:lnTo>
                  <a:pt x="533" y="3903"/>
                </a:lnTo>
                <a:lnTo>
                  <a:pt x="489" y="3924"/>
                </a:lnTo>
                <a:lnTo>
                  <a:pt x="444" y="3940"/>
                </a:lnTo>
                <a:lnTo>
                  <a:pt x="400" y="3951"/>
                </a:lnTo>
                <a:lnTo>
                  <a:pt x="355" y="3956"/>
                </a:lnTo>
                <a:lnTo>
                  <a:pt x="311" y="3956"/>
                </a:lnTo>
                <a:lnTo>
                  <a:pt x="269" y="3950"/>
                </a:lnTo>
                <a:lnTo>
                  <a:pt x="227" y="3939"/>
                </a:lnTo>
                <a:lnTo>
                  <a:pt x="187" y="3921"/>
                </a:lnTo>
                <a:lnTo>
                  <a:pt x="150" y="3898"/>
                </a:lnTo>
                <a:lnTo>
                  <a:pt x="114" y="3868"/>
                </a:lnTo>
                <a:lnTo>
                  <a:pt x="90" y="3843"/>
                </a:lnTo>
                <a:lnTo>
                  <a:pt x="60" y="3808"/>
                </a:lnTo>
                <a:lnTo>
                  <a:pt x="35" y="3770"/>
                </a:lnTo>
                <a:lnTo>
                  <a:pt x="17" y="3732"/>
                </a:lnTo>
                <a:lnTo>
                  <a:pt x="6" y="3689"/>
                </a:lnTo>
                <a:lnTo>
                  <a:pt x="0" y="3647"/>
                </a:lnTo>
                <a:lnTo>
                  <a:pt x="0" y="3604"/>
                </a:lnTo>
                <a:lnTo>
                  <a:pt x="6" y="3560"/>
                </a:lnTo>
                <a:lnTo>
                  <a:pt x="17" y="3515"/>
                </a:lnTo>
                <a:lnTo>
                  <a:pt x="33" y="3472"/>
                </a:lnTo>
                <a:lnTo>
                  <a:pt x="55" y="3429"/>
                </a:lnTo>
                <a:lnTo>
                  <a:pt x="80" y="3386"/>
                </a:lnTo>
                <a:lnTo>
                  <a:pt x="112" y="3345"/>
                </a:lnTo>
                <a:lnTo>
                  <a:pt x="147" y="3307"/>
                </a:lnTo>
                <a:lnTo>
                  <a:pt x="150" y="3304"/>
                </a:lnTo>
                <a:lnTo>
                  <a:pt x="157" y="3298"/>
                </a:lnTo>
                <a:lnTo>
                  <a:pt x="168" y="3287"/>
                </a:lnTo>
                <a:lnTo>
                  <a:pt x="182" y="3273"/>
                </a:lnTo>
                <a:lnTo>
                  <a:pt x="201" y="3253"/>
                </a:lnTo>
                <a:lnTo>
                  <a:pt x="223" y="3233"/>
                </a:lnTo>
                <a:lnTo>
                  <a:pt x="247" y="3208"/>
                </a:lnTo>
                <a:lnTo>
                  <a:pt x="275" y="3180"/>
                </a:lnTo>
                <a:lnTo>
                  <a:pt x="305" y="3151"/>
                </a:lnTo>
                <a:lnTo>
                  <a:pt x="337" y="3118"/>
                </a:lnTo>
                <a:lnTo>
                  <a:pt x="371" y="3084"/>
                </a:lnTo>
                <a:lnTo>
                  <a:pt x="407" y="3049"/>
                </a:lnTo>
                <a:lnTo>
                  <a:pt x="444" y="3012"/>
                </a:lnTo>
                <a:lnTo>
                  <a:pt x="483" y="2975"/>
                </a:lnTo>
                <a:lnTo>
                  <a:pt x="522" y="2935"/>
                </a:lnTo>
                <a:lnTo>
                  <a:pt x="562" y="2896"/>
                </a:lnTo>
                <a:lnTo>
                  <a:pt x="601" y="2856"/>
                </a:lnTo>
                <a:lnTo>
                  <a:pt x="641" y="2818"/>
                </a:lnTo>
                <a:lnTo>
                  <a:pt x="680" y="2778"/>
                </a:lnTo>
                <a:lnTo>
                  <a:pt x="719" y="2739"/>
                </a:lnTo>
                <a:lnTo>
                  <a:pt x="756" y="2702"/>
                </a:lnTo>
                <a:lnTo>
                  <a:pt x="793" y="2666"/>
                </a:lnTo>
                <a:lnTo>
                  <a:pt x="828" y="2631"/>
                </a:lnTo>
                <a:lnTo>
                  <a:pt x="862" y="2598"/>
                </a:lnTo>
                <a:lnTo>
                  <a:pt x="894" y="2567"/>
                </a:lnTo>
                <a:lnTo>
                  <a:pt x="923" y="2538"/>
                </a:lnTo>
                <a:lnTo>
                  <a:pt x="949" y="2511"/>
                </a:lnTo>
                <a:lnTo>
                  <a:pt x="973" y="2488"/>
                </a:lnTo>
                <a:lnTo>
                  <a:pt x="985" y="2472"/>
                </a:lnTo>
                <a:lnTo>
                  <a:pt x="990" y="2455"/>
                </a:lnTo>
                <a:lnTo>
                  <a:pt x="991" y="2441"/>
                </a:lnTo>
                <a:lnTo>
                  <a:pt x="990" y="2428"/>
                </a:lnTo>
                <a:lnTo>
                  <a:pt x="986" y="2417"/>
                </a:lnTo>
                <a:lnTo>
                  <a:pt x="984" y="2410"/>
                </a:lnTo>
                <a:lnTo>
                  <a:pt x="983" y="2407"/>
                </a:lnTo>
                <a:lnTo>
                  <a:pt x="932" y="2318"/>
                </a:lnTo>
                <a:lnTo>
                  <a:pt x="888" y="2226"/>
                </a:lnTo>
                <a:lnTo>
                  <a:pt x="850" y="2133"/>
                </a:lnTo>
                <a:lnTo>
                  <a:pt x="818" y="2039"/>
                </a:lnTo>
                <a:lnTo>
                  <a:pt x="793" y="1942"/>
                </a:lnTo>
                <a:lnTo>
                  <a:pt x="773" y="1846"/>
                </a:lnTo>
                <a:lnTo>
                  <a:pt x="760" y="1749"/>
                </a:lnTo>
                <a:lnTo>
                  <a:pt x="754" y="1650"/>
                </a:lnTo>
                <a:lnTo>
                  <a:pt x="753" y="1552"/>
                </a:lnTo>
                <a:lnTo>
                  <a:pt x="758" y="1455"/>
                </a:lnTo>
                <a:lnTo>
                  <a:pt x="770" y="1357"/>
                </a:lnTo>
                <a:lnTo>
                  <a:pt x="788" y="1260"/>
                </a:lnTo>
                <a:lnTo>
                  <a:pt x="811" y="1165"/>
                </a:lnTo>
                <a:lnTo>
                  <a:pt x="842" y="1071"/>
                </a:lnTo>
                <a:lnTo>
                  <a:pt x="878" y="978"/>
                </a:lnTo>
                <a:lnTo>
                  <a:pt x="921" y="887"/>
                </a:lnTo>
                <a:lnTo>
                  <a:pt x="969" y="798"/>
                </a:lnTo>
                <a:lnTo>
                  <a:pt x="1024" y="711"/>
                </a:lnTo>
                <a:lnTo>
                  <a:pt x="1085" y="628"/>
                </a:lnTo>
                <a:lnTo>
                  <a:pt x="1152" y="547"/>
                </a:lnTo>
                <a:lnTo>
                  <a:pt x="1226" y="469"/>
                </a:lnTo>
                <a:lnTo>
                  <a:pt x="1300" y="399"/>
                </a:lnTo>
                <a:lnTo>
                  <a:pt x="1378" y="335"/>
                </a:lnTo>
                <a:lnTo>
                  <a:pt x="1458" y="278"/>
                </a:lnTo>
                <a:lnTo>
                  <a:pt x="1542" y="224"/>
                </a:lnTo>
                <a:lnTo>
                  <a:pt x="1627" y="177"/>
                </a:lnTo>
                <a:lnTo>
                  <a:pt x="1716" y="136"/>
                </a:lnTo>
                <a:lnTo>
                  <a:pt x="1806" y="100"/>
                </a:lnTo>
                <a:lnTo>
                  <a:pt x="1897" y="69"/>
                </a:lnTo>
                <a:lnTo>
                  <a:pt x="1989" y="45"/>
                </a:lnTo>
                <a:lnTo>
                  <a:pt x="2083" y="24"/>
                </a:lnTo>
                <a:lnTo>
                  <a:pt x="2178" y="11"/>
                </a:lnTo>
                <a:lnTo>
                  <a:pt x="2274" y="2"/>
                </a:lnTo>
                <a:lnTo>
                  <a:pt x="236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Oval 19">
            <a:extLst>
              <a:ext uri="{FF2B5EF4-FFF2-40B4-BE49-F238E27FC236}">
                <a16:creationId xmlns:a16="http://schemas.microsoft.com/office/drawing/2014/main" id="{CACFF61C-6D20-227B-CA0F-46D4DF286380}"/>
              </a:ext>
            </a:extLst>
          </p:cNvPr>
          <p:cNvSpPr/>
          <p:nvPr/>
        </p:nvSpPr>
        <p:spPr bwMode="auto">
          <a:xfrm>
            <a:off x="4079407" y="1070610"/>
            <a:ext cx="971550" cy="971550"/>
          </a:xfrm>
          <a:prstGeom prst="ellipse">
            <a:avLst/>
          </a:prstGeom>
          <a:solidFill>
            <a:schemeClr val="accent2"/>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21" name="Inhaltsplatzhalter 4">
            <a:extLst>
              <a:ext uri="{FF2B5EF4-FFF2-40B4-BE49-F238E27FC236}">
                <a16:creationId xmlns:a16="http://schemas.microsoft.com/office/drawing/2014/main" id="{0A0F3C30-577D-8E38-AE89-C8FBEA37F980}"/>
              </a:ext>
            </a:extLst>
          </p:cNvPr>
          <p:cNvSpPr txBox="1">
            <a:spLocks/>
          </p:cNvSpPr>
          <p:nvPr/>
        </p:nvSpPr>
        <p:spPr>
          <a:xfrm>
            <a:off x="3317408" y="2107793"/>
            <a:ext cx="2495549" cy="1203535"/>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fr-FR" sz="1800" b="1">
                <a:solidFill>
                  <a:schemeClr val="bg2"/>
                </a:solidFill>
                <a:latin typeface="Calibri Light"/>
                <a:ea typeface="Calibri Light"/>
                <a:cs typeface="Calibri Light"/>
              </a:rPr>
              <a:t>Focalisation sur les deux classes suivantes : plagiat ou pas plagiat</a:t>
            </a:r>
            <a:endParaRPr lang="en-US" sz="1800" b="1">
              <a:solidFill>
                <a:schemeClr val="bg2"/>
              </a:solidFill>
              <a:ea typeface="Calibri Light"/>
              <a:cs typeface="Calibri Light"/>
            </a:endParaRPr>
          </a:p>
        </p:txBody>
      </p:sp>
      <p:sp>
        <p:nvSpPr>
          <p:cNvPr id="22" name="Oval 21">
            <a:extLst>
              <a:ext uri="{FF2B5EF4-FFF2-40B4-BE49-F238E27FC236}">
                <a16:creationId xmlns:a16="http://schemas.microsoft.com/office/drawing/2014/main" id="{94548E3E-2F47-3D61-8C6B-4C1C5C43F9C3}"/>
              </a:ext>
            </a:extLst>
          </p:cNvPr>
          <p:cNvSpPr/>
          <p:nvPr/>
        </p:nvSpPr>
        <p:spPr bwMode="auto">
          <a:xfrm>
            <a:off x="6930089" y="1070610"/>
            <a:ext cx="971550" cy="971550"/>
          </a:xfrm>
          <a:prstGeom prst="ellipse">
            <a:avLst/>
          </a:prstGeom>
          <a:solidFill>
            <a:schemeClr val="accent3"/>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23" name="Inhaltsplatzhalter 4">
            <a:extLst>
              <a:ext uri="{FF2B5EF4-FFF2-40B4-BE49-F238E27FC236}">
                <a16:creationId xmlns:a16="http://schemas.microsoft.com/office/drawing/2014/main" id="{39AABB43-35D4-ECA5-189A-775C9E28A3E2}"/>
              </a:ext>
            </a:extLst>
          </p:cNvPr>
          <p:cNvSpPr txBox="1">
            <a:spLocks/>
          </p:cNvSpPr>
          <p:nvPr/>
        </p:nvSpPr>
        <p:spPr>
          <a:xfrm>
            <a:off x="6168090" y="2107793"/>
            <a:ext cx="2495549" cy="788036"/>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fr-FR" sz="1800" b="1">
                <a:solidFill>
                  <a:schemeClr val="bg2"/>
                </a:solidFill>
                <a:latin typeface="Calibri Light"/>
                <a:ea typeface="Calibri Light"/>
                <a:cs typeface="Calibri Light"/>
              </a:rPr>
              <a:t>Étant donné un texte, est- il plagié ou pas ?</a:t>
            </a:r>
            <a:endParaRPr lang="en-US" sz="1800" b="1">
              <a:solidFill>
                <a:schemeClr val="bg2"/>
              </a:solidFill>
              <a:ea typeface="Calibri Light"/>
              <a:cs typeface="Calibri Light"/>
            </a:endParaRPr>
          </a:p>
        </p:txBody>
      </p:sp>
      <p:grpSp>
        <p:nvGrpSpPr>
          <p:cNvPr id="24" name="Group 23">
            <a:extLst>
              <a:ext uri="{FF2B5EF4-FFF2-40B4-BE49-F238E27FC236}">
                <a16:creationId xmlns:a16="http://schemas.microsoft.com/office/drawing/2014/main" id="{971F695E-F263-D633-D0F0-219944711A0A}"/>
              </a:ext>
            </a:extLst>
          </p:cNvPr>
          <p:cNvGrpSpPr/>
          <p:nvPr/>
        </p:nvGrpSpPr>
        <p:grpSpPr>
          <a:xfrm>
            <a:off x="4294492" y="1343660"/>
            <a:ext cx="541376" cy="425450"/>
            <a:chOff x="-650875" y="1612900"/>
            <a:chExt cx="1482725" cy="1165226"/>
          </a:xfrm>
          <a:solidFill>
            <a:schemeClr val="bg1"/>
          </a:solidFill>
        </p:grpSpPr>
        <p:sp>
          <p:nvSpPr>
            <p:cNvPr id="25" name="Freeform 6">
              <a:extLst>
                <a:ext uri="{FF2B5EF4-FFF2-40B4-BE49-F238E27FC236}">
                  <a16:creationId xmlns:a16="http://schemas.microsoft.com/office/drawing/2014/main" id="{E400D877-BCE6-6823-C334-F85F6981D5B4}"/>
                </a:ext>
              </a:extLst>
            </p:cNvPr>
            <p:cNvSpPr>
              <a:spLocks noEditPoints="1"/>
            </p:cNvSpPr>
            <p:nvPr/>
          </p:nvSpPr>
          <p:spPr bwMode="auto">
            <a:xfrm>
              <a:off x="-650875" y="1612900"/>
              <a:ext cx="1165225" cy="952500"/>
            </a:xfrm>
            <a:custGeom>
              <a:avLst/>
              <a:gdLst>
                <a:gd name="T0" fmla="*/ 1160 w 2936"/>
                <a:gd name="T1" fmla="*/ 294 h 2402"/>
                <a:gd name="T2" fmla="*/ 795 w 2936"/>
                <a:gd name="T3" fmla="*/ 407 h 2402"/>
                <a:gd name="T4" fmla="*/ 533 w 2936"/>
                <a:gd name="T5" fmla="*/ 569 h 2402"/>
                <a:gd name="T6" fmla="*/ 351 w 2936"/>
                <a:gd name="T7" fmla="*/ 777 h 2402"/>
                <a:gd name="T8" fmla="*/ 270 w 2936"/>
                <a:gd name="T9" fmla="*/ 1007 h 2402"/>
                <a:gd name="T10" fmla="*/ 295 w 2936"/>
                <a:gd name="T11" fmla="*/ 1235 h 2402"/>
                <a:gd name="T12" fmla="*/ 416 w 2936"/>
                <a:gd name="T13" fmla="*/ 1449 h 2402"/>
                <a:gd name="T14" fmla="*/ 624 w 2936"/>
                <a:gd name="T15" fmla="*/ 1632 h 2402"/>
                <a:gd name="T16" fmla="*/ 885 w 2936"/>
                <a:gd name="T17" fmla="*/ 1923 h 2402"/>
                <a:gd name="T18" fmla="*/ 1257 w 2936"/>
                <a:gd name="T19" fmla="*/ 1855 h 2402"/>
                <a:gd name="T20" fmla="*/ 1677 w 2936"/>
                <a:gd name="T21" fmla="*/ 1856 h 2402"/>
                <a:gd name="T22" fmla="*/ 2065 w 2936"/>
                <a:gd name="T23" fmla="*/ 1760 h 2402"/>
                <a:gd name="T24" fmla="*/ 2345 w 2936"/>
                <a:gd name="T25" fmla="*/ 1611 h 2402"/>
                <a:gd name="T26" fmla="*/ 2549 w 2936"/>
                <a:gd name="T27" fmla="*/ 1412 h 2402"/>
                <a:gd name="T28" fmla="*/ 2656 w 2936"/>
                <a:gd name="T29" fmla="*/ 1187 h 2402"/>
                <a:gd name="T30" fmla="*/ 2656 w 2936"/>
                <a:gd name="T31" fmla="*/ 948 h 2402"/>
                <a:gd name="T32" fmla="*/ 2549 w 2936"/>
                <a:gd name="T33" fmla="*/ 723 h 2402"/>
                <a:gd name="T34" fmla="*/ 2345 w 2936"/>
                <a:gd name="T35" fmla="*/ 524 h 2402"/>
                <a:gd name="T36" fmla="*/ 2065 w 2936"/>
                <a:gd name="T37" fmla="*/ 375 h 2402"/>
                <a:gd name="T38" fmla="*/ 1677 w 2936"/>
                <a:gd name="T39" fmla="*/ 279 h 2402"/>
                <a:gd name="T40" fmla="*/ 1468 w 2936"/>
                <a:gd name="T41" fmla="*/ 0 h 2402"/>
                <a:gd name="T42" fmla="*/ 1904 w 2936"/>
                <a:gd name="T43" fmla="*/ 46 h 2402"/>
                <a:gd name="T44" fmla="*/ 2288 w 2936"/>
                <a:gd name="T45" fmla="*/ 180 h 2402"/>
                <a:gd name="T46" fmla="*/ 2573 w 2936"/>
                <a:gd name="T47" fmla="*/ 362 h 2402"/>
                <a:gd name="T48" fmla="*/ 2786 w 2936"/>
                <a:gd name="T49" fmla="*/ 593 h 2402"/>
                <a:gd name="T50" fmla="*/ 2909 w 2936"/>
                <a:gd name="T51" fmla="*/ 856 h 2402"/>
                <a:gd name="T52" fmla="*/ 2934 w 2936"/>
                <a:gd name="T53" fmla="*/ 1139 h 2402"/>
                <a:gd name="T54" fmla="*/ 2860 w 2936"/>
                <a:gd name="T55" fmla="*/ 1412 h 2402"/>
                <a:gd name="T56" fmla="*/ 2689 w 2936"/>
                <a:gd name="T57" fmla="*/ 1663 h 2402"/>
                <a:gd name="T58" fmla="*/ 2439 w 2936"/>
                <a:gd name="T59" fmla="*/ 1871 h 2402"/>
                <a:gd name="T60" fmla="*/ 2108 w 2936"/>
                <a:gd name="T61" fmla="*/ 2031 h 2402"/>
                <a:gd name="T62" fmla="*/ 1692 w 2936"/>
                <a:gd name="T63" fmla="*/ 2124 h 2402"/>
                <a:gd name="T64" fmla="*/ 1287 w 2936"/>
                <a:gd name="T65" fmla="*/ 2127 h 2402"/>
                <a:gd name="T66" fmla="*/ 922 w 2936"/>
                <a:gd name="T67" fmla="*/ 2213 h 2402"/>
                <a:gd name="T68" fmla="*/ 522 w 2936"/>
                <a:gd name="T69" fmla="*/ 2369 h 2402"/>
                <a:gd name="T70" fmla="*/ 336 w 2936"/>
                <a:gd name="T71" fmla="*/ 2402 h 2402"/>
                <a:gd name="T72" fmla="*/ 281 w 2936"/>
                <a:gd name="T73" fmla="*/ 2373 h 2402"/>
                <a:gd name="T74" fmla="*/ 267 w 2936"/>
                <a:gd name="T75" fmla="*/ 2328 h 2402"/>
                <a:gd name="T76" fmla="*/ 272 w 2936"/>
                <a:gd name="T77" fmla="*/ 2302 h 2402"/>
                <a:gd name="T78" fmla="*/ 280 w 2936"/>
                <a:gd name="T79" fmla="*/ 2288 h 2402"/>
                <a:gd name="T80" fmla="*/ 289 w 2936"/>
                <a:gd name="T81" fmla="*/ 2274 h 2402"/>
                <a:gd name="T82" fmla="*/ 294 w 2936"/>
                <a:gd name="T83" fmla="*/ 2270 h 2402"/>
                <a:gd name="T84" fmla="*/ 303 w 2936"/>
                <a:gd name="T85" fmla="*/ 2260 h 2402"/>
                <a:gd name="T86" fmla="*/ 311 w 2936"/>
                <a:gd name="T87" fmla="*/ 2250 h 2402"/>
                <a:gd name="T88" fmla="*/ 341 w 2936"/>
                <a:gd name="T89" fmla="*/ 2216 h 2402"/>
                <a:gd name="T90" fmla="*/ 413 w 2936"/>
                <a:gd name="T91" fmla="*/ 2136 h 2402"/>
                <a:gd name="T92" fmla="*/ 488 w 2936"/>
                <a:gd name="T93" fmla="*/ 2036 h 2402"/>
                <a:gd name="T94" fmla="*/ 483 w 2936"/>
                <a:gd name="T95" fmla="*/ 1859 h 2402"/>
                <a:gd name="T96" fmla="*/ 242 w 2936"/>
                <a:gd name="T97" fmla="*/ 1654 h 2402"/>
                <a:gd name="T98" fmla="*/ 76 w 2936"/>
                <a:gd name="T99" fmla="*/ 1407 h 2402"/>
                <a:gd name="T100" fmla="*/ 3 w 2936"/>
                <a:gd name="T101" fmla="*/ 1138 h 2402"/>
                <a:gd name="T102" fmla="*/ 27 w 2936"/>
                <a:gd name="T103" fmla="*/ 856 h 2402"/>
                <a:gd name="T104" fmla="*/ 150 w 2936"/>
                <a:gd name="T105" fmla="*/ 593 h 2402"/>
                <a:gd name="T106" fmla="*/ 363 w 2936"/>
                <a:gd name="T107" fmla="*/ 362 h 2402"/>
                <a:gd name="T108" fmla="*/ 649 w 2936"/>
                <a:gd name="T109" fmla="*/ 180 h 2402"/>
                <a:gd name="T110" fmla="*/ 1032 w 2936"/>
                <a:gd name="T111" fmla="*/ 46 h 2402"/>
                <a:gd name="T112" fmla="*/ 1468 w 2936"/>
                <a:gd name="T113" fmla="*/ 0 h 2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6" h="2402">
                  <a:moveTo>
                    <a:pt x="1468" y="266"/>
                  </a:moveTo>
                  <a:lnTo>
                    <a:pt x="1364" y="270"/>
                  </a:lnTo>
                  <a:lnTo>
                    <a:pt x="1260" y="279"/>
                  </a:lnTo>
                  <a:lnTo>
                    <a:pt x="1160" y="294"/>
                  </a:lnTo>
                  <a:lnTo>
                    <a:pt x="1062" y="315"/>
                  </a:lnTo>
                  <a:lnTo>
                    <a:pt x="965" y="341"/>
                  </a:lnTo>
                  <a:lnTo>
                    <a:pt x="871" y="375"/>
                  </a:lnTo>
                  <a:lnTo>
                    <a:pt x="795" y="407"/>
                  </a:lnTo>
                  <a:lnTo>
                    <a:pt x="723" y="443"/>
                  </a:lnTo>
                  <a:lnTo>
                    <a:pt x="655" y="482"/>
                  </a:lnTo>
                  <a:lnTo>
                    <a:pt x="592" y="524"/>
                  </a:lnTo>
                  <a:lnTo>
                    <a:pt x="533" y="569"/>
                  </a:lnTo>
                  <a:lnTo>
                    <a:pt x="480" y="618"/>
                  </a:lnTo>
                  <a:lnTo>
                    <a:pt x="431" y="669"/>
                  </a:lnTo>
                  <a:lnTo>
                    <a:pt x="387" y="723"/>
                  </a:lnTo>
                  <a:lnTo>
                    <a:pt x="351" y="777"/>
                  </a:lnTo>
                  <a:lnTo>
                    <a:pt x="320" y="833"/>
                  </a:lnTo>
                  <a:lnTo>
                    <a:pt x="297" y="890"/>
                  </a:lnTo>
                  <a:lnTo>
                    <a:pt x="280" y="948"/>
                  </a:lnTo>
                  <a:lnTo>
                    <a:pt x="270" y="1007"/>
                  </a:lnTo>
                  <a:lnTo>
                    <a:pt x="267" y="1067"/>
                  </a:lnTo>
                  <a:lnTo>
                    <a:pt x="270" y="1124"/>
                  </a:lnTo>
                  <a:lnTo>
                    <a:pt x="279" y="1180"/>
                  </a:lnTo>
                  <a:lnTo>
                    <a:pt x="295" y="1235"/>
                  </a:lnTo>
                  <a:lnTo>
                    <a:pt x="317" y="1290"/>
                  </a:lnTo>
                  <a:lnTo>
                    <a:pt x="344" y="1344"/>
                  </a:lnTo>
                  <a:lnTo>
                    <a:pt x="378" y="1398"/>
                  </a:lnTo>
                  <a:lnTo>
                    <a:pt x="416" y="1449"/>
                  </a:lnTo>
                  <a:lnTo>
                    <a:pt x="461" y="1499"/>
                  </a:lnTo>
                  <a:lnTo>
                    <a:pt x="511" y="1545"/>
                  </a:lnTo>
                  <a:lnTo>
                    <a:pt x="565" y="1589"/>
                  </a:lnTo>
                  <a:lnTo>
                    <a:pt x="624" y="1632"/>
                  </a:lnTo>
                  <a:lnTo>
                    <a:pt x="689" y="1672"/>
                  </a:lnTo>
                  <a:lnTo>
                    <a:pt x="891" y="1789"/>
                  </a:lnTo>
                  <a:lnTo>
                    <a:pt x="818" y="1964"/>
                  </a:lnTo>
                  <a:lnTo>
                    <a:pt x="885" y="1923"/>
                  </a:lnTo>
                  <a:lnTo>
                    <a:pt x="947" y="1883"/>
                  </a:lnTo>
                  <a:lnTo>
                    <a:pt x="1039" y="1819"/>
                  </a:lnTo>
                  <a:lnTo>
                    <a:pt x="1149" y="1839"/>
                  </a:lnTo>
                  <a:lnTo>
                    <a:pt x="1257" y="1855"/>
                  </a:lnTo>
                  <a:lnTo>
                    <a:pt x="1364" y="1865"/>
                  </a:lnTo>
                  <a:lnTo>
                    <a:pt x="1468" y="1868"/>
                  </a:lnTo>
                  <a:lnTo>
                    <a:pt x="1574" y="1865"/>
                  </a:lnTo>
                  <a:lnTo>
                    <a:pt x="1677" y="1856"/>
                  </a:lnTo>
                  <a:lnTo>
                    <a:pt x="1777" y="1841"/>
                  </a:lnTo>
                  <a:lnTo>
                    <a:pt x="1875" y="1820"/>
                  </a:lnTo>
                  <a:lnTo>
                    <a:pt x="1971" y="1794"/>
                  </a:lnTo>
                  <a:lnTo>
                    <a:pt x="2065" y="1760"/>
                  </a:lnTo>
                  <a:lnTo>
                    <a:pt x="2142" y="1728"/>
                  </a:lnTo>
                  <a:lnTo>
                    <a:pt x="2215" y="1691"/>
                  </a:lnTo>
                  <a:lnTo>
                    <a:pt x="2282" y="1653"/>
                  </a:lnTo>
                  <a:lnTo>
                    <a:pt x="2345" y="1611"/>
                  </a:lnTo>
                  <a:lnTo>
                    <a:pt x="2403" y="1566"/>
                  </a:lnTo>
                  <a:lnTo>
                    <a:pt x="2457" y="1517"/>
                  </a:lnTo>
                  <a:lnTo>
                    <a:pt x="2506" y="1466"/>
                  </a:lnTo>
                  <a:lnTo>
                    <a:pt x="2549" y="1412"/>
                  </a:lnTo>
                  <a:lnTo>
                    <a:pt x="2586" y="1358"/>
                  </a:lnTo>
                  <a:lnTo>
                    <a:pt x="2616" y="1302"/>
                  </a:lnTo>
                  <a:lnTo>
                    <a:pt x="2640" y="1244"/>
                  </a:lnTo>
                  <a:lnTo>
                    <a:pt x="2656" y="1187"/>
                  </a:lnTo>
                  <a:lnTo>
                    <a:pt x="2666" y="1128"/>
                  </a:lnTo>
                  <a:lnTo>
                    <a:pt x="2670" y="1067"/>
                  </a:lnTo>
                  <a:lnTo>
                    <a:pt x="2666" y="1007"/>
                  </a:lnTo>
                  <a:lnTo>
                    <a:pt x="2656" y="948"/>
                  </a:lnTo>
                  <a:lnTo>
                    <a:pt x="2640" y="890"/>
                  </a:lnTo>
                  <a:lnTo>
                    <a:pt x="2616" y="833"/>
                  </a:lnTo>
                  <a:lnTo>
                    <a:pt x="2586" y="777"/>
                  </a:lnTo>
                  <a:lnTo>
                    <a:pt x="2549" y="723"/>
                  </a:lnTo>
                  <a:lnTo>
                    <a:pt x="2506" y="669"/>
                  </a:lnTo>
                  <a:lnTo>
                    <a:pt x="2457" y="618"/>
                  </a:lnTo>
                  <a:lnTo>
                    <a:pt x="2403" y="569"/>
                  </a:lnTo>
                  <a:lnTo>
                    <a:pt x="2345" y="524"/>
                  </a:lnTo>
                  <a:lnTo>
                    <a:pt x="2282" y="482"/>
                  </a:lnTo>
                  <a:lnTo>
                    <a:pt x="2215" y="443"/>
                  </a:lnTo>
                  <a:lnTo>
                    <a:pt x="2142" y="407"/>
                  </a:lnTo>
                  <a:lnTo>
                    <a:pt x="2065" y="375"/>
                  </a:lnTo>
                  <a:lnTo>
                    <a:pt x="1971" y="341"/>
                  </a:lnTo>
                  <a:lnTo>
                    <a:pt x="1875" y="315"/>
                  </a:lnTo>
                  <a:lnTo>
                    <a:pt x="1777" y="294"/>
                  </a:lnTo>
                  <a:lnTo>
                    <a:pt x="1677" y="279"/>
                  </a:lnTo>
                  <a:lnTo>
                    <a:pt x="1574" y="270"/>
                  </a:lnTo>
                  <a:lnTo>
                    <a:pt x="1468" y="266"/>
                  </a:lnTo>
                  <a:close/>
                  <a:moveTo>
                    <a:pt x="1468" y="0"/>
                  </a:moveTo>
                  <a:lnTo>
                    <a:pt x="1468" y="0"/>
                  </a:lnTo>
                  <a:lnTo>
                    <a:pt x="1582" y="2"/>
                  </a:lnTo>
                  <a:lnTo>
                    <a:pt x="1692" y="11"/>
                  </a:lnTo>
                  <a:lnTo>
                    <a:pt x="1799" y="26"/>
                  </a:lnTo>
                  <a:lnTo>
                    <a:pt x="1904" y="46"/>
                  </a:lnTo>
                  <a:lnTo>
                    <a:pt x="2007" y="72"/>
                  </a:lnTo>
                  <a:lnTo>
                    <a:pt x="2108" y="104"/>
                  </a:lnTo>
                  <a:lnTo>
                    <a:pt x="2206" y="143"/>
                  </a:lnTo>
                  <a:lnTo>
                    <a:pt x="2288" y="180"/>
                  </a:lnTo>
                  <a:lnTo>
                    <a:pt x="2367" y="220"/>
                  </a:lnTo>
                  <a:lnTo>
                    <a:pt x="2439" y="264"/>
                  </a:lnTo>
                  <a:lnTo>
                    <a:pt x="2508" y="311"/>
                  </a:lnTo>
                  <a:lnTo>
                    <a:pt x="2573" y="362"/>
                  </a:lnTo>
                  <a:lnTo>
                    <a:pt x="2633" y="415"/>
                  </a:lnTo>
                  <a:lnTo>
                    <a:pt x="2689" y="472"/>
                  </a:lnTo>
                  <a:lnTo>
                    <a:pt x="2741" y="532"/>
                  </a:lnTo>
                  <a:lnTo>
                    <a:pt x="2786" y="593"/>
                  </a:lnTo>
                  <a:lnTo>
                    <a:pt x="2826" y="657"/>
                  </a:lnTo>
                  <a:lnTo>
                    <a:pt x="2860" y="723"/>
                  </a:lnTo>
                  <a:lnTo>
                    <a:pt x="2887" y="788"/>
                  </a:lnTo>
                  <a:lnTo>
                    <a:pt x="2909" y="856"/>
                  </a:lnTo>
                  <a:lnTo>
                    <a:pt x="2925" y="926"/>
                  </a:lnTo>
                  <a:lnTo>
                    <a:pt x="2934" y="996"/>
                  </a:lnTo>
                  <a:lnTo>
                    <a:pt x="2936" y="1067"/>
                  </a:lnTo>
                  <a:lnTo>
                    <a:pt x="2934" y="1139"/>
                  </a:lnTo>
                  <a:lnTo>
                    <a:pt x="2925" y="1209"/>
                  </a:lnTo>
                  <a:lnTo>
                    <a:pt x="2909" y="1278"/>
                  </a:lnTo>
                  <a:lnTo>
                    <a:pt x="2887" y="1347"/>
                  </a:lnTo>
                  <a:lnTo>
                    <a:pt x="2860" y="1412"/>
                  </a:lnTo>
                  <a:lnTo>
                    <a:pt x="2826" y="1478"/>
                  </a:lnTo>
                  <a:lnTo>
                    <a:pt x="2786" y="1542"/>
                  </a:lnTo>
                  <a:lnTo>
                    <a:pt x="2741" y="1603"/>
                  </a:lnTo>
                  <a:lnTo>
                    <a:pt x="2689" y="1663"/>
                  </a:lnTo>
                  <a:lnTo>
                    <a:pt x="2633" y="1720"/>
                  </a:lnTo>
                  <a:lnTo>
                    <a:pt x="2573" y="1773"/>
                  </a:lnTo>
                  <a:lnTo>
                    <a:pt x="2508" y="1824"/>
                  </a:lnTo>
                  <a:lnTo>
                    <a:pt x="2439" y="1871"/>
                  </a:lnTo>
                  <a:lnTo>
                    <a:pt x="2367" y="1915"/>
                  </a:lnTo>
                  <a:lnTo>
                    <a:pt x="2288" y="1955"/>
                  </a:lnTo>
                  <a:lnTo>
                    <a:pt x="2206" y="1992"/>
                  </a:lnTo>
                  <a:lnTo>
                    <a:pt x="2108" y="2031"/>
                  </a:lnTo>
                  <a:lnTo>
                    <a:pt x="2007" y="2062"/>
                  </a:lnTo>
                  <a:lnTo>
                    <a:pt x="1904" y="2089"/>
                  </a:lnTo>
                  <a:lnTo>
                    <a:pt x="1799" y="2109"/>
                  </a:lnTo>
                  <a:lnTo>
                    <a:pt x="1692" y="2124"/>
                  </a:lnTo>
                  <a:lnTo>
                    <a:pt x="1580" y="2133"/>
                  </a:lnTo>
                  <a:lnTo>
                    <a:pt x="1468" y="2135"/>
                  </a:lnTo>
                  <a:lnTo>
                    <a:pt x="1378" y="2133"/>
                  </a:lnTo>
                  <a:lnTo>
                    <a:pt x="1287" y="2127"/>
                  </a:lnTo>
                  <a:lnTo>
                    <a:pt x="1195" y="2117"/>
                  </a:lnTo>
                  <a:lnTo>
                    <a:pt x="1102" y="2102"/>
                  </a:lnTo>
                  <a:lnTo>
                    <a:pt x="1013" y="2160"/>
                  </a:lnTo>
                  <a:lnTo>
                    <a:pt x="922" y="2213"/>
                  </a:lnTo>
                  <a:lnTo>
                    <a:pt x="827" y="2260"/>
                  </a:lnTo>
                  <a:lnTo>
                    <a:pt x="728" y="2302"/>
                  </a:lnTo>
                  <a:lnTo>
                    <a:pt x="626" y="2338"/>
                  </a:lnTo>
                  <a:lnTo>
                    <a:pt x="522" y="2369"/>
                  </a:lnTo>
                  <a:lnTo>
                    <a:pt x="469" y="2381"/>
                  </a:lnTo>
                  <a:lnTo>
                    <a:pt x="408" y="2391"/>
                  </a:lnTo>
                  <a:lnTo>
                    <a:pt x="343" y="2402"/>
                  </a:lnTo>
                  <a:lnTo>
                    <a:pt x="336" y="2402"/>
                  </a:lnTo>
                  <a:lnTo>
                    <a:pt x="321" y="2401"/>
                  </a:lnTo>
                  <a:lnTo>
                    <a:pt x="306" y="2395"/>
                  </a:lnTo>
                  <a:lnTo>
                    <a:pt x="293" y="2386"/>
                  </a:lnTo>
                  <a:lnTo>
                    <a:pt x="281" y="2373"/>
                  </a:lnTo>
                  <a:lnTo>
                    <a:pt x="273" y="2359"/>
                  </a:lnTo>
                  <a:lnTo>
                    <a:pt x="269" y="2342"/>
                  </a:lnTo>
                  <a:lnTo>
                    <a:pt x="268" y="2335"/>
                  </a:lnTo>
                  <a:lnTo>
                    <a:pt x="267" y="2328"/>
                  </a:lnTo>
                  <a:lnTo>
                    <a:pt x="268" y="2321"/>
                  </a:lnTo>
                  <a:lnTo>
                    <a:pt x="268" y="2314"/>
                  </a:lnTo>
                  <a:lnTo>
                    <a:pt x="270" y="2309"/>
                  </a:lnTo>
                  <a:lnTo>
                    <a:pt x="272" y="2302"/>
                  </a:lnTo>
                  <a:lnTo>
                    <a:pt x="277" y="2292"/>
                  </a:lnTo>
                  <a:lnTo>
                    <a:pt x="278" y="2292"/>
                  </a:lnTo>
                  <a:lnTo>
                    <a:pt x="279" y="2291"/>
                  </a:lnTo>
                  <a:lnTo>
                    <a:pt x="280" y="2288"/>
                  </a:lnTo>
                  <a:lnTo>
                    <a:pt x="283" y="2285"/>
                  </a:lnTo>
                  <a:lnTo>
                    <a:pt x="285" y="2280"/>
                  </a:lnTo>
                  <a:lnTo>
                    <a:pt x="287" y="2276"/>
                  </a:lnTo>
                  <a:lnTo>
                    <a:pt x="289" y="2274"/>
                  </a:lnTo>
                  <a:lnTo>
                    <a:pt x="292" y="2271"/>
                  </a:lnTo>
                  <a:lnTo>
                    <a:pt x="293" y="2270"/>
                  </a:lnTo>
                  <a:lnTo>
                    <a:pt x="293" y="2270"/>
                  </a:lnTo>
                  <a:lnTo>
                    <a:pt x="294" y="2270"/>
                  </a:lnTo>
                  <a:lnTo>
                    <a:pt x="295" y="2269"/>
                  </a:lnTo>
                  <a:lnTo>
                    <a:pt x="297" y="2267"/>
                  </a:lnTo>
                  <a:lnTo>
                    <a:pt x="300" y="2263"/>
                  </a:lnTo>
                  <a:lnTo>
                    <a:pt x="303" y="2260"/>
                  </a:lnTo>
                  <a:lnTo>
                    <a:pt x="305" y="2255"/>
                  </a:lnTo>
                  <a:lnTo>
                    <a:pt x="307" y="2252"/>
                  </a:lnTo>
                  <a:lnTo>
                    <a:pt x="310" y="2251"/>
                  </a:lnTo>
                  <a:lnTo>
                    <a:pt x="311" y="2250"/>
                  </a:lnTo>
                  <a:lnTo>
                    <a:pt x="311" y="2250"/>
                  </a:lnTo>
                  <a:lnTo>
                    <a:pt x="318" y="2242"/>
                  </a:lnTo>
                  <a:lnTo>
                    <a:pt x="328" y="2230"/>
                  </a:lnTo>
                  <a:lnTo>
                    <a:pt x="341" y="2216"/>
                  </a:lnTo>
                  <a:lnTo>
                    <a:pt x="359" y="2197"/>
                  </a:lnTo>
                  <a:lnTo>
                    <a:pt x="381" y="2174"/>
                  </a:lnTo>
                  <a:lnTo>
                    <a:pt x="399" y="2153"/>
                  </a:lnTo>
                  <a:lnTo>
                    <a:pt x="413" y="2136"/>
                  </a:lnTo>
                  <a:lnTo>
                    <a:pt x="425" y="2120"/>
                  </a:lnTo>
                  <a:lnTo>
                    <a:pt x="441" y="2100"/>
                  </a:lnTo>
                  <a:lnTo>
                    <a:pt x="459" y="2076"/>
                  </a:lnTo>
                  <a:lnTo>
                    <a:pt x="488" y="2036"/>
                  </a:lnTo>
                  <a:lnTo>
                    <a:pt x="512" y="1996"/>
                  </a:lnTo>
                  <a:lnTo>
                    <a:pt x="533" y="1952"/>
                  </a:lnTo>
                  <a:lnTo>
                    <a:pt x="555" y="1904"/>
                  </a:lnTo>
                  <a:lnTo>
                    <a:pt x="483" y="1859"/>
                  </a:lnTo>
                  <a:lnTo>
                    <a:pt x="416" y="1813"/>
                  </a:lnTo>
                  <a:lnTo>
                    <a:pt x="354" y="1763"/>
                  </a:lnTo>
                  <a:lnTo>
                    <a:pt x="295" y="1710"/>
                  </a:lnTo>
                  <a:lnTo>
                    <a:pt x="242" y="1654"/>
                  </a:lnTo>
                  <a:lnTo>
                    <a:pt x="193" y="1596"/>
                  </a:lnTo>
                  <a:lnTo>
                    <a:pt x="149" y="1535"/>
                  </a:lnTo>
                  <a:lnTo>
                    <a:pt x="109" y="1471"/>
                  </a:lnTo>
                  <a:lnTo>
                    <a:pt x="76" y="1407"/>
                  </a:lnTo>
                  <a:lnTo>
                    <a:pt x="49" y="1342"/>
                  </a:lnTo>
                  <a:lnTo>
                    <a:pt x="27" y="1275"/>
                  </a:lnTo>
                  <a:lnTo>
                    <a:pt x="12" y="1207"/>
                  </a:lnTo>
                  <a:lnTo>
                    <a:pt x="3" y="1138"/>
                  </a:lnTo>
                  <a:lnTo>
                    <a:pt x="0" y="1067"/>
                  </a:lnTo>
                  <a:lnTo>
                    <a:pt x="3" y="996"/>
                  </a:lnTo>
                  <a:lnTo>
                    <a:pt x="12" y="926"/>
                  </a:lnTo>
                  <a:lnTo>
                    <a:pt x="27" y="856"/>
                  </a:lnTo>
                  <a:lnTo>
                    <a:pt x="49" y="788"/>
                  </a:lnTo>
                  <a:lnTo>
                    <a:pt x="77" y="723"/>
                  </a:lnTo>
                  <a:lnTo>
                    <a:pt x="110" y="657"/>
                  </a:lnTo>
                  <a:lnTo>
                    <a:pt x="150" y="593"/>
                  </a:lnTo>
                  <a:lnTo>
                    <a:pt x="196" y="532"/>
                  </a:lnTo>
                  <a:lnTo>
                    <a:pt x="247" y="472"/>
                  </a:lnTo>
                  <a:lnTo>
                    <a:pt x="303" y="415"/>
                  </a:lnTo>
                  <a:lnTo>
                    <a:pt x="363" y="362"/>
                  </a:lnTo>
                  <a:lnTo>
                    <a:pt x="428" y="311"/>
                  </a:lnTo>
                  <a:lnTo>
                    <a:pt x="497" y="264"/>
                  </a:lnTo>
                  <a:lnTo>
                    <a:pt x="571" y="220"/>
                  </a:lnTo>
                  <a:lnTo>
                    <a:pt x="649" y="180"/>
                  </a:lnTo>
                  <a:lnTo>
                    <a:pt x="731" y="143"/>
                  </a:lnTo>
                  <a:lnTo>
                    <a:pt x="829" y="104"/>
                  </a:lnTo>
                  <a:lnTo>
                    <a:pt x="929" y="72"/>
                  </a:lnTo>
                  <a:lnTo>
                    <a:pt x="1032" y="46"/>
                  </a:lnTo>
                  <a:lnTo>
                    <a:pt x="1138" y="26"/>
                  </a:lnTo>
                  <a:lnTo>
                    <a:pt x="1246" y="11"/>
                  </a:lnTo>
                  <a:lnTo>
                    <a:pt x="1356" y="2"/>
                  </a:lnTo>
                  <a:lnTo>
                    <a:pt x="146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7">
              <a:extLst>
                <a:ext uri="{FF2B5EF4-FFF2-40B4-BE49-F238E27FC236}">
                  <a16:creationId xmlns:a16="http://schemas.microsoft.com/office/drawing/2014/main" id="{3622268C-D233-B145-B2EA-9C3464173927}"/>
                </a:ext>
              </a:extLst>
            </p:cNvPr>
            <p:cNvSpPr>
              <a:spLocks/>
            </p:cNvSpPr>
            <p:nvPr/>
          </p:nvSpPr>
          <p:spPr bwMode="auto">
            <a:xfrm>
              <a:off x="-141288" y="1909763"/>
              <a:ext cx="973138" cy="868363"/>
            </a:xfrm>
            <a:custGeom>
              <a:avLst/>
              <a:gdLst>
                <a:gd name="T0" fmla="*/ 2016 w 2453"/>
                <a:gd name="T1" fmla="*/ 91 h 2186"/>
                <a:gd name="T2" fmla="*/ 2199 w 2453"/>
                <a:gd name="T3" fmla="*/ 251 h 2186"/>
                <a:gd name="T4" fmla="*/ 2339 w 2453"/>
                <a:gd name="T5" fmla="*/ 435 h 2186"/>
                <a:gd name="T6" fmla="*/ 2425 w 2453"/>
                <a:gd name="T7" fmla="*/ 637 h 2186"/>
                <a:gd name="T8" fmla="*/ 2453 w 2453"/>
                <a:gd name="T9" fmla="*/ 852 h 2186"/>
                <a:gd name="T10" fmla="*/ 2426 w 2453"/>
                <a:gd name="T11" fmla="*/ 1059 h 2186"/>
                <a:gd name="T12" fmla="*/ 2344 w 2453"/>
                <a:gd name="T13" fmla="*/ 1257 h 2186"/>
                <a:gd name="T14" fmla="*/ 2212 w 2453"/>
                <a:gd name="T15" fmla="*/ 1438 h 2186"/>
                <a:gd name="T16" fmla="*/ 2038 w 2453"/>
                <a:gd name="T17" fmla="*/ 1596 h 2186"/>
                <a:gd name="T18" fmla="*/ 1920 w 2453"/>
                <a:gd name="T19" fmla="*/ 1736 h 2186"/>
                <a:gd name="T20" fmla="*/ 1994 w 2453"/>
                <a:gd name="T21" fmla="*/ 1860 h 2186"/>
                <a:gd name="T22" fmla="*/ 2040 w 2453"/>
                <a:gd name="T23" fmla="*/ 1921 h 2186"/>
                <a:gd name="T24" fmla="*/ 2095 w 2453"/>
                <a:gd name="T25" fmla="*/ 1982 h 2186"/>
                <a:gd name="T26" fmla="*/ 2136 w 2453"/>
                <a:gd name="T27" fmla="*/ 2026 h 2186"/>
                <a:gd name="T28" fmla="*/ 2148 w 2453"/>
                <a:gd name="T29" fmla="*/ 2040 h 2186"/>
                <a:gd name="T30" fmla="*/ 2158 w 2453"/>
                <a:gd name="T31" fmla="*/ 2051 h 2186"/>
                <a:gd name="T32" fmla="*/ 2166 w 2453"/>
                <a:gd name="T33" fmla="*/ 2060 h 2186"/>
                <a:gd name="T34" fmla="*/ 2174 w 2453"/>
                <a:gd name="T35" fmla="*/ 2073 h 2186"/>
                <a:gd name="T36" fmla="*/ 2182 w 2453"/>
                <a:gd name="T37" fmla="*/ 2087 h 2186"/>
                <a:gd name="T38" fmla="*/ 2185 w 2453"/>
                <a:gd name="T39" fmla="*/ 2099 h 2186"/>
                <a:gd name="T40" fmla="*/ 2188 w 2453"/>
                <a:gd name="T41" fmla="*/ 2110 h 2186"/>
                <a:gd name="T42" fmla="*/ 2185 w 2453"/>
                <a:gd name="T43" fmla="*/ 2113 h 2186"/>
                <a:gd name="T44" fmla="*/ 2184 w 2453"/>
                <a:gd name="T45" fmla="*/ 2126 h 2186"/>
                <a:gd name="T46" fmla="*/ 2157 w 2453"/>
                <a:gd name="T47" fmla="*/ 2171 h 2186"/>
                <a:gd name="T48" fmla="*/ 2112 w 2453"/>
                <a:gd name="T49" fmla="*/ 2186 h 2186"/>
                <a:gd name="T50" fmla="*/ 1932 w 2453"/>
                <a:gd name="T51" fmla="*/ 2153 h 2186"/>
                <a:gd name="T52" fmla="*/ 1626 w 2453"/>
                <a:gd name="T53" fmla="*/ 2044 h 2186"/>
                <a:gd name="T54" fmla="*/ 1353 w 2453"/>
                <a:gd name="T55" fmla="*/ 1885 h 2186"/>
                <a:gd name="T56" fmla="*/ 1076 w 2453"/>
                <a:gd name="T57" fmla="*/ 1917 h 2186"/>
                <a:gd name="T58" fmla="*/ 765 w 2453"/>
                <a:gd name="T59" fmla="*/ 1908 h 2186"/>
                <a:gd name="T60" fmla="*/ 456 w 2453"/>
                <a:gd name="T61" fmla="*/ 1850 h 2186"/>
                <a:gd name="T62" fmla="*/ 174 w 2453"/>
                <a:gd name="T63" fmla="*/ 1744 h 2186"/>
                <a:gd name="T64" fmla="*/ 57 w 2453"/>
                <a:gd name="T65" fmla="*/ 1647 h 2186"/>
                <a:gd name="T66" fmla="*/ 184 w 2453"/>
                <a:gd name="T67" fmla="*/ 1652 h 2186"/>
                <a:gd name="T68" fmla="*/ 513 w 2453"/>
                <a:gd name="T69" fmla="*/ 1629 h 2186"/>
                <a:gd name="T70" fmla="*/ 829 w 2453"/>
                <a:gd name="T71" fmla="*/ 1559 h 2186"/>
                <a:gd name="T72" fmla="*/ 1121 w 2453"/>
                <a:gd name="T73" fmla="*/ 1444 h 2186"/>
                <a:gd name="T74" fmla="*/ 1380 w 2453"/>
                <a:gd name="T75" fmla="*/ 1290 h 2186"/>
                <a:gd name="T76" fmla="*/ 1581 w 2453"/>
                <a:gd name="T77" fmla="*/ 1114 h 2186"/>
                <a:gd name="T78" fmla="*/ 1737 w 2453"/>
                <a:gd name="T79" fmla="*/ 918 h 2186"/>
                <a:gd name="T80" fmla="*/ 1848 w 2453"/>
                <a:gd name="T81" fmla="*/ 702 h 2186"/>
                <a:gd name="T82" fmla="*/ 1909 w 2453"/>
                <a:gd name="T83" fmla="*/ 475 h 2186"/>
                <a:gd name="T84" fmla="*/ 1917 w 2453"/>
                <a:gd name="T85" fmla="*/ 237 h 2186"/>
                <a:gd name="T86" fmla="*/ 1871 w 2453"/>
                <a:gd name="T87" fmla="*/ 0 h 2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3" h="2186">
                  <a:moveTo>
                    <a:pt x="1871" y="0"/>
                  </a:moveTo>
                  <a:lnTo>
                    <a:pt x="1946" y="44"/>
                  </a:lnTo>
                  <a:lnTo>
                    <a:pt x="2016" y="91"/>
                  </a:lnTo>
                  <a:lnTo>
                    <a:pt x="2081" y="142"/>
                  </a:lnTo>
                  <a:lnTo>
                    <a:pt x="2142" y="194"/>
                  </a:lnTo>
                  <a:lnTo>
                    <a:pt x="2199" y="251"/>
                  </a:lnTo>
                  <a:lnTo>
                    <a:pt x="2250" y="310"/>
                  </a:lnTo>
                  <a:lnTo>
                    <a:pt x="2297" y="372"/>
                  </a:lnTo>
                  <a:lnTo>
                    <a:pt x="2339" y="435"/>
                  </a:lnTo>
                  <a:lnTo>
                    <a:pt x="2374" y="501"/>
                  </a:lnTo>
                  <a:lnTo>
                    <a:pt x="2402" y="569"/>
                  </a:lnTo>
                  <a:lnTo>
                    <a:pt x="2425" y="637"/>
                  </a:lnTo>
                  <a:lnTo>
                    <a:pt x="2441" y="708"/>
                  </a:lnTo>
                  <a:lnTo>
                    <a:pt x="2450" y="779"/>
                  </a:lnTo>
                  <a:lnTo>
                    <a:pt x="2453" y="852"/>
                  </a:lnTo>
                  <a:lnTo>
                    <a:pt x="2451" y="922"/>
                  </a:lnTo>
                  <a:lnTo>
                    <a:pt x="2442" y="991"/>
                  </a:lnTo>
                  <a:lnTo>
                    <a:pt x="2426" y="1059"/>
                  </a:lnTo>
                  <a:lnTo>
                    <a:pt x="2406" y="1126"/>
                  </a:lnTo>
                  <a:lnTo>
                    <a:pt x="2378" y="1192"/>
                  </a:lnTo>
                  <a:lnTo>
                    <a:pt x="2344" y="1257"/>
                  </a:lnTo>
                  <a:lnTo>
                    <a:pt x="2306" y="1319"/>
                  </a:lnTo>
                  <a:lnTo>
                    <a:pt x="2261" y="1381"/>
                  </a:lnTo>
                  <a:lnTo>
                    <a:pt x="2212" y="1438"/>
                  </a:lnTo>
                  <a:lnTo>
                    <a:pt x="2158" y="1494"/>
                  </a:lnTo>
                  <a:lnTo>
                    <a:pt x="2100" y="1546"/>
                  </a:lnTo>
                  <a:lnTo>
                    <a:pt x="2038" y="1596"/>
                  </a:lnTo>
                  <a:lnTo>
                    <a:pt x="1971" y="1644"/>
                  </a:lnTo>
                  <a:lnTo>
                    <a:pt x="1898" y="1688"/>
                  </a:lnTo>
                  <a:lnTo>
                    <a:pt x="1920" y="1736"/>
                  </a:lnTo>
                  <a:lnTo>
                    <a:pt x="1942" y="1780"/>
                  </a:lnTo>
                  <a:lnTo>
                    <a:pt x="1965" y="1821"/>
                  </a:lnTo>
                  <a:lnTo>
                    <a:pt x="1994" y="1860"/>
                  </a:lnTo>
                  <a:lnTo>
                    <a:pt x="2012" y="1884"/>
                  </a:lnTo>
                  <a:lnTo>
                    <a:pt x="2028" y="1904"/>
                  </a:lnTo>
                  <a:lnTo>
                    <a:pt x="2040" y="1921"/>
                  </a:lnTo>
                  <a:lnTo>
                    <a:pt x="2054" y="1938"/>
                  </a:lnTo>
                  <a:lnTo>
                    <a:pt x="2072" y="1958"/>
                  </a:lnTo>
                  <a:lnTo>
                    <a:pt x="2095" y="1982"/>
                  </a:lnTo>
                  <a:lnTo>
                    <a:pt x="2112" y="2000"/>
                  </a:lnTo>
                  <a:lnTo>
                    <a:pt x="2125" y="2015"/>
                  </a:lnTo>
                  <a:lnTo>
                    <a:pt x="2136" y="2026"/>
                  </a:lnTo>
                  <a:lnTo>
                    <a:pt x="2142" y="2034"/>
                  </a:lnTo>
                  <a:lnTo>
                    <a:pt x="2145" y="2036"/>
                  </a:lnTo>
                  <a:lnTo>
                    <a:pt x="2148" y="2040"/>
                  </a:lnTo>
                  <a:lnTo>
                    <a:pt x="2151" y="2043"/>
                  </a:lnTo>
                  <a:lnTo>
                    <a:pt x="2155" y="2048"/>
                  </a:lnTo>
                  <a:lnTo>
                    <a:pt x="2158" y="2051"/>
                  </a:lnTo>
                  <a:lnTo>
                    <a:pt x="2160" y="2053"/>
                  </a:lnTo>
                  <a:lnTo>
                    <a:pt x="2163" y="2057"/>
                  </a:lnTo>
                  <a:lnTo>
                    <a:pt x="2166" y="2060"/>
                  </a:lnTo>
                  <a:lnTo>
                    <a:pt x="2168" y="2065"/>
                  </a:lnTo>
                  <a:lnTo>
                    <a:pt x="2172" y="2069"/>
                  </a:lnTo>
                  <a:lnTo>
                    <a:pt x="2174" y="2073"/>
                  </a:lnTo>
                  <a:lnTo>
                    <a:pt x="2176" y="2076"/>
                  </a:lnTo>
                  <a:lnTo>
                    <a:pt x="2181" y="2086"/>
                  </a:lnTo>
                  <a:lnTo>
                    <a:pt x="2182" y="2087"/>
                  </a:lnTo>
                  <a:lnTo>
                    <a:pt x="2182" y="2090"/>
                  </a:lnTo>
                  <a:lnTo>
                    <a:pt x="2184" y="2093"/>
                  </a:lnTo>
                  <a:lnTo>
                    <a:pt x="2185" y="2099"/>
                  </a:lnTo>
                  <a:lnTo>
                    <a:pt x="2187" y="2103"/>
                  </a:lnTo>
                  <a:lnTo>
                    <a:pt x="2188" y="2107"/>
                  </a:lnTo>
                  <a:lnTo>
                    <a:pt x="2188" y="2110"/>
                  </a:lnTo>
                  <a:lnTo>
                    <a:pt x="2188" y="2111"/>
                  </a:lnTo>
                  <a:lnTo>
                    <a:pt x="2187" y="2112"/>
                  </a:lnTo>
                  <a:lnTo>
                    <a:pt x="2185" y="2113"/>
                  </a:lnTo>
                  <a:lnTo>
                    <a:pt x="2184" y="2116"/>
                  </a:lnTo>
                  <a:lnTo>
                    <a:pt x="2184" y="2120"/>
                  </a:lnTo>
                  <a:lnTo>
                    <a:pt x="2184" y="2126"/>
                  </a:lnTo>
                  <a:lnTo>
                    <a:pt x="2179" y="2144"/>
                  </a:lnTo>
                  <a:lnTo>
                    <a:pt x="2170" y="2159"/>
                  </a:lnTo>
                  <a:lnTo>
                    <a:pt x="2157" y="2171"/>
                  </a:lnTo>
                  <a:lnTo>
                    <a:pt x="2143" y="2180"/>
                  </a:lnTo>
                  <a:lnTo>
                    <a:pt x="2128" y="2185"/>
                  </a:lnTo>
                  <a:lnTo>
                    <a:pt x="2112" y="2186"/>
                  </a:lnTo>
                  <a:lnTo>
                    <a:pt x="2045" y="2176"/>
                  </a:lnTo>
                  <a:lnTo>
                    <a:pt x="1986" y="2165"/>
                  </a:lnTo>
                  <a:lnTo>
                    <a:pt x="1932" y="2153"/>
                  </a:lnTo>
                  <a:lnTo>
                    <a:pt x="1827" y="2123"/>
                  </a:lnTo>
                  <a:lnTo>
                    <a:pt x="1725" y="2086"/>
                  </a:lnTo>
                  <a:lnTo>
                    <a:pt x="1626" y="2044"/>
                  </a:lnTo>
                  <a:lnTo>
                    <a:pt x="1532" y="1997"/>
                  </a:lnTo>
                  <a:lnTo>
                    <a:pt x="1440" y="1944"/>
                  </a:lnTo>
                  <a:lnTo>
                    <a:pt x="1353" y="1885"/>
                  </a:lnTo>
                  <a:lnTo>
                    <a:pt x="1259" y="1900"/>
                  </a:lnTo>
                  <a:lnTo>
                    <a:pt x="1167" y="1910"/>
                  </a:lnTo>
                  <a:lnTo>
                    <a:pt x="1076" y="1917"/>
                  </a:lnTo>
                  <a:lnTo>
                    <a:pt x="985" y="1919"/>
                  </a:lnTo>
                  <a:lnTo>
                    <a:pt x="874" y="1916"/>
                  </a:lnTo>
                  <a:lnTo>
                    <a:pt x="765" y="1908"/>
                  </a:lnTo>
                  <a:lnTo>
                    <a:pt x="659" y="1895"/>
                  </a:lnTo>
                  <a:lnTo>
                    <a:pt x="556" y="1875"/>
                  </a:lnTo>
                  <a:lnTo>
                    <a:pt x="456" y="1850"/>
                  </a:lnTo>
                  <a:lnTo>
                    <a:pt x="360" y="1820"/>
                  </a:lnTo>
                  <a:lnTo>
                    <a:pt x="266" y="1784"/>
                  </a:lnTo>
                  <a:lnTo>
                    <a:pt x="174" y="1744"/>
                  </a:lnTo>
                  <a:lnTo>
                    <a:pt x="87" y="1696"/>
                  </a:lnTo>
                  <a:lnTo>
                    <a:pt x="0" y="1644"/>
                  </a:lnTo>
                  <a:lnTo>
                    <a:pt x="57" y="1647"/>
                  </a:lnTo>
                  <a:lnTo>
                    <a:pt x="107" y="1651"/>
                  </a:lnTo>
                  <a:lnTo>
                    <a:pt x="149" y="1652"/>
                  </a:lnTo>
                  <a:lnTo>
                    <a:pt x="184" y="1652"/>
                  </a:lnTo>
                  <a:lnTo>
                    <a:pt x="295" y="1649"/>
                  </a:lnTo>
                  <a:lnTo>
                    <a:pt x="405" y="1641"/>
                  </a:lnTo>
                  <a:lnTo>
                    <a:pt x="513" y="1629"/>
                  </a:lnTo>
                  <a:lnTo>
                    <a:pt x="620" y="1611"/>
                  </a:lnTo>
                  <a:lnTo>
                    <a:pt x="725" y="1587"/>
                  </a:lnTo>
                  <a:lnTo>
                    <a:pt x="829" y="1559"/>
                  </a:lnTo>
                  <a:lnTo>
                    <a:pt x="929" y="1525"/>
                  </a:lnTo>
                  <a:lnTo>
                    <a:pt x="1027" y="1487"/>
                  </a:lnTo>
                  <a:lnTo>
                    <a:pt x="1121" y="1444"/>
                  </a:lnTo>
                  <a:lnTo>
                    <a:pt x="1211" y="1398"/>
                  </a:lnTo>
                  <a:lnTo>
                    <a:pt x="1297" y="1345"/>
                  </a:lnTo>
                  <a:lnTo>
                    <a:pt x="1380" y="1290"/>
                  </a:lnTo>
                  <a:lnTo>
                    <a:pt x="1451" y="1233"/>
                  </a:lnTo>
                  <a:lnTo>
                    <a:pt x="1518" y="1175"/>
                  </a:lnTo>
                  <a:lnTo>
                    <a:pt x="1581" y="1114"/>
                  </a:lnTo>
                  <a:lnTo>
                    <a:pt x="1637" y="1050"/>
                  </a:lnTo>
                  <a:lnTo>
                    <a:pt x="1690" y="986"/>
                  </a:lnTo>
                  <a:lnTo>
                    <a:pt x="1737" y="918"/>
                  </a:lnTo>
                  <a:lnTo>
                    <a:pt x="1780" y="847"/>
                  </a:lnTo>
                  <a:lnTo>
                    <a:pt x="1817" y="775"/>
                  </a:lnTo>
                  <a:lnTo>
                    <a:pt x="1848" y="702"/>
                  </a:lnTo>
                  <a:lnTo>
                    <a:pt x="1875" y="627"/>
                  </a:lnTo>
                  <a:lnTo>
                    <a:pt x="1894" y="551"/>
                  </a:lnTo>
                  <a:lnTo>
                    <a:pt x="1909" y="475"/>
                  </a:lnTo>
                  <a:lnTo>
                    <a:pt x="1917" y="397"/>
                  </a:lnTo>
                  <a:lnTo>
                    <a:pt x="1920" y="317"/>
                  </a:lnTo>
                  <a:lnTo>
                    <a:pt x="1917" y="237"/>
                  </a:lnTo>
                  <a:lnTo>
                    <a:pt x="1907" y="157"/>
                  </a:lnTo>
                  <a:lnTo>
                    <a:pt x="1893" y="79"/>
                  </a:lnTo>
                  <a:lnTo>
                    <a:pt x="18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6D7897FE-19BF-D601-9DCF-A402DE26ED0A}"/>
              </a:ext>
            </a:extLst>
          </p:cNvPr>
          <p:cNvGrpSpPr/>
          <p:nvPr/>
        </p:nvGrpSpPr>
        <p:grpSpPr>
          <a:xfrm>
            <a:off x="7254588" y="1332614"/>
            <a:ext cx="322552" cy="447542"/>
            <a:chOff x="-447675" y="2074863"/>
            <a:chExt cx="762000" cy="1057276"/>
          </a:xfrm>
          <a:solidFill>
            <a:schemeClr val="bg1"/>
          </a:solidFill>
        </p:grpSpPr>
        <p:sp>
          <p:nvSpPr>
            <p:cNvPr id="28" name="Freeform 12">
              <a:extLst>
                <a:ext uri="{FF2B5EF4-FFF2-40B4-BE49-F238E27FC236}">
                  <a16:creationId xmlns:a16="http://schemas.microsoft.com/office/drawing/2014/main" id="{5F2E6469-36DF-66A0-BB7F-BC2BE82C003B}"/>
                </a:ext>
              </a:extLst>
            </p:cNvPr>
            <p:cNvSpPr>
              <a:spLocks/>
            </p:cNvSpPr>
            <p:nvPr/>
          </p:nvSpPr>
          <p:spPr bwMode="auto">
            <a:xfrm>
              <a:off x="-209550" y="2867026"/>
              <a:ext cx="263525" cy="265113"/>
            </a:xfrm>
            <a:custGeom>
              <a:avLst/>
              <a:gdLst>
                <a:gd name="T0" fmla="*/ 104 w 831"/>
                <a:gd name="T1" fmla="*/ 0 h 832"/>
                <a:gd name="T2" fmla="*/ 727 w 831"/>
                <a:gd name="T3" fmla="*/ 0 h 832"/>
                <a:gd name="T4" fmla="*/ 747 w 831"/>
                <a:gd name="T5" fmla="*/ 2 h 832"/>
                <a:gd name="T6" fmla="*/ 766 w 831"/>
                <a:gd name="T7" fmla="*/ 8 h 832"/>
                <a:gd name="T8" fmla="*/ 783 w 831"/>
                <a:gd name="T9" fmla="*/ 17 h 832"/>
                <a:gd name="T10" fmla="*/ 799 w 831"/>
                <a:gd name="T11" fmla="*/ 32 h 832"/>
                <a:gd name="T12" fmla="*/ 814 w 831"/>
                <a:gd name="T13" fmla="*/ 48 h 832"/>
                <a:gd name="T14" fmla="*/ 823 w 831"/>
                <a:gd name="T15" fmla="*/ 66 h 832"/>
                <a:gd name="T16" fmla="*/ 829 w 831"/>
                <a:gd name="T17" fmla="*/ 84 h 832"/>
                <a:gd name="T18" fmla="*/ 831 w 831"/>
                <a:gd name="T19" fmla="*/ 105 h 832"/>
                <a:gd name="T20" fmla="*/ 831 w 831"/>
                <a:gd name="T21" fmla="*/ 728 h 832"/>
                <a:gd name="T22" fmla="*/ 829 w 831"/>
                <a:gd name="T23" fmla="*/ 749 h 832"/>
                <a:gd name="T24" fmla="*/ 823 w 831"/>
                <a:gd name="T25" fmla="*/ 767 h 832"/>
                <a:gd name="T26" fmla="*/ 814 w 831"/>
                <a:gd name="T27" fmla="*/ 785 h 832"/>
                <a:gd name="T28" fmla="*/ 799 w 831"/>
                <a:gd name="T29" fmla="*/ 801 h 832"/>
                <a:gd name="T30" fmla="*/ 783 w 831"/>
                <a:gd name="T31" fmla="*/ 814 h 832"/>
                <a:gd name="T32" fmla="*/ 766 w 831"/>
                <a:gd name="T33" fmla="*/ 825 h 832"/>
                <a:gd name="T34" fmla="*/ 747 w 831"/>
                <a:gd name="T35" fmla="*/ 830 h 832"/>
                <a:gd name="T36" fmla="*/ 727 w 831"/>
                <a:gd name="T37" fmla="*/ 832 h 832"/>
                <a:gd name="T38" fmla="*/ 104 w 831"/>
                <a:gd name="T39" fmla="*/ 832 h 832"/>
                <a:gd name="T40" fmla="*/ 83 w 831"/>
                <a:gd name="T41" fmla="*/ 830 h 832"/>
                <a:gd name="T42" fmla="*/ 65 w 831"/>
                <a:gd name="T43" fmla="*/ 825 h 832"/>
                <a:gd name="T44" fmla="*/ 47 w 831"/>
                <a:gd name="T45" fmla="*/ 814 h 832"/>
                <a:gd name="T46" fmla="*/ 31 w 831"/>
                <a:gd name="T47" fmla="*/ 801 h 832"/>
                <a:gd name="T48" fmla="*/ 18 w 831"/>
                <a:gd name="T49" fmla="*/ 785 h 832"/>
                <a:gd name="T50" fmla="*/ 7 w 831"/>
                <a:gd name="T51" fmla="*/ 767 h 832"/>
                <a:gd name="T52" fmla="*/ 2 w 831"/>
                <a:gd name="T53" fmla="*/ 749 h 832"/>
                <a:gd name="T54" fmla="*/ 0 w 831"/>
                <a:gd name="T55" fmla="*/ 728 h 832"/>
                <a:gd name="T56" fmla="*/ 0 w 831"/>
                <a:gd name="T57" fmla="*/ 105 h 832"/>
                <a:gd name="T58" fmla="*/ 2 w 831"/>
                <a:gd name="T59" fmla="*/ 84 h 832"/>
                <a:gd name="T60" fmla="*/ 7 w 831"/>
                <a:gd name="T61" fmla="*/ 66 h 832"/>
                <a:gd name="T62" fmla="*/ 18 w 831"/>
                <a:gd name="T63" fmla="*/ 48 h 832"/>
                <a:gd name="T64" fmla="*/ 31 w 831"/>
                <a:gd name="T65" fmla="*/ 32 h 832"/>
                <a:gd name="T66" fmla="*/ 47 w 831"/>
                <a:gd name="T67" fmla="*/ 18 h 832"/>
                <a:gd name="T68" fmla="*/ 65 w 831"/>
                <a:gd name="T69" fmla="*/ 8 h 832"/>
                <a:gd name="T70" fmla="*/ 83 w 831"/>
                <a:gd name="T71" fmla="*/ 2 h 832"/>
                <a:gd name="T72" fmla="*/ 104 w 831"/>
                <a:gd name="T73" fmla="*/ 0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31" h="832">
                  <a:moveTo>
                    <a:pt x="104" y="0"/>
                  </a:moveTo>
                  <a:lnTo>
                    <a:pt x="727" y="0"/>
                  </a:lnTo>
                  <a:lnTo>
                    <a:pt x="747" y="2"/>
                  </a:lnTo>
                  <a:lnTo>
                    <a:pt x="766" y="8"/>
                  </a:lnTo>
                  <a:lnTo>
                    <a:pt x="783" y="17"/>
                  </a:lnTo>
                  <a:lnTo>
                    <a:pt x="799" y="32"/>
                  </a:lnTo>
                  <a:lnTo>
                    <a:pt x="814" y="48"/>
                  </a:lnTo>
                  <a:lnTo>
                    <a:pt x="823" y="66"/>
                  </a:lnTo>
                  <a:lnTo>
                    <a:pt x="829" y="84"/>
                  </a:lnTo>
                  <a:lnTo>
                    <a:pt x="831" y="105"/>
                  </a:lnTo>
                  <a:lnTo>
                    <a:pt x="831" y="728"/>
                  </a:lnTo>
                  <a:lnTo>
                    <a:pt x="829" y="749"/>
                  </a:lnTo>
                  <a:lnTo>
                    <a:pt x="823" y="767"/>
                  </a:lnTo>
                  <a:lnTo>
                    <a:pt x="814" y="785"/>
                  </a:lnTo>
                  <a:lnTo>
                    <a:pt x="799" y="801"/>
                  </a:lnTo>
                  <a:lnTo>
                    <a:pt x="783" y="814"/>
                  </a:lnTo>
                  <a:lnTo>
                    <a:pt x="766" y="825"/>
                  </a:lnTo>
                  <a:lnTo>
                    <a:pt x="747" y="830"/>
                  </a:lnTo>
                  <a:lnTo>
                    <a:pt x="727" y="832"/>
                  </a:lnTo>
                  <a:lnTo>
                    <a:pt x="104" y="832"/>
                  </a:lnTo>
                  <a:lnTo>
                    <a:pt x="83" y="830"/>
                  </a:lnTo>
                  <a:lnTo>
                    <a:pt x="65" y="825"/>
                  </a:lnTo>
                  <a:lnTo>
                    <a:pt x="47" y="814"/>
                  </a:lnTo>
                  <a:lnTo>
                    <a:pt x="31" y="801"/>
                  </a:lnTo>
                  <a:lnTo>
                    <a:pt x="18" y="785"/>
                  </a:lnTo>
                  <a:lnTo>
                    <a:pt x="7" y="767"/>
                  </a:lnTo>
                  <a:lnTo>
                    <a:pt x="2" y="749"/>
                  </a:lnTo>
                  <a:lnTo>
                    <a:pt x="0" y="728"/>
                  </a:lnTo>
                  <a:lnTo>
                    <a:pt x="0" y="105"/>
                  </a:lnTo>
                  <a:lnTo>
                    <a:pt x="2" y="84"/>
                  </a:lnTo>
                  <a:lnTo>
                    <a:pt x="7" y="66"/>
                  </a:lnTo>
                  <a:lnTo>
                    <a:pt x="18" y="48"/>
                  </a:lnTo>
                  <a:lnTo>
                    <a:pt x="31" y="32"/>
                  </a:lnTo>
                  <a:lnTo>
                    <a:pt x="47" y="18"/>
                  </a:lnTo>
                  <a:lnTo>
                    <a:pt x="65" y="8"/>
                  </a:lnTo>
                  <a:lnTo>
                    <a:pt x="83" y="2"/>
                  </a:lnTo>
                  <a:lnTo>
                    <a:pt x="10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3">
              <a:extLst>
                <a:ext uri="{FF2B5EF4-FFF2-40B4-BE49-F238E27FC236}">
                  <a16:creationId xmlns:a16="http://schemas.microsoft.com/office/drawing/2014/main" id="{C9FDF4F0-291A-38A2-5E44-1B90FBC818A6}"/>
                </a:ext>
              </a:extLst>
            </p:cNvPr>
            <p:cNvSpPr>
              <a:spLocks/>
            </p:cNvSpPr>
            <p:nvPr/>
          </p:nvSpPr>
          <p:spPr bwMode="auto">
            <a:xfrm>
              <a:off x="-447675" y="2074863"/>
              <a:ext cx="762000" cy="739775"/>
            </a:xfrm>
            <a:custGeom>
              <a:avLst/>
              <a:gdLst>
                <a:gd name="T0" fmla="*/ 1387 w 2399"/>
                <a:gd name="T1" fmla="*/ 13 h 2328"/>
                <a:gd name="T2" fmla="*/ 1639 w 2399"/>
                <a:gd name="T3" fmla="*/ 81 h 2328"/>
                <a:gd name="T4" fmla="*/ 1876 w 2399"/>
                <a:gd name="T5" fmla="*/ 197 h 2328"/>
                <a:gd name="T6" fmla="*/ 2072 w 2399"/>
                <a:gd name="T7" fmla="*/ 343 h 2328"/>
                <a:gd name="T8" fmla="*/ 2216 w 2399"/>
                <a:gd name="T9" fmla="*/ 504 h 2328"/>
                <a:gd name="T10" fmla="*/ 2325 w 2399"/>
                <a:gd name="T11" fmla="*/ 694 h 2328"/>
                <a:gd name="T12" fmla="*/ 2388 w 2399"/>
                <a:gd name="T13" fmla="*/ 897 h 2328"/>
                <a:gd name="T14" fmla="*/ 2397 w 2399"/>
                <a:gd name="T15" fmla="*/ 1109 h 2328"/>
                <a:gd name="T16" fmla="*/ 2359 w 2399"/>
                <a:gd name="T17" fmla="*/ 1302 h 2328"/>
                <a:gd name="T18" fmla="*/ 2292 w 2399"/>
                <a:gd name="T19" fmla="*/ 1459 h 2328"/>
                <a:gd name="T20" fmla="*/ 2207 w 2399"/>
                <a:gd name="T21" fmla="*/ 1578 h 2328"/>
                <a:gd name="T22" fmla="*/ 2090 w 2399"/>
                <a:gd name="T23" fmla="*/ 1685 h 2328"/>
                <a:gd name="T24" fmla="*/ 2000 w 2399"/>
                <a:gd name="T25" fmla="*/ 1753 h 2328"/>
                <a:gd name="T26" fmla="*/ 1923 w 2399"/>
                <a:gd name="T27" fmla="*/ 1800 h 2328"/>
                <a:gd name="T28" fmla="*/ 1817 w 2399"/>
                <a:gd name="T29" fmla="*/ 1861 h 2328"/>
                <a:gd name="T30" fmla="*/ 1702 w 2399"/>
                <a:gd name="T31" fmla="*/ 1950 h 2328"/>
                <a:gd name="T32" fmla="*/ 1618 w 2399"/>
                <a:gd name="T33" fmla="*/ 2065 h 2328"/>
                <a:gd name="T34" fmla="*/ 1576 w 2399"/>
                <a:gd name="T35" fmla="*/ 2156 h 2328"/>
                <a:gd name="T36" fmla="*/ 1565 w 2399"/>
                <a:gd name="T37" fmla="*/ 2233 h 2328"/>
                <a:gd name="T38" fmla="*/ 1521 w 2399"/>
                <a:gd name="T39" fmla="*/ 2306 h 2328"/>
                <a:gd name="T40" fmla="*/ 1464 w 2399"/>
                <a:gd name="T41" fmla="*/ 2328 h 2328"/>
                <a:gd name="T42" fmla="*/ 806 w 2399"/>
                <a:gd name="T43" fmla="*/ 2317 h 2328"/>
                <a:gd name="T44" fmla="*/ 760 w 2399"/>
                <a:gd name="T45" fmla="*/ 2248 h 2328"/>
                <a:gd name="T46" fmla="*/ 748 w 2399"/>
                <a:gd name="T47" fmla="*/ 2066 h 2328"/>
                <a:gd name="T48" fmla="*/ 779 w 2399"/>
                <a:gd name="T49" fmla="*/ 1886 h 2328"/>
                <a:gd name="T50" fmla="*/ 872 w 2399"/>
                <a:gd name="T51" fmla="*/ 1714 h 2328"/>
                <a:gd name="T52" fmla="*/ 1033 w 2399"/>
                <a:gd name="T53" fmla="*/ 1544 h 2328"/>
                <a:gd name="T54" fmla="*/ 1221 w 2399"/>
                <a:gd name="T55" fmla="*/ 1411 h 2328"/>
                <a:gd name="T56" fmla="*/ 1397 w 2399"/>
                <a:gd name="T57" fmla="*/ 1321 h 2328"/>
                <a:gd name="T58" fmla="*/ 1506 w 2399"/>
                <a:gd name="T59" fmla="*/ 1232 h 2328"/>
                <a:gd name="T60" fmla="*/ 1555 w 2399"/>
                <a:gd name="T61" fmla="*/ 1145 h 2328"/>
                <a:gd name="T62" fmla="*/ 1571 w 2399"/>
                <a:gd name="T63" fmla="*/ 1034 h 2328"/>
                <a:gd name="T64" fmla="*/ 1541 w 2399"/>
                <a:gd name="T65" fmla="*/ 931 h 2328"/>
                <a:gd name="T66" fmla="*/ 1450 w 2399"/>
                <a:gd name="T67" fmla="*/ 842 h 2328"/>
                <a:gd name="T68" fmla="*/ 1321 w 2399"/>
                <a:gd name="T69" fmla="*/ 779 h 2328"/>
                <a:gd name="T70" fmla="*/ 1171 w 2399"/>
                <a:gd name="T71" fmla="*/ 759 h 2328"/>
                <a:gd name="T72" fmla="*/ 1017 w 2399"/>
                <a:gd name="T73" fmla="*/ 777 h 2328"/>
                <a:gd name="T74" fmla="*/ 891 w 2399"/>
                <a:gd name="T75" fmla="*/ 835 h 2328"/>
                <a:gd name="T76" fmla="*/ 820 w 2399"/>
                <a:gd name="T77" fmla="*/ 896 h 2328"/>
                <a:gd name="T78" fmla="*/ 727 w 2399"/>
                <a:gd name="T79" fmla="*/ 996 h 2328"/>
                <a:gd name="T80" fmla="*/ 613 w 2399"/>
                <a:gd name="T81" fmla="*/ 1134 h 2328"/>
                <a:gd name="T82" fmla="*/ 555 w 2399"/>
                <a:gd name="T83" fmla="*/ 1172 h 2328"/>
                <a:gd name="T84" fmla="*/ 489 w 2399"/>
                <a:gd name="T85" fmla="*/ 1166 h 2328"/>
                <a:gd name="T86" fmla="*/ 27 w 2399"/>
                <a:gd name="T87" fmla="*/ 815 h 2328"/>
                <a:gd name="T88" fmla="*/ 1 w 2399"/>
                <a:gd name="T89" fmla="*/ 764 h 2328"/>
                <a:gd name="T90" fmla="*/ 15 w 2399"/>
                <a:gd name="T91" fmla="*/ 691 h 2328"/>
                <a:gd name="T92" fmla="*/ 174 w 2399"/>
                <a:gd name="T93" fmla="*/ 469 h 2328"/>
                <a:gd name="T94" fmla="*/ 356 w 2399"/>
                <a:gd name="T95" fmla="*/ 289 h 2328"/>
                <a:gd name="T96" fmla="*/ 560 w 2399"/>
                <a:gd name="T97" fmla="*/ 153 h 2328"/>
                <a:gd name="T98" fmla="*/ 788 w 2399"/>
                <a:gd name="T99" fmla="*/ 59 h 2328"/>
                <a:gd name="T100" fmla="*/ 1041 w 2399"/>
                <a:gd name="T101" fmla="*/ 10 h 2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99" h="2328">
                  <a:moveTo>
                    <a:pt x="1220" y="0"/>
                  </a:moveTo>
                  <a:lnTo>
                    <a:pt x="1304" y="3"/>
                  </a:lnTo>
                  <a:lnTo>
                    <a:pt x="1387" y="13"/>
                  </a:lnTo>
                  <a:lnTo>
                    <a:pt x="1471" y="28"/>
                  </a:lnTo>
                  <a:lnTo>
                    <a:pt x="1555" y="51"/>
                  </a:lnTo>
                  <a:lnTo>
                    <a:pt x="1639" y="81"/>
                  </a:lnTo>
                  <a:lnTo>
                    <a:pt x="1721" y="115"/>
                  </a:lnTo>
                  <a:lnTo>
                    <a:pt x="1800" y="154"/>
                  </a:lnTo>
                  <a:lnTo>
                    <a:pt x="1876" y="197"/>
                  </a:lnTo>
                  <a:lnTo>
                    <a:pt x="1949" y="244"/>
                  </a:lnTo>
                  <a:lnTo>
                    <a:pt x="2017" y="296"/>
                  </a:lnTo>
                  <a:lnTo>
                    <a:pt x="2072" y="343"/>
                  </a:lnTo>
                  <a:lnTo>
                    <a:pt x="2123" y="393"/>
                  </a:lnTo>
                  <a:lnTo>
                    <a:pt x="2171" y="446"/>
                  </a:lnTo>
                  <a:lnTo>
                    <a:pt x="2216" y="504"/>
                  </a:lnTo>
                  <a:lnTo>
                    <a:pt x="2256" y="564"/>
                  </a:lnTo>
                  <a:lnTo>
                    <a:pt x="2294" y="627"/>
                  </a:lnTo>
                  <a:lnTo>
                    <a:pt x="2325" y="694"/>
                  </a:lnTo>
                  <a:lnTo>
                    <a:pt x="2352" y="761"/>
                  </a:lnTo>
                  <a:lnTo>
                    <a:pt x="2373" y="829"/>
                  </a:lnTo>
                  <a:lnTo>
                    <a:pt x="2388" y="897"/>
                  </a:lnTo>
                  <a:lnTo>
                    <a:pt x="2396" y="968"/>
                  </a:lnTo>
                  <a:lnTo>
                    <a:pt x="2399" y="1039"/>
                  </a:lnTo>
                  <a:lnTo>
                    <a:pt x="2397" y="1109"/>
                  </a:lnTo>
                  <a:lnTo>
                    <a:pt x="2389" y="1176"/>
                  </a:lnTo>
                  <a:lnTo>
                    <a:pt x="2377" y="1239"/>
                  </a:lnTo>
                  <a:lnTo>
                    <a:pt x="2359" y="1302"/>
                  </a:lnTo>
                  <a:lnTo>
                    <a:pt x="2339" y="1361"/>
                  </a:lnTo>
                  <a:lnTo>
                    <a:pt x="2316" y="1413"/>
                  </a:lnTo>
                  <a:lnTo>
                    <a:pt x="2292" y="1459"/>
                  </a:lnTo>
                  <a:lnTo>
                    <a:pt x="2268" y="1501"/>
                  </a:lnTo>
                  <a:lnTo>
                    <a:pt x="2240" y="1539"/>
                  </a:lnTo>
                  <a:lnTo>
                    <a:pt x="2207" y="1578"/>
                  </a:lnTo>
                  <a:lnTo>
                    <a:pt x="2169" y="1617"/>
                  </a:lnTo>
                  <a:lnTo>
                    <a:pt x="2125" y="1656"/>
                  </a:lnTo>
                  <a:lnTo>
                    <a:pt x="2090" y="1685"/>
                  </a:lnTo>
                  <a:lnTo>
                    <a:pt x="2057" y="1711"/>
                  </a:lnTo>
                  <a:lnTo>
                    <a:pt x="2028" y="1734"/>
                  </a:lnTo>
                  <a:lnTo>
                    <a:pt x="2000" y="1753"/>
                  </a:lnTo>
                  <a:lnTo>
                    <a:pt x="1976" y="1769"/>
                  </a:lnTo>
                  <a:lnTo>
                    <a:pt x="1952" y="1784"/>
                  </a:lnTo>
                  <a:lnTo>
                    <a:pt x="1923" y="1800"/>
                  </a:lnTo>
                  <a:lnTo>
                    <a:pt x="1891" y="1819"/>
                  </a:lnTo>
                  <a:lnTo>
                    <a:pt x="1856" y="1839"/>
                  </a:lnTo>
                  <a:lnTo>
                    <a:pt x="1817" y="1861"/>
                  </a:lnTo>
                  <a:lnTo>
                    <a:pt x="1776" y="1887"/>
                  </a:lnTo>
                  <a:lnTo>
                    <a:pt x="1738" y="1916"/>
                  </a:lnTo>
                  <a:lnTo>
                    <a:pt x="1702" y="1950"/>
                  </a:lnTo>
                  <a:lnTo>
                    <a:pt x="1670" y="1988"/>
                  </a:lnTo>
                  <a:lnTo>
                    <a:pt x="1640" y="2029"/>
                  </a:lnTo>
                  <a:lnTo>
                    <a:pt x="1618" y="2065"/>
                  </a:lnTo>
                  <a:lnTo>
                    <a:pt x="1600" y="2098"/>
                  </a:lnTo>
                  <a:lnTo>
                    <a:pt x="1586" y="2128"/>
                  </a:lnTo>
                  <a:lnTo>
                    <a:pt x="1576" y="2156"/>
                  </a:lnTo>
                  <a:lnTo>
                    <a:pt x="1570" y="2182"/>
                  </a:lnTo>
                  <a:lnTo>
                    <a:pt x="1569" y="2204"/>
                  </a:lnTo>
                  <a:lnTo>
                    <a:pt x="1565" y="2233"/>
                  </a:lnTo>
                  <a:lnTo>
                    <a:pt x="1555" y="2262"/>
                  </a:lnTo>
                  <a:lnTo>
                    <a:pt x="1537" y="2288"/>
                  </a:lnTo>
                  <a:lnTo>
                    <a:pt x="1521" y="2306"/>
                  </a:lnTo>
                  <a:lnTo>
                    <a:pt x="1503" y="2319"/>
                  </a:lnTo>
                  <a:lnTo>
                    <a:pt x="1485" y="2326"/>
                  </a:lnTo>
                  <a:lnTo>
                    <a:pt x="1464" y="2328"/>
                  </a:lnTo>
                  <a:lnTo>
                    <a:pt x="841" y="2328"/>
                  </a:lnTo>
                  <a:lnTo>
                    <a:pt x="823" y="2326"/>
                  </a:lnTo>
                  <a:lnTo>
                    <a:pt x="806" y="2317"/>
                  </a:lnTo>
                  <a:lnTo>
                    <a:pt x="789" y="2302"/>
                  </a:lnTo>
                  <a:lnTo>
                    <a:pt x="775" y="2281"/>
                  </a:lnTo>
                  <a:lnTo>
                    <a:pt x="760" y="2248"/>
                  </a:lnTo>
                  <a:lnTo>
                    <a:pt x="751" y="2216"/>
                  </a:lnTo>
                  <a:lnTo>
                    <a:pt x="748" y="2184"/>
                  </a:lnTo>
                  <a:lnTo>
                    <a:pt x="748" y="2066"/>
                  </a:lnTo>
                  <a:lnTo>
                    <a:pt x="751" y="2005"/>
                  </a:lnTo>
                  <a:lnTo>
                    <a:pt x="761" y="1945"/>
                  </a:lnTo>
                  <a:lnTo>
                    <a:pt x="779" y="1886"/>
                  </a:lnTo>
                  <a:lnTo>
                    <a:pt x="804" y="1828"/>
                  </a:lnTo>
                  <a:lnTo>
                    <a:pt x="834" y="1771"/>
                  </a:lnTo>
                  <a:lnTo>
                    <a:pt x="872" y="1714"/>
                  </a:lnTo>
                  <a:lnTo>
                    <a:pt x="916" y="1660"/>
                  </a:lnTo>
                  <a:lnTo>
                    <a:pt x="974" y="1599"/>
                  </a:lnTo>
                  <a:lnTo>
                    <a:pt x="1033" y="1544"/>
                  </a:lnTo>
                  <a:lnTo>
                    <a:pt x="1094" y="1493"/>
                  </a:lnTo>
                  <a:lnTo>
                    <a:pt x="1157" y="1449"/>
                  </a:lnTo>
                  <a:lnTo>
                    <a:pt x="1221" y="1411"/>
                  </a:lnTo>
                  <a:lnTo>
                    <a:pt x="1288" y="1377"/>
                  </a:lnTo>
                  <a:lnTo>
                    <a:pt x="1345" y="1349"/>
                  </a:lnTo>
                  <a:lnTo>
                    <a:pt x="1397" y="1321"/>
                  </a:lnTo>
                  <a:lnTo>
                    <a:pt x="1440" y="1292"/>
                  </a:lnTo>
                  <a:lnTo>
                    <a:pt x="1477" y="1262"/>
                  </a:lnTo>
                  <a:lnTo>
                    <a:pt x="1506" y="1232"/>
                  </a:lnTo>
                  <a:lnTo>
                    <a:pt x="1526" y="1206"/>
                  </a:lnTo>
                  <a:lnTo>
                    <a:pt x="1542" y="1177"/>
                  </a:lnTo>
                  <a:lnTo>
                    <a:pt x="1555" y="1145"/>
                  </a:lnTo>
                  <a:lnTo>
                    <a:pt x="1564" y="1111"/>
                  </a:lnTo>
                  <a:lnTo>
                    <a:pt x="1569" y="1074"/>
                  </a:lnTo>
                  <a:lnTo>
                    <a:pt x="1571" y="1034"/>
                  </a:lnTo>
                  <a:lnTo>
                    <a:pt x="1568" y="999"/>
                  </a:lnTo>
                  <a:lnTo>
                    <a:pt x="1558" y="964"/>
                  </a:lnTo>
                  <a:lnTo>
                    <a:pt x="1541" y="931"/>
                  </a:lnTo>
                  <a:lnTo>
                    <a:pt x="1518" y="900"/>
                  </a:lnTo>
                  <a:lnTo>
                    <a:pt x="1487" y="871"/>
                  </a:lnTo>
                  <a:lnTo>
                    <a:pt x="1450" y="842"/>
                  </a:lnTo>
                  <a:lnTo>
                    <a:pt x="1409" y="816"/>
                  </a:lnTo>
                  <a:lnTo>
                    <a:pt x="1366" y="796"/>
                  </a:lnTo>
                  <a:lnTo>
                    <a:pt x="1321" y="779"/>
                  </a:lnTo>
                  <a:lnTo>
                    <a:pt x="1272" y="768"/>
                  </a:lnTo>
                  <a:lnTo>
                    <a:pt x="1223" y="761"/>
                  </a:lnTo>
                  <a:lnTo>
                    <a:pt x="1171" y="759"/>
                  </a:lnTo>
                  <a:lnTo>
                    <a:pt x="1116" y="761"/>
                  </a:lnTo>
                  <a:lnTo>
                    <a:pt x="1065" y="767"/>
                  </a:lnTo>
                  <a:lnTo>
                    <a:pt x="1017" y="777"/>
                  </a:lnTo>
                  <a:lnTo>
                    <a:pt x="972" y="793"/>
                  </a:lnTo>
                  <a:lnTo>
                    <a:pt x="930" y="811"/>
                  </a:lnTo>
                  <a:lnTo>
                    <a:pt x="891" y="835"/>
                  </a:lnTo>
                  <a:lnTo>
                    <a:pt x="869" y="851"/>
                  </a:lnTo>
                  <a:lnTo>
                    <a:pt x="846" y="872"/>
                  </a:lnTo>
                  <a:lnTo>
                    <a:pt x="820" y="896"/>
                  </a:lnTo>
                  <a:lnTo>
                    <a:pt x="791" y="925"/>
                  </a:lnTo>
                  <a:lnTo>
                    <a:pt x="760" y="959"/>
                  </a:lnTo>
                  <a:lnTo>
                    <a:pt x="727" y="996"/>
                  </a:lnTo>
                  <a:lnTo>
                    <a:pt x="692" y="1037"/>
                  </a:lnTo>
                  <a:lnTo>
                    <a:pt x="654" y="1083"/>
                  </a:lnTo>
                  <a:lnTo>
                    <a:pt x="613" y="1134"/>
                  </a:lnTo>
                  <a:lnTo>
                    <a:pt x="595" y="1151"/>
                  </a:lnTo>
                  <a:lnTo>
                    <a:pt x="576" y="1165"/>
                  </a:lnTo>
                  <a:lnTo>
                    <a:pt x="555" y="1172"/>
                  </a:lnTo>
                  <a:lnTo>
                    <a:pt x="533" y="1175"/>
                  </a:lnTo>
                  <a:lnTo>
                    <a:pt x="511" y="1173"/>
                  </a:lnTo>
                  <a:lnTo>
                    <a:pt x="489" y="1166"/>
                  </a:lnTo>
                  <a:lnTo>
                    <a:pt x="468" y="1154"/>
                  </a:lnTo>
                  <a:lnTo>
                    <a:pt x="42" y="830"/>
                  </a:lnTo>
                  <a:lnTo>
                    <a:pt x="27" y="815"/>
                  </a:lnTo>
                  <a:lnTo>
                    <a:pt x="14" y="800"/>
                  </a:lnTo>
                  <a:lnTo>
                    <a:pt x="6" y="782"/>
                  </a:lnTo>
                  <a:lnTo>
                    <a:pt x="1" y="764"/>
                  </a:lnTo>
                  <a:lnTo>
                    <a:pt x="0" y="738"/>
                  </a:lnTo>
                  <a:lnTo>
                    <a:pt x="5" y="715"/>
                  </a:lnTo>
                  <a:lnTo>
                    <a:pt x="15" y="691"/>
                  </a:lnTo>
                  <a:lnTo>
                    <a:pt x="66" y="612"/>
                  </a:lnTo>
                  <a:lnTo>
                    <a:pt x="119" y="538"/>
                  </a:lnTo>
                  <a:lnTo>
                    <a:pt x="174" y="469"/>
                  </a:lnTo>
                  <a:lnTo>
                    <a:pt x="232" y="404"/>
                  </a:lnTo>
                  <a:lnTo>
                    <a:pt x="292" y="345"/>
                  </a:lnTo>
                  <a:lnTo>
                    <a:pt x="356" y="289"/>
                  </a:lnTo>
                  <a:lnTo>
                    <a:pt x="422" y="239"/>
                  </a:lnTo>
                  <a:lnTo>
                    <a:pt x="489" y="194"/>
                  </a:lnTo>
                  <a:lnTo>
                    <a:pt x="560" y="153"/>
                  </a:lnTo>
                  <a:lnTo>
                    <a:pt x="634" y="117"/>
                  </a:lnTo>
                  <a:lnTo>
                    <a:pt x="710" y="86"/>
                  </a:lnTo>
                  <a:lnTo>
                    <a:pt x="788" y="59"/>
                  </a:lnTo>
                  <a:lnTo>
                    <a:pt x="870" y="38"/>
                  </a:lnTo>
                  <a:lnTo>
                    <a:pt x="953" y="21"/>
                  </a:lnTo>
                  <a:lnTo>
                    <a:pt x="1041" y="10"/>
                  </a:lnTo>
                  <a:lnTo>
                    <a:pt x="1129" y="3"/>
                  </a:lnTo>
                  <a:lnTo>
                    <a:pt x="12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D7AF2F01-9DB9-FFC7-7C8A-1155F5AA1945}"/>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40686377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16" presetClass="entr" presetSubtype="37"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arn(outVertical)">
                                      <p:cBhvr>
                                        <p:cTn id="23" dur="500"/>
                                        <p:tgtEl>
                                          <p:spTgt spid="18"/>
                                        </p:tgtEl>
                                      </p:cBhvr>
                                    </p:animEffect>
                                  </p:childTnLst>
                                </p:cTn>
                              </p:par>
                            </p:childTnLst>
                          </p:cTn>
                        </p:par>
                        <p:par>
                          <p:cTn id="24" fill="hold">
                            <p:stCondLst>
                              <p:cond delay="1500"/>
                            </p:stCondLst>
                            <p:childTnLst>
                              <p:par>
                                <p:cTn id="25" presetID="2" presetClass="entr" presetSubtype="4" accel="18000" decel="8200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par>
                          <p:cTn id="29" fill="hold">
                            <p:stCondLst>
                              <p:cond delay="2000"/>
                            </p:stCondLst>
                            <p:childTnLst>
                              <p:par>
                                <p:cTn id="30" presetID="53" presetClass="entr" presetSubtype="16"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ppt_w</p:attrName>
                                        </p:attrNameLst>
                                      </p:cBhvr>
                                      <p:tavLst>
                                        <p:tav tm="0">
                                          <p:val>
                                            <p:fltVal val="0"/>
                                          </p:val>
                                        </p:tav>
                                        <p:tav tm="100000">
                                          <p:val>
                                            <p:strVal val="#ppt_w"/>
                                          </p:val>
                                        </p:tav>
                                      </p:tavLst>
                                    </p:anim>
                                    <p:anim calcmode="lin" valueType="num">
                                      <p:cBhvr>
                                        <p:cTn id="33" dur="500" fill="hold"/>
                                        <p:tgtEl>
                                          <p:spTgt spid="20"/>
                                        </p:tgtEl>
                                        <p:attrNameLst>
                                          <p:attrName>ppt_h</p:attrName>
                                        </p:attrNameLst>
                                      </p:cBhvr>
                                      <p:tavLst>
                                        <p:tav tm="0">
                                          <p:val>
                                            <p:fltVal val="0"/>
                                          </p:val>
                                        </p:tav>
                                        <p:tav tm="100000">
                                          <p:val>
                                            <p:strVal val="#ppt_h"/>
                                          </p:val>
                                        </p:tav>
                                      </p:tavLst>
                                    </p:anim>
                                    <p:animEffect transition="in" filter="fade">
                                      <p:cBhvr>
                                        <p:cTn id="34" dur="500"/>
                                        <p:tgtEl>
                                          <p:spTgt spid="20"/>
                                        </p:tgtEl>
                                      </p:cBhvr>
                                    </p:animEffect>
                                  </p:childTnLst>
                                </p:cTn>
                              </p:par>
                            </p:childTnLst>
                          </p:cTn>
                        </p:par>
                        <p:par>
                          <p:cTn id="35" fill="hold">
                            <p:stCondLst>
                              <p:cond delay="2500"/>
                            </p:stCondLst>
                            <p:childTnLst>
                              <p:par>
                                <p:cTn id="36" presetID="53" presetClass="entr" presetSubtype="16" fill="hold" nodeType="after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p:cTn id="38" dur="500" fill="hold"/>
                                        <p:tgtEl>
                                          <p:spTgt spid="24"/>
                                        </p:tgtEl>
                                        <p:attrNameLst>
                                          <p:attrName>ppt_w</p:attrName>
                                        </p:attrNameLst>
                                      </p:cBhvr>
                                      <p:tavLst>
                                        <p:tav tm="0">
                                          <p:val>
                                            <p:fltVal val="0"/>
                                          </p:val>
                                        </p:tav>
                                        <p:tav tm="100000">
                                          <p:val>
                                            <p:strVal val="#ppt_w"/>
                                          </p:val>
                                        </p:tav>
                                      </p:tavLst>
                                    </p:anim>
                                    <p:anim calcmode="lin" valueType="num">
                                      <p:cBhvr>
                                        <p:cTn id="39" dur="500" fill="hold"/>
                                        <p:tgtEl>
                                          <p:spTgt spid="24"/>
                                        </p:tgtEl>
                                        <p:attrNameLst>
                                          <p:attrName>ppt_h</p:attrName>
                                        </p:attrNameLst>
                                      </p:cBhvr>
                                      <p:tavLst>
                                        <p:tav tm="0">
                                          <p:val>
                                            <p:fltVal val="0"/>
                                          </p:val>
                                        </p:tav>
                                        <p:tav tm="100000">
                                          <p:val>
                                            <p:strVal val="#ppt_h"/>
                                          </p:val>
                                        </p:tav>
                                      </p:tavLst>
                                    </p:anim>
                                    <p:animEffect transition="in" filter="fade">
                                      <p:cBhvr>
                                        <p:cTn id="40" dur="500"/>
                                        <p:tgtEl>
                                          <p:spTgt spid="24"/>
                                        </p:tgtEl>
                                      </p:cBhvr>
                                    </p:animEffect>
                                  </p:childTnLst>
                                </p:cTn>
                              </p:par>
                              <p:par>
                                <p:cTn id="41" presetID="16" presetClass="entr" presetSubtype="37"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arn(outVertical)">
                                      <p:cBhvr>
                                        <p:cTn id="43" dur="500"/>
                                        <p:tgtEl>
                                          <p:spTgt spid="21"/>
                                        </p:tgtEl>
                                      </p:cBhvr>
                                    </p:animEffect>
                                  </p:childTnLst>
                                </p:cTn>
                              </p:par>
                            </p:childTnLst>
                          </p:cTn>
                        </p:par>
                        <p:par>
                          <p:cTn id="44" fill="hold">
                            <p:stCondLst>
                              <p:cond delay="3000"/>
                            </p:stCondLst>
                            <p:childTnLst>
                              <p:par>
                                <p:cTn id="45" presetID="2" presetClass="entr" presetSubtype="4" accel="18000" decel="8200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3500"/>
                            </p:stCondLst>
                            <p:childTnLst>
                              <p:par>
                                <p:cTn id="50" presetID="53" presetClass="entr" presetSubtype="16" fill="hold" grpId="0" nodeType="after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p:cTn id="52" dur="500" fill="hold"/>
                                        <p:tgtEl>
                                          <p:spTgt spid="22"/>
                                        </p:tgtEl>
                                        <p:attrNameLst>
                                          <p:attrName>ppt_w</p:attrName>
                                        </p:attrNameLst>
                                      </p:cBhvr>
                                      <p:tavLst>
                                        <p:tav tm="0">
                                          <p:val>
                                            <p:fltVal val="0"/>
                                          </p:val>
                                        </p:tav>
                                        <p:tav tm="100000">
                                          <p:val>
                                            <p:strVal val="#ppt_w"/>
                                          </p:val>
                                        </p:tav>
                                      </p:tavLst>
                                    </p:anim>
                                    <p:anim calcmode="lin" valueType="num">
                                      <p:cBhvr>
                                        <p:cTn id="53" dur="500" fill="hold"/>
                                        <p:tgtEl>
                                          <p:spTgt spid="22"/>
                                        </p:tgtEl>
                                        <p:attrNameLst>
                                          <p:attrName>ppt_h</p:attrName>
                                        </p:attrNameLst>
                                      </p:cBhvr>
                                      <p:tavLst>
                                        <p:tav tm="0">
                                          <p:val>
                                            <p:fltVal val="0"/>
                                          </p:val>
                                        </p:tav>
                                        <p:tav tm="100000">
                                          <p:val>
                                            <p:strVal val="#ppt_h"/>
                                          </p:val>
                                        </p:tav>
                                      </p:tavLst>
                                    </p:anim>
                                    <p:animEffect transition="in" filter="fade">
                                      <p:cBhvr>
                                        <p:cTn id="54" dur="500"/>
                                        <p:tgtEl>
                                          <p:spTgt spid="22"/>
                                        </p:tgtEl>
                                      </p:cBhvr>
                                    </p:animEffect>
                                  </p:childTnLst>
                                </p:cTn>
                              </p:par>
                            </p:childTnLst>
                          </p:cTn>
                        </p:par>
                        <p:par>
                          <p:cTn id="55" fill="hold">
                            <p:stCondLst>
                              <p:cond delay="4000"/>
                            </p:stCondLst>
                            <p:childTnLst>
                              <p:par>
                                <p:cTn id="56" presetID="53" presetClass="entr" presetSubtype="16" fill="hold" nodeType="after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p:cTn id="58" dur="500" fill="hold"/>
                                        <p:tgtEl>
                                          <p:spTgt spid="27"/>
                                        </p:tgtEl>
                                        <p:attrNameLst>
                                          <p:attrName>ppt_w</p:attrName>
                                        </p:attrNameLst>
                                      </p:cBhvr>
                                      <p:tavLst>
                                        <p:tav tm="0">
                                          <p:val>
                                            <p:fltVal val="0"/>
                                          </p:val>
                                        </p:tav>
                                        <p:tav tm="100000">
                                          <p:val>
                                            <p:strVal val="#ppt_w"/>
                                          </p:val>
                                        </p:tav>
                                      </p:tavLst>
                                    </p:anim>
                                    <p:anim calcmode="lin" valueType="num">
                                      <p:cBhvr>
                                        <p:cTn id="59" dur="500" fill="hold"/>
                                        <p:tgtEl>
                                          <p:spTgt spid="27"/>
                                        </p:tgtEl>
                                        <p:attrNameLst>
                                          <p:attrName>ppt_h</p:attrName>
                                        </p:attrNameLst>
                                      </p:cBhvr>
                                      <p:tavLst>
                                        <p:tav tm="0">
                                          <p:val>
                                            <p:fltVal val="0"/>
                                          </p:val>
                                        </p:tav>
                                        <p:tav tm="100000">
                                          <p:val>
                                            <p:strVal val="#ppt_h"/>
                                          </p:val>
                                        </p:tav>
                                      </p:tavLst>
                                    </p:anim>
                                    <p:animEffect transition="in" filter="fade">
                                      <p:cBhvr>
                                        <p:cTn id="60" dur="500"/>
                                        <p:tgtEl>
                                          <p:spTgt spid="27"/>
                                        </p:tgtEl>
                                      </p:cBhvr>
                                    </p:animEffect>
                                  </p:childTnLst>
                                </p:cTn>
                              </p:par>
                              <p:par>
                                <p:cTn id="61" presetID="16" presetClass="entr" presetSubtype="37"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arn(outVertical)">
                                      <p:cBhvr>
                                        <p:cTn id="6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8" grpId="0"/>
      <p:bldP spid="19" grpId="0" animBg="1"/>
      <p:bldP spid="20" grpId="0" animBg="1"/>
      <p:bldP spid="21" grpId="0"/>
      <p:bldP spid="22" grpId="0" animBg="1"/>
      <p:bldP spid="2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40CF2-5CDE-5131-73A2-011BC145A7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B2C415-89ED-8276-7E33-1041E96A293D}"/>
              </a:ext>
            </a:extLst>
          </p:cNvPr>
          <p:cNvSpPr>
            <a:spLocks noGrp="1"/>
          </p:cNvSpPr>
          <p:nvPr>
            <p:ph type="title"/>
          </p:nvPr>
        </p:nvSpPr>
        <p:spPr>
          <a:xfrm>
            <a:off x="387819" y="282611"/>
            <a:ext cx="8368363" cy="409459"/>
          </a:xfrm>
          <a:prstGeom prst="rect">
            <a:avLst/>
          </a:prstGeom>
        </p:spPr>
        <p:txBody>
          <a:bodyPr>
            <a:normAutofit fontScale="90000"/>
          </a:bodyPr>
          <a:lstStyle/>
          <a:p>
            <a:r>
              <a:rPr lang="en-US"/>
              <a:t>MAIS COMMENT ?</a:t>
            </a:r>
          </a:p>
        </p:txBody>
      </p:sp>
      <p:sp>
        <p:nvSpPr>
          <p:cNvPr id="13" name="Rounded Rectangle 1">
            <a:extLst>
              <a:ext uri="{FF2B5EF4-FFF2-40B4-BE49-F238E27FC236}">
                <a16:creationId xmlns:a16="http://schemas.microsoft.com/office/drawing/2014/main" id="{ADE2BAB0-8B38-74CB-6821-921C82710B3D}"/>
              </a:ext>
            </a:extLst>
          </p:cNvPr>
          <p:cNvSpPr/>
          <p:nvPr/>
        </p:nvSpPr>
        <p:spPr bwMode="auto">
          <a:xfrm>
            <a:off x="381000" y="1594738"/>
            <a:ext cx="2667000" cy="2950592"/>
          </a:xfrm>
          <a:prstGeom prst="roundRect">
            <a:avLst>
              <a:gd name="adj" fmla="val 2440"/>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4" name="Rounded Rectangle 19">
            <a:extLst>
              <a:ext uri="{FF2B5EF4-FFF2-40B4-BE49-F238E27FC236}">
                <a16:creationId xmlns:a16="http://schemas.microsoft.com/office/drawing/2014/main" id="{4CCB87E3-151E-B6CC-A1D2-44F878C5C336}"/>
              </a:ext>
            </a:extLst>
          </p:cNvPr>
          <p:cNvSpPr/>
          <p:nvPr/>
        </p:nvSpPr>
        <p:spPr bwMode="auto">
          <a:xfrm>
            <a:off x="3231682" y="1594738"/>
            <a:ext cx="2667000" cy="2950592"/>
          </a:xfrm>
          <a:prstGeom prst="roundRect">
            <a:avLst>
              <a:gd name="adj" fmla="val 2440"/>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Rounded Rectangle 20">
            <a:extLst>
              <a:ext uri="{FF2B5EF4-FFF2-40B4-BE49-F238E27FC236}">
                <a16:creationId xmlns:a16="http://schemas.microsoft.com/office/drawing/2014/main" id="{28BE1BD0-951A-5C61-D2FF-CA80002AB39F}"/>
              </a:ext>
            </a:extLst>
          </p:cNvPr>
          <p:cNvSpPr/>
          <p:nvPr/>
        </p:nvSpPr>
        <p:spPr bwMode="auto">
          <a:xfrm>
            <a:off x="6082363" y="1594738"/>
            <a:ext cx="2667000" cy="2950592"/>
          </a:xfrm>
          <a:prstGeom prst="roundRect">
            <a:avLst>
              <a:gd name="adj" fmla="val 1932"/>
            </a:avLst>
          </a:prstGeom>
          <a:solidFill>
            <a:schemeClr val="accent3"/>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7" name="Oval 16">
            <a:extLst>
              <a:ext uri="{FF2B5EF4-FFF2-40B4-BE49-F238E27FC236}">
                <a16:creationId xmlns:a16="http://schemas.microsoft.com/office/drawing/2014/main" id="{7DE8CE05-08E7-862D-5056-ABD81F7F8EDC}"/>
              </a:ext>
            </a:extLst>
          </p:cNvPr>
          <p:cNvSpPr/>
          <p:nvPr/>
        </p:nvSpPr>
        <p:spPr bwMode="auto">
          <a:xfrm>
            <a:off x="1228725" y="1070610"/>
            <a:ext cx="971550" cy="971550"/>
          </a:xfrm>
          <a:prstGeom prst="ellipse">
            <a:avLst/>
          </a:prstGeom>
          <a:solidFill>
            <a:schemeClr val="accent1"/>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18" name="Inhaltsplatzhalter 4">
            <a:extLst>
              <a:ext uri="{FF2B5EF4-FFF2-40B4-BE49-F238E27FC236}">
                <a16:creationId xmlns:a16="http://schemas.microsoft.com/office/drawing/2014/main" id="{D19978EB-3269-32F5-513E-3DADD24114B9}"/>
              </a:ext>
            </a:extLst>
          </p:cNvPr>
          <p:cNvSpPr txBox="1">
            <a:spLocks/>
          </p:cNvSpPr>
          <p:nvPr/>
        </p:nvSpPr>
        <p:spPr>
          <a:xfrm>
            <a:off x="457200" y="2107793"/>
            <a:ext cx="2495549" cy="1615827"/>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1800">
                <a:latin typeface="Calibri Light"/>
                <a:ea typeface="Calibri Light"/>
                <a:cs typeface="Calibri Light"/>
              </a:rPr>
              <a:t>Un </a:t>
            </a:r>
            <a:r>
              <a:rPr lang="en-US" sz="1800" err="1">
                <a:latin typeface="Calibri Light"/>
                <a:ea typeface="Calibri Light"/>
                <a:cs typeface="Calibri Light"/>
              </a:rPr>
              <a:t>texte</a:t>
            </a:r>
            <a:r>
              <a:rPr lang="en-US" sz="1800">
                <a:latin typeface="Calibri Light"/>
                <a:ea typeface="Calibri Light"/>
                <a:cs typeface="Calibri Light"/>
              </a:rPr>
              <a:t> </a:t>
            </a:r>
            <a:r>
              <a:rPr lang="en-US" sz="1800" err="1">
                <a:latin typeface="Calibri Light"/>
                <a:ea typeface="Calibri Light"/>
                <a:cs typeface="Calibri Light"/>
              </a:rPr>
              <a:t>plagié</a:t>
            </a:r>
            <a:r>
              <a:rPr lang="en-US" sz="1800">
                <a:latin typeface="Calibri Light"/>
                <a:ea typeface="Calibri Light"/>
                <a:cs typeface="Calibri Light"/>
              </a:rPr>
              <a:t> a </a:t>
            </a:r>
            <a:r>
              <a:rPr lang="en-US" sz="1800" err="1">
                <a:latin typeface="Calibri Light"/>
                <a:ea typeface="Calibri Light"/>
                <a:cs typeface="Calibri Light"/>
              </a:rPr>
              <a:t>donc</a:t>
            </a:r>
            <a:r>
              <a:rPr lang="en-US" sz="1800">
                <a:latin typeface="Calibri Light"/>
                <a:ea typeface="Calibri Light"/>
                <a:cs typeface="Calibri Light"/>
              </a:rPr>
              <a:t> des </a:t>
            </a:r>
            <a:r>
              <a:rPr lang="en-US" sz="1800" err="1">
                <a:latin typeface="Calibri Light"/>
                <a:ea typeface="Calibri Light"/>
                <a:cs typeface="Calibri Light"/>
              </a:rPr>
              <a:t>caractéristiques</a:t>
            </a:r>
            <a:r>
              <a:rPr lang="en-US" sz="1800">
                <a:latin typeface="Calibri Light"/>
                <a:ea typeface="Calibri Light"/>
                <a:cs typeface="Calibri Light"/>
              </a:rPr>
              <a:t> </a:t>
            </a:r>
            <a:r>
              <a:rPr lang="en-US" sz="1800" err="1">
                <a:latin typeface="Calibri Light"/>
                <a:ea typeface="Calibri Light"/>
                <a:cs typeface="Calibri Light"/>
              </a:rPr>
              <a:t>qu'on</a:t>
            </a:r>
            <a:r>
              <a:rPr lang="en-US" sz="1800">
                <a:latin typeface="Calibri Light"/>
                <a:ea typeface="Calibri Light"/>
                <a:cs typeface="Calibri Light"/>
              </a:rPr>
              <a:t> </a:t>
            </a:r>
            <a:r>
              <a:rPr lang="en-US" sz="1800" err="1">
                <a:latin typeface="Calibri Light"/>
                <a:ea typeface="Calibri Light"/>
                <a:cs typeface="Calibri Light"/>
              </a:rPr>
              <a:t>est</a:t>
            </a:r>
            <a:r>
              <a:rPr lang="en-US" sz="1800">
                <a:latin typeface="Calibri Light"/>
                <a:ea typeface="Calibri Light"/>
                <a:cs typeface="Calibri Light"/>
              </a:rPr>
              <a:t> </a:t>
            </a:r>
            <a:r>
              <a:rPr lang="en-US" sz="1800" err="1">
                <a:latin typeface="Calibri Light"/>
                <a:ea typeface="Calibri Light"/>
                <a:cs typeface="Calibri Light"/>
              </a:rPr>
              <a:t>censé</a:t>
            </a:r>
            <a:r>
              <a:rPr lang="en-US" sz="1800">
                <a:latin typeface="Calibri Light"/>
                <a:ea typeface="Calibri Light"/>
                <a:cs typeface="Calibri Light"/>
              </a:rPr>
              <a:t> </a:t>
            </a:r>
            <a:r>
              <a:rPr lang="en-US" sz="1800" err="1">
                <a:latin typeface="Calibri Light"/>
                <a:ea typeface="Calibri Light"/>
                <a:cs typeface="Calibri Light"/>
              </a:rPr>
              <a:t>reconnaître</a:t>
            </a:r>
            <a:r>
              <a:rPr lang="en-US" sz="1800">
                <a:latin typeface="Calibri Light"/>
                <a:ea typeface="Calibri Light"/>
                <a:cs typeface="Calibri Light"/>
              </a:rPr>
              <a:t> ?</a:t>
            </a:r>
            <a:br>
              <a:rPr lang="en-US" sz="1800" b="1">
                <a:latin typeface="+mj-lt"/>
              </a:rPr>
            </a:br>
            <a:endParaRPr lang="en-US" sz="1800" b="1">
              <a:solidFill>
                <a:schemeClr val="bg2"/>
              </a:solidFill>
              <a:latin typeface="Roboto"/>
              <a:ea typeface="Roboto"/>
              <a:cs typeface="Roboto"/>
            </a:endParaRPr>
          </a:p>
        </p:txBody>
      </p:sp>
      <p:sp>
        <p:nvSpPr>
          <p:cNvPr id="19" name="Freeform 6">
            <a:extLst>
              <a:ext uri="{FF2B5EF4-FFF2-40B4-BE49-F238E27FC236}">
                <a16:creationId xmlns:a16="http://schemas.microsoft.com/office/drawing/2014/main" id="{A6F80D6D-F1AA-BFFD-02FB-D8BFD98B594D}"/>
              </a:ext>
            </a:extLst>
          </p:cNvPr>
          <p:cNvSpPr>
            <a:spLocks noEditPoints="1"/>
          </p:cNvSpPr>
          <p:nvPr/>
        </p:nvSpPr>
        <p:spPr bwMode="auto">
          <a:xfrm flipH="1">
            <a:off x="1465504" y="1309138"/>
            <a:ext cx="497992" cy="494494"/>
          </a:xfrm>
          <a:custGeom>
            <a:avLst/>
            <a:gdLst>
              <a:gd name="T0" fmla="*/ 2120 w 3986"/>
              <a:gd name="T1" fmla="*/ 444 h 3956"/>
              <a:gd name="T2" fmla="*/ 1803 w 3986"/>
              <a:gd name="T3" fmla="*/ 559 h 3956"/>
              <a:gd name="T4" fmla="*/ 1524 w 3986"/>
              <a:gd name="T5" fmla="*/ 765 h 3956"/>
              <a:gd name="T6" fmla="*/ 1316 w 3986"/>
              <a:gd name="T7" fmla="*/ 1043 h 3956"/>
              <a:gd name="T8" fmla="*/ 1200 w 3986"/>
              <a:gd name="T9" fmla="*/ 1358 h 3956"/>
              <a:gd name="T10" fmla="*/ 1177 w 3986"/>
              <a:gd name="T11" fmla="*/ 1688 h 3956"/>
              <a:gd name="T12" fmla="*/ 1246 w 3986"/>
              <a:gd name="T13" fmla="*/ 2012 h 3956"/>
              <a:gd name="T14" fmla="*/ 1408 w 3986"/>
              <a:gd name="T15" fmla="*/ 2311 h 3956"/>
              <a:gd name="T16" fmla="*/ 1658 w 3986"/>
              <a:gd name="T17" fmla="*/ 2558 h 3956"/>
              <a:gd name="T18" fmla="*/ 1959 w 3986"/>
              <a:gd name="T19" fmla="*/ 2719 h 3956"/>
              <a:gd name="T20" fmla="*/ 2286 w 3986"/>
              <a:gd name="T21" fmla="*/ 2787 h 3956"/>
              <a:gd name="T22" fmla="*/ 2618 w 3986"/>
              <a:gd name="T23" fmla="*/ 2765 h 3956"/>
              <a:gd name="T24" fmla="*/ 2934 w 3986"/>
              <a:gd name="T25" fmla="*/ 2650 h 3956"/>
              <a:gd name="T26" fmla="*/ 3214 w 3986"/>
              <a:gd name="T27" fmla="*/ 2443 h 3956"/>
              <a:gd name="T28" fmla="*/ 3422 w 3986"/>
              <a:gd name="T29" fmla="*/ 2166 h 3956"/>
              <a:gd name="T30" fmla="*/ 3538 w 3986"/>
              <a:gd name="T31" fmla="*/ 1852 h 3956"/>
              <a:gd name="T32" fmla="*/ 3561 w 3986"/>
              <a:gd name="T33" fmla="*/ 1522 h 3956"/>
              <a:gd name="T34" fmla="*/ 3491 w 3986"/>
              <a:gd name="T35" fmla="*/ 1197 h 3956"/>
              <a:gd name="T36" fmla="*/ 3330 w 3986"/>
              <a:gd name="T37" fmla="*/ 898 h 3956"/>
              <a:gd name="T38" fmla="*/ 3080 w 3986"/>
              <a:gd name="T39" fmla="*/ 651 h 3956"/>
              <a:gd name="T40" fmla="*/ 2780 w 3986"/>
              <a:gd name="T41" fmla="*/ 490 h 3956"/>
              <a:gd name="T42" fmla="*/ 2453 w 3986"/>
              <a:gd name="T43" fmla="*/ 421 h 3956"/>
              <a:gd name="T44" fmla="*/ 2560 w 3986"/>
              <a:gd name="T45" fmla="*/ 11 h 3956"/>
              <a:gd name="T46" fmla="*/ 2933 w 3986"/>
              <a:gd name="T47" fmla="*/ 100 h 3956"/>
              <a:gd name="T48" fmla="*/ 3280 w 3986"/>
              <a:gd name="T49" fmla="*/ 278 h 3956"/>
              <a:gd name="T50" fmla="*/ 3583 w 3986"/>
              <a:gd name="T51" fmla="*/ 543 h 3956"/>
              <a:gd name="T52" fmla="*/ 3806 w 3986"/>
              <a:gd name="T53" fmla="*/ 868 h 3956"/>
              <a:gd name="T54" fmla="*/ 3941 w 3986"/>
              <a:gd name="T55" fmla="*/ 1228 h 3956"/>
              <a:gd name="T56" fmla="*/ 3986 w 3986"/>
              <a:gd name="T57" fmla="*/ 1604 h 3956"/>
              <a:gd name="T58" fmla="*/ 3941 w 3986"/>
              <a:gd name="T59" fmla="*/ 1981 h 3956"/>
              <a:gd name="T60" fmla="*/ 3806 w 3986"/>
              <a:gd name="T61" fmla="*/ 2341 h 3956"/>
              <a:gd name="T62" fmla="*/ 3583 w 3986"/>
              <a:gd name="T63" fmla="*/ 2667 h 3956"/>
              <a:gd name="T64" fmla="*/ 3269 w 3986"/>
              <a:gd name="T65" fmla="*/ 2941 h 3956"/>
              <a:gd name="T66" fmla="*/ 2906 w 3986"/>
              <a:gd name="T67" fmla="*/ 3121 h 3956"/>
              <a:gd name="T68" fmla="*/ 2520 w 3986"/>
              <a:gd name="T69" fmla="*/ 3204 h 3956"/>
              <a:gd name="T70" fmla="*/ 2126 w 3986"/>
              <a:gd name="T71" fmla="*/ 3188 h 3956"/>
              <a:gd name="T72" fmla="*/ 1743 w 3986"/>
              <a:gd name="T73" fmla="*/ 3075 h 3956"/>
              <a:gd name="T74" fmla="*/ 1550 w 3986"/>
              <a:gd name="T75" fmla="*/ 2977 h 3956"/>
              <a:gd name="T76" fmla="*/ 1495 w 3986"/>
              <a:gd name="T77" fmla="*/ 2981 h 3956"/>
              <a:gd name="T78" fmla="*/ 574 w 3986"/>
              <a:gd name="T79" fmla="*/ 3876 h 3956"/>
              <a:gd name="T80" fmla="*/ 400 w 3986"/>
              <a:gd name="T81" fmla="*/ 3951 h 3956"/>
              <a:gd name="T82" fmla="*/ 227 w 3986"/>
              <a:gd name="T83" fmla="*/ 3939 h 3956"/>
              <a:gd name="T84" fmla="*/ 90 w 3986"/>
              <a:gd name="T85" fmla="*/ 3843 h 3956"/>
              <a:gd name="T86" fmla="*/ 6 w 3986"/>
              <a:gd name="T87" fmla="*/ 3689 h 3956"/>
              <a:gd name="T88" fmla="*/ 17 w 3986"/>
              <a:gd name="T89" fmla="*/ 3515 h 3956"/>
              <a:gd name="T90" fmla="*/ 112 w 3986"/>
              <a:gd name="T91" fmla="*/ 3345 h 3956"/>
              <a:gd name="T92" fmla="*/ 168 w 3986"/>
              <a:gd name="T93" fmla="*/ 3287 h 3956"/>
              <a:gd name="T94" fmla="*/ 247 w 3986"/>
              <a:gd name="T95" fmla="*/ 3208 h 3956"/>
              <a:gd name="T96" fmla="*/ 371 w 3986"/>
              <a:gd name="T97" fmla="*/ 3084 h 3956"/>
              <a:gd name="T98" fmla="*/ 522 w 3986"/>
              <a:gd name="T99" fmla="*/ 2935 h 3956"/>
              <a:gd name="T100" fmla="*/ 680 w 3986"/>
              <a:gd name="T101" fmla="*/ 2778 h 3956"/>
              <a:gd name="T102" fmla="*/ 828 w 3986"/>
              <a:gd name="T103" fmla="*/ 2631 h 3956"/>
              <a:gd name="T104" fmla="*/ 949 w 3986"/>
              <a:gd name="T105" fmla="*/ 2511 h 3956"/>
              <a:gd name="T106" fmla="*/ 991 w 3986"/>
              <a:gd name="T107" fmla="*/ 2441 h 3956"/>
              <a:gd name="T108" fmla="*/ 983 w 3986"/>
              <a:gd name="T109" fmla="*/ 2407 h 3956"/>
              <a:gd name="T110" fmla="*/ 818 w 3986"/>
              <a:gd name="T111" fmla="*/ 2039 h 3956"/>
              <a:gd name="T112" fmla="*/ 754 w 3986"/>
              <a:gd name="T113" fmla="*/ 1650 h 3956"/>
              <a:gd name="T114" fmla="*/ 788 w 3986"/>
              <a:gd name="T115" fmla="*/ 1260 h 3956"/>
              <a:gd name="T116" fmla="*/ 921 w 3986"/>
              <a:gd name="T117" fmla="*/ 887 h 3956"/>
              <a:gd name="T118" fmla="*/ 1152 w 3986"/>
              <a:gd name="T119" fmla="*/ 547 h 3956"/>
              <a:gd name="T120" fmla="*/ 1458 w 3986"/>
              <a:gd name="T121" fmla="*/ 278 h 3956"/>
              <a:gd name="T122" fmla="*/ 1806 w 3986"/>
              <a:gd name="T123" fmla="*/ 100 h 3956"/>
              <a:gd name="T124" fmla="*/ 2178 w 3986"/>
              <a:gd name="T125" fmla="*/ 11 h 3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86" h="3956">
                <a:moveTo>
                  <a:pt x="2369" y="419"/>
                </a:moveTo>
                <a:lnTo>
                  <a:pt x="2286" y="421"/>
                </a:lnTo>
                <a:lnTo>
                  <a:pt x="2202" y="430"/>
                </a:lnTo>
                <a:lnTo>
                  <a:pt x="2120" y="444"/>
                </a:lnTo>
                <a:lnTo>
                  <a:pt x="2038" y="465"/>
                </a:lnTo>
                <a:lnTo>
                  <a:pt x="1959" y="490"/>
                </a:lnTo>
                <a:lnTo>
                  <a:pt x="1880" y="521"/>
                </a:lnTo>
                <a:lnTo>
                  <a:pt x="1803" y="559"/>
                </a:lnTo>
                <a:lnTo>
                  <a:pt x="1729" y="602"/>
                </a:lnTo>
                <a:lnTo>
                  <a:pt x="1658" y="651"/>
                </a:lnTo>
                <a:lnTo>
                  <a:pt x="1589" y="705"/>
                </a:lnTo>
                <a:lnTo>
                  <a:pt x="1524" y="765"/>
                </a:lnTo>
                <a:lnTo>
                  <a:pt x="1463" y="830"/>
                </a:lnTo>
                <a:lnTo>
                  <a:pt x="1408" y="898"/>
                </a:lnTo>
                <a:lnTo>
                  <a:pt x="1360" y="969"/>
                </a:lnTo>
                <a:lnTo>
                  <a:pt x="1316" y="1043"/>
                </a:lnTo>
                <a:lnTo>
                  <a:pt x="1278" y="1119"/>
                </a:lnTo>
                <a:lnTo>
                  <a:pt x="1246" y="1197"/>
                </a:lnTo>
                <a:lnTo>
                  <a:pt x="1221" y="1277"/>
                </a:lnTo>
                <a:lnTo>
                  <a:pt x="1200" y="1358"/>
                </a:lnTo>
                <a:lnTo>
                  <a:pt x="1186" y="1439"/>
                </a:lnTo>
                <a:lnTo>
                  <a:pt x="1177" y="1522"/>
                </a:lnTo>
                <a:lnTo>
                  <a:pt x="1175" y="1604"/>
                </a:lnTo>
                <a:lnTo>
                  <a:pt x="1177" y="1688"/>
                </a:lnTo>
                <a:lnTo>
                  <a:pt x="1186" y="1770"/>
                </a:lnTo>
                <a:lnTo>
                  <a:pt x="1200" y="1852"/>
                </a:lnTo>
                <a:lnTo>
                  <a:pt x="1221" y="1933"/>
                </a:lnTo>
                <a:lnTo>
                  <a:pt x="1246" y="2012"/>
                </a:lnTo>
                <a:lnTo>
                  <a:pt x="1278" y="2090"/>
                </a:lnTo>
                <a:lnTo>
                  <a:pt x="1316" y="2166"/>
                </a:lnTo>
                <a:lnTo>
                  <a:pt x="1360" y="2239"/>
                </a:lnTo>
                <a:lnTo>
                  <a:pt x="1408" y="2311"/>
                </a:lnTo>
                <a:lnTo>
                  <a:pt x="1463" y="2379"/>
                </a:lnTo>
                <a:lnTo>
                  <a:pt x="1524" y="2443"/>
                </a:lnTo>
                <a:lnTo>
                  <a:pt x="1589" y="2504"/>
                </a:lnTo>
                <a:lnTo>
                  <a:pt x="1658" y="2558"/>
                </a:lnTo>
                <a:lnTo>
                  <a:pt x="1729" y="2608"/>
                </a:lnTo>
                <a:lnTo>
                  <a:pt x="1803" y="2650"/>
                </a:lnTo>
                <a:lnTo>
                  <a:pt x="1880" y="2687"/>
                </a:lnTo>
                <a:lnTo>
                  <a:pt x="1959" y="2719"/>
                </a:lnTo>
                <a:lnTo>
                  <a:pt x="2038" y="2745"/>
                </a:lnTo>
                <a:lnTo>
                  <a:pt x="2120" y="2765"/>
                </a:lnTo>
                <a:lnTo>
                  <a:pt x="2202" y="2779"/>
                </a:lnTo>
                <a:lnTo>
                  <a:pt x="2286" y="2787"/>
                </a:lnTo>
                <a:lnTo>
                  <a:pt x="2369" y="2791"/>
                </a:lnTo>
                <a:lnTo>
                  <a:pt x="2453" y="2787"/>
                </a:lnTo>
                <a:lnTo>
                  <a:pt x="2536" y="2779"/>
                </a:lnTo>
                <a:lnTo>
                  <a:pt x="2618" y="2765"/>
                </a:lnTo>
                <a:lnTo>
                  <a:pt x="2700" y="2745"/>
                </a:lnTo>
                <a:lnTo>
                  <a:pt x="2780" y="2719"/>
                </a:lnTo>
                <a:lnTo>
                  <a:pt x="2858" y="2687"/>
                </a:lnTo>
                <a:lnTo>
                  <a:pt x="2934" y="2650"/>
                </a:lnTo>
                <a:lnTo>
                  <a:pt x="3009" y="2608"/>
                </a:lnTo>
                <a:lnTo>
                  <a:pt x="3080" y="2558"/>
                </a:lnTo>
                <a:lnTo>
                  <a:pt x="3148" y="2504"/>
                </a:lnTo>
                <a:lnTo>
                  <a:pt x="3214" y="2443"/>
                </a:lnTo>
                <a:lnTo>
                  <a:pt x="3275" y="2379"/>
                </a:lnTo>
                <a:lnTo>
                  <a:pt x="3330" y="2311"/>
                </a:lnTo>
                <a:lnTo>
                  <a:pt x="3378" y="2239"/>
                </a:lnTo>
                <a:lnTo>
                  <a:pt x="3422" y="2166"/>
                </a:lnTo>
                <a:lnTo>
                  <a:pt x="3460" y="2090"/>
                </a:lnTo>
                <a:lnTo>
                  <a:pt x="3491" y="2012"/>
                </a:lnTo>
                <a:lnTo>
                  <a:pt x="3517" y="1933"/>
                </a:lnTo>
                <a:lnTo>
                  <a:pt x="3538" y="1852"/>
                </a:lnTo>
                <a:lnTo>
                  <a:pt x="3552" y="1770"/>
                </a:lnTo>
                <a:lnTo>
                  <a:pt x="3561" y="1688"/>
                </a:lnTo>
                <a:lnTo>
                  <a:pt x="3563" y="1604"/>
                </a:lnTo>
                <a:lnTo>
                  <a:pt x="3561" y="1522"/>
                </a:lnTo>
                <a:lnTo>
                  <a:pt x="3552" y="1439"/>
                </a:lnTo>
                <a:lnTo>
                  <a:pt x="3538" y="1358"/>
                </a:lnTo>
                <a:lnTo>
                  <a:pt x="3517" y="1277"/>
                </a:lnTo>
                <a:lnTo>
                  <a:pt x="3491" y="1197"/>
                </a:lnTo>
                <a:lnTo>
                  <a:pt x="3460" y="1119"/>
                </a:lnTo>
                <a:lnTo>
                  <a:pt x="3422" y="1043"/>
                </a:lnTo>
                <a:lnTo>
                  <a:pt x="3378" y="969"/>
                </a:lnTo>
                <a:lnTo>
                  <a:pt x="3330" y="898"/>
                </a:lnTo>
                <a:lnTo>
                  <a:pt x="3275" y="830"/>
                </a:lnTo>
                <a:lnTo>
                  <a:pt x="3214" y="765"/>
                </a:lnTo>
                <a:lnTo>
                  <a:pt x="3148" y="705"/>
                </a:lnTo>
                <a:lnTo>
                  <a:pt x="3080" y="651"/>
                </a:lnTo>
                <a:lnTo>
                  <a:pt x="3009" y="602"/>
                </a:lnTo>
                <a:lnTo>
                  <a:pt x="2934" y="559"/>
                </a:lnTo>
                <a:lnTo>
                  <a:pt x="2858" y="521"/>
                </a:lnTo>
                <a:lnTo>
                  <a:pt x="2780" y="490"/>
                </a:lnTo>
                <a:lnTo>
                  <a:pt x="2700" y="465"/>
                </a:lnTo>
                <a:lnTo>
                  <a:pt x="2618" y="444"/>
                </a:lnTo>
                <a:lnTo>
                  <a:pt x="2536" y="430"/>
                </a:lnTo>
                <a:lnTo>
                  <a:pt x="2453" y="421"/>
                </a:lnTo>
                <a:lnTo>
                  <a:pt x="2369" y="419"/>
                </a:lnTo>
                <a:close/>
                <a:moveTo>
                  <a:pt x="2369" y="0"/>
                </a:moveTo>
                <a:lnTo>
                  <a:pt x="2465" y="2"/>
                </a:lnTo>
                <a:lnTo>
                  <a:pt x="2560" y="11"/>
                </a:lnTo>
                <a:lnTo>
                  <a:pt x="2655" y="24"/>
                </a:lnTo>
                <a:lnTo>
                  <a:pt x="2748" y="45"/>
                </a:lnTo>
                <a:lnTo>
                  <a:pt x="2842" y="69"/>
                </a:lnTo>
                <a:lnTo>
                  <a:pt x="2933" y="100"/>
                </a:lnTo>
                <a:lnTo>
                  <a:pt x="3023" y="136"/>
                </a:lnTo>
                <a:lnTo>
                  <a:pt x="3111" y="177"/>
                </a:lnTo>
                <a:lnTo>
                  <a:pt x="3197" y="224"/>
                </a:lnTo>
                <a:lnTo>
                  <a:pt x="3280" y="278"/>
                </a:lnTo>
                <a:lnTo>
                  <a:pt x="3360" y="335"/>
                </a:lnTo>
                <a:lnTo>
                  <a:pt x="3438" y="399"/>
                </a:lnTo>
                <a:lnTo>
                  <a:pt x="3513" y="469"/>
                </a:lnTo>
                <a:lnTo>
                  <a:pt x="3583" y="543"/>
                </a:lnTo>
                <a:lnTo>
                  <a:pt x="3647" y="620"/>
                </a:lnTo>
                <a:lnTo>
                  <a:pt x="3705" y="700"/>
                </a:lnTo>
                <a:lnTo>
                  <a:pt x="3759" y="783"/>
                </a:lnTo>
                <a:lnTo>
                  <a:pt x="3806" y="868"/>
                </a:lnTo>
                <a:lnTo>
                  <a:pt x="3849" y="956"/>
                </a:lnTo>
                <a:lnTo>
                  <a:pt x="3885" y="1045"/>
                </a:lnTo>
                <a:lnTo>
                  <a:pt x="3916" y="1136"/>
                </a:lnTo>
                <a:lnTo>
                  <a:pt x="3941" y="1228"/>
                </a:lnTo>
                <a:lnTo>
                  <a:pt x="3961" y="1321"/>
                </a:lnTo>
                <a:lnTo>
                  <a:pt x="3974" y="1415"/>
                </a:lnTo>
                <a:lnTo>
                  <a:pt x="3983" y="1510"/>
                </a:lnTo>
                <a:lnTo>
                  <a:pt x="3986" y="1604"/>
                </a:lnTo>
                <a:lnTo>
                  <a:pt x="3983" y="1700"/>
                </a:lnTo>
                <a:lnTo>
                  <a:pt x="3974" y="1794"/>
                </a:lnTo>
                <a:lnTo>
                  <a:pt x="3961" y="1888"/>
                </a:lnTo>
                <a:lnTo>
                  <a:pt x="3941" y="1981"/>
                </a:lnTo>
                <a:lnTo>
                  <a:pt x="3916" y="2074"/>
                </a:lnTo>
                <a:lnTo>
                  <a:pt x="3885" y="2165"/>
                </a:lnTo>
                <a:lnTo>
                  <a:pt x="3849" y="2254"/>
                </a:lnTo>
                <a:lnTo>
                  <a:pt x="3806" y="2341"/>
                </a:lnTo>
                <a:lnTo>
                  <a:pt x="3759" y="2426"/>
                </a:lnTo>
                <a:lnTo>
                  <a:pt x="3705" y="2509"/>
                </a:lnTo>
                <a:lnTo>
                  <a:pt x="3647" y="2589"/>
                </a:lnTo>
                <a:lnTo>
                  <a:pt x="3583" y="2667"/>
                </a:lnTo>
                <a:lnTo>
                  <a:pt x="3513" y="2740"/>
                </a:lnTo>
                <a:lnTo>
                  <a:pt x="3434" y="2813"/>
                </a:lnTo>
                <a:lnTo>
                  <a:pt x="3353" y="2879"/>
                </a:lnTo>
                <a:lnTo>
                  <a:pt x="3269" y="2941"/>
                </a:lnTo>
                <a:lnTo>
                  <a:pt x="3181" y="2995"/>
                </a:lnTo>
                <a:lnTo>
                  <a:pt x="3092" y="3043"/>
                </a:lnTo>
                <a:lnTo>
                  <a:pt x="3000" y="3086"/>
                </a:lnTo>
                <a:lnTo>
                  <a:pt x="2906" y="3121"/>
                </a:lnTo>
                <a:lnTo>
                  <a:pt x="2812" y="3151"/>
                </a:lnTo>
                <a:lnTo>
                  <a:pt x="2715" y="3175"/>
                </a:lnTo>
                <a:lnTo>
                  <a:pt x="2618" y="3192"/>
                </a:lnTo>
                <a:lnTo>
                  <a:pt x="2520" y="3204"/>
                </a:lnTo>
                <a:lnTo>
                  <a:pt x="2421" y="3209"/>
                </a:lnTo>
                <a:lnTo>
                  <a:pt x="2323" y="3209"/>
                </a:lnTo>
                <a:lnTo>
                  <a:pt x="2224" y="3202"/>
                </a:lnTo>
                <a:lnTo>
                  <a:pt x="2126" y="3188"/>
                </a:lnTo>
                <a:lnTo>
                  <a:pt x="2028" y="3169"/>
                </a:lnTo>
                <a:lnTo>
                  <a:pt x="1932" y="3144"/>
                </a:lnTo>
                <a:lnTo>
                  <a:pt x="1836" y="3112"/>
                </a:lnTo>
                <a:lnTo>
                  <a:pt x="1743" y="3075"/>
                </a:lnTo>
                <a:lnTo>
                  <a:pt x="1650" y="3031"/>
                </a:lnTo>
                <a:lnTo>
                  <a:pt x="1560" y="2982"/>
                </a:lnTo>
                <a:lnTo>
                  <a:pt x="1558" y="2981"/>
                </a:lnTo>
                <a:lnTo>
                  <a:pt x="1550" y="2977"/>
                </a:lnTo>
                <a:lnTo>
                  <a:pt x="1540" y="2975"/>
                </a:lnTo>
                <a:lnTo>
                  <a:pt x="1526" y="2972"/>
                </a:lnTo>
                <a:lnTo>
                  <a:pt x="1510" y="2975"/>
                </a:lnTo>
                <a:lnTo>
                  <a:pt x="1495" y="2981"/>
                </a:lnTo>
                <a:lnTo>
                  <a:pt x="1478" y="2993"/>
                </a:lnTo>
                <a:lnTo>
                  <a:pt x="654" y="3810"/>
                </a:lnTo>
                <a:lnTo>
                  <a:pt x="615" y="3846"/>
                </a:lnTo>
                <a:lnTo>
                  <a:pt x="574" y="3876"/>
                </a:lnTo>
                <a:lnTo>
                  <a:pt x="533" y="3903"/>
                </a:lnTo>
                <a:lnTo>
                  <a:pt x="489" y="3924"/>
                </a:lnTo>
                <a:lnTo>
                  <a:pt x="444" y="3940"/>
                </a:lnTo>
                <a:lnTo>
                  <a:pt x="400" y="3951"/>
                </a:lnTo>
                <a:lnTo>
                  <a:pt x="355" y="3956"/>
                </a:lnTo>
                <a:lnTo>
                  <a:pt x="311" y="3956"/>
                </a:lnTo>
                <a:lnTo>
                  <a:pt x="269" y="3950"/>
                </a:lnTo>
                <a:lnTo>
                  <a:pt x="227" y="3939"/>
                </a:lnTo>
                <a:lnTo>
                  <a:pt x="187" y="3921"/>
                </a:lnTo>
                <a:lnTo>
                  <a:pt x="150" y="3898"/>
                </a:lnTo>
                <a:lnTo>
                  <a:pt x="114" y="3868"/>
                </a:lnTo>
                <a:lnTo>
                  <a:pt x="90" y="3843"/>
                </a:lnTo>
                <a:lnTo>
                  <a:pt x="60" y="3808"/>
                </a:lnTo>
                <a:lnTo>
                  <a:pt x="35" y="3770"/>
                </a:lnTo>
                <a:lnTo>
                  <a:pt x="17" y="3732"/>
                </a:lnTo>
                <a:lnTo>
                  <a:pt x="6" y="3689"/>
                </a:lnTo>
                <a:lnTo>
                  <a:pt x="0" y="3647"/>
                </a:lnTo>
                <a:lnTo>
                  <a:pt x="0" y="3604"/>
                </a:lnTo>
                <a:lnTo>
                  <a:pt x="6" y="3560"/>
                </a:lnTo>
                <a:lnTo>
                  <a:pt x="17" y="3515"/>
                </a:lnTo>
                <a:lnTo>
                  <a:pt x="33" y="3472"/>
                </a:lnTo>
                <a:lnTo>
                  <a:pt x="55" y="3429"/>
                </a:lnTo>
                <a:lnTo>
                  <a:pt x="80" y="3386"/>
                </a:lnTo>
                <a:lnTo>
                  <a:pt x="112" y="3345"/>
                </a:lnTo>
                <a:lnTo>
                  <a:pt x="147" y="3307"/>
                </a:lnTo>
                <a:lnTo>
                  <a:pt x="150" y="3304"/>
                </a:lnTo>
                <a:lnTo>
                  <a:pt x="157" y="3298"/>
                </a:lnTo>
                <a:lnTo>
                  <a:pt x="168" y="3287"/>
                </a:lnTo>
                <a:lnTo>
                  <a:pt x="182" y="3273"/>
                </a:lnTo>
                <a:lnTo>
                  <a:pt x="201" y="3253"/>
                </a:lnTo>
                <a:lnTo>
                  <a:pt x="223" y="3233"/>
                </a:lnTo>
                <a:lnTo>
                  <a:pt x="247" y="3208"/>
                </a:lnTo>
                <a:lnTo>
                  <a:pt x="275" y="3180"/>
                </a:lnTo>
                <a:lnTo>
                  <a:pt x="305" y="3151"/>
                </a:lnTo>
                <a:lnTo>
                  <a:pt x="337" y="3118"/>
                </a:lnTo>
                <a:lnTo>
                  <a:pt x="371" y="3084"/>
                </a:lnTo>
                <a:lnTo>
                  <a:pt x="407" y="3049"/>
                </a:lnTo>
                <a:lnTo>
                  <a:pt x="444" y="3012"/>
                </a:lnTo>
                <a:lnTo>
                  <a:pt x="483" y="2975"/>
                </a:lnTo>
                <a:lnTo>
                  <a:pt x="522" y="2935"/>
                </a:lnTo>
                <a:lnTo>
                  <a:pt x="562" y="2896"/>
                </a:lnTo>
                <a:lnTo>
                  <a:pt x="601" y="2856"/>
                </a:lnTo>
                <a:lnTo>
                  <a:pt x="641" y="2818"/>
                </a:lnTo>
                <a:lnTo>
                  <a:pt x="680" y="2778"/>
                </a:lnTo>
                <a:lnTo>
                  <a:pt x="719" y="2739"/>
                </a:lnTo>
                <a:lnTo>
                  <a:pt x="756" y="2702"/>
                </a:lnTo>
                <a:lnTo>
                  <a:pt x="793" y="2666"/>
                </a:lnTo>
                <a:lnTo>
                  <a:pt x="828" y="2631"/>
                </a:lnTo>
                <a:lnTo>
                  <a:pt x="862" y="2598"/>
                </a:lnTo>
                <a:lnTo>
                  <a:pt x="894" y="2567"/>
                </a:lnTo>
                <a:lnTo>
                  <a:pt x="923" y="2538"/>
                </a:lnTo>
                <a:lnTo>
                  <a:pt x="949" y="2511"/>
                </a:lnTo>
                <a:lnTo>
                  <a:pt x="973" y="2488"/>
                </a:lnTo>
                <a:lnTo>
                  <a:pt x="985" y="2472"/>
                </a:lnTo>
                <a:lnTo>
                  <a:pt x="990" y="2455"/>
                </a:lnTo>
                <a:lnTo>
                  <a:pt x="991" y="2441"/>
                </a:lnTo>
                <a:lnTo>
                  <a:pt x="990" y="2428"/>
                </a:lnTo>
                <a:lnTo>
                  <a:pt x="986" y="2417"/>
                </a:lnTo>
                <a:lnTo>
                  <a:pt x="984" y="2410"/>
                </a:lnTo>
                <a:lnTo>
                  <a:pt x="983" y="2407"/>
                </a:lnTo>
                <a:lnTo>
                  <a:pt x="932" y="2318"/>
                </a:lnTo>
                <a:lnTo>
                  <a:pt x="888" y="2226"/>
                </a:lnTo>
                <a:lnTo>
                  <a:pt x="850" y="2133"/>
                </a:lnTo>
                <a:lnTo>
                  <a:pt x="818" y="2039"/>
                </a:lnTo>
                <a:lnTo>
                  <a:pt x="793" y="1942"/>
                </a:lnTo>
                <a:lnTo>
                  <a:pt x="773" y="1846"/>
                </a:lnTo>
                <a:lnTo>
                  <a:pt x="760" y="1749"/>
                </a:lnTo>
                <a:lnTo>
                  <a:pt x="754" y="1650"/>
                </a:lnTo>
                <a:lnTo>
                  <a:pt x="753" y="1552"/>
                </a:lnTo>
                <a:lnTo>
                  <a:pt x="758" y="1455"/>
                </a:lnTo>
                <a:lnTo>
                  <a:pt x="770" y="1357"/>
                </a:lnTo>
                <a:lnTo>
                  <a:pt x="788" y="1260"/>
                </a:lnTo>
                <a:lnTo>
                  <a:pt x="811" y="1165"/>
                </a:lnTo>
                <a:lnTo>
                  <a:pt x="842" y="1071"/>
                </a:lnTo>
                <a:lnTo>
                  <a:pt x="878" y="978"/>
                </a:lnTo>
                <a:lnTo>
                  <a:pt x="921" y="887"/>
                </a:lnTo>
                <a:lnTo>
                  <a:pt x="969" y="798"/>
                </a:lnTo>
                <a:lnTo>
                  <a:pt x="1024" y="711"/>
                </a:lnTo>
                <a:lnTo>
                  <a:pt x="1085" y="628"/>
                </a:lnTo>
                <a:lnTo>
                  <a:pt x="1152" y="547"/>
                </a:lnTo>
                <a:lnTo>
                  <a:pt x="1226" y="469"/>
                </a:lnTo>
                <a:lnTo>
                  <a:pt x="1300" y="399"/>
                </a:lnTo>
                <a:lnTo>
                  <a:pt x="1378" y="335"/>
                </a:lnTo>
                <a:lnTo>
                  <a:pt x="1458" y="278"/>
                </a:lnTo>
                <a:lnTo>
                  <a:pt x="1542" y="224"/>
                </a:lnTo>
                <a:lnTo>
                  <a:pt x="1627" y="177"/>
                </a:lnTo>
                <a:lnTo>
                  <a:pt x="1716" y="136"/>
                </a:lnTo>
                <a:lnTo>
                  <a:pt x="1806" y="100"/>
                </a:lnTo>
                <a:lnTo>
                  <a:pt x="1897" y="69"/>
                </a:lnTo>
                <a:lnTo>
                  <a:pt x="1989" y="45"/>
                </a:lnTo>
                <a:lnTo>
                  <a:pt x="2083" y="24"/>
                </a:lnTo>
                <a:lnTo>
                  <a:pt x="2178" y="11"/>
                </a:lnTo>
                <a:lnTo>
                  <a:pt x="2274" y="2"/>
                </a:lnTo>
                <a:lnTo>
                  <a:pt x="236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Oval 19">
            <a:extLst>
              <a:ext uri="{FF2B5EF4-FFF2-40B4-BE49-F238E27FC236}">
                <a16:creationId xmlns:a16="http://schemas.microsoft.com/office/drawing/2014/main" id="{E4E63B1C-AEDE-09FB-2F78-9C226358FE92}"/>
              </a:ext>
            </a:extLst>
          </p:cNvPr>
          <p:cNvSpPr/>
          <p:nvPr/>
        </p:nvSpPr>
        <p:spPr bwMode="auto">
          <a:xfrm>
            <a:off x="4079407" y="1070610"/>
            <a:ext cx="971550" cy="971550"/>
          </a:xfrm>
          <a:prstGeom prst="ellipse">
            <a:avLst/>
          </a:prstGeom>
          <a:solidFill>
            <a:schemeClr val="accent2"/>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21" name="Inhaltsplatzhalter 4">
            <a:extLst>
              <a:ext uri="{FF2B5EF4-FFF2-40B4-BE49-F238E27FC236}">
                <a16:creationId xmlns:a16="http://schemas.microsoft.com/office/drawing/2014/main" id="{1360354E-8CD8-9577-82B5-9BC1A91A0A11}"/>
              </a:ext>
            </a:extLst>
          </p:cNvPr>
          <p:cNvSpPr txBox="1">
            <a:spLocks/>
          </p:cNvSpPr>
          <p:nvPr/>
        </p:nvSpPr>
        <p:spPr>
          <a:xfrm>
            <a:off x="3317408" y="2107793"/>
            <a:ext cx="2495549" cy="37253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fr-FR" sz="1800">
                <a:solidFill>
                  <a:schemeClr val="bg2"/>
                </a:solidFill>
                <a:latin typeface="Calibri Light"/>
                <a:ea typeface="Calibri Light"/>
                <a:cs typeface="Calibri Light"/>
              </a:rPr>
              <a:t>Quelles sont elles ?</a:t>
            </a:r>
            <a:endParaRPr lang="en-US">
              <a:solidFill>
                <a:schemeClr val="bg2"/>
              </a:solidFill>
            </a:endParaRPr>
          </a:p>
        </p:txBody>
      </p:sp>
      <p:sp>
        <p:nvSpPr>
          <p:cNvPr id="22" name="Oval 21">
            <a:extLst>
              <a:ext uri="{FF2B5EF4-FFF2-40B4-BE49-F238E27FC236}">
                <a16:creationId xmlns:a16="http://schemas.microsoft.com/office/drawing/2014/main" id="{420807C7-2A17-24C2-828E-A432EC3EDE19}"/>
              </a:ext>
            </a:extLst>
          </p:cNvPr>
          <p:cNvSpPr/>
          <p:nvPr/>
        </p:nvSpPr>
        <p:spPr bwMode="auto">
          <a:xfrm>
            <a:off x="6930089" y="1070610"/>
            <a:ext cx="971550" cy="971550"/>
          </a:xfrm>
          <a:prstGeom prst="ellipse">
            <a:avLst/>
          </a:prstGeom>
          <a:solidFill>
            <a:schemeClr val="accent3"/>
          </a:solidFill>
          <a:ln w="285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23" name="Inhaltsplatzhalter 4">
            <a:extLst>
              <a:ext uri="{FF2B5EF4-FFF2-40B4-BE49-F238E27FC236}">
                <a16:creationId xmlns:a16="http://schemas.microsoft.com/office/drawing/2014/main" id="{C4D3B1FC-CD67-4C9E-5552-719CD3054194}"/>
              </a:ext>
            </a:extLst>
          </p:cNvPr>
          <p:cNvSpPr txBox="1">
            <a:spLocks/>
          </p:cNvSpPr>
          <p:nvPr/>
        </p:nvSpPr>
        <p:spPr>
          <a:xfrm>
            <a:off x="6168090" y="2107793"/>
            <a:ext cx="2495549" cy="2034531"/>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fr-FR" sz="1800">
                <a:solidFill>
                  <a:schemeClr val="bg2"/>
                </a:solidFill>
                <a:latin typeface="Calibri Light"/>
                <a:ea typeface="Calibri Light"/>
                <a:cs typeface="Calibri Light"/>
              </a:rPr>
              <a:t>En réalité, des modèles (algorithmes de classification) entraînés pour reconnaître ces caractéristiques</a:t>
            </a:r>
            <a:endParaRPr lang="en-US">
              <a:solidFill>
                <a:schemeClr val="bg2"/>
              </a:solidFill>
              <a:latin typeface="Calibri Light"/>
            </a:endParaRPr>
          </a:p>
        </p:txBody>
      </p:sp>
      <p:grpSp>
        <p:nvGrpSpPr>
          <p:cNvPr id="24" name="Group 23">
            <a:extLst>
              <a:ext uri="{FF2B5EF4-FFF2-40B4-BE49-F238E27FC236}">
                <a16:creationId xmlns:a16="http://schemas.microsoft.com/office/drawing/2014/main" id="{77FF2387-D084-4234-4FC5-B8A336E25853}"/>
              </a:ext>
            </a:extLst>
          </p:cNvPr>
          <p:cNvGrpSpPr/>
          <p:nvPr/>
        </p:nvGrpSpPr>
        <p:grpSpPr>
          <a:xfrm>
            <a:off x="7144269" y="1359106"/>
            <a:ext cx="541376" cy="425450"/>
            <a:chOff x="-650875" y="1612900"/>
            <a:chExt cx="1482725" cy="1165226"/>
          </a:xfrm>
          <a:solidFill>
            <a:schemeClr val="bg1"/>
          </a:solidFill>
        </p:grpSpPr>
        <p:sp>
          <p:nvSpPr>
            <p:cNvPr id="25" name="Freeform 6">
              <a:extLst>
                <a:ext uri="{FF2B5EF4-FFF2-40B4-BE49-F238E27FC236}">
                  <a16:creationId xmlns:a16="http://schemas.microsoft.com/office/drawing/2014/main" id="{FC5FA508-F379-C170-95E6-7AD25D89A6D6}"/>
                </a:ext>
              </a:extLst>
            </p:cNvPr>
            <p:cNvSpPr>
              <a:spLocks noEditPoints="1"/>
            </p:cNvSpPr>
            <p:nvPr/>
          </p:nvSpPr>
          <p:spPr bwMode="auto">
            <a:xfrm>
              <a:off x="-650875" y="1612900"/>
              <a:ext cx="1165226" cy="952500"/>
            </a:xfrm>
            <a:custGeom>
              <a:avLst/>
              <a:gdLst>
                <a:gd name="T0" fmla="*/ 1160 w 2936"/>
                <a:gd name="T1" fmla="*/ 294 h 2402"/>
                <a:gd name="T2" fmla="*/ 795 w 2936"/>
                <a:gd name="T3" fmla="*/ 407 h 2402"/>
                <a:gd name="T4" fmla="*/ 533 w 2936"/>
                <a:gd name="T5" fmla="*/ 569 h 2402"/>
                <a:gd name="T6" fmla="*/ 351 w 2936"/>
                <a:gd name="T7" fmla="*/ 777 h 2402"/>
                <a:gd name="T8" fmla="*/ 270 w 2936"/>
                <a:gd name="T9" fmla="*/ 1007 h 2402"/>
                <a:gd name="T10" fmla="*/ 295 w 2936"/>
                <a:gd name="T11" fmla="*/ 1235 h 2402"/>
                <a:gd name="T12" fmla="*/ 416 w 2936"/>
                <a:gd name="T13" fmla="*/ 1449 h 2402"/>
                <a:gd name="T14" fmla="*/ 624 w 2936"/>
                <a:gd name="T15" fmla="*/ 1632 h 2402"/>
                <a:gd name="T16" fmla="*/ 885 w 2936"/>
                <a:gd name="T17" fmla="*/ 1923 h 2402"/>
                <a:gd name="T18" fmla="*/ 1257 w 2936"/>
                <a:gd name="T19" fmla="*/ 1855 h 2402"/>
                <a:gd name="T20" fmla="*/ 1677 w 2936"/>
                <a:gd name="T21" fmla="*/ 1856 h 2402"/>
                <a:gd name="T22" fmla="*/ 2065 w 2936"/>
                <a:gd name="T23" fmla="*/ 1760 h 2402"/>
                <a:gd name="T24" fmla="*/ 2345 w 2936"/>
                <a:gd name="T25" fmla="*/ 1611 h 2402"/>
                <a:gd name="T26" fmla="*/ 2549 w 2936"/>
                <a:gd name="T27" fmla="*/ 1412 h 2402"/>
                <a:gd name="T28" fmla="*/ 2656 w 2936"/>
                <a:gd name="T29" fmla="*/ 1187 h 2402"/>
                <a:gd name="T30" fmla="*/ 2656 w 2936"/>
                <a:gd name="T31" fmla="*/ 948 h 2402"/>
                <a:gd name="T32" fmla="*/ 2549 w 2936"/>
                <a:gd name="T33" fmla="*/ 723 h 2402"/>
                <a:gd name="T34" fmla="*/ 2345 w 2936"/>
                <a:gd name="T35" fmla="*/ 524 h 2402"/>
                <a:gd name="T36" fmla="*/ 2065 w 2936"/>
                <a:gd name="T37" fmla="*/ 375 h 2402"/>
                <a:gd name="T38" fmla="*/ 1677 w 2936"/>
                <a:gd name="T39" fmla="*/ 279 h 2402"/>
                <a:gd name="T40" fmla="*/ 1468 w 2936"/>
                <a:gd name="T41" fmla="*/ 0 h 2402"/>
                <a:gd name="T42" fmla="*/ 1904 w 2936"/>
                <a:gd name="T43" fmla="*/ 46 h 2402"/>
                <a:gd name="T44" fmla="*/ 2288 w 2936"/>
                <a:gd name="T45" fmla="*/ 180 h 2402"/>
                <a:gd name="T46" fmla="*/ 2573 w 2936"/>
                <a:gd name="T47" fmla="*/ 362 h 2402"/>
                <a:gd name="T48" fmla="*/ 2786 w 2936"/>
                <a:gd name="T49" fmla="*/ 593 h 2402"/>
                <a:gd name="T50" fmla="*/ 2909 w 2936"/>
                <a:gd name="T51" fmla="*/ 856 h 2402"/>
                <a:gd name="T52" fmla="*/ 2934 w 2936"/>
                <a:gd name="T53" fmla="*/ 1139 h 2402"/>
                <a:gd name="T54" fmla="*/ 2860 w 2936"/>
                <a:gd name="T55" fmla="*/ 1412 h 2402"/>
                <a:gd name="T56" fmla="*/ 2689 w 2936"/>
                <a:gd name="T57" fmla="*/ 1663 h 2402"/>
                <a:gd name="T58" fmla="*/ 2439 w 2936"/>
                <a:gd name="T59" fmla="*/ 1871 h 2402"/>
                <a:gd name="T60" fmla="*/ 2108 w 2936"/>
                <a:gd name="T61" fmla="*/ 2031 h 2402"/>
                <a:gd name="T62" fmla="*/ 1692 w 2936"/>
                <a:gd name="T63" fmla="*/ 2124 h 2402"/>
                <a:gd name="T64" fmla="*/ 1287 w 2936"/>
                <a:gd name="T65" fmla="*/ 2127 h 2402"/>
                <a:gd name="T66" fmla="*/ 922 w 2936"/>
                <a:gd name="T67" fmla="*/ 2213 h 2402"/>
                <a:gd name="T68" fmla="*/ 522 w 2936"/>
                <a:gd name="T69" fmla="*/ 2369 h 2402"/>
                <a:gd name="T70" fmla="*/ 336 w 2936"/>
                <a:gd name="T71" fmla="*/ 2402 h 2402"/>
                <a:gd name="T72" fmla="*/ 281 w 2936"/>
                <a:gd name="T73" fmla="*/ 2373 h 2402"/>
                <a:gd name="T74" fmla="*/ 267 w 2936"/>
                <a:gd name="T75" fmla="*/ 2328 h 2402"/>
                <a:gd name="T76" fmla="*/ 272 w 2936"/>
                <a:gd name="T77" fmla="*/ 2302 h 2402"/>
                <a:gd name="T78" fmla="*/ 280 w 2936"/>
                <a:gd name="T79" fmla="*/ 2288 h 2402"/>
                <a:gd name="T80" fmla="*/ 289 w 2936"/>
                <a:gd name="T81" fmla="*/ 2274 h 2402"/>
                <a:gd name="T82" fmla="*/ 294 w 2936"/>
                <a:gd name="T83" fmla="*/ 2270 h 2402"/>
                <a:gd name="T84" fmla="*/ 303 w 2936"/>
                <a:gd name="T85" fmla="*/ 2260 h 2402"/>
                <a:gd name="T86" fmla="*/ 311 w 2936"/>
                <a:gd name="T87" fmla="*/ 2250 h 2402"/>
                <a:gd name="T88" fmla="*/ 341 w 2936"/>
                <a:gd name="T89" fmla="*/ 2216 h 2402"/>
                <a:gd name="T90" fmla="*/ 413 w 2936"/>
                <a:gd name="T91" fmla="*/ 2136 h 2402"/>
                <a:gd name="T92" fmla="*/ 488 w 2936"/>
                <a:gd name="T93" fmla="*/ 2036 h 2402"/>
                <a:gd name="T94" fmla="*/ 483 w 2936"/>
                <a:gd name="T95" fmla="*/ 1859 h 2402"/>
                <a:gd name="T96" fmla="*/ 242 w 2936"/>
                <a:gd name="T97" fmla="*/ 1654 h 2402"/>
                <a:gd name="T98" fmla="*/ 76 w 2936"/>
                <a:gd name="T99" fmla="*/ 1407 h 2402"/>
                <a:gd name="T100" fmla="*/ 3 w 2936"/>
                <a:gd name="T101" fmla="*/ 1138 h 2402"/>
                <a:gd name="T102" fmla="*/ 27 w 2936"/>
                <a:gd name="T103" fmla="*/ 856 h 2402"/>
                <a:gd name="T104" fmla="*/ 150 w 2936"/>
                <a:gd name="T105" fmla="*/ 593 h 2402"/>
                <a:gd name="T106" fmla="*/ 363 w 2936"/>
                <a:gd name="T107" fmla="*/ 362 h 2402"/>
                <a:gd name="T108" fmla="*/ 649 w 2936"/>
                <a:gd name="T109" fmla="*/ 180 h 2402"/>
                <a:gd name="T110" fmla="*/ 1032 w 2936"/>
                <a:gd name="T111" fmla="*/ 46 h 2402"/>
                <a:gd name="T112" fmla="*/ 1468 w 2936"/>
                <a:gd name="T113" fmla="*/ 0 h 2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6" h="2402">
                  <a:moveTo>
                    <a:pt x="1468" y="266"/>
                  </a:moveTo>
                  <a:lnTo>
                    <a:pt x="1364" y="270"/>
                  </a:lnTo>
                  <a:lnTo>
                    <a:pt x="1260" y="279"/>
                  </a:lnTo>
                  <a:lnTo>
                    <a:pt x="1160" y="294"/>
                  </a:lnTo>
                  <a:lnTo>
                    <a:pt x="1062" y="315"/>
                  </a:lnTo>
                  <a:lnTo>
                    <a:pt x="965" y="341"/>
                  </a:lnTo>
                  <a:lnTo>
                    <a:pt x="871" y="375"/>
                  </a:lnTo>
                  <a:lnTo>
                    <a:pt x="795" y="407"/>
                  </a:lnTo>
                  <a:lnTo>
                    <a:pt x="723" y="443"/>
                  </a:lnTo>
                  <a:lnTo>
                    <a:pt x="655" y="482"/>
                  </a:lnTo>
                  <a:lnTo>
                    <a:pt x="592" y="524"/>
                  </a:lnTo>
                  <a:lnTo>
                    <a:pt x="533" y="569"/>
                  </a:lnTo>
                  <a:lnTo>
                    <a:pt x="480" y="618"/>
                  </a:lnTo>
                  <a:lnTo>
                    <a:pt x="431" y="669"/>
                  </a:lnTo>
                  <a:lnTo>
                    <a:pt x="387" y="723"/>
                  </a:lnTo>
                  <a:lnTo>
                    <a:pt x="351" y="777"/>
                  </a:lnTo>
                  <a:lnTo>
                    <a:pt x="320" y="833"/>
                  </a:lnTo>
                  <a:lnTo>
                    <a:pt x="297" y="890"/>
                  </a:lnTo>
                  <a:lnTo>
                    <a:pt x="280" y="948"/>
                  </a:lnTo>
                  <a:lnTo>
                    <a:pt x="270" y="1007"/>
                  </a:lnTo>
                  <a:lnTo>
                    <a:pt x="267" y="1067"/>
                  </a:lnTo>
                  <a:lnTo>
                    <a:pt x="270" y="1124"/>
                  </a:lnTo>
                  <a:lnTo>
                    <a:pt x="279" y="1180"/>
                  </a:lnTo>
                  <a:lnTo>
                    <a:pt x="295" y="1235"/>
                  </a:lnTo>
                  <a:lnTo>
                    <a:pt x="317" y="1290"/>
                  </a:lnTo>
                  <a:lnTo>
                    <a:pt x="344" y="1344"/>
                  </a:lnTo>
                  <a:lnTo>
                    <a:pt x="378" y="1398"/>
                  </a:lnTo>
                  <a:lnTo>
                    <a:pt x="416" y="1449"/>
                  </a:lnTo>
                  <a:lnTo>
                    <a:pt x="461" y="1499"/>
                  </a:lnTo>
                  <a:lnTo>
                    <a:pt x="511" y="1545"/>
                  </a:lnTo>
                  <a:lnTo>
                    <a:pt x="565" y="1589"/>
                  </a:lnTo>
                  <a:lnTo>
                    <a:pt x="624" y="1632"/>
                  </a:lnTo>
                  <a:lnTo>
                    <a:pt x="689" y="1672"/>
                  </a:lnTo>
                  <a:lnTo>
                    <a:pt x="891" y="1789"/>
                  </a:lnTo>
                  <a:lnTo>
                    <a:pt x="818" y="1964"/>
                  </a:lnTo>
                  <a:lnTo>
                    <a:pt x="885" y="1923"/>
                  </a:lnTo>
                  <a:lnTo>
                    <a:pt x="947" y="1883"/>
                  </a:lnTo>
                  <a:lnTo>
                    <a:pt x="1039" y="1819"/>
                  </a:lnTo>
                  <a:lnTo>
                    <a:pt x="1149" y="1839"/>
                  </a:lnTo>
                  <a:lnTo>
                    <a:pt x="1257" y="1855"/>
                  </a:lnTo>
                  <a:lnTo>
                    <a:pt x="1364" y="1865"/>
                  </a:lnTo>
                  <a:lnTo>
                    <a:pt x="1468" y="1868"/>
                  </a:lnTo>
                  <a:lnTo>
                    <a:pt x="1574" y="1865"/>
                  </a:lnTo>
                  <a:lnTo>
                    <a:pt x="1677" y="1856"/>
                  </a:lnTo>
                  <a:lnTo>
                    <a:pt x="1777" y="1841"/>
                  </a:lnTo>
                  <a:lnTo>
                    <a:pt x="1875" y="1820"/>
                  </a:lnTo>
                  <a:lnTo>
                    <a:pt x="1971" y="1794"/>
                  </a:lnTo>
                  <a:lnTo>
                    <a:pt x="2065" y="1760"/>
                  </a:lnTo>
                  <a:lnTo>
                    <a:pt x="2142" y="1728"/>
                  </a:lnTo>
                  <a:lnTo>
                    <a:pt x="2215" y="1691"/>
                  </a:lnTo>
                  <a:lnTo>
                    <a:pt x="2282" y="1653"/>
                  </a:lnTo>
                  <a:lnTo>
                    <a:pt x="2345" y="1611"/>
                  </a:lnTo>
                  <a:lnTo>
                    <a:pt x="2403" y="1566"/>
                  </a:lnTo>
                  <a:lnTo>
                    <a:pt x="2457" y="1517"/>
                  </a:lnTo>
                  <a:lnTo>
                    <a:pt x="2506" y="1466"/>
                  </a:lnTo>
                  <a:lnTo>
                    <a:pt x="2549" y="1412"/>
                  </a:lnTo>
                  <a:lnTo>
                    <a:pt x="2586" y="1358"/>
                  </a:lnTo>
                  <a:lnTo>
                    <a:pt x="2616" y="1302"/>
                  </a:lnTo>
                  <a:lnTo>
                    <a:pt x="2640" y="1244"/>
                  </a:lnTo>
                  <a:lnTo>
                    <a:pt x="2656" y="1187"/>
                  </a:lnTo>
                  <a:lnTo>
                    <a:pt x="2666" y="1128"/>
                  </a:lnTo>
                  <a:lnTo>
                    <a:pt x="2670" y="1067"/>
                  </a:lnTo>
                  <a:lnTo>
                    <a:pt x="2666" y="1007"/>
                  </a:lnTo>
                  <a:lnTo>
                    <a:pt x="2656" y="948"/>
                  </a:lnTo>
                  <a:lnTo>
                    <a:pt x="2640" y="890"/>
                  </a:lnTo>
                  <a:lnTo>
                    <a:pt x="2616" y="833"/>
                  </a:lnTo>
                  <a:lnTo>
                    <a:pt x="2586" y="777"/>
                  </a:lnTo>
                  <a:lnTo>
                    <a:pt x="2549" y="723"/>
                  </a:lnTo>
                  <a:lnTo>
                    <a:pt x="2506" y="669"/>
                  </a:lnTo>
                  <a:lnTo>
                    <a:pt x="2457" y="618"/>
                  </a:lnTo>
                  <a:lnTo>
                    <a:pt x="2403" y="569"/>
                  </a:lnTo>
                  <a:lnTo>
                    <a:pt x="2345" y="524"/>
                  </a:lnTo>
                  <a:lnTo>
                    <a:pt x="2282" y="482"/>
                  </a:lnTo>
                  <a:lnTo>
                    <a:pt x="2215" y="443"/>
                  </a:lnTo>
                  <a:lnTo>
                    <a:pt x="2142" y="407"/>
                  </a:lnTo>
                  <a:lnTo>
                    <a:pt x="2065" y="375"/>
                  </a:lnTo>
                  <a:lnTo>
                    <a:pt x="1971" y="341"/>
                  </a:lnTo>
                  <a:lnTo>
                    <a:pt x="1875" y="315"/>
                  </a:lnTo>
                  <a:lnTo>
                    <a:pt x="1777" y="294"/>
                  </a:lnTo>
                  <a:lnTo>
                    <a:pt x="1677" y="279"/>
                  </a:lnTo>
                  <a:lnTo>
                    <a:pt x="1574" y="270"/>
                  </a:lnTo>
                  <a:lnTo>
                    <a:pt x="1468" y="266"/>
                  </a:lnTo>
                  <a:close/>
                  <a:moveTo>
                    <a:pt x="1468" y="0"/>
                  </a:moveTo>
                  <a:lnTo>
                    <a:pt x="1468" y="0"/>
                  </a:lnTo>
                  <a:lnTo>
                    <a:pt x="1582" y="2"/>
                  </a:lnTo>
                  <a:lnTo>
                    <a:pt x="1692" y="11"/>
                  </a:lnTo>
                  <a:lnTo>
                    <a:pt x="1799" y="26"/>
                  </a:lnTo>
                  <a:lnTo>
                    <a:pt x="1904" y="46"/>
                  </a:lnTo>
                  <a:lnTo>
                    <a:pt x="2007" y="72"/>
                  </a:lnTo>
                  <a:lnTo>
                    <a:pt x="2108" y="104"/>
                  </a:lnTo>
                  <a:lnTo>
                    <a:pt x="2206" y="143"/>
                  </a:lnTo>
                  <a:lnTo>
                    <a:pt x="2288" y="180"/>
                  </a:lnTo>
                  <a:lnTo>
                    <a:pt x="2367" y="220"/>
                  </a:lnTo>
                  <a:lnTo>
                    <a:pt x="2439" y="264"/>
                  </a:lnTo>
                  <a:lnTo>
                    <a:pt x="2508" y="311"/>
                  </a:lnTo>
                  <a:lnTo>
                    <a:pt x="2573" y="362"/>
                  </a:lnTo>
                  <a:lnTo>
                    <a:pt x="2633" y="415"/>
                  </a:lnTo>
                  <a:lnTo>
                    <a:pt x="2689" y="472"/>
                  </a:lnTo>
                  <a:lnTo>
                    <a:pt x="2741" y="532"/>
                  </a:lnTo>
                  <a:lnTo>
                    <a:pt x="2786" y="593"/>
                  </a:lnTo>
                  <a:lnTo>
                    <a:pt x="2826" y="657"/>
                  </a:lnTo>
                  <a:lnTo>
                    <a:pt x="2860" y="723"/>
                  </a:lnTo>
                  <a:lnTo>
                    <a:pt x="2887" y="788"/>
                  </a:lnTo>
                  <a:lnTo>
                    <a:pt x="2909" y="856"/>
                  </a:lnTo>
                  <a:lnTo>
                    <a:pt x="2925" y="926"/>
                  </a:lnTo>
                  <a:lnTo>
                    <a:pt x="2934" y="996"/>
                  </a:lnTo>
                  <a:lnTo>
                    <a:pt x="2936" y="1067"/>
                  </a:lnTo>
                  <a:lnTo>
                    <a:pt x="2934" y="1139"/>
                  </a:lnTo>
                  <a:lnTo>
                    <a:pt x="2925" y="1209"/>
                  </a:lnTo>
                  <a:lnTo>
                    <a:pt x="2909" y="1278"/>
                  </a:lnTo>
                  <a:lnTo>
                    <a:pt x="2887" y="1347"/>
                  </a:lnTo>
                  <a:lnTo>
                    <a:pt x="2860" y="1412"/>
                  </a:lnTo>
                  <a:lnTo>
                    <a:pt x="2826" y="1478"/>
                  </a:lnTo>
                  <a:lnTo>
                    <a:pt x="2786" y="1542"/>
                  </a:lnTo>
                  <a:lnTo>
                    <a:pt x="2741" y="1603"/>
                  </a:lnTo>
                  <a:lnTo>
                    <a:pt x="2689" y="1663"/>
                  </a:lnTo>
                  <a:lnTo>
                    <a:pt x="2633" y="1720"/>
                  </a:lnTo>
                  <a:lnTo>
                    <a:pt x="2573" y="1773"/>
                  </a:lnTo>
                  <a:lnTo>
                    <a:pt x="2508" y="1824"/>
                  </a:lnTo>
                  <a:lnTo>
                    <a:pt x="2439" y="1871"/>
                  </a:lnTo>
                  <a:lnTo>
                    <a:pt x="2367" y="1915"/>
                  </a:lnTo>
                  <a:lnTo>
                    <a:pt x="2288" y="1955"/>
                  </a:lnTo>
                  <a:lnTo>
                    <a:pt x="2206" y="1992"/>
                  </a:lnTo>
                  <a:lnTo>
                    <a:pt x="2108" y="2031"/>
                  </a:lnTo>
                  <a:lnTo>
                    <a:pt x="2007" y="2062"/>
                  </a:lnTo>
                  <a:lnTo>
                    <a:pt x="1904" y="2089"/>
                  </a:lnTo>
                  <a:lnTo>
                    <a:pt x="1799" y="2109"/>
                  </a:lnTo>
                  <a:lnTo>
                    <a:pt x="1692" y="2124"/>
                  </a:lnTo>
                  <a:lnTo>
                    <a:pt x="1580" y="2133"/>
                  </a:lnTo>
                  <a:lnTo>
                    <a:pt x="1468" y="2135"/>
                  </a:lnTo>
                  <a:lnTo>
                    <a:pt x="1378" y="2133"/>
                  </a:lnTo>
                  <a:lnTo>
                    <a:pt x="1287" y="2127"/>
                  </a:lnTo>
                  <a:lnTo>
                    <a:pt x="1195" y="2117"/>
                  </a:lnTo>
                  <a:lnTo>
                    <a:pt x="1102" y="2102"/>
                  </a:lnTo>
                  <a:lnTo>
                    <a:pt x="1013" y="2160"/>
                  </a:lnTo>
                  <a:lnTo>
                    <a:pt x="922" y="2213"/>
                  </a:lnTo>
                  <a:lnTo>
                    <a:pt x="827" y="2260"/>
                  </a:lnTo>
                  <a:lnTo>
                    <a:pt x="728" y="2302"/>
                  </a:lnTo>
                  <a:lnTo>
                    <a:pt x="626" y="2338"/>
                  </a:lnTo>
                  <a:lnTo>
                    <a:pt x="522" y="2369"/>
                  </a:lnTo>
                  <a:lnTo>
                    <a:pt x="469" y="2381"/>
                  </a:lnTo>
                  <a:lnTo>
                    <a:pt x="408" y="2391"/>
                  </a:lnTo>
                  <a:lnTo>
                    <a:pt x="343" y="2402"/>
                  </a:lnTo>
                  <a:lnTo>
                    <a:pt x="336" y="2402"/>
                  </a:lnTo>
                  <a:lnTo>
                    <a:pt x="321" y="2401"/>
                  </a:lnTo>
                  <a:lnTo>
                    <a:pt x="306" y="2395"/>
                  </a:lnTo>
                  <a:lnTo>
                    <a:pt x="293" y="2386"/>
                  </a:lnTo>
                  <a:lnTo>
                    <a:pt x="281" y="2373"/>
                  </a:lnTo>
                  <a:lnTo>
                    <a:pt x="273" y="2359"/>
                  </a:lnTo>
                  <a:lnTo>
                    <a:pt x="269" y="2342"/>
                  </a:lnTo>
                  <a:lnTo>
                    <a:pt x="268" y="2335"/>
                  </a:lnTo>
                  <a:lnTo>
                    <a:pt x="267" y="2328"/>
                  </a:lnTo>
                  <a:lnTo>
                    <a:pt x="268" y="2321"/>
                  </a:lnTo>
                  <a:lnTo>
                    <a:pt x="268" y="2314"/>
                  </a:lnTo>
                  <a:lnTo>
                    <a:pt x="270" y="2309"/>
                  </a:lnTo>
                  <a:lnTo>
                    <a:pt x="272" y="2302"/>
                  </a:lnTo>
                  <a:lnTo>
                    <a:pt x="277" y="2292"/>
                  </a:lnTo>
                  <a:lnTo>
                    <a:pt x="278" y="2292"/>
                  </a:lnTo>
                  <a:lnTo>
                    <a:pt x="279" y="2291"/>
                  </a:lnTo>
                  <a:lnTo>
                    <a:pt x="280" y="2288"/>
                  </a:lnTo>
                  <a:lnTo>
                    <a:pt x="283" y="2285"/>
                  </a:lnTo>
                  <a:lnTo>
                    <a:pt x="285" y="2280"/>
                  </a:lnTo>
                  <a:lnTo>
                    <a:pt x="287" y="2276"/>
                  </a:lnTo>
                  <a:lnTo>
                    <a:pt x="289" y="2274"/>
                  </a:lnTo>
                  <a:lnTo>
                    <a:pt x="292" y="2271"/>
                  </a:lnTo>
                  <a:lnTo>
                    <a:pt x="293" y="2270"/>
                  </a:lnTo>
                  <a:lnTo>
                    <a:pt x="293" y="2270"/>
                  </a:lnTo>
                  <a:lnTo>
                    <a:pt x="294" y="2270"/>
                  </a:lnTo>
                  <a:lnTo>
                    <a:pt x="295" y="2269"/>
                  </a:lnTo>
                  <a:lnTo>
                    <a:pt x="297" y="2267"/>
                  </a:lnTo>
                  <a:lnTo>
                    <a:pt x="300" y="2263"/>
                  </a:lnTo>
                  <a:lnTo>
                    <a:pt x="303" y="2260"/>
                  </a:lnTo>
                  <a:lnTo>
                    <a:pt x="305" y="2255"/>
                  </a:lnTo>
                  <a:lnTo>
                    <a:pt x="307" y="2252"/>
                  </a:lnTo>
                  <a:lnTo>
                    <a:pt x="310" y="2251"/>
                  </a:lnTo>
                  <a:lnTo>
                    <a:pt x="311" y="2250"/>
                  </a:lnTo>
                  <a:lnTo>
                    <a:pt x="311" y="2250"/>
                  </a:lnTo>
                  <a:lnTo>
                    <a:pt x="318" y="2242"/>
                  </a:lnTo>
                  <a:lnTo>
                    <a:pt x="328" y="2230"/>
                  </a:lnTo>
                  <a:lnTo>
                    <a:pt x="341" y="2216"/>
                  </a:lnTo>
                  <a:lnTo>
                    <a:pt x="359" y="2197"/>
                  </a:lnTo>
                  <a:lnTo>
                    <a:pt x="381" y="2174"/>
                  </a:lnTo>
                  <a:lnTo>
                    <a:pt x="399" y="2153"/>
                  </a:lnTo>
                  <a:lnTo>
                    <a:pt x="413" y="2136"/>
                  </a:lnTo>
                  <a:lnTo>
                    <a:pt x="425" y="2120"/>
                  </a:lnTo>
                  <a:lnTo>
                    <a:pt x="441" y="2100"/>
                  </a:lnTo>
                  <a:lnTo>
                    <a:pt x="459" y="2076"/>
                  </a:lnTo>
                  <a:lnTo>
                    <a:pt x="488" y="2036"/>
                  </a:lnTo>
                  <a:lnTo>
                    <a:pt x="512" y="1996"/>
                  </a:lnTo>
                  <a:lnTo>
                    <a:pt x="533" y="1952"/>
                  </a:lnTo>
                  <a:lnTo>
                    <a:pt x="555" y="1904"/>
                  </a:lnTo>
                  <a:lnTo>
                    <a:pt x="483" y="1859"/>
                  </a:lnTo>
                  <a:lnTo>
                    <a:pt x="416" y="1813"/>
                  </a:lnTo>
                  <a:lnTo>
                    <a:pt x="354" y="1763"/>
                  </a:lnTo>
                  <a:lnTo>
                    <a:pt x="295" y="1710"/>
                  </a:lnTo>
                  <a:lnTo>
                    <a:pt x="242" y="1654"/>
                  </a:lnTo>
                  <a:lnTo>
                    <a:pt x="193" y="1596"/>
                  </a:lnTo>
                  <a:lnTo>
                    <a:pt x="149" y="1535"/>
                  </a:lnTo>
                  <a:lnTo>
                    <a:pt x="109" y="1471"/>
                  </a:lnTo>
                  <a:lnTo>
                    <a:pt x="76" y="1407"/>
                  </a:lnTo>
                  <a:lnTo>
                    <a:pt x="49" y="1342"/>
                  </a:lnTo>
                  <a:lnTo>
                    <a:pt x="27" y="1275"/>
                  </a:lnTo>
                  <a:lnTo>
                    <a:pt x="12" y="1207"/>
                  </a:lnTo>
                  <a:lnTo>
                    <a:pt x="3" y="1138"/>
                  </a:lnTo>
                  <a:lnTo>
                    <a:pt x="0" y="1067"/>
                  </a:lnTo>
                  <a:lnTo>
                    <a:pt x="3" y="996"/>
                  </a:lnTo>
                  <a:lnTo>
                    <a:pt x="12" y="926"/>
                  </a:lnTo>
                  <a:lnTo>
                    <a:pt x="27" y="856"/>
                  </a:lnTo>
                  <a:lnTo>
                    <a:pt x="49" y="788"/>
                  </a:lnTo>
                  <a:lnTo>
                    <a:pt x="77" y="723"/>
                  </a:lnTo>
                  <a:lnTo>
                    <a:pt x="110" y="657"/>
                  </a:lnTo>
                  <a:lnTo>
                    <a:pt x="150" y="593"/>
                  </a:lnTo>
                  <a:lnTo>
                    <a:pt x="196" y="532"/>
                  </a:lnTo>
                  <a:lnTo>
                    <a:pt x="247" y="472"/>
                  </a:lnTo>
                  <a:lnTo>
                    <a:pt x="303" y="415"/>
                  </a:lnTo>
                  <a:lnTo>
                    <a:pt x="363" y="362"/>
                  </a:lnTo>
                  <a:lnTo>
                    <a:pt x="428" y="311"/>
                  </a:lnTo>
                  <a:lnTo>
                    <a:pt x="497" y="264"/>
                  </a:lnTo>
                  <a:lnTo>
                    <a:pt x="571" y="220"/>
                  </a:lnTo>
                  <a:lnTo>
                    <a:pt x="649" y="180"/>
                  </a:lnTo>
                  <a:lnTo>
                    <a:pt x="731" y="143"/>
                  </a:lnTo>
                  <a:lnTo>
                    <a:pt x="829" y="104"/>
                  </a:lnTo>
                  <a:lnTo>
                    <a:pt x="929" y="72"/>
                  </a:lnTo>
                  <a:lnTo>
                    <a:pt x="1032" y="46"/>
                  </a:lnTo>
                  <a:lnTo>
                    <a:pt x="1138" y="26"/>
                  </a:lnTo>
                  <a:lnTo>
                    <a:pt x="1246" y="11"/>
                  </a:lnTo>
                  <a:lnTo>
                    <a:pt x="1356" y="2"/>
                  </a:lnTo>
                  <a:lnTo>
                    <a:pt x="146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7">
              <a:extLst>
                <a:ext uri="{FF2B5EF4-FFF2-40B4-BE49-F238E27FC236}">
                  <a16:creationId xmlns:a16="http://schemas.microsoft.com/office/drawing/2014/main" id="{EF7DD408-AF60-BCE8-36B0-30159D17768A}"/>
                </a:ext>
              </a:extLst>
            </p:cNvPr>
            <p:cNvSpPr>
              <a:spLocks/>
            </p:cNvSpPr>
            <p:nvPr/>
          </p:nvSpPr>
          <p:spPr bwMode="auto">
            <a:xfrm>
              <a:off x="-141288" y="1909763"/>
              <a:ext cx="973138" cy="868363"/>
            </a:xfrm>
            <a:custGeom>
              <a:avLst/>
              <a:gdLst>
                <a:gd name="T0" fmla="*/ 2016 w 2453"/>
                <a:gd name="T1" fmla="*/ 91 h 2186"/>
                <a:gd name="T2" fmla="*/ 2199 w 2453"/>
                <a:gd name="T3" fmla="*/ 251 h 2186"/>
                <a:gd name="T4" fmla="*/ 2339 w 2453"/>
                <a:gd name="T5" fmla="*/ 435 h 2186"/>
                <a:gd name="T6" fmla="*/ 2425 w 2453"/>
                <a:gd name="T7" fmla="*/ 637 h 2186"/>
                <a:gd name="T8" fmla="*/ 2453 w 2453"/>
                <a:gd name="T9" fmla="*/ 852 h 2186"/>
                <a:gd name="T10" fmla="*/ 2426 w 2453"/>
                <a:gd name="T11" fmla="*/ 1059 h 2186"/>
                <a:gd name="T12" fmla="*/ 2344 w 2453"/>
                <a:gd name="T13" fmla="*/ 1257 h 2186"/>
                <a:gd name="T14" fmla="*/ 2212 w 2453"/>
                <a:gd name="T15" fmla="*/ 1438 h 2186"/>
                <a:gd name="T16" fmla="*/ 2038 w 2453"/>
                <a:gd name="T17" fmla="*/ 1596 h 2186"/>
                <a:gd name="T18" fmla="*/ 1920 w 2453"/>
                <a:gd name="T19" fmla="*/ 1736 h 2186"/>
                <a:gd name="T20" fmla="*/ 1994 w 2453"/>
                <a:gd name="T21" fmla="*/ 1860 h 2186"/>
                <a:gd name="T22" fmla="*/ 2040 w 2453"/>
                <a:gd name="T23" fmla="*/ 1921 h 2186"/>
                <a:gd name="T24" fmla="*/ 2095 w 2453"/>
                <a:gd name="T25" fmla="*/ 1982 h 2186"/>
                <a:gd name="T26" fmla="*/ 2136 w 2453"/>
                <a:gd name="T27" fmla="*/ 2026 h 2186"/>
                <a:gd name="T28" fmla="*/ 2148 w 2453"/>
                <a:gd name="T29" fmla="*/ 2040 h 2186"/>
                <a:gd name="T30" fmla="*/ 2158 w 2453"/>
                <a:gd name="T31" fmla="*/ 2051 h 2186"/>
                <a:gd name="T32" fmla="*/ 2166 w 2453"/>
                <a:gd name="T33" fmla="*/ 2060 h 2186"/>
                <a:gd name="T34" fmla="*/ 2174 w 2453"/>
                <a:gd name="T35" fmla="*/ 2073 h 2186"/>
                <a:gd name="T36" fmla="*/ 2182 w 2453"/>
                <a:gd name="T37" fmla="*/ 2087 h 2186"/>
                <a:gd name="T38" fmla="*/ 2185 w 2453"/>
                <a:gd name="T39" fmla="*/ 2099 h 2186"/>
                <a:gd name="T40" fmla="*/ 2188 w 2453"/>
                <a:gd name="T41" fmla="*/ 2110 h 2186"/>
                <a:gd name="T42" fmla="*/ 2185 w 2453"/>
                <a:gd name="T43" fmla="*/ 2113 h 2186"/>
                <a:gd name="T44" fmla="*/ 2184 w 2453"/>
                <a:gd name="T45" fmla="*/ 2126 h 2186"/>
                <a:gd name="T46" fmla="*/ 2157 w 2453"/>
                <a:gd name="T47" fmla="*/ 2171 h 2186"/>
                <a:gd name="T48" fmla="*/ 2112 w 2453"/>
                <a:gd name="T49" fmla="*/ 2186 h 2186"/>
                <a:gd name="T50" fmla="*/ 1932 w 2453"/>
                <a:gd name="T51" fmla="*/ 2153 h 2186"/>
                <a:gd name="T52" fmla="*/ 1626 w 2453"/>
                <a:gd name="T53" fmla="*/ 2044 h 2186"/>
                <a:gd name="T54" fmla="*/ 1353 w 2453"/>
                <a:gd name="T55" fmla="*/ 1885 h 2186"/>
                <a:gd name="T56" fmla="*/ 1076 w 2453"/>
                <a:gd name="T57" fmla="*/ 1917 h 2186"/>
                <a:gd name="T58" fmla="*/ 765 w 2453"/>
                <a:gd name="T59" fmla="*/ 1908 h 2186"/>
                <a:gd name="T60" fmla="*/ 456 w 2453"/>
                <a:gd name="T61" fmla="*/ 1850 h 2186"/>
                <a:gd name="T62" fmla="*/ 174 w 2453"/>
                <a:gd name="T63" fmla="*/ 1744 h 2186"/>
                <a:gd name="T64" fmla="*/ 57 w 2453"/>
                <a:gd name="T65" fmla="*/ 1647 h 2186"/>
                <a:gd name="T66" fmla="*/ 184 w 2453"/>
                <a:gd name="T67" fmla="*/ 1652 h 2186"/>
                <a:gd name="T68" fmla="*/ 513 w 2453"/>
                <a:gd name="T69" fmla="*/ 1629 h 2186"/>
                <a:gd name="T70" fmla="*/ 829 w 2453"/>
                <a:gd name="T71" fmla="*/ 1559 h 2186"/>
                <a:gd name="T72" fmla="*/ 1121 w 2453"/>
                <a:gd name="T73" fmla="*/ 1444 h 2186"/>
                <a:gd name="T74" fmla="*/ 1380 w 2453"/>
                <a:gd name="T75" fmla="*/ 1290 h 2186"/>
                <a:gd name="T76" fmla="*/ 1581 w 2453"/>
                <a:gd name="T77" fmla="*/ 1114 h 2186"/>
                <a:gd name="T78" fmla="*/ 1737 w 2453"/>
                <a:gd name="T79" fmla="*/ 918 h 2186"/>
                <a:gd name="T80" fmla="*/ 1848 w 2453"/>
                <a:gd name="T81" fmla="*/ 702 h 2186"/>
                <a:gd name="T82" fmla="*/ 1909 w 2453"/>
                <a:gd name="T83" fmla="*/ 475 h 2186"/>
                <a:gd name="T84" fmla="*/ 1917 w 2453"/>
                <a:gd name="T85" fmla="*/ 237 h 2186"/>
                <a:gd name="T86" fmla="*/ 1871 w 2453"/>
                <a:gd name="T87" fmla="*/ 0 h 2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3" h="2186">
                  <a:moveTo>
                    <a:pt x="1871" y="0"/>
                  </a:moveTo>
                  <a:lnTo>
                    <a:pt x="1946" y="44"/>
                  </a:lnTo>
                  <a:lnTo>
                    <a:pt x="2016" y="91"/>
                  </a:lnTo>
                  <a:lnTo>
                    <a:pt x="2081" y="142"/>
                  </a:lnTo>
                  <a:lnTo>
                    <a:pt x="2142" y="194"/>
                  </a:lnTo>
                  <a:lnTo>
                    <a:pt x="2199" y="251"/>
                  </a:lnTo>
                  <a:lnTo>
                    <a:pt x="2250" y="310"/>
                  </a:lnTo>
                  <a:lnTo>
                    <a:pt x="2297" y="372"/>
                  </a:lnTo>
                  <a:lnTo>
                    <a:pt x="2339" y="435"/>
                  </a:lnTo>
                  <a:lnTo>
                    <a:pt x="2374" y="501"/>
                  </a:lnTo>
                  <a:lnTo>
                    <a:pt x="2402" y="569"/>
                  </a:lnTo>
                  <a:lnTo>
                    <a:pt x="2425" y="637"/>
                  </a:lnTo>
                  <a:lnTo>
                    <a:pt x="2441" y="708"/>
                  </a:lnTo>
                  <a:lnTo>
                    <a:pt x="2450" y="779"/>
                  </a:lnTo>
                  <a:lnTo>
                    <a:pt x="2453" y="852"/>
                  </a:lnTo>
                  <a:lnTo>
                    <a:pt x="2451" y="922"/>
                  </a:lnTo>
                  <a:lnTo>
                    <a:pt x="2442" y="991"/>
                  </a:lnTo>
                  <a:lnTo>
                    <a:pt x="2426" y="1059"/>
                  </a:lnTo>
                  <a:lnTo>
                    <a:pt x="2406" y="1126"/>
                  </a:lnTo>
                  <a:lnTo>
                    <a:pt x="2378" y="1192"/>
                  </a:lnTo>
                  <a:lnTo>
                    <a:pt x="2344" y="1257"/>
                  </a:lnTo>
                  <a:lnTo>
                    <a:pt x="2306" y="1319"/>
                  </a:lnTo>
                  <a:lnTo>
                    <a:pt x="2261" y="1381"/>
                  </a:lnTo>
                  <a:lnTo>
                    <a:pt x="2212" y="1438"/>
                  </a:lnTo>
                  <a:lnTo>
                    <a:pt x="2158" y="1494"/>
                  </a:lnTo>
                  <a:lnTo>
                    <a:pt x="2100" y="1546"/>
                  </a:lnTo>
                  <a:lnTo>
                    <a:pt x="2038" y="1596"/>
                  </a:lnTo>
                  <a:lnTo>
                    <a:pt x="1971" y="1644"/>
                  </a:lnTo>
                  <a:lnTo>
                    <a:pt x="1898" y="1688"/>
                  </a:lnTo>
                  <a:lnTo>
                    <a:pt x="1920" y="1736"/>
                  </a:lnTo>
                  <a:lnTo>
                    <a:pt x="1942" y="1780"/>
                  </a:lnTo>
                  <a:lnTo>
                    <a:pt x="1965" y="1821"/>
                  </a:lnTo>
                  <a:lnTo>
                    <a:pt x="1994" y="1860"/>
                  </a:lnTo>
                  <a:lnTo>
                    <a:pt x="2012" y="1884"/>
                  </a:lnTo>
                  <a:lnTo>
                    <a:pt x="2028" y="1904"/>
                  </a:lnTo>
                  <a:lnTo>
                    <a:pt x="2040" y="1921"/>
                  </a:lnTo>
                  <a:lnTo>
                    <a:pt x="2054" y="1938"/>
                  </a:lnTo>
                  <a:lnTo>
                    <a:pt x="2072" y="1958"/>
                  </a:lnTo>
                  <a:lnTo>
                    <a:pt x="2095" y="1982"/>
                  </a:lnTo>
                  <a:lnTo>
                    <a:pt x="2112" y="2000"/>
                  </a:lnTo>
                  <a:lnTo>
                    <a:pt x="2125" y="2015"/>
                  </a:lnTo>
                  <a:lnTo>
                    <a:pt x="2136" y="2026"/>
                  </a:lnTo>
                  <a:lnTo>
                    <a:pt x="2142" y="2034"/>
                  </a:lnTo>
                  <a:lnTo>
                    <a:pt x="2145" y="2036"/>
                  </a:lnTo>
                  <a:lnTo>
                    <a:pt x="2148" y="2040"/>
                  </a:lnTo>
                  <a:lnTo>
                    <a:pt x="2151" y="2043"/>
                  </a:lnTo>
                  <a:lnTo>
                    <a:pt x="2155" y="2048"/>
                  </a:lnTo>
                  <a:lnTo>
                    <a:pt x="2158" y="2051"/>
                  </a:lnTo>
                  <a:lnTo>
                    <a:pt x="2160" y="2053"/>
                  </a:lnTo>
                  <a:lnTo>
                    <a:pt x="2163" y="2057"/>
                  </a:lnTo>
                  <a:lnTo>
                    <a:pt x="2166" y="2060"/>
                  </a:lnTo>
                  <a:lnTo>
                    <a:pt x="2168" y="2065"/>
                  </a:lnTo>
                  <a:lnTo>
                    <a:pt x="2172" y="2069"/>
                  </a:lnTo>
                  <a:lnTo>
                    <a:pt x="2174" y="2073"/>
                  </a:lnTo>
                  <a:lnTo>
                    <a:pt x="2176" y="2076"/>
                  </a:lnTo>
                  <a:lnTo>
                    <a:pt x="2181" y="2086"/>
                  </a:lnTo>
                  <a:lnTo>
                    <a:pt x="2182" y="2087"/>
                  </a:lnTo>
                  <a:lnTo>
                    <a:pt x="2182" y="2090"/>
                  </a:lnTo>
                  <a:lnTo>
                    <a:pt x="2184" y="2093"/>
                  </a:lnTo>
                  <a:lnTo>
                    <a:pt x="2185" y="2099"/>
                  </a:lnTo>
                  <a:lnTo>
                    <a:pt x="2187" y="2103"/>
                  </a:lnTo>
                  <a:lnTo>
                    <a:pt x="2188" y="2107"/>
                  </a:lnTo>
                  <a:lnTo>
                    <a:pt x="2188" y="2110"/>
                  </a:lnTo>
                  <a:lnTo>
                    <a:pt x="2188" y="2111"/>
                  </a:lnTo>
                  <a:lnTo>
                    <a:pt x="2187" y="2112"/>
                  </a:lnTo>
                  <a:lnTo>
                    <a:pt x="2185" y="2113"/>
                  </a:lnTo>
                  <a:lnTo>
                    <a:pt x="2184" y="2116"/>
                  </a:lnTo>
                  <a:lnTo>
                    <a:pt x="2184" y="2120"/>
                  </a:lnTo>
                  <a:lnTo>
                    <a:pt x="2184" y="2126"/>
                  </a:lnTo>
                  <a:lnTo>
                    <a:pt x="2179" y="2144"/>
                  </a:lnTo>
                  <a:lnTo>
                    <a:pt x="2170" y="2159"/>
                  </a:lnTo>
                  <a:lnTo>
                    <a:pt x="2157" y="2171"/>
                  </a:lnTo>
                  <a:lnTo>
                    <a:pt x="2143" y="2180"/>
                  </a:lnTo>
                  <a:lnTo>
                    <a:pt x="2128" y="2185"/>
                  </a:lnTo>
                  <a:lnTo>
                    <a:pt x="2112" y="2186"/>
                  </a:lnTo>
                  <a:lnTo>
                    <a:pt x="2045" y="2176"/>
                  </a:lnTo>
                  <a:lnTo>
                    <a:pt x="1986" y="2165"/>
                  </a:lnTo>
                  <a:lnTo>
                    <a:pt x="1932" y="2153"/>
                  </a:lnTo>
                  <a:lnTo>
                    <a:pt x="1827" y="2123"/>
                  </a:lnTo>
                  <a:lnTo>
                    <a:pt x="1725" y="2086"/>
                  </a:lnTo>
                  <a:lnTo>
                    <a:pt x="1626" y="2044"/>
                  </a:lnTo>
                  <a:lnTo>
                    <a:pt x="1532" y="1997"/>
                  </a:lnTo>
                  <a:lnTo>
                    <a:pt x="1440" y="1944"/>
                  </a:lnTo>
                  <a:lnTo>
                    <a:pt x="1353" y="1885"/>
                  </a:lnTo>
                  <a:lnTo>
                    <a:pt x="1259" y="1900"/>
                  </a:lnTo>
                  <a:lnTo>
                    <a:pt x="1167" y="1910"/>
                  </a:lnTo>
                  <a:lnTo>
                    <a:pt x="1076" y="1917"/>
                  </a:lnTo>
                  <a:lnTo>
                    <a:pt x="985" y="1919"/>
                  </a:lnTo>
                  <a:lnTo>
                    <a:pt x="874" y="1916"/>
                  </a:lnTo>
                  <a:lnTo>
                    <a:pt x="765" y="1908"/>
                  </a:lnTo>
                  <a:lnTo>
                    <a:pt x="659" y="1895"/>
                  </a:lnTo>
                  <a:lnTo>
                    <a:pt x="556" y="1875"/>
                  </a:lnTo>
                  <a:lnTo>
                    <a:pt x="456" y="1850"/>
                  </a:lnTo>
                  <a:lnTo>
                    <a:pt x="360" y="1820"/>
                  </a:lnTo>
                  <a:lnTo>
                    <a:pt x="266" y="1784"/>
                  </a:lnTo>
                  <a:lnTo>
                    <a:pt x="174" y="1744"/>
                  </a:lnTo>
                  <a:lnTo>
                    <a:pt x="87" y="1696"/>
                  </a:lnTo>
                  <a:lnTo>
                    <a:pt x="0" y="1644"/>
                  </a:lnTo>
                  <a:lnTo>
                    <a:pt x="57" y="1647"/>
                  </a:lnTo>
                  <a:lnTo>
                    <a:pt x="107" y="1651"/>
                  </a:lnTo>
                  <a:lnTo>
                    <a:pt x="149" y="1652"/>
                  </a:lnTo>
                  <a:lnTo>
                    <a:pt x="184" y="1652"/>
                  </a:lnTo>
                  <a:lnTo>
                    <a:pt x="295" y="1649"/>
                  </a:lnTo>
                  <a:lnTo>
                    <a:pt x="405" y="1641"/>
                  </a:lnTo>
                  <a:lnTo>
                    <a:pt x="513" y="1629"/>
                  </a:lnTo>
                  <a:lnTo>
                    <a:pt x="620" y="1611"/>
                  </a:lnTo>
                  <a:lnTo>
                    <a:pt x="725" y="1587"/>
                  </a:lnTo>
                  <a:lnTo>
                    <a:pt x="829" y="1559"/>
                  </a:lnTo>
                  <a:lnTo>
                    <a:pt x="929" y="1525"/>
                  </a:lnTo>
                  <a:lnTo>
                    <a:pt x="1027" y="1487"/>
                  </a:lnTo>
                  <a:lnTo>
                    <a:pt x="1121" y="1444"/>
                  </a:lnTo>
                  <a:lnTo>
                    <a:pt x="1211" y="1398"/>
                  </a:lnTo>
                  <a:lnTo>
                    <a:pt x="1297" y="1345"/>
                  </a:lnTo>
                  <a:lnTo>
                    <a:pt x="1380" y="1290"/>
                  </a:lnTo>
                  <a:lnTo>
                    <a:pt x="1451" y="1233"/>
                  </a:lnTo>
                  <a:lnTo>
                    <a:pt x="1518" y="1175"/>
                  </a:lnTo>
                  <a:lnTo>
                    <a:pt x="1581" y="1114"/>
                  </a:lnTo>
                  <a:lnTo>
                    <a:pt x="1637" y="1050"/>
                  </a:lnTo>
                  <a:lnTo>
                    <a:pt x="1690" y="986"/>
                  </a:lnTo>
                  <a:lnTo>
                    <a:pt x="1737" y="918"/>
                  </a:lnTo>
                  <a:lnTo>
                    <a:pt x="1780" y="847"/>
                  </a:lnTo>
                  <a:lnTo>
                    <a:pt x="1817" y="775"/>
                  </a:lnTo>
                  <a:lnTo>
                    <a:pt x="1848" y="702"/>
                  </a:lnTo>
                  <a:lnTo>
                    <a:pt x="1875" y="627"/>
                  </a:lnTo>
                  <a:lnTo>
                    <a:pt x="1894" y="551"/>
                  </a:lnTo>
                  <a:lnTo>
                    <a:pt x="1909" y="475"/>
                  </a:lnTo>
                  <a:lnTo>
                    <a:pt x="1917" y="397"/>
                  </a:lnTo>
                  <a:lnTo>
                    <a:pt x="1920" y="317"/>
                  </a:lnTo>
                  <a:lnTo>
                    <a:pt x="1917" y="237"/>
                  </a:lnTo>
                  <a:lnTo>
                    <a:pt x="1907" y="157"/>
                  </a:lnTo>
                  <a:lnTo>
                    <a:pt x="1893" y="79"/>
                  </a:lnTo>
                  <a:lnTo>
                    <a:pt x="18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729FE48C-175F-9251-53B0-46F4A5816D5E}"/>
              </a:ext>
            </a:extLst>
          </p:cNvPr>
          <p:cNvGrpSpPr/>
          <p:nvPr/>
        </p:nvGrpSpPr>
        <p:grpSpPr>
          <a:xfrm>
            <a:off x="4412534" y="1332614"/>
            <a:ext cx="322552" cy="447542"/>
            <a:chOff x="-447675" y="2074863"/>
            <a:chExt cx="762000" cy="1057276"/>
          </a:xfrm>
          <a:solidFill>
            <a:schemeClr val="bg1"/>
          </a:solidFill>
        </p:grpSpPr>
        <p:sp>
          <p:nvSpPr>
            <p:cNvPr id="28" name="Freeform 12">
              <a:extLst>
                <a:ext uri="{FF2B5EF4-FFF2-40B4-BE49-F238E27FC236}">
                  <a16:creationId xmlns:a16="http://schemas.microsoft.com/office/drawing/2014/main" id="{68AD5BF0-826F-B9B6-0CBD-F46B933EDC82}"/>
                </a:ext>
              </a:extLst>
            </p:cNvPr>
            <p:cNvSpPr>
              <a:spLocks/>
            </p:cNvSpPr>
            <p:nvPr/>
          </p:nvSpPr>
          <p:spPr bwMode="auto">
            <a:xfrm>
              <a:off x="-209550" y="2867026"/>
              <a:ext cx="263525" cy="265113"/>
            </a:xfrm>
            <a:custGeom>
              <a:avLst/>
              <a:gdLst>
                <a:gd name="T0" fmla="*/ 104 w 831"/>
                <a:gd name="T1" fmla="*/ 0 h 832"/>
                <a:gd name="T2" fmla="*/ 727 w 831"/>
                <a:gd name="T3" fmla="*/ 0 h 832"/>
                <a:gd name="T4" fmla="*/ 747 w 831"/>
                <a:gd name="T5" fmla="*/ 2 h 832"/>
                <a:gd name="T6" fmla="*/ 766 w 831"/>
                <a:gd name="T7" fmla="*/ 8 h 832"/>
                <a:gd name="T8" fmla="*/ 783 w 831"/>
                <a:gd name="T9" fmla="*/ 17 h 832"/>
                <a:gd name="T10" fmla="*/ 799 w 831"/>
                <a:gd name="T11" fmla="*/ 32 h 832"/>
                <a:gd name="T12" fmla="*/ 814 w 831"/>
                <a:gd name="T13" fmla="*/ 48 h 832"/>
                <a:gd name="T14" fmla="*/ 823 w 831"/>
                <a:gd name="T15" fmla="*/ 66 h 832"/>
                <a:gd name="T16" fmla="*/ 829 w 831"/>
                <a:gd name="T17" fmla="*/ 84 h 832"/>
                <a:gd name="T18" fmla="*/ 831 w 831"/>
                <a:gd name="T19" fmla="*/ 105 h 832"/>
                <a:gd name="T20" fmla="*/ 831 w 831"/>
                <a:gd name="T21" fmla="*/ 728 h 832"/>
                <a:gd name="T22" fmla="*/ 829 w 831"/>
                <a:gd name="T23" fmla="*/ 749 h 832"/>
                <a:gd name="T24" fmla="*/ 823 w 831"/>
                <a:gd name="T25" fmla="*/ 767 h 832"/>
                <a:gd name="T26" fmla="*/ 814 w 831"/>
                <a:gd name="T27" fmla="*/ 785 h 832"/>
                <a:gd name="T28" fmla="*/ 799 w 831"/>
                <a:gd name="T29" fmla="*/ 801 h 832"/>
                <a:gd name="T30" fmla="*/ 783 w 831"/>
                <a:gd name="T31" fmla="*/ 814 h 832"/>
                <a:gd name="T32" fmla="*/ 766 w 831"/>
                <a:gd name="T33" fmla="*/ 825 h 832"/>
                <a:gd name="T34" fmla="*/ 747 w 831"/>
                <a:gd name="T35" fmla="*/ 830 h 832"/>
                <a:gd name="T36" fmla="*/ 727 w 831"/>
                <a:gd name="T37" fmla="*/ 832 h 832"/>
                <a:gd name="T38" fmla="*/ 104 w 831"/>
                <a:gd name="T39" fmla="*/ 832 h 832"/>
                <a:gd name="T40" fmla="*/ 83 w 831"/>
                <a:gd name="T41" fmla="*/ 830 h 832"/>
                <a:gd name="T42" fmla="*/ 65 w 831"/>
                <a:gd name="T43" fmla="*/ 825 h 832"/>
                <a:gd name="T44" fmla="*/ 47 w 831"/>
                <a:gd name="T45" fmla="*/ 814 h 832"/>
                <a:gd name="T46" fmla="*/ 31 w 831"/>
                <a:gd name="T47" fmla="*/ 801 h 832"/>
                <a:gd name="T48" fmla="*/ 18 w 831"/>
                <a:gd name="T49" fmla="*/ 785 h 832"/>
                <a:gd name="T50" fmla="*/ 7 w 831"/>
                <a:gd name="T51" fmla="*/ 767 h 832"/>
                <a:gd name="T52" fmla="*/ 2 w 831"/>
                <a:gd name="T53" fmla="*/ 749 h 832"/>
                <a:gd name="T54" fmla="*/ 0 w 831"/>
                <a:gd name="T55" fmla="*/ 728 h 832"/>
                <a:gd name="T56" fmla="*/ 0 w 831"/>
                <a:gd name="T57" fmla="*/ 105 h 832"/>
                <a:gd name="T58" fmla="*/ 2 w 831"/>
                <a:gd name="T59" fmla="*/ 84 h 832"/>
                <a:gd name="T60" fmla="*/ 7 w 831"/>
                <a:gd name="T61" fmla="*/ 66 h 832"/>
                <a:gd name="T62" fmla="*/ 18 w 831"/>
                <a:gd name="T63" fmla="*/ 48 h 832"/>
                <a:gd name="T64" fmla="*/ 31 w 831"/>
                <a:gd name="T65" fmla="*/ 32 h 832"/>
                <a:gd name="T66" fmla="*/ 47 w 831"/>
                <a:gd name="T67" fmla="*/ 18 h 832"/>
                <a:gd name="T68" fmla="*/ 65 w 831"/>
                <a:gd name="T69" fmla="*/ 8 h 832"/>
                <a:gd name="T70" fmla="*/ 83 w 831"/>
                <a:gd name="T71" fmla="*/ 2 h 832"/>
                <a:gd name="T72" fmla="*/ 104 w 831"/>
                <a:gd name="T73" fmla="*/ 0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31" h="832">
                  <a:moveTo>
                    <a:pt x="104" y="0"/>
                  </a:moveTo>
                  <a:lnTo>
                    <a:pt x="727" y="0"/>
                  </a:lnTo>
                  <a:lnTo>
                    <a:pt x="747" y="2"/>
                  </a:lnTo>
                  <a:lnTo>
                    <a:pt x="766" y="8"/>
                  </a:lnTo>
                  <a:lnTo>
                    <a:pt x="783" y="17"/>
                  </a:lnTo>
                  <a:lnTo>
                    <a:pt x="799" y="32"/>
                  </a:lnTo>
                  <a:lnTo>
                    <a:pt x="814" y="48"/>
                  </a:lnTo>
                  <a:lnTo>
                    <a:pt x="823" y="66"/>
                  </a:lnTo>
                  <a:lnTo>
                    <a:pt x="829" y="84"/>
                  </a:lnTo>
                  <a:lnTo>
                    <a:pt x="831" y="105"/>
                  </a:lnTo>
                  <a:lnTo>
                    <a:pt x="831" y="728"/>
                  </a:lnTo>
                  <a:lnTo>
                    <a:pt x="829" y="749"/>
                  </a:lnTo>
                  <a:lnTo>
                    <a:pt x="823" y="767"/>
                  </a:lnTo>
                  <a:lnTo>
                    <a:pt x="814" y="785"/>
                  </a:lnTo>
                  <a:lnTo>
                    <a:pt x="799" y="801"/>
                  </a:lnTo>
                  <a:lnTo>
                    <a:pt x="783" y="814"/>
                  </a:lnTo>
                  <a:lnTo>
                    <a:pt x="766" y="825"/>
                  </a:lnTo>
                  <a:lnTo>
                    <a:pt x="747" y="830"/>
                  </a:lnTo>
                  <a:lnTo>
                    <a:pt x="727" y="832"/>
                  </a:lnTo>
                  <a:lnTo>
                    <a:pt x="104" y="832"/>
                  </a:lnTo>
                  <a:lnTo>
                    <a:pt x="83" y="830"/>
                  </a:lnTo>
                  <a:lnTo>
                    <a:pt x="65" y="825"/>
                  </a:lnTo>
                  <a:lnTo>
                    <a:pt x="47" y="814"/>
                  </a:lnTo>
                  <a:lnTo>
                    <a:pt x="31" y="801"/>
                  </a:lnTo>
                  <a:lnTo>
                    <a:pt x="18" y="785"/>
                  </a:lnTo>
                  <a:lnTo>
                    <a:pt x="7" y="767"/>
                  </a:lnTo>
                  <a:lnTo>
                    <a:pt x="2" y="749"/>
                  </a:lnTo>
                  <a:lnTo>
                    <a:pt x="0" y="728"/>
                  </a:lnTo>
                  <a:lnTo>
                    <a:pt x="0" y="105"/>
                  </a:lnTo>
                  <a:lnTo>
                    <a:pt x="2" y="84"/>
                  </a:lnTo>
                  <a:lnTo>
                    <a:pt x="7" y="66"/>
                  </a:lnTo>
                  <a:lnTo>
                    <a:pt x="18" y="48"/>
                  </a:lnTo>
                  <a:lnTo>
                    <a:pt x="31" y="32"/>
                  </a:lnTo>
                  <a:lnTo>
                    <a:pt x="47" y="18"/>
                  </a:lnTo>
                  <a:lnTo>
                    <a:pt x="65" y="8"/>
                  </a:lnTo>
                  <a:lnTo>
                    <a:pt x="83" y="2"/>
                  </a:lnTo>
                  <a:lnTo>
                    <a:pt x="10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3">
              <a:extLst>
                <a:ext uri="{FF2B5EF4-FFF2-40B4-BE49-F238E27FC236}">
                  <a16:creationId xmlns:a16="http://schemas.microsoft.com/office/drawing/2014/main" id="{19CEFD5E-264B-B755-3B34-E1B35A82F7A9}"/>
                </a:ext>
              </a:extLst>
            </p:cNvPr>
            <p:cNvSpPr>
              <a:spLocks/>
            </p:cNvSpPr>
            <p:nvPr/>
          </p:nvSpPr>
          <p:spPr bwMode="auto">
            <a:xfrm>
              <a:off x="-447675" y="2074863"/>
              <a:ext cx="762000" cy="739775"/>
            </a:xfrm>
            <a:custGeom>
              <a:avLst/>
              <a:gdLst>
                <a:gd name="T0" fmla="*/ 1387 w 2399"/>
                <a:gd name="T1" fmla="*/ 13 h 2328"/>
                <a:gd name="T2" fmla="*/ 1639 w 2399"/>
                <a:gd name="T3" fmla="*/ 81 h 2328"/>
                <a:gd name="T4" fmla="*/ 1876 w 2399"/>
                <a:gd name="T5" fmla="*/ 197 h 2328"/>
                <a:gd name="T6" fmla="*/ 2072 w 2399"/>
                <a:gd name="T7" fmla="*/ 343 h 2328"/>
                <a:gd name="T8" fmla="*/ 2216 w 2399"/>
                <a:gd name="T9" fmla="*/ 504 h 2328"/>
                <a:gd name="T10" fmla="*/ 2325 w 2399"/>
                <a:gd name="T11" fmla="*/ 694 h 2328"/>
                <a:gd name="T12" fmla="*/ 2388 w 2399"/>
                <a:gd name="T13" fmla="*/ 897 h 2328"/>
                <a:gd name="T14" fmla="*/ 2397 w 2399"/>
                <a:gd name="T15" fmla="*/ 1109 h 2328"/>
                <a:gd name="T16" fmla="*/ 2359 w 2399"/>
                <a:gd name="T17" fmla="*/ 1302 h 2328"/>
                <a:gd name="T18" fmla="*/ 2292 w 2399"/>
                <a:gd name="T19" fmla="*/ 1459 h 2328"/>
                <a:gd name="T20" fmla="*/ 2207 w 2399"/>
                <a:gd name="T21" fmla="*/ 1578 h 2328"/>
                <a:gd name="T22" fmla="*/ 2090 w 2399"/>
                <a:gd name="T23" fmla="*/ 1685 h 2328"/>
                <a:gd name="T24" fmla="*/ 2000 w 2399"/>
                <a:gd name="T25" fmla="*/ 1753 h 2328"/>
                <a:gd name="T26" fmla="*/ 1923 w 2399"/>
                <a:gd name="T27" fmla="*/ 1800 h 2328"/>
                <a:gd name="T28" fmla="*/ 1817 w 2399"/>
                <a:gd name="T29" fmla="*/ 1861 h 2328"/>
                <a:gd name="T30" fmla="*/ 1702 w 2399"/>
                <a:gd name="T31" fmla="*/ 1950 h 2328"/>
                <a:gd name="T32" fmla="*/ 1618 w 2399"/>
                <a:gd name="T33" fmla="*/ 2065 h 2328"/>
                <a:gd name="T34" fmla="*/ 1576 w 2399"/>
                <a:gd name="T35" fmla="*/ 2156 h 2328"/>
                <a:gd name="T36" fmla="*/ 1565 w 2399"/>
                <a:gd name="T37" fmla="*/ 2233 h 2328"/>
                <a:gd name="T38" fmla="*/ 1521 w 2399"/>
                <a:gd name="T39" fmla="*/ 2306 h 2328"/>
                <a:gd name="T40" fmla="*/ 1464 w 2399"/>
                <a:gd name="T41" fmla="*/ 2328 h 2328"/>
                <a:gd name="T42" fmla="*/ 806 w 2399"/>
                <a:gd name="T43" fmla="*/ 2317 h 2328"/>
                <a:gd name="T44" fmla="*/ 760 w 2399"/>
                <a:gd name="T45" fmla="*/ 2248 h 2328"/>
                <a:gd name="T46" fmla="*/ 748 w 2399"/>
                <a:gd name="T47" fmla="*/ 2066 h 2328"/>
                <a:gd name="T48" fmla="*/ 779 w 2399"/>
                <a:gd name="T49" fmla="*/ 1886 h 2328"/>
                <a:gd name="T50" fmla="*/ 872 w 2399"/>
                <a:gd name="T51" fmla="*/ 1714 h 2328"/>
                <a:gd name="T52" fmla="*/ 1033 w 2399"/>
                <a:gd name="T53" fmla="*/ 1544 h 2328"/>
                <a:gd name="T54" fmla="*/ 1221 w 2399"/>
                <a:gd name="T55" fmla="*/ 1411 h 2328"/>
                <a:gd name="T56" fmla="*/ 1397 w 2399"/>
                <a:gd name="T57" fmla="*/ 1321 h 2328"/>
                <a:gd name="T58" fmla="*/ 1506 w 2399"/>
                <a:gd name="T59" fmla="*/ 1232 h 2328"/>
                <a:gd name="T60" fmla="*/ 1555 w 2399"/>
                <a:gd name="T61" fmla="*/ 1145 h 2328"/>
                <a:gd name="T62" fmla="*/ 1571 w 2399"/>
                <a:gd name="T63" fmla="*/ 1034 h 2328"/>
                <a:gd name="T64" fmla="*/ 1541 w 2399"/>
                <a:gd name="T65" fmla="*/ 931 h 2328"/>
                <a:gd name="T66" fmla="*/ 1450 w 2399"/>
                <a:gd name="T67" fmla="*/ 842 h 2328"/>
                <a:gd name="T68" fmla="*/ 1321 w 2399"/>
                <a:gd name="T69" fmla="*/ 779 h 2328"/>
                <a:gd name="T70" fmla="*/ 1171 w 2399"/>
                <a:gd name="T71" fmla="*/ 759 h 2328"/>
                <a:gd name="T72" fmla="*/ 1017 w 2399"/>
                <a:gd name="T73" fmla="*/ 777 h 2328"/>
                <a:gd name="T74" fmla="*/ 891 w 2399"/>
                <a:gd name="T75" fmla="*/ 835 h 2328"/>
                <a:gd name="T76" fmla="*/ 820 w 2399"/>
                <a:gd name="T77" fmla="*/ 896 h 2328"/>
                <a:gd name="T78" fmla="*/ 727 w 2399"/>
                <a:gd name="T79" fmla="*/ 996 h 2328"/>
                <a:gd name="T80" fmla="*/ 613 w 2399"/>
                <a:gd name="T81" fmla="*/ 1134 h 2328"/>
                <a:gd name="T82" fmla="*/ 555 w 2399"/>
                <a:gd name="T83" fmla="*/ 1172 h 2328"/>
                <a:gd name="T84" fmla="*/ 489 w 2399"/>
                <a:gd name="T85" fmla="*/ 1166 h 2328"/>
                <a:gd name="T86" fmla="*/ 27 w 2399"/>
                <a:gd name="T87" fmla="*/ 815 h 2328"/>
                <a:gd name="T88" fmla="*/ 1 w 2399"/>
                <a:gd name="T89" fmla="*/ 764 h 2328"/>
                <a:gd name="T90" fmla="*/ 15 w 2399"/>
                <a:gd name="T91" fmla="*/ 691 h 2328"/>
                <a:gd name="T92" fmla="*/ 174 w 2399"/>
                <a:gd name="T93" fmla="*/ 469 h 2328"/>
                <a:gd name="T94" fmla="*/ 356 w 2399"/>
                <a:gd name="T95" fmla="*/ 289 h 2328"/>
                <a:gd name="T96" fmla="*/ 560 w 2399"/>
                <a:gd name="T97" fmla="*/ 153 h 2328"/>
                <a:gd name="T98" fmla="*/ 788 w 2399"/>
                <a:gd name="T99" fmla="*/ 59 h 2328"/>
                <a:gd name="T100" fmla="*/ 1041 w 2399"/>
                <a:gd name="T101" fmla="*/ 10 h 2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99" h="2328">
                  <a:moveTo>
                    <a:pt x="1220" y="0"/>
                  </a:moveTo>
                  <a:lnTo>
                    <a:pt x="1304" y="3"/>
                  </a:lnTo>
                  <a:lnTo>
                    <a:pt x="1387" y="13"/>
                  </a:lnTo>
                  <a:lnTo>
                    <a:pt x="1471" y="28"/>
                  </a:lnTo>
                  <a:lnTo>
                    <a:pt x="1555" y="51"/>
                  </a:lnTo>
                  <a:lnTo>
                    <a:pt x="1639" y="81"/>
                  </a:lnTo>
                  <a:lnTo>
                    <a:pt x="1721" y="115"/>
                  </a:lnTo>
                  <a:lnTo>
                    <a:pt x="1800" y="154"/>
                  </a:lnTo>
                  <a:lnTo>
                    <a:pt x="1876" y="197"/>
                  </a:lnTo>
                  <a:lnTo>
                    <a:pt x="1949" y="244"/>
                  </a:lnTo>
                  <a:lnTo>
                    <a:pt x="2017" y="296"/>
                  </a:lnTo>
                  <a:lnTo>
                    <a:pt x="2072" y="343"/>
                  </a:lnTo>
                  <a:lnTo>
                    <a:pt x="2123" y="393"/>
                  </a:lnTo>
                  <a:lnTo>
                    <a:pt x="2171" y="446"/>
                  </a:lnTo>
                  <a:lnTo>
                    <a:pt x="2216" y="504"/>
                  </a:lnTo>
                  <a:lnTo>
                    <a:pt x="2256" y="564"/>
                  </a:lnTo>
                  <a:lnTo>
                    <a:pt x="2294" y="627"/>
                  </a:lnTo>
                  <a:lnTo>
                    <a:pt x="2325" y="694"/>
                  </a:lnTo>
                  <a:lnTo>
                    <a:pt x="2352" y="761"/>
                  </a:lnTo>
                  <a:lnTo>
                    <a:pt x="2373" y="829"/>
                  </a:lnTo>
                  <a:lnTo>
                    <a:pt x="2388" y="897"/>
                  </a:lnTo>
                  <a:lnTo>
                    <a:pt x="2396" y="968"/>
                  </a:lnTo>
                  <a:lnTo>
                    <a:pt x="2399" y="1039"/>
                  </a:lnTo>
                  <a:lnTo>
                    <a:pt x="2397" y="1109"/>
                  </a:lnTo>
                  <a:lnTo>
                    <a:pt x="2389" y="1176"/>
                  </a:lnTo>
                  <a:lnTo>
                    <a:pt x="2377" y="1239"/>
                  </a:lnTo>
                  <a:lnTo>
                    <a:pt x="2359" y="1302"/>
                  </a:lnTo>
                  <a:lnTo>
                    <a:pt x="2339" y="1361"/>
                  </a:lnTo>
                  <a:lnTo>
                    <a:pt x="2316" y="1413"/>
                  </a:lnTo>
                  <a:lnTo>
                    <a:pt x="2292" y="1459"/>
                  </a:lnTo>
                  <a:lnTo>
                    <a:pt x="2268" y="1501"/>
                  </a:lnTo>
                  <a:lnTo>
                    <a:pt x="2240" y="1539"/>
                  </a:lnTo>
                  <a:lnTo>
                    <a:pt x="2207" y="1578"/>
                  </a:lnTo>
                  <a:lnTo>
                    <a:pt x="2169" y="1617"/>
                  </a:lnTo>
                  <a:lnTo>
                    <a:pt x="2125" y="1656"/>
                  </a:lnTo>
                  <a:lnTo>
                    <a:pt x="2090" y="1685"/>
                  </a:lnTo>
                  <a:lnTo>
                    <a:pt x="2057" y="1711"/>
                  </a:lnTo>
                  <a:lnTo>
                    <a:pt x="2028" y="1734"/>
                  </a:lnTo>
                  <a:lnTo>
                    <a:pt x="2000" y="1753"/>
                  </a:lnTo>
                  <a:lnTo>
                    <a:pt x="1976" y="1769"/>
                  </a:lnTo>
                  <a:lnTo>
                    <a:pt x="1952" y="1784"/>
                  </a:lnTo>
                  <a:lnTo>
                    <a:pt x="1923" y="1800"/>
                  </a:lnTo>
                  <a:lnTo>
                    <a:pt x="1891" y="1819"/>
                  </a:lnTo>
                  <a:lnTo>
                    <a:pt x="1856" y="1839"/>
                  </a:lnTo>
                  <a:lnTo>
                    <a:pt x="1817" y="1861"/>
                  </a:lnTo>
                  <a:lnTo>
                    <a:pt x="1776" y="1887"/>
                  </a:lnTo>
                  <a:lnTo>
                    <a:pt x="1738" y="1916"/>
                  </a:lnTo>
                  <a:lnTo>
                    <a:pt x="1702" y="1950"/>
                  </a:lnTo>
                  <a:lnTo>
                    <a:pt x="1670" y="1988"/>
                  </a:lnTo>
                  <a:lnTo>
                    <a:pt x="1640" y="2029"/>
                  </a:lnTo>
                  <a:lnTo>
                    <a:pt x="1618" y="2065"/>
                  </a:lnTo>
                  <a:lnTo>
                    <a:pt x="1600" y="2098"/>
                  </a:lnTo>
                  <a:lnTo>
                    <a:pt x="1586" y="2128"/>
                  </a:lnTo>
                  <a:lnTo>
                    <a:pt x="1576" y="2156"/>
                  </a:lnTo>
                  <a:lnTo>
                    <a:pt x="1570" y="2182"/>
                  </a:lnTo>
                  <a:lnTo>
                    <a:pt x="1569" y="2204"/>
                  </a:lnTo>
                  <a:lnTo>
                    <a:pt x="1565" y="2233"/>
                  </a:lnTo>
                  <a:lnTo>
                    <a:pt x="1555" y="2262"/>
                  </a:lnTo>
                  <a:lnTo>
                    <a:pt x="1537" y="2288"/>
                  </a:lnTo>
                  <a:lnTo>
                    <a:pt x="1521" y="2306"/>
                  </a:lnTo>
                  <a:lnTo>
                    <a:pt x="1503" y="2319"/>
                  </a:lnTo>
                  <a:lnTo>
                    <a:pt x="1485" y="2326"/>
                  </a:lnTo>
                  <a:lnTo>
                    <a:pt x="1464" y="2328"/>
                  </a:lnTo>
                  <a:lnTo>
                    <a:pt x="841" y="2328"/>
                  </a:lnTo>
                  <a:lnTo>
                    <a:pt x="823" y="2326"/>
                  </a:lnTo>
                  <a:lnTo>
                    <a:pt x="806" y="2317"/>
                  </a:lnTo>
                  <a:lnTo>
                    <a:pt x="789" y="2302"/>
                  </a:lnTo>
                  <a:lnTo>
                    <a:pt x="775" y="2281"/>
                  </a:lnTo>
                  <a:lnTo>
                    <a:pt x="760" y="2248"/>
                  </a:lnTo>
                  <a:lnTo>
                    <a:pt x="751" y="2216"/>
                  </a:lnTo>
                  <a:lnTo>
                    <a:pt x="748" y="2184"/>
                  </a:lnTo>
                  <a:lnTo>
                    <a:pt x="748" y="2066"/>
                  </a:lnTo>
                  <a:lnTo>
                    <a:pt x="751" y="2005"/>
                  </a:lnTo>
                  <a:lnTo>
                    <a:pt x="761" y="1945"/>
                  </a:lnTo>
                  <a:lnTo>
                    <a:pt x="779" y="1886"/>
                  </a:lnTo>
                  <a:lnTo>
                    <a:pt x="804" y="1828"/>
                  </a:lnTo>
                  <a:lnTo>
                    <a:pt x="834" y="1771"/>
                  </a:lnTo>
                  <a:lnTo>
                    <a:pt x="872" y="1714"/>
                  </a:lnTo>
                  <a:lnTo>
                    <a:pt x="916" y="1660"/>
                  </a:lnTo>
                  <a:lnTo>
                    <a:pt x="974" y="1599"/>
                  </a:lnTo>
                  <a:lnTo>
                    <a:pt x="1033" y="1544"/>
                  </a:lnTo>
                  <a:lnTo>
                    <a:pt x="1094" y="1493"/>
                  </a:lnTo>
                  <a:lnTo>
                    <a:pt x="1157" y="1449"/>
                  </a:lnTo>
                  <a:lnTo>
                    <a:pt x="1221" y="1411"/>
                  </a:lnTo>
                  <a:lnTo>
                    <a:pt x="1288" y="1377"/>
                  </a:lnTo>
                  <a:lnTo>
                    <a:pt x="1345" y="1349"/>
                  </a:lnTo>
                  <a:lnTo>
                    <a:pt x="1397" y="1321"/>
                  </a:lnTo>
                  <a:lnTo>
                    <a:pt x="1440" y="1292"/>
                  </a:lnTo>
                  <a:lnTo>
                    <a:pt x="1477" y="1262"/>
                  </a:lnTo>
                  <a:lnTo>
                    <a:pt x="1506" y="1232"/>
                  </a:lnTo>
                  <a:lnTo>
                    <a:pt x="1526" y="1206"/>
                  </a:lnTo>
                  <a:lnTo>
                    <a:pt x="1542" y="1177"/>
                  </a:lnTo>
                  <a:lnTo>
                    <a:pt x="1555" y="1145"/>
                  </a:lnTo>
                  <a:lnTo>
                    <a:pt x="1564" y="1111"/>
                  </a:lnTo>
                  <a:lnTo>
                    <a:pt x="1569" y="1074"/>
                  </a:lnTo>
                  <a:lnTo>
                    <a:pt x="1571" y="1034"/>
                  </a:lnTo>
                  <a:lnTo>
                    <a:pt x="1568" y="999"/>
                  </a:lnTo>
                  <a:lnTo>
                    <a:pt x="1558" y="964"/>
                  </a:lnTo>
                  <a:lnTo>
                    <a:pt x="1541" y="931"/>
                  </a:lnTo>
                  <a:lnTo>
                    <a:pt x="1518" y="900"/>
                  </a:lnTo>
                  <a:lnTo>
                    <a:pt x="1487" y="871"/>
                  </a:lnTo>
                  <a:lnTo>
                    <a:pt x="1450" y="842"/>
                  </a:lnTo>
                  <a:lnTo>
                    <a:pt x="1409" y="816"/>
                  </a:lnTo>
                  <a:lnTo>
                    <a:pt x="1366" y="796"/>
                  </a:lnTo>
                  <a:lnTo>
                    <a:pt x="1321" y="779"/>
                  </a:lnTo>
                  <a:lnTo>
                    <a:pt x="1272" y="768"/>
                  </a:lnTo>
                  <a:lnTo>
                    <a:pt x="1223" y="761"/>
                  </a:lnTo>
                  <a:lnTo>
                    <a:pt x="1171" y="759"/>
                  </a:lnTo>
                  <a:lnTo>
                    <a:pt x="1116" y="761"/>
                  </a:lnTo>
                  <a:lnTo>
                    <a:pt x="1065" y="767"/>
                  </a:lnTo>
                  <a:lnTo>
                    <a:pt x="1017" y="777"/>
                  </a:lnTo>
                  <a:lnTo>
                    <a:pt x="972" y="793"/>
                  </a:lnTo>
                  <a:lnTo>
                    <a:pt x="930" y="811"/>
                  </a:lnTo>
                  <a:lnTo>
                    <a:pt x="891" y="835"/>
                  </a:lnTo>
                  <a:lnTo>
                    <a:pt x="869" y="851"/>
                  </a:lnTo>
                  <a:lnTo>
                    <a:pt x="846" y="872"/>
                  </a:lnTo>
                  <a:lnTo>
                    <a:pt x="820" y="896"/>
                  </a:lnTo>
                  <a:lnTo>
                    <a:pt x="791" y="925"/>
                  </a:lnTo>
                  <a:lnTo>
                    <a:pt x="760" y="959"/>
                  </a:lnTo>
                  <a:lnTo>
                    <a:pt x="727" y="996"/>
                  </a:lnTo>
                  <a:lnTo>
                    <a:pt x="692" y="1037"/>
                  </a:lnTo>
                  <a:lnTo>
                    <a:pt x="654" y="1083"/>
                  </a:lnTo>
                  <a:lnTo>
                    <a:pt x="613" y="1134"/>
                  </a:lnTo>
                  <a:lnTo>
                    <a:pt x="595" y="1151"/>
                  </a:lnTo>
                  <a:lnTo>
                    <a:pt x="576" y="1165"/>
                  </a:lnTo>
                  <a:lnTo>
                    <a:pt x="555" y="1172"/>
                  </a:lnTo>
                  <a:lnTo>
                    <a:pt x="533" y="1175"/>
                  </a:lnTo>
                  <a:lnTo>
                    <a:pt x="511" y="1173"/>
                  </a:lnTo>
                  <a:lnTo>
                    <a:pt x="489" y="1166"/>
                  </a:lnTo>
                  <a:lnTo>
                    <a:pt x="468" y="1154"/>
                  </a:lnTo>
                  <a:lnTo>
                    <a:pt x="42" y="830"/>
                  </a:lnTo>
                  <a:lnTo>
                    <a:pt x="27" y="815"/>
                  </a:lnTo>
                  <a:lnTo>
                    <a:pt x="14" y="800"/>
                  </a:lnTo>
                  <a:lnTo>
                    <a:pt x="6" y="782"/>
                  </a:lnTo>
                  <a:lnTo>
                    <a:pt x="1" y="764"/>
                  </a:lnTo>
                  <a:lnTo>
                    <a:pt x="0" y="738"/>
                  </a:lnTo>
                  <a:lnTo>
                    <a:pt x="5" y="715"/>
                  </a:lnTo>
                  <a:lnTo>
                    <a:pt x="15" y="691"/>
                  </a:lnTo>
                  <a:lnTo>
                    <a:pt x="66" y="612"/>
                  </a:lnTo>
                  <a:lnTo>
                    <a:pt x="119" y="538"/>
                  </a:lnTo>
                  <a:lnTo>
                    <a:pt x="174" y="469"/>
                  </a:lnTo>
                  <a:lnTo>
                    <a:pt x="232" y="404"/>
                  </a:lnTo>
                  <a:lnTo>
                    <a:pt x="292" y="345"/>
                  </a:lnTo>
                  <a:lnTo>
                    <a:pt x="356" y="289"/>
                  </a:lnTo>
                  <a:lnTo>
                    <a:pt x="422" y="239"/>
                  </a:lnTo>
                  <a:lnTo>
                    <a:pt x="489" y="194"/>
                  </a:lnTo>
                  <a:lnTo>
                    <a:pt x="560" y="153"/>
                  </a:lnTo>
                  <a:lnTo>
                    <a:pt x="634" y="117"/>
                  </a:lnTo>
                  <a:lnTo>
                    <a:pt x="710" y="86"/>
                  </a:lnTo>
                  <a:lnTo>
                    <a:pt x="788" y="59"/>
                  </a:lnTo>
                  <a:lnTo>
                    <a:pt x="870" y="38"/>
                  </a:lnTo>
                  <a:lnTo>
                    <a:pt x="953" y="21"/>
                  </a:lnTo>
                  <a:lnTo>
                    <a:pt x="1041" y="10"/>
                  </a:lnTo>
                  <a:lnTo>
                    <a:pt x="1129" y="3"/>
                  </a:lnTo>
                  <a:lnTo>
                    <a:pt x="12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719B5DF1-0717-36F7-994C-2F70C6712ADA}"/>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4416823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16" presetClass="entr" presetSubtype="37"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arn(outVertical)">
                                      <p:cBhvr>
                                        <p:cTn id="23" dur="500"/>
                                        <p:tgtEl>
                                          <p:spTgt spid="18"/>
                                        </p:tgtEl>
                                      </p:cBhvr>
                                    </p:animEffect>
                                  </p:childTnLst>
                                </p:cTn>
                              </p:par>
                            </p:childTnLst>
                          </p:cTn>
                        </p:par>
                        <p:par>
                          <p:cTn id="24" fill="hold">
                            <p:stCondLst>
                              <p:cond delay="1500"/>
                            </p:stCondLst>
                            <p:childTnLst>
                              <p:par>
                                <p:cTn id="25" presetID="2" presetClass="entr" presetSubtype="4" accel="18000" decel="8200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par>
                          <p:cTn id="29" fill="hold">
                            <p:stCondLst>
                              <p:cond delay="2000"/>
                            </p:stCondLst>
                            <p:childTnLst>
                              <p:par>
                                <p:cTn id="30" presetID="53" presetClass="entr" presetSubtype="16"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ppt_w</p:attrName>
                                        </p:attrNameLst>
                                      </p:cBhvr>
                                      <p:tavLst>
                                        <p:tav tm="0">
                                          <p:val>
                                            <p:fltVal val="0"/>
                                          </p:val>
                                        </p:tav>
                                        <p:tav tm="100000">
                                          <p:val>
                                            <p:strVal val="#ppt_w"/>
                                          </p:val>
                                        </p:tav>
                                      </p:tavLst>
                                    </p:anim>
                                    <p:anim calcmode="lin" valueType="num">
                                      <p:cBhvr>
                                        <p:cTn id="33" dur="500" fill="hold"/>
                                        <p:tgtEl>
                                          <p:spTgt spid="20"/>
                                        </p:tgtEl>
                                        <p:attrNameLst>
                                          <p:attrName>ppt_h</p:attrName>
                                        </p:attrNameLst>
                                      </p:cBhvr>
                                      <p:tavLst>
                                        <p:tav tm="0">
                                          <p:val>
                                            <p:fltVal val="0"/>
                                          </p:val>
                                        </p:tav>
                                        <p:tav tm="100000">
                                          <p:val>
                                            <p:strVal val="#ppt_h"/>
                                          </p:val>
                                        </p:tav>
                                      </p:tavLst>
                                    </p:anim>
                                    <p:animEffect transition="in" filter="fade">
                                      <p:cBhvr>
                                        <p:cTn id="34" dur="500"/>
                                        <p:tgtEl>
                                          <p:spTgt spid="20"/>
                                        </p:tgtEl>
                                      </p:cBhvr>
                                    </p:animEffect>
                                  </p:childTnLst>
                                </p:cTn>
                              </p:par>
                            </p:childTnLst>
                          </p:cTn>
                        </p:par>
                        <p:par>
                          <p:cTn id="35" fill="hold">
                            <p:stCondLst>
                              <p:cond delay="2500"/>
                            </p:stCondLst>
                            <p:childTnLst>
                              <p:par>
                                <p:cTn id="36" presetID="53" presetClass="entr" presetSubtype="16" fill="hold" nodeType="after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p:cTn id="38" dur="500" fill="hold"/>
                                        <p:tgtEl>
                                          <p:spTgt spid="24"/>
                                        </p:tgtEl>
                                        <p:attrNameLst>
                                          <p:attrName>ppt_w</p:attrName>
                                        </p:attrNameLst>
                                      </p:cBhvr>
                                      <p:tavLst>
                                        <p:tav tm="0">
                                          <p:val>
                                            <p:fltVal val="0"/>
                                          </p:val>
                                        </p:tav>
                                        <p:tav tm="100000">
                                          <p:val>
                                            <p:strVal val="#ppt_w"/>
                                          </p:val>
                                        </p:tav>
                                      </p:tavLst>
                                    </p:anim>
                                    <p:anim calcmode="lin" valueType="num">
                                      <p:cBhvr>
                                        <p:cTn id="39" dur="500" fill="hold"/>
                                        <p:tgtEl>
                                          <p:spTgt spid="24"/>
                                        </p:tgtEl>
                                        <p:attrNameLst>
                                          <p:attrName>ppt_h</p:attrName>
                                        </p:attrNameLst>
                                      </p:cBhvr>
                                      <p:tavLst>
                                        <p:tav tm="0">
                                          <p:val>
                                            <p:fltVal val="0"/>
                                          </p:val>
                                        </p:tav>
                                        <p:tav tm="100000">
                                          <p:val>
                                            <p:strVal val="#ppt_h"/>
                                          </p:val>
                                        </p:tav>
                                      </p:tavLst>
                                    </p:anim>
                                    <p:animEffect transition="in" filter="fade">
                                      <p:cBhvr>
                                        <p:cTn id="40" dur="500"/>
                                        <p:tgtEl>
                                          <p:spTgt spid="24"/>
                                        </p:tgtEl>
                                      </p:cBhvr>
                                    </p:animEffect>
                                  </p:childTnLst>
                                </p:cTn>
                              </p:par>
                              <p:par>
                                <p:cTn id="41" presetID="16" presetClass="entr" presetSubtype="37"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arn(outVertical)">
                                      <p:cBhvr>
                                        <p:cTn id="43" dur="500"/>
                                        <p:tgtEl>
                                          <p:spTgt spid="21"/>
                                        </p:tgtEl>
                                      </p:cBhvr>
                                    </p:animEffect>
                                  </p:childTnLst>
                                </p:cTn>
                              </p:par>
                            </p:childTnLst>
                          </p:cTn>
                        </p:par>
                        <p:par>
                          <p:cTn id="44" fill="hold">
                            <p:stCondLst>
                              <p:cond delay="3000"/>
                            </p:stCondLst>
                            <p:childTnLst>
                              <p:par>
                                <p:cTn id="45" presetID="2" presetClass="entr" presetSubtype="4" accel="18000" decel="8200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3500"/>
                            </p:stCondLst>
                            <p:childTnLst>
                              <p:par>
                                <p:cTn id="50" presetID="53" presetClass="entr" presetSubtype="16" fill="hold" grpId="0" nodeType="after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p:cTn id="52" dur="500" fill="hold"/>
                                        <p:tgtEl>
                                          <p:spTgt spid="22"/>
                                        </p:tgtEl>
                                        <p:attrNameLst>
                                          <p:attrName>ppt_w</p:attrName>
                                        </p:attrNameLst>
                                      </p:cBhvr>
                                      <p:tavLst>
                                        <p:tav tm="0">
                                          <p:val>
                                            <p:fltVal val="0"/>
                                          </p:val>
                                        </p:tav>
                                        <p:tav tm="100000">
                                          <p:val>
                                            <p:strVal val="#ppt_w"/>
                                          </p:val>
                                        </p:tav>
                                      </p:tavLst>
                                    </p:anim>
                                    <p:anim calcmode="lin" valueType="num">
                                      <p:cBhvr>
                                        <p:cTn id="53" dur="500" fill="hold"/>
                                        <p:tgtEl>
                                          <p:spTgt spid="22"/>
                                        </p:tgtEl>
                                        <p:attrNameLst>
                                          <p:attrName>ppt_h</p:attrName>
                                        </p:attrNameLst>
                                      </p:cBhvr>
                                      <p:tavLst>
                                        <p:tav tm="0">
                                          <p:val>
                                            <p:fltVal val="0"/>
                                          </p:val>
                                        </p:tav>
                                        <p:tav tm="100000">
                                          <p:val>
                                            <p:strVal val="#ppt_h"/>
                                          </p:val>
                                        </p:tav>
                                      </p:tavLst>
                                    </p:anim>
                                    <p:animEffect transition="in" filter="fade">
                                      <p:cBhvr>
                                        <p:cTn id="54" dur="500"/>
                                        <p:tgtEl>
                                          <p:spTgt spid="22"/>
                                        </p:tgtEl>
                                      </p:cBhvr>
                                    </p:animEffect>
                                  </p:childTnLst>
                                </p:cTn>
                              </p:par>
                            </p:childTnLst>
                          </p:cTn>
                        </p:par>
                        <p:par>
                          <p:cTn id="55" fill="hold">
                            <p:stCondLst>
                              <p:cond delay="4000"/>
                            </p:stCondLst>
                            <p:childTnLst>
                              <p:par>
                                <p:cTn id="56" presetID="53" presetClass="entr" presetSubtype="16" fill="hold" nodeType="after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p:cTn id="58" dur="500" fill="hold"/>
                                        <p:tgtEl>
                                          <p:spTgt spid="27"/>
                                        </p:tgtEl>
                                        <p:attrNameLst>
                                          <p:attrName>ppt_w</p:attrName>
                                        </p:attrNameLst>
                                      </p:cBhvr>
                                      <p:tavLst>
                                        <p:tav tm="0">
                                          <p:val>
                                            <p:fltVal val="0"/>
                                          </p:val>
                                        </p:tav>
                                        <p:tav tm="100000">
                                          <p:val>
                                            <p:strVal val="#ppt_w"/>
                                          </p:val>
                                        </p:tav>
                                      </p:tavLst>
                                    </p:anim>
                                    <p:anim calcmode="lin" valueType="num">
                                      <p:cBhvr>
                                        <p:cTn id="59" dur="500" fill="hold"/>
                                        <p:tgtEl>
                                          <p:spTgt spid="27"/>
                                        </p:tgtEl>
                                        <p:attrNameLst>
                                          <p:attrName>ppt_h</p:attrName>
                                        </p:attrNameLst>
                                      </p:cBhvr>
                                      <p:tavLst>
                                        <p:tav tm="0">
                                          <p:val>
                                            <p:fltVal val="0"/>
                                          </p:val>
                                        </p:tav>
                                        <p:tav tm="100000">
                                          <p:val>
                                            <p:strVal val="#ppt_h"/>
                                          </p:val>
                                        </p:tav>
                                      </p:tavLst>
                                    </p:anim>
                                    <p:animEffect transition="in" filter="fade">
                                      <p:cBhvr>
                                        <p:cTn id="60" dur="500"/>
                                        <p:tgtEl>
                                          <p:spTgt spid="27"/>
                                        </p:tgtEl>
                                      </p:cBhvr>
                                    </p:animEffect>
                                  </p:childTnLst>
                                </p:cTn>
                              </p:par>
                              <p:par>
                                <p:cTn id="61" presetID="16" presetClass="entr" presetSubtype="37"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arn(outVertical)">
                                      <p:cBhvr>
                                        <p:cTn id="6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8" grpId="0"/>
      <p:bldP spid="19" grpId="0" animBg="1"/>
      <p:bldP spid="20" grpId="0" animBg="1"/>
      <p:bldP spid="21" grpId="0"/>
      <p:bldP spid="22" grpId="0" animBg="1"/>
      <p:bldP spid="2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2A493-8F32-B853-BF27-8D8E6A58B69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1BF77F-0106-0CD7-2BBD-4732103FF77D}"/>
              </a:ext>
            </a:extLst>
          </p:cNvPr>
          <p:cNvSpPr>
            <a:spLocks noGrp="1"/>
          </p:cNvSpPr>
          <p:nvPr>
            <p:ph type="title"/>
          </p:nvPr>
        </p:nvSpPr>
        <p:spPr>
          <a:xfrm>
            <a:off x="387819" y="282611"/>
            <a:ext cx="8368363" cy="409459"/>
          </a:xfrm>
          <a:prstGeom prst="rect">
            <a:avLst/>
          </a:prstGeom>
        </p:spPr>
        <p:txBody>
          <a:bodyPr>
            <a:normAutofit fontScale="90000"/>
          </a:bodyPr>
          <a:lstStyle/>
          <a:p>
            <a:r>
              <a:rPr lang="en-US">
                <a:ea typeface="+mj-lt"/>
                <a:cs typeface="+mj-lt"/>
              </a:rPr>
              <a:t>FEATURIZATION</a:t>
            </a:r>
            <a:endParaRPr lang="en-US"/>
          </a:p>
        </p:txBody>
      </p:sp>
      <p:sp>
        <p:nvSpPr>
          <p:cNvPr id="29" name="Inhaltsplatzhalter 4">
            <a:extLst>
              <a:ext uri="{FF2B5EF4-FFF2-40B4-BE49-F238E27FC236}">
                <a16:creationId xmlns:a16="http://schemas.microsoft.com/office/drawing/2014/main" id="{F6D46D3C-F014-5A43-745C-213ABD6F3D78}"/>
              </a:ext>
            </a:extLst>
          </p:cNvPr>
          <p:cNvSpPr txBox="1">
            <a:spLocks/>
          </p:cNvSpPr>
          <p:nvPr/>
        </p:nvSpPr>
        <p:spPr>
          <a:xfrm>
            <a:off x="381000" y="1227763"/>
            <a:ext cx="3810000" cy="2471189"/>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lnSpc>
                <a:spcPct val="130000"/>
              </a:lnSpc>
            </a:pPr>
            <a:r>
              <a:rPr lang="en-US" sz="1600">
                <a:solidFill>
                  <a:schemeClr val="tx1"/>
                </a:solidFill>
                <a:latin typeface="Calibri Light"/>
                <a:ea typeface="Calibri Light"/>
                <a:cs typeface="Calibri Light"/>
              </a:rPr>
              <a:t>Des </a:t>
            </a:r>
            <a:r>
              <a:rPr lang="en-US" sz="1600" err="1">
                <a:solidFill>
                  <a:schemeClr val="tx1"/>
                </a:solidFill>
                <a:latin typeface="Calibri Light"/>
                <a:ea typeface="Calibri Light"/>
                <a:cs typeface="Calibri Light"/>
              </a:rPr>
              <a:t>caractéristiques</a:t>
            </a:r>
            <a:r>
              <a:rPr lang="en-US" sz="1600">
                <a:solidFill>
                  <a:schemeClr val="tx1"/>
                </a:solidFill>
                <a:latin typeface="Calibri Light"/>
                <a:ea typeface="Calibri Light"/>
                <a:cs typeface="Calibri Light"/>
              </a:rPr>
              <a:t> (features) qui </a:t>
            </a:r>
            <a:r>
              <a:rPr lang="en-US" sz="1600" err="1">
                <a:solidFill>
                  <a:schemeClr val="tx1"/>
                </a:solidFill>
                <a:latin typeface="Calibri Light"/>
                <a:ea typeface="Calibri Light"/>
                <a:cs typeface="Calibri Light"/>
              </a:rPr>
              <a:t>seront</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extraites</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grâces</a:t>
            </a:r>
            <a:r>
              <a:rPr lang="en-US" sz="1600">
                <a:solidFill>
                  <a:schemeClr val="tx1"/>
                </a:solidFill>
                <a:latin typeface="Calibri Light"/>
                <a:ea typeface="Calibri Light"/>
                <a:cs typeface="Calibri Light"/>
              </a:rPr>
              <a:t> à des </a:t>
            </a:r>
            <a:r>
              <a:rPr lang="en-US" sz="1600" err="1">
                <a:solidFill>
                  <a:schemeClr val="tx1"/>
                </a:solidFill>
                <a:latin typeface="Calibri Light"/>
                <a:ea typeface="Calibri Light"/>
                <a:cs typeface="Calibri Light"/>
              </a:rPr>
              <a:t>featurizers</a:t>
            </a:r>
            <a:r>
              <a:rPr lang="en-US" sz="1600">
                <a:solidFill>
                  <a:schemeClr val="tx1"/>
                </a:solidFill>
                <a:latin typeface="Calibri Light"/>
                <a:ea typeface="Calibri Light"/>
                <a:cs typeface="Calibri Light"/>
              </a:rPr>
              <a:t> </a:t>
            </a:r>
            <a:endParaRPr lang="en-US" sz="1600" b="1">
              <a:solidFill>
                <a:schemeClr val="tx1"/>
              </a:solidFill>
              <a:latin typeface="Calibri"/>
              <a:ea typeface="Calibri Light"/>
              <a:cs typeface="Calibri Light"/>
            </a:endParaRPr>
          </a:p>
          <a:p>
            <a:pPr marL="285750" indent="-285750">
              <a:lnSpc>
                <a:spcPct val="130000"/>
              </a:lnSpc>
            </a:pPr>
            <a:r>
              <a:rPr lang="en-US" sz="1600">
                <a:solidFill>
                  <a:schemeClr val="tx1"/>
                </a:solidFill>
                <a:latin typeface="Calibri Light"/>
                <a:ea typeface="Calibri Light"/>
                <a:cs typeface="Calibri Light"/>
              </a:rPr>
              <a:t>Un </a:t>
            </a:r>
            <a:r>
              <a:rPr lang="en-US" sz="1600" err="1">
                <a:solidFill>
                  <a:schemeClr val="tx1"/>
                </a:solidFill>
                <a:latin typeface="Calibri Light"/>
                <a:ea typeface="Calibri Light"/>
                <a:cs typeface="Calibri Light"/>
              </a:rPr>
              <a:t>featurizer</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peut</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apprendre</a:t>
            </a:r>
            <a:r>
              <a:rPr lang="en-US" sz="1600">
                <a:solidFill>
                  <a:schemeClr val="tx1"/>
                </a:solidFill>
                <a:latin typeface="Calibri Light"/>
                <a:ea typeface="Calibri Light"/>
                <a:cs typeface="Calibri Light"/>
              </a:rPr>
              <a:t>, du </a:t>
            </a:r>
            <a:r>
              <a:rPr lang="en-US" sz="1600" err="1">
                <a:solidFill>
                  <a:schemeClr val="tx1"/>
                </a:solidFill>
                <a:latin typeface="Calibri Light"/>
                <a:ea typeface="Calibri Light"/>
                <a:cs typeface="Calibri Light"/>
              </a:rPr>
              <a:t>vocabulaire</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essentiellement</a:t>
            </a:r>
            <a:r>
              <a:rPr lang="en-US" sz="1600">
                <a:solidFill>
                  <a:schemeClr val="tx1"/>
                </a:solidFill>
                <a:latin typeface="Calibri Light"/>
                <a:ea typeface="Calibri Light"/>
                <a:cs typeface="Calibri Light"/>
              </a:rPr>
              <a:t> (fit)</a:t>
            </a:r>
            <a:endParaRPr lang="en-US" sz="1600" b="1">
              <a:solidFill>
                <a:schemeClr val="tx1"/>
              </a:solidFill>
              <a:latin typeface="Calibri"/>
              <a:ea typeface="Calibri Light"/>
              <a:cs typeface="Calibri Light"/>
            </a:endParaRPr>
          </a:p>
          <a:p>
            <a:pPr marL="285750" indent="-285750">
              <a:lnSpc>
                <a:spcPct val="130000"/>
              </a:lnSpc>
            </a:pPr>
            <a:r>
              <a:rPr lang="en-US" sz="1600">
                <a:solidFill>
                  <a:schemeClr val="tx1"/>
                </a:solidFill>
                <a:latin typeface="Calibri Light"/>
                <a:ea typeface="Calibri Light"/>
                <a:cs typeface="Calibri Light"/>
              </a:rPr>
              <a:t>Un </a:t>
            </a:r>
            <a:r>
              <a:rPr lang="en-US" sz="1600" err="1">
                <a:solidFill>
                  <a:schemeClr val="tx1"/>
                </a:solidFill>
                <a:latin typeface="Calibri Light"/>
                <a:ea typeface="Calibri Light"/>
                <a:cs typeface="Calibri Light"/>
              </a:rPr>
              <a:t>featurizer</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peut</a:t>
            </a:r>
            <a:r>
              <a:rPr lang="en-US" sz="1600">
                <a:solidFill>
                  <a:schemeClr val="tx1"/>
                </a:solidFill>
                <a:latin typeface="Calibri Light"/>
                <a:ea typeface="Calibri Light"/>
                <a:cs typeface="Calibri Light"/>
              </a:rPr>
              <a:t> transformer un </a:t>
            </a:r>
            <a:r>
              <a:rPr lang="en-US" sz="1600" err="1">
                <a:solidFill>
                  <a:schemeClr val="tx1"/>
                </a:solidFill>
                <a:latin typeface="Calibri Light"/>
                <a:ea typeface="Calibri Light"/>
                <a:cs typeface="Calibri Light"/>
              </a:rPr>
              <a:t>texte</a:t>
            </a:r>
            <a:r>
              <a:rPr lang="en-US" sz="1600">
                <a:solidFill>
                  <a:schemeClr val="tx1"/>
                </a:solidFill>
                <a:latin typeface="Calibri Light"/>
                <a:ea typeface="Calibri Light"/>
                <a:cs typeface="Calibri Light"/>
              </a:rPr>
              <a:t> brut </a:t>
            </a:r>
            <a:r>
              <a:rPr lang="en-US" sz="1600" err="1">
                <a:solidFill>
                  <a:schemeClr val="tx1"/>
                </a:solidFill>
                <a:latin typeface="Calibri Light"/>
                <a:ea typeface="Calibri Light"/>
                <a:cs typeface="Calibri Light"/>
              </a:rPr>
              <a:t>en</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une</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matrice</a:t>
            </a:r>
            <a:r>
              <a:rPr lang="en-US" sz="1600">
                <a:solidFill>
                  <a:schemeClr val="tx1"/>
                </a:solidFill>
                <a:latin typeface="Calibri Light"/>
                <a:ea typeface="Calibri Light"/>
                <a:cs typeface="Calibri Light"/>
              </a:rPr>
              <a:t> de features (transform)</a:t>
            </a:r>
            <a:endParaRPr lang="en-US" b="1">
              <a:solidFill>
                <a:schemeClr val="tx1"/>
              </a:solidFill>
              <a:latin typeface="Calibri"/>
              <a:ea typeface="Calibri Light"/>
              <a:cs typeface="Calibri Light"/>
            </a:endParaRPr>
          </a:p>
        </p:txBody>
      </p:sp>
      <p:grpSp>
        <p:nvGrpSpPr>
          <p:cNvPr id="70" name="Group 69">
            <a:extLst>
              <a:ext uri="{FF2B5EF4-FFF2-40B4-BE49-F238E27FC236}">
                <a16:creationId xmlns:a16="http://schemas.microsoft.com/office/drawing/2014/main" id="{6C003F16-0889-B61C-521C-18DFE34C1E1D}"/>
              </a:ext>
            </a:extLst>
          </p:cNvPr>
          <p:cNvGrpSpPr/>
          <p:nvPr/>
        </p:nvGrpSpPr>
        <p:grpSpPr>
          <a:xfrm>
            <a:off x="5158740" y="986790"/>
            <a:ext cx="3444240" cy="3392572"/>
            <a:chOff x="-1203326" y="3975101"/>
            <a:chExt cx="1270001" cy="1250950"/>
          </a:xfrm>
          <a:solidFill>
            <a:schemeClr val="bg1">
              <a:lumMod val="95000"/>
              <a:alpha val="50000"/>
            </a:schemeClr>
          </a:solidFill>
        </p:grpSpPr>
        <p:sp>
          <p:nvSpPr>
            <p:cNvPr id="71" name="Freeform 28">
              <a:extLst>
                <a:ext uri="{FF2B5EF4-FFF2-40B4-BE49-F238E27FC236}">
                  <a16:creationId xmlns:a16="http://schemas.microsoft.com/office/drawing/2014/main" id="{9431783E-2CAE-FD6D-8B30-C2538C473A1C}"/>
                </a:ext>
              </a:extLst>
            </p:cNvPr>
            <p:cNvSpPr>
              <a:spLocks noEditPoints="1"/>
            </p:cNvSpPr>
            <p:nvPr/>
          </p:nvSpPr>
          <p:spPr bwMode="auto">
            <a:xfrm>
              <a:off x="-1058863" y="4121151"/>
              <a:ext cx="823913" cy="823913"/>
            </a:xfrm>
            <a:custGeom>
              <a:avLst/>
              <a:gdLst>
                <a:gd name="T0" fmla="*/ 672 w 1344"/>
                <a:gd name="T1" fmla="*/ 0 h 1344"/>
                <a:gd name="T2" fmla="*/ 0 w 1344"/>
                <a:gd name="T3" fmla="*/ 672 h 1344"/>
                <a:gd name="T4" fmla="*/ 672 w 1344"/>
                <a:gd name="T5" fmla="*/ 1344 h 1344"/>
                <a:gd name="T6" fmla="*/ 1344 w 1344"/>
                <a:gd name="T7" fmla="*/ 672 h 1344"/>
                <a:gd name="T8" fmla="*/ 672 w 1344"/>
                <a:gd name="T9" fmla="*/ 0 h 1344"/>
                <a:gd name="T10" fmla="*/ 672 w 1344"/>
                <a:gd name="T11" fmla="*/ 1280 h 1344"/>
                <a:gd name="T12" fmla="*/ 64 w 1344"/>
                <a:gd name="T13" fmla="*/ 672 h 1344"/>
                <a:gd name="T14" fmla="*/ 672 w 1344"/>
                <a:gd name="T15" fmla="*/ 64 h 1344"/>
                <a:gd name="T16" fmla="*/ 1280 w 1344"/>
                <a:gd name="T17" fmla="*/ 672 h 1344"/>
                <a:gd name="T18" fmla="*/ 672 w 1344"/>
                <a:gd name="T19" fmla="*/ 1280 h 1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4" h="1344">
                  <a:moveTo>
                    <a:pt x="672" y="0"/>
                  </a:moveTo>
                  <a:cubicBezTo>
                    <a:pt x="301" y="0"/>
                    <a:pt x="0" y="301"/>
                    <a:pt x="0" y="672"/>
                  </a:cubicBezTo>
                  <a:cubicBezTo>
                    <a:pt x="0" y="1043"/>
                    <a:pt x="301" y="1344"/>
                    <a:pt x="672" y="1344"/>
                  </a:cubicBezTo>
                  <a:cubicBezTo>
                    <a:pt x="1043" y="1344"/>
                    <a:pt x="1344" y="1043"/>
                    <a:pt x="1344" y="672"/>
                  </a:cubicBezTo>
                  <a:cubicBezTo>
                    <a:pt x="1344" y="301"/>
                    <a:pt x="1043" y="0"/>
                    <a:pt x="672" y="0"/>
                  </a:cubicBezTo>
                  <a:close/>
                  <a:moveTo>
                    <a:pt x="672" y="1280"/>
                  </a:moveTo>
                  <a:cubicBezTo>
                    <a:pt x="336" y="1280"/>
                    <a:pt x="64" y="1008"/>
                    <a:pt x="64" y="672"/>
                  </a:cubicBezTo>
                  <a:cubicBezTo>
                    <a:pt x="64" y="336"/>
                    <a:pt x="336" y="64"/>
                    <a:pt x="672" y="64"/>
                  </a:cubicBezTo>
                  <a:cubicBezTo>
                    <a:pt x="1008" y="64"/>
                    <a:pt x="1280" y="336"/>
                    <a:pt x="1280" y="672"/>
                  </a:cubicBezTo>
                  <a:cubicBezTo>
                    <a:pt x="1280" y="1008"/>
                    <a:pt x="1008" y="1280"/>
                    <a:pt x="672" y="12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9">
              <a:extLst>
                <a:ext uri="{FF2B5EF4-FFF2-40B4-BE49-F238E27FC236}">
                  <a16:creationId xmlns:a16="http://schemas.microsoft.com/office/drawing/2014/main" id="{F43360C6-821C-2014-8FCC-8D1431B49068}"/>
                </a:ext>
              </a:extLst>
            </p:cNvPr>
            <p:cNvSpPr>
              <a:spLocks noEditPoints="1"/>
            </p:cNvSpPr>
            <p:nvPr/>
          </p:nvSpPr>
          <p:spPr bwMode="auto">
            <a:xfrm>
              <a:off x="-1203326" y="3975101"/>
              <a:ext cx="1270001" cy="1250950"/>
            </a:xfrm>
            <a:custGeom>
              <a:avLst/>
              <a:gdLst>
                <a:gd name="T0" fmla="*/ 1552 w 2072"/>
                <a:gd name="T1" fmla="*/ 1384 h 2040"/>
                <a:gd name="T2" fmla="*/ 1384 w 2072"/>
                <a:gd name="T3" fmla="*/ 263 h 2040"/>
                <a:gd name="T4" fmla="*/ 264 w 2072"/>
                <a:gd name="T5" fmla="*/ 431 h 2040"/>
                <a:gd name="T6" fmla="*/ 431 w 2072"/>
                <a:gd name="T7" fmla="*/ 1552 h 2040"/>
                <a:gd name="T8" fmla="*/ 1420 w 2072"/>
                <a:gd name="T9" fmla="*/ 1524 h 2040"/>
                <a:gd name="T10" fmla="*/ 1897 w 2072"/>
                <a:gd name="T11" fmla="*/ 2001 h 2040"/>
                <a:gd name="T12" fmla="*/ 2033 w 2072"/>
                <a:gd name="T13" fmla="*/ 2003 h 2040"/>
                <a:gd name="T14" fmla="*/ 2035 w 2072"/>
                <a:gd name="T15" fmla="*/ 1868 h 2040"/>
                <a:gd name="T16" fmla="*/ 2033 w 2072"/>
                <a:gd name="T17" fmla="*/ 1865 h 2040"/>
                <a:gd name="T18" fmla="*/ 1552 w 2072"/>
                <a:gd name="T19" fmla="*/ 1384 h 2040"/>
                <a:gd name="T20" fmla="*/ 173 w 2072"/>
                <a:gd name="T21" fmla="*/ 909 h 2040"/>
                <a:gd name="T22" fmla="*/ 909 w 2072"/>
                <a:gd name="T23" fmla="*/ 173 h 2040"/>
                <a:gd name="T24" fmla="*/ 1645 w 2072"/>
                <a:gd name="T25" fmla="*/ 909 h 2040"/>
                <a:gd name="T26" fmla="*/ 909 w 2072"/>
                <a:gd name="T27" fmla="*/ 1645 h 2040"/>
                <a:gd name="T28" fmla="*/ 173 w 2072"/>
                <a:gd name="T29" fmla="*/ 909 h 2040"/>
                <a:gd name="T30" fmla="*/ 1987 w 2072"/>
                <a:gd name="T31" fmla="*/ 1956 h 2040"/>
                <a:gd name="T32" fmla="*/ 1943 w 2072"/>
                <a:gd name="T33" fmla="*/ 1956 h 2040"/>
                <a:gd name="T34" fmla="*/ 1468 w 2072"/>
                <a:gd name="T35" fmla="*/ 1481 h 2040"/>
                <a:gd name="T36" fmla="*/ 1511 w 2072"/>
                <a:gd name="T37" fmla="*/ 1434 h 2040"/>
                <a:gd name="T38" fmla="*/ 1987 w 2072"/>
                <a:gd name="T39" fmla="*/ 1911 h 2040"/>
                <a:gd name="T40" fmla="*/ 1997 w 2072"/>
                <a:gd name="T41" fmla="*/ 1933 h 2040"/>
                <a:gd name="T42" fmla="*/ 1987 w 2072"/>
                <a:gd name="T43" fmla="*/ 1956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2" h="2040">
                  <a:moveTo>
                    <a:pt x="1552" y="1384"/>
                  </a:moveTo>
                  <a:cubicBezTo>
                    <a:pt x="1815" y="1028"/>
                    <a:pt x="1740" y="527"/>
                    <a:pt x="1384" y="263"/>
                  </a:cubicBezTo>
                  <a:cubicBezTo>
                    <a:pt x="1029" y="0"/>
                    <a:pt x="527" y="75"/>
                    <a:pt x="264" y="431"/>
                  </a:cubicBezTo>
                  <a:cubicBezTo>
                    <a:pt x="0" y="787"/>
                    <a:pt x="75" y="1289"/>
                    <a:pt x="431" y="1552"/>
                  </a:cubicBezTo>
                  <a:cubicBezTo>
                    <a:pt x="728" y="1771"/>
                    <a:pt x="1136" y="1760"/>
                    <a:pt x="1420" y="1524"/>
                  </a:cubicBezTo>
                  <a:cubicBezTo>
                    <a:pt x="1897" y="2001"/>
                    <a:pt x="1897" y="2001"/>
                    <a:pt x="1897" y="2001"/>
                  </a:cubicBezTo>
                  <a:cubicBezTo>
                    <a:pt x="1934" y="2039"/>
                    <a:pt x="1994" y="2040"/>
                    <a:pt x="2033" y="2003"/>
                  </a:cubicBezTo>
                  <a:cubicBezTo>
                    <a:pt x="2071" y="1966"/>
                    <a:pt x="2072" y="1906"/>
                    <a:pt x="2035" y="1868"/>
                  </a:cubicBezTo>
                  <a:cubicBezTo>
                    <a:pt x="2034" y="1867"/>
                    <a:pt x="2033" y="1866"/>
                    <a:pt x="2033" y="1865"/>
                  </a:cubicBezTo>
                  <a:lnTo>
                    <a:pt x="1552" y="1384"/>
                  </a:lnTo>
                  <a:close/>
                  <a:moveTo>
                    <a:pt x="173" y="909"/>
                  </a:moveTo>
                  <a:cubicBezTo>
                    <a:pt x="173" y="503"/>
                    <a:pt x="503" y="173"/>
                    <a:pt x="909" y="173"/>
                  </a:cubicBezTo>
                  <a:cubicBezTo>
                    <a:pt x="1315" y="173"/>
                    <a:pt x="1645" y="503"/>
                    <a:pt x="1645" y="909"/>
                  </a:cubicBezTo>
                  <a:cubicBezTo>
                    <a:pt x="1645" y="1315"/>
                    <a:pt x="1315" y="1645"/>
                    <a:pt x="909" y="1645"/>
                  </a:cubicBezTo>
                  <a:cubicBezTo>
                    <a:pt x="503" y="1645"/>
                    <a:pt x="173" y="1315"/>
                    <a:pt x="173" y="909"/>
                  </a:cubicBezTo>
                  <a:close/>
                  <a:moveTo>
                    <a:pt x="1987" y="1956"/>
                  </a:moveTo>
                  <a:cubicBezTo>
                    <a:pt x="1975" y="1968"/>
                    <a:pt x="1955" y="1968"/>
                    <a:pt x="1943" y="1956"/>
                  </a:cubicBezTo>
                  <a:cubicBezTo>
                    <a:pt x="1468" y="1481"/>
                    <a:pt x="1468" y="1481"/>
                    <a:pt x="1468" y="1481"/>
                  </a:cubicBezTo>
                  <a:cubicBezTo>
                    <a:pt x="1483" y="1466"/>
                    <a:pt x="1497" y="1450"/>
                    <a:pt x="1511" y="1434"/>
                  </a:cubicBezTo>
                  <a:cubicBezTo>
                    <a:pt x="1987" y="1911"/>
                    <a:pt x="1987" y="1911"/>
                    <a:pt x="1987" y="1911"/>
                  </a:cubicBezTo>
                  <a:cubicBezTo>
                    <a:pt x="1994" y="1916"/>
                    <a:pt x="1997" y="1925"/>
                    <a:pt x="1997" y="1933"/>
                  </a:cubicBezTo>
                  <a:cubicBezTo>
                    <a:pt x="1997" y="1942"/>
                    <a:pt x="1994" y="1950"/>
                    <a:pt x="1987" y="1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30">
              <a:extLst>
                <a:ext uri="{FF2B5EF4-FFF2-40B4-BE49-F238E27FC236}">
                  <a16:creationId xmlns:a16="http://schemas.microsoft.com/office/drawing/2014/main" id="{E165D216-BCD3-DAFE-4F98-1BFBD7883F5B}"/>
                </a:ext>
              </a:extLst>
            </p:cNvPr>
            <p:cNvSpPr>
              <a:spLocks noEditPoints="1"/>
            </p:cNvSpPr>
            <p:nvPr/>
          </p:nvSpPr>
          <p:spPr bwMode="auto">
            <a:xfrm>
              <a:off x="-862013" y="4435476"/>
              <a:ext cx="117475" cy="234950"/>
            </a:xfrm>
            <a:custGeom>
              <a:avLst/>
              <a:gdLst>
                <a:gd name="T0" fmla="*/ 32 w 192"/>
                <a:gd name="T1" fmla="*/ 384 h 384"/>
                <a:gd name="T2" fmla="*/ 160 w 192"/>
                <a:gd name="T3" fmla="*/ 384 h 384"/>
                <a:gd name="T4" fmla="*/ 192 w 192"/>
                <a:gd name="T5" fmla="*/ 352 h 384"/>
                <a:gd name="T6" fmla="*/ 192 w 192"/>
                <a:gd name="T7" fmla="*/ 32 h 384"/>
                <a:gd name="T8" fmla="*/ 160 w 192"/>
                <a:gd name="T9" fmla="*/ 0 h 384"/>
                <a:gd name="T10" fmla="*/ 32 w 192"/>
                <a:gd name="T11" fmla="*/ 0 h 384"/>
                <a:gd name="T12" fmla="*/ 0 w 192"/>
                <a:gd name="T13" fmla="*/ 32 h 384"/>
                <a:gd name="T14" fmla="*/ 0 w 192"/>
                <a:gd name="T15" fmla="*/ 352 h 384"/>
                <a:gd name="T16" fmla="*/ 32 w 192"/>
                <a:gd name="T17" fmla="*/ 384 h 384"/>
                <a:gd name="T18" fmla="*/ 64 w 192"/>
                <a:gd name="T19" fmla="*/ 64 h 384"/>
                <a:gd name="T20" fmla="*/ 128 w 192"/>
                <a:gd name="T21" fmla="*/ 64 h 384"/>
                <a:gd name="T22" fmla="*/ 128 w 192"/>
                <a:gd name="T23" fmla="*/ 320 h 384"/>
                <a:gd name="T24" fmla="*/ 64 w 192"/>
                <a:gd name="T25" fmla="*/ 320 h 384"/>
                <a:gd name="T26" fmla="*/ 64 w 192"/>
                <a:gd name="T27" fmla="*/ 6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84">
                  <a:moveTo>
                    <a:pt x="32" y="384"/>
                  </a:moveTo>
                  <a:cubicBezTo>
                    <a:pt x="160" y="384"/>
                    <a:pt x="160" y="384"/>
                    <a:pt x="160" y="384"/>
                  </a:cubicBezTo>
                  <a:cubicBezTo>
                    <a:pt x="178" y="384"/>
                    <a:pt x="192" y="370"/>
                    <a:pt x="192" y="352"/>
                  </a:cubicBezTo>
                  <a:cubicBezTo>
                    <a:pt x="192" y="32"/>
                    <a:pt x="192" y="32"/>
                    <a:pt x="192" y="32"/>
                  </a:cubicBezTo>
                  <a:cubicBezTo>
                    <a:pt x="192" y="14"/>
                    <a:pt x="178" y="0"/>
                    <a:pt x="160" y="0"/>
                  </a:cubicBezTo>
                  <a:cubicBezTo>
                    <a:pt x="32" y="0"/>
                    <a:pt x="32" y="0"/>
                    <a:pt x="32" y="0"/>
                  </a:cubicBezTo>
                  <a:cubicBezTo>
                    <a:pt x="14" y="0"/>
                    <a:pt x="0" y="14"/>
                    <a:pt x="0" y="32"/>
                  </a:cubicBezTo>
                  <a:cubicBezTo>
                    <a:pt x="0" y="352"/>
                    <a:pt x="0" y="352"/>
                    <a:pt x="0" y="352"/>
                  </a:cubicBezTo>
                  <a:cubicBezTo>
                    <a:pt x="0" y="370"/>
                    <a:pt x="14" y="384"/>
                    <a:pt x="32" y="384"/>
                  </a:cubicBezTo>
                  <a:close/>
                  <a:moveTo>
                    <a:pt x="64" y="64"/>
                  </a:moveTo>
                  <a:cubicBezTo>
                    <a:pt x="128" y="64"/>
                    <a:pt x="128" y="64"/>
                    <a:pt x="128" y="64"/>
                  </a:cubicBezTo>
                  <a:cubicBezTo>
                    <a:pt x="128" y="320"/>
                    <a:pt x="128" y="320"/>
                    <a:pt x="128" y="320"/>
                  </a:cubicBezTo>
                  <a:cubicBezTo>
                    <a:pt x="64" y="320"/>
                    <a:pt x="64" y="320"/>
                    <a:pt x="64" y="320"/>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a:extLst>
                <a:ext uri="{FF2B5EF4-FFF2-40B4-BE49-F238E27FC236}">
                  <a16:creationId xmlns:a16="http://schemas.microsoft.com/office/drawing/2014/main" id="{0B586C42-2EA1-B043-649E-28D96AB587D0}"/>
                </a:ext>
              </a:extLst>
            </p:cNvPr>
            <p:cNvSpPr>
              <a:spLocks noEditPoints="1"/>
            </p:cNvSpPr>
            <p:nvPr/>
          </p:nvSpPr>
          <p:spPr bwMode="auto">
            <a:xfrm>
              <a:off x="-704850" y="4395788"/>
              <a:ext cx="117475" cy="274638"/>
            </a:xfrm>
            <a:custGeom>
              <a:avLst/>
              <a:gdLst>
                <a:gd name="T0" fmla="*/ 32 w 192"/>
                <a:gd name="T1" fmla="*/ 448 h 448"/>
                <a:gd name="T2" fmla="*/ 160 w 192"/>
                <a:gd name="T3" fmla="*/ 448 h 448"/>
                <a:gd name="T4" fmla="*/ 192 w 192"/>
                <a:gd name="T5" fmla="*/ 416 h 448"/>
                <a:gd name="T6" fmla="*/ 192 w 192"/>
                <a:gd name="T7" fmla="*/ 32 h 448"/>
                <a:gd name="T8" fmla="*/ 160 w 192"/>
                <a:gd name="T9" fmla="*/ 0 h 448"/>
                <a:gd name="T10" fmla="*/ 32 w 192"/>
                <a:gd name="T11" fmla="*/ 0 h 448"/>
                <a:gd name="T12" fmla="*/ 0 w 192"/>
                <a:gd name="T13" fmla="*/ 32 h 448"/>
                <a:gd name="T14" fmla="*/ 0 w 192"/>
                <a:gd name="T15" fmla="*/ 416 h 448"/>
                <a:gd name="T16" fmla="*/ 32 w 192"/>
                <a:gd name="T17" fmla="*/ 448 h 448"/>
                <a:gd name="T18" fmla="*/ 64 w 192"/>
                <a:gd name="T19" fmla="*/ 64 h 448"/>
                <a:gd name="T20" fmla="*/ 128 w 192"/>
                <a:gd name="T21" fmla="*/ 64 h 448"/>
                <a:gd name="T22" fmla="*/ 128 w 192"/>
                <a:gd name="T23" fmla="*/ 384 h 448"/>
                <a:gd name="T24" fmla="*/ 64 w 192"/>
                <a:gd name="T25" fmla="*/ 384 h 448"/>
                <a:gd name="T26" fmla="*/ 64 w 192"/>
                <a:gd name="T27" fmla="*/ 6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448">
                  <a:moveTo>
                    <a:pt x="32" y="448"/>
                  </a:moveTo>
                  <a:cubicBezTo>
                    <a:pt x="160" y="448"/>
                    <a:pt x="160" y="448"/>
                    <a:pt x="160" y="448"/>
                  </a:cubicBezTo>
                  <a:cubicBezTo>
                    <a:pt x="178" y="448"/>
                    <a:pt x="192" y="434"/>
                    <a:pt x="192" y="416"/>
                  </a:cubicBezTo>
                  <a:cubicBezTo>
                    <a:pt x="192" y="32"/>
                    <a:pt x="192" y="32"/>
                    <a:pt x="192" y="32"/>
                  </a:cubicBezTo>
                  <a:cubicBezTo>
                    <a:pt x="192" y="14"/>
                    <a:pt x="178" y="0"/>
                    <a:pt x="160" y="0"/>
                  </a:cubicBezTo>
                  <a:cubicBezTo>
                    <a:pt x="32" y="0"/>
                    <a:pt x="32" y="0"/>
                    <a:pt x="32" y="0"/>
                  </a:cubicBezTo>
                  <a:cubicBezTo>
                    <a:pt x="14" y="0"/>
                    <a:pt x="0" y="14"/>
                    <a:pt x="0" y="32"/>
                  </a:cubicBezTo>
                  <a:cubicBezTo>
                    <a:pt x="0" y="416"/>
                    <a:pt x="0" y="416"/>
                    <a:pt x="0" y="416"/>
                  </a:cubicBezTo>
                  <a:cubicBezTo>
                    <a:pt x="0" y="434"/>
                    <a:pt x="14" y="448"/>
                    <a:pt x="32" y="448"/>
                  </a:cubicBezTo>
                  <a:close/>
                  <a:moveTo>
                    <a:pt x="64" y="64"/>
                  </a:moveTo>
                  <a:cubicBezTo>
                    <a:pt x="128" y="64"/>
                    <a:pt x="128" y="64"/>
                    <a:pt x="128" y="64"/>
                  </a:cubicBezTo>
                  <a:cubicBezTo>
                    <a:pt x="128" y="384"/>
                    <a:pt x="128" y="384"/>
                    <a:pt x="128" y="384"/>
                  </a:cubicBezTo>
                  <a:cubicBezTo>
                    <a:pt x="64" y="384"/>
                    <a:pt x="64" y="384"/>
                    <a:pt x="64" y="384"/>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a:extLst>
                <a:ext uri="{FF2B5EF4-FFF2-40B4-BE49-F238E27FC236}">
                  <a16:creationId xmlns:a16="http://schemas.microsoft.com/office/drawing/2014/main" id="{7FF016D2-19AE-03EC-5C3E-0C3D8B151BE6}"/>
                </a:ext>
              </a:extLst>
            </p:cNvPr>
            <p:cNvSpPr>
              <a:spLocks noEditPoints="1"/>
            </p:cNvSpPr>
            <p:nvPr/>
          </p:nvSpPr>
          <p:spPr bwMode="auto">
            <a:xfrm>
              <a:off x="-549275" y="4356101"/>
              <a:ext cx="117475" cy="314325"/>
            </a:xfrm>
            <a:custGeom>
              <a:avLst/>
              <a:gdLst>
                <a:gd name="T0" fmla="*/ 160 w 192"/>
                <a:gd name="T1" fmla="*/ 0 h 512"/>
                <a:gd name="T2" fmla="*/ 32 w 192"/>
                <a:gd name="T3" fmla="*/ 0 h 512"/>
                <a:gd name="T4" fmla="*/ 0 w 192"/>
                <a:gd name="T5" fmla="*/ 32 h 512"/>
                <a:gd name="T6" fmla="*/ 0 w 192"/>
                <a:gd name="T7" fmla="*/ 480 h 512"/>
                <a:gd name="T8" fmla="*/ 32 w 192"/>
                <a:gd name="T9" fmla="*/ 512 h 512"/>
                <a:gd name="T10" fmla="*/ 160 w 192"/>
                <a:gd name="T11" fmla="*/ 512 h 512"/>
                <a:gd name="T12" fmla="*/ 192 w 192"/>
                <a:gd name="T13" fmla="*/ 480 h 512"/>
                <a:gd name="T14" fmla="*/ 192 w 192"/>
                <a:gd name="T15" fmla="*/ 32 h 512"/>
                <a:gd name="T16" fmla="*/ 160 w 192"/>
                <a:gd name="T17" fmla="*/ 0 h 512"/>
                <a:gd name="T18" fmla="*/ 128 w 192"/>
                <a:gd name="T19" fmla="*/ 448 h 512"/>
                <a:gd name="T20" fmla="*/ 64 w 192"/>
                <a:gd name="T21" fmla="*/ 448 h 512"/>
                <a:gd name="T22" fmla="*/ 64 w 192"/>
                <a:gd name="T23" fmla="*/ 64 h 512"/>
                <a:gd name="T24" fmla="*/ 128 w 192"/>
                <a:gd name="T25" fmla="*/ 64 h 512"/>
                <a:gd name="T26" fmla="*/ 128 w 192"/>
                <a:gd name="T27" fmla="*/ 4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512">
                  <a:moveTo>
                    <a:pt x="160" y="0"/>
                  </a:moveTo>
                  <a:cubicBezTo>
                    <a:pt x="32" y="0"/>
                    <a:pt x="32" y="0"/>
                    <a:pt x="32" y="0"/>
                  </a:cubicBezTo>
                  <a:cubicBezTo>
                    <a:pt x="14" y="0"/>
                    <a:pt x="0" y="14"/>
                    <a:pt x="0" y="32"/>
                  </a:cubicBezTo>
                  <a:cubicBezTo>
                    <a:pt x="0" y="480"/>
                    <a:pt x="0" y="480"/>
                    <a:pt x="0" y="480"/>
                  </a:cubicBezTo>
                  <a:cubicBezTo>
                    <a:pt x="0" y="498"/>
                    <a:pt x="14" y="512"/>
                    <a:pt x="32" y="512"/>
                  </a:cubicBezTo>
                  <a:cubicBezTo>
                    <a:pt x="160" y="512"/>
                    <a:pt x="160" y="512"/>
                    <a:pt x="160" y="512"/>
                  </a:cubicBezTo>
                  <a:cubicBezTo>
                    <a:pt x="178" y="512"/>
                    <a:pt x="192" y="498"/>
                    <a:pt x="192" y="480"/>
                  </a:cubicBezTo>
                  <a:cubicBezTo>
                    <a:pt x="192" y="32"/>
                    <a:pt x="192" y="32"/>
                    <a:pt x="192" y="32"/>
                  </a:cubicBezTo>
                  <a:cubicBezTo>
                    <a:pt x="192" y="14"/>
                    <a:pt x="178" y="0"/>
                    <a:pt x="160" y="0"/>
                  </a:cubicBezTo>
                  <a:close/>
                  <a:moveTo>
                    <a:pt x="128" y="448"/>
                  </a:moveTo>
                  <a:cubicBezTo>
                    <a:pt x="64" y="448"/>
                    <a:pt x="64" y="448"/>
                    <a:pt x="64" y="448"/>
                  </a:cubicBezTo>
                  <a:cubicBezTo>
                    <a:pt x="64" y="64"/>
                    <a:pt x="64" y="64"/>
                    <a:pt x="64" y="64"/>
                  </a:cubicBezTo>
                  <a:cubicBezTo>
                    <a:pt x="128" y="64"/>
                    <a:pt x="128" y="64"/>
                    <a:pt x="128" y="64"/>
                  </a:cubicBezTo>
                  <a:lnTo>
                    <a:pt x="128"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33">
              <a:extLst>
                <a:ext uri="{FF2B5EF4-FFF2-40B4-BE49-F238E27FC236}">
                  <a16:creationId xmlns:a16="http://schemas.microsoft.com/office/drawing/2014/main" id="{D8663ED2-E152-6329-15D2-C31F50E85419}"/>
                </a:ext>
              </a:extLst>
            </p:cNvPr>
            <p:cNvSpPr>
              <a:spLocks/>
            </p:cNvSpPr>
            <p:nvPr/>
          </p:nvSpPr>
          <p:spPr bwMode="auto">
            <a:xfrm>
              <a:off x="-288925" y="4081463"/>
              <a:ext cx="131763" cy="93663"/>
            </a:xfrm>
            <a:custGeom>
              <a:avLst/>
              <a:gdLst>
                <a:gd name="T0" fmla="*/ 132 w 215"/>
                <a:gd name="T1" fmla="*/ 64 h 151"/>
                <a:gd name="T2" fmla="*/ 215 w 215"/>
                <a:gd name="T3" fmla="*/ 64 h 151"/>
                <a:gd name="T4" fmla="*/ 215 w 215"/>
                <a:gd name="T5" fmla="*/ 0 h 151"/>
                <a:gd name="T6" fmla="*/ 119 w 215"/>
                <a:gd name="T7" fmla="*/ 0 h 151"/>
                <a:gd name="T8" fmla="*/ 96 w 215"/>
                <a:gd name="T9" fmla="*/ 9 h 151"/>
                <a:gd name="T10" fmla="*/ 0 w 215"/>
                <a:gd name="T11" fmla="*/ 105 h 151"/>
                <a:gd name="T12" fmla="*/ 46 w 215"/>
                <a:gd name="T13" fmla="*/ 151 h 151"/>
                <a:gd name="T14" fmla="*/ 132 w 215"/>
                <a:gd name="T15" fmla="*/ 64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132" y="64"/>
                  </a:moveTo>
                  <a:cubicBezTo>
                    <a:pt x="215" y="64"/>
                    <a:pt x="215" y="64"/>
                    <a:pt x="215" y="64"/>
                  </a:cubicBezTo>
                  <a:cubicBezTo>
                    <a:pt x="215" y="0"/>
                    <a:pt x="215" y="0"/>
                    <a:pt x="215" y="0"/>
                  </a:cubicBezTo>
                  <a:cubicBezTo>
                    <a:pt x="119" y="0"/>
                    <a:pt x="119" y="0"/>
                    <a:pt x="119" y="0"/>
                  </a:cubicBezTo>
                  <a:cubicBezTo>
                    <a:pt x="111" y="0"/>
                    <a:pt x="102" y="3"/>
                    <a:pt x="96" y="9"/>
                  </a:cubicBezTo>
                  <a:cubicBezTo>
                    <a:pt x="0" y="105"/>
                    <a:pt x="0" y="105"/>
                    <a:pt x="0" y="105"/>
                  </a:cubicBezTo>
                  <a:cubicBezTo>
                    <a:pt x="46" y="151"/>
                    <a:pt x="46" y="151"/>
                    <a:pt x="46" y="151"/>
                  </a:cubicBezTo>
                  <a:lnTo>
                    <a:pt x="132"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34">
              <a:extLst>
                <a:ext uri="{FF2B5EF4-FFF2-40B4-BE49-F238E27FC236}">
                  <a16:creationId xmlns:a16="http://schemas.microsoft.com/office/drawing/2014/main" id="{1E1BE76D-7BDD-D878-61C0-DF4986F679B2}"/>
                </a:ext>
              </a:extLst>
            </p:cNvPr>
            <p:cNvSpPr>
              <a:spLocks noChangeArrowheads="1"/>
            </p:cNvSpPr>
            <p:nvPr/>
          </p:nvSpPr>
          <p:spPr bwMode="auto">
            <a:xfrm>
              <a:off x="-117475" y="408146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35">
              <a:extLst>
                <a:ext uri="{FF2B5EF4-FFF2-40B4-BE49-F238E27FC236}">
                  <a16:creationId xmlns:a16="http://schemas.microsoft.com/office/drawing/2014/main" id="{D9A720B0-48D8-7E39-5314-2901119ED735}"/>
                </a:ext>
              </a:extLst>
            </p:cNvPr>
            <p:cNvSpPr>
              <a:spLocks noChangeArrowheads="1"/>
            </p:cNvSpPr>
            <p:nvPr/>
          </p:nvSpPr>
          <p:spPr bwMode="auto">
            <a:xfrm>
              <a:off x="-117475" y="4160838"/>
              <a:ext cx="3968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36">
              <a:extLst>
                <a:ext uri="{FF2B5EF4-FFF2-40B4-BE49-F238E27FC236}">
                  <a16:creationId xmlns:a16="http://schemas.microsoft.com/office/drawing/2014/main" id="{F60B213F-CBDB-7D21-60D9-7DDD0210DE97}"/>
                </a:ext>
              </a:extLst>
            </p:cNvPr>
            <p:cNvSpPr>
              <a:spLocks noChangeArrowheads="1"/>
            </p:cNvSpPr>
            <p:nvPr/>
          </p:nvSpPr>
          <p:spPr bwMode="auto">
            <a:xfrm>
              <a:off x="-38100" y="4160838"/>
              <a:ext cx="9683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37">
              <a:extLst>
                <a:ext uri="{FF2B5EF4-FFF2-40B4-BE49-F238E27FC236}">
                  <a16:creationId xmlns:a16="http://schemas.microsoft.com/office/drawing/2014/main" id="{837E0278-4C28-7E23-0C1F-419101BE79BC}"/>
                </a:ext>
              </a:extLst>
            </p:cNvPr>
            <p:cNvSpPr>
              <a:spLocks noChangeArrowheads="1"/>
            </p:cNvSpPr>
            <p:nvPr/>
          </p:nvSpPr>
          <p:spPr bwMode="auto">
            <a:xfrm>
              <a:off x="-117475" y="4238626"/>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38">
              <a:extLst>
                <a:ext uri="{FF2B5EF4-FFF2-40B4-BE49-F238E27FC236}">
                  <a16:creationId xmlns:a16="http://schemas.microsoft.com/office/drawing/2014/main" id="{371CFA22-BA13-8A7A-5B5F-5B20B09CE423}"/>
                </a:ext>
              </a:extLst>
            </p:cNvPr>
            <p:cNvSpPr>
              <a:spLocks/>
            </p:cNvSpPr>
            <p:nvPr/>
          </p:nvSpPr>
          <p:spPr bwMode="auto">
            <a:xfrm>
              <a:off x="-901700" y="5087938"/>
              <a:ext cx="131763" cy="93663"/>
            </a:xfrm>
            <a:custGeom>
              <a:avLst/>
              <a:gdLst>
                <a:gd name="T0" fmla="*/ 83 w 215"/>
                <a:gd name="T1" fmla="*/ 87 h 151"/>
                <a:gd name="T2" fmla="*/ 0 w 215"/>
                <a:gd name="T3" fmla="*/ 87 h 151"/>
                <a:gd name="T4" fmla="*/ 0 w 215"/>
                <a:gd name="T5" fmla="*/ 151 h 151"/>
                <a:gd name="T6" fmla="*/ 96 w 215"/>
                <a:gd name="T7" fmla="*/ 151 h 151"/>
                <a:gd name="T8" fmla="*/ 119 w 215"/>
                <a:gd name="T9" fmla="*/ 142 h 151"/>
                <a:gd name="T10" fmla="*/ 215 w 215"/>
                <a:gd name="T11" fmla="*/ 46 h 151"/>
                <a:gd name="T12" fmla="*/ 169 w 215"/>
                <a:gd name="T13" fmla="*/ 0 h 151"/>
                <a:gd name="T14" fmla="*/ 83 w 215"/>
                <a:gd name="T15" fmla="*/ 87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83" y="87"/>
                  </a:moveTo>
                  <a:cubicBezTo>
                    <a:pt x="0" y="87"/>
                    <a:pt x="0" y="87"/>
                    <a:pt x="0" y="87"/>
                  </a:cubicBezTo>
                  <a:cubicBezTo>
                    <a:pt x="0" y="151"/>
                    <a:pt x="0" y="151"/>
                    <a:pt x="0" y="151"/>
                  </a:cubicBezTo>
                  <a:cubicBezTo>
                    <a:pt x="96" y="151"/>
                    <a:pt x="96" y="151"/>
                    <a:pt x="96" y="151"/>
                  </a:cubicBezTo>
                  <a:cubicBezTo>
                    <a:pt x="104" y="151"/>
                    <a:pt x="113" y="148"/>
                    <a:pt x="119" y="142"/>
                  </a:cubicBezTo>
                  <a:cubicBezTo>
                    <a:pt x="215" y="46"/>
                    <a:pt x="215" y="46"/>
                    <a:pt x="215" y="46"/>
                  </a:cubicBezTo>
                  <a:cubicBezTo>
                    <a:pt x="169" y="0"/>
                    <a:pt x="169" y="0"/>
                    <a:pt x="169" y="0"/>
                  </a:cubicBezTo>
                  <a:lnTo>
                    <a:pt x="83"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39">
              <a:extLst>
                <a:ext uri="{FF2B5EF4-FFF2-40B4-BE49-F238E27FC236}">
                  <a16:creationId xmlns:a16="http://schemas.microsoft.com/office/drawing/2014/main" id="{8B416BE3-CAF7-F1DF-7B2A-E1D414B96525}"/>
                </a:ext>
              </a:extLst>
            </p:cNvPr>
            <p:cNvSpPr>
              <a:spLocks noChangeArrowheads="1"/>
            </p:cNvSpPr>
            <p:nvPr/>
          </p:nvSpPr>
          <p:spPr bwMode="auto">
            <a:xfrm>
              <a:off x="-1117600" y="514191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Rectangle 40">
              <a:extLst>
                <a:ext uri="{FF2B5EF4-FFF2-40B4-BE49-F238E27FC236}">
                  <a16:creationId xmlns:a16="http://schemas.microsoft.com/office/drawing/2014/main" id="{1BAFD8A5-2442-3E63-AA42-F9536AFBBD25}"/>
                </a:ext>
              </a:extLst>
            </p:cNvPr>
            <p:cNvSpPr>
              <a:spLocks noChangeArrowheads="1"/>
            </p:cNvSpPr>
            <p:nvPr/>
          </p:nvSpPr>
          <p:spPr bwMode="auto">
            <a:xfrm>
              <a:off x="-979488" y="5062538"/>
              <a:ext cx="38100"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41">
              <a:extLst>
                <a:ext uri="{FF2B5EF4-FFF2-40B4-BE49-F238E27FC236}">
                  <a16:creationId xmlns:a16="http://schemas.microsoft.com/office/drawing/2014/main" id="{EA8B8B01-C611-5F3D-D25C-94317BE5AAF3}"/>
                </a:ext>
              </a:extLst>
            </p:cNvPr>
            <p:cNvSpPr>
              <a:spLocks noChangeArrowheads="1"/>
            </p:cNvSpPr>
            <p:nvPr/>
          </p:nvSpPr>
          <p:spPr bwMode="auto">
            <a:xfrm>
              <a:off x="-1117600" y="5062538"/>
              <a:ext cx="98425"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Rectangle 42">
              <a:extLst>
                <a:ext uri="{FF2B5EF4-FFF2-40B4-BE49-F238E27FC236}">
                  <a16:creationId xmlns:a16="http://schemas.microsoft.com/office/drawing/2014/main" id="{728043FA-780C-E837-4C0C-37640E2EF505}"/>
                </a:ext>
              </a:extLst>
            </p:cNvPr>
            <p:cNvSpPr>
              <a:spLocks noChangeArrowheads="1"/>
            </p:cNvSpPr>
            <p:nvPr/>
          </p:nvSpPr>
          <p:spPr bwMode="auto">
            <a:xfrm>
              <a:off x="-1117600" y="4984751"/>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Rectangle 43">
              <a:extLst>
                <a:ext uri="{FF2B5EF4-FFF2-40B4-BE49-F238E27FC236}">
                  <a16:creationId xmlns:a16="http://schemas.microsoft.com/office/drawing/2014/main" id="{F3B624EE-9BF7-643B-5032-B70D51ABA8D8}"/>
                </a:ext>
              </a:extLst>
            </p:cNvPr>
            <p:cNvSpPr>
              <a:spLocks noChangeArrowheads="1"/>
            </p:cNvSpPr>
            <p:nvPr/>
          </p:nvSpPr>
          <p:spPr bwMode="auto">
            <a:xfrm>
              <a:off x="-862013" y="4710113"/>
              <a:ext cx="430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7" name="Group 86">
            <a:extLst>
              <a:ext uri="{FF2B5EF4-FFF2-40B4-BE49-F238E27FC236}">
                <a16:creationId xmlns:a16="http://schemas.microsoft.com/office/drawing/2014/main" id="{D4EB0E9A-D0C0-6904-EC35-FE5F68D749A5}"/>
              </a:ext>
            </a:extLst>
          </p:cNvPr>
          <p:cNvGrpSpPr/>
          <p:nvPr/>
        </p:nvGrpSpPr>
        <p:grpSpPr>
          <a:xfrm>
            <a:off x="5701309" y="1489888"/>
            <a:ext cx="2271120" cy="2237050"/>
            <a:chOff x="-1203326" y="3975101"/>
            <a:chExt cx="1270001" cy="1250950"/>
          </a:xfrm>
          <a:solidFill>
            <a:schemeClr val="accent4"/>
          </a:solidFill>
        </p:grpSpPr>
        <p:sp>
          <p:nvSpPr>
            <p:cNvPr id="88" name="Freeform 28">
              <a:extLst>
                <a:ext uri="{FF2B5EF4-FFF2-40B4-BE49-F238E27FC236}">
                  <a16:creationId xmlns:a16="http://schemas.microsoft.com/office/drawing/2014/main" id="{76CB30F9-DD24-93ED-E23E-AA21386E453C}"/>
                </a:ext>
              </a:extLst>
            </p:cNvPr>
            <p:cNvSpPr>
              <a:spLocks noEditPoints="1"/>
            </p:cNvSpPr>
            <p:nvPr/>
          </p:nvSpPr>
          <p:spPr bwMode="auto">
            <a:xfrm>
              <a:off x="-1058863" y="4121151"/>
              <a:ext cx="823913" cy="823913"/>
            </a:xfrm>
            <a:custGeom>
              <a:avLst/>
              <a:gdLst>
                <a:gd name="T0" fmla="*/ 672 w 1344"/>
                <a:gd name="T1" fmla="*/ 0 h 1344"/>
                <a:gd name="T2" fmla="*/ 0 w 1344"/>
                <a:gd name="T3" fmla="*/ 672 h 1344"/>
                <a:gd name="T4" fmla="*/ 672 w 1344"/>
                <a:gd name="T5" fmla="*/ 1344 h 1344"/>
                <a:gd name="T6" fmla="*/ 1344 w 1344"/>
                <a:gd name="T7" fmla="*/ 672 h 1344"/>
                <a:gd name="T8" fmla="*/ 672 w 1344"/>
                <a:gd name="T9" fmla="*/ 0 h 1344"/>
                <a:gd name="T10" fmla="*/ 672 w 1344"/>
                <a:gd name="T11" fmla="*/ 1280 h 1344"/>
                <a:gd name="T12" fmla="*/ 64 w 1344"/>
                <a:gd name="T13" fmla="*/ 672 h 1344"/>
                <a:gd name="T14" fmla="*/ 672 w 1344"/>
                <a:gd name="T15" fmla="*/ 64 h 1344"/>
                <a:gd name="T16" fmla="*/ 1280 w 1344"/>
                <a:gd name="T17" fmla="*/ 672 h 1344"/>
                <a:gd name="T18" fmla="*/ 672 w 1344"/>
                <a:gd name="T19" fmla="*/ 1280 h 1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4" h="1344">
                  <a:moveTo>
                    <a:pt x="672" y="0"/>
                  </a:moveTo>
                  <a:cubicBezTo>
                    <a:pt x="301" y="0"/>
                    <a:pt x="0" y="301"/>
                    <a:pt x="0" y="672"/>
                  </a:cubicBezTo>
                  <a:cubicBezTo>
                    <a:pt x="0" y="1043"/>
                    <a:pt x="301" y="1344"/>
                    <a:pt x="672" y="1344"/>
                  </a:cubicBezTo>
                  <a:cubicBezTo>
                    <a:pt x="1043" y="1344"/>
                    <a:pt x="1344" y="1043"/>
                    <a:pt x="1344" y="672"/>
                  </a:cubicBezTo>
                  <a:cubicBezTo>
                    <a:pt x="1344" y="301"/>
                    <a:pt x="1043" y="0"/>
                    <a:pt x="672" y="0"/>
                  </a:cubicBezTo>
                  <a:close/>
                  <a:moveTo>
                    <a:pt x="672" y="1280"/>
                  </a:moveTo>
                  <a:cubicBezTo>
                    <a:pt x="336" y="1280"/>
                    <a:pt x="64" y="1008"/>
                    <a:pt x="64" y="672"/>
                  </a:cubicBezTo>
                  <a:cubicBezTo>
                    <a:pt x="64" y="336"/>
                    <a:pt x="336" y="64"/>
                    <a:pt x="672" y="64"/>
                  </a:cubicBezTo>
                  <a:cubicBezTo>
                    <a:pt x="1008" y="64"/>
                    <a:pt x="1280" y="336"/>
                    <a:pt x="1280" y="672"/>
                  </a:cubicBezTo>
                  <a:cubicBezTo>
                    <a:pt x="1280" y="1008"/>
                    <a:pt x="1008" y="1280"/>
                    <a:pt x="672" y="12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9">
              <a:extLst>
                <a:ext uri="{FF2B5EF4-FFF2-40B4-BE49-F238E27FC236}">
                  <a16:creationId xmlns:a16="http://schemas.microsoft.com/office/drawing/2014/main" id="{CCA356A7-ABF0-580A-6D92-51CCBF4E0F91}"/>
                </a:ext>
              </a:extLst>
            </p:cNvPr>
            <p:cNvSpPr>
              <a:spLocks noEditPoints="1"/>
            </p:cNvSpPr>
            <p:nvPr/>
          </p:nvSpPr>
          <p:spPr bwMode="auto">
            <a:xfrm>
              <a:off x="-1203326" y="3975101"/>
              <a:ext cx="1270001" cy="1250950"/>
            </a:xfrm>
            <a:custGeom>
              <a:avLst/>
              <a:gdLst>
                <a:gd name="T0" fmla="*/ 1552 w 2072"/>
                <a:gd name="T1" fmla="*/ 1384 h 2040"/>
                <a:gd name="T2" fmla="*/ 1384 w 2072"/>
                <a:gd name="T3" fmla="*/ 263 h 2040"/>
                <a:gd name="T4" fmla="*/ 264 w 2072"/>
                <a:gd name="T5" fmla="*/ 431 h 2040"/>
                <a:gd name="T6" fmla="*/ 431 w 2072"/>
                <a:gd name="T7" fmla="*/ 1552 h 2040"/>
                <a:gd name="T8" fmla="*/ 1420 w 2072"/>
                <a:gd name="T9" fmla="*/ 1524 h 2040"/>
                <a:gd name="T10" fmla="*/ 1897 w 2072"/>
                <a:gd name="T11" fmla="*/ 2001 h 2040"/>
                <a:gd name="T12" fmla="*/ 2033 w 2072"/>
                <a:gd name="T13" fmla="*/ 2003 h 2040"/>
                <a:gd name="T14" fmla="*/ 2035 w 2072"/>
                <a:gd name="T15" fmla="*/ 1868 h 2040"/>
                <a:gd name="T16" fmla="*/ 2033 w 2072"/>
                <a:gd name="T17" fmla="*/ 1865 h 2040"/>
                <a:gd name="T18" fmla="*/ 1552 w 2072"/>
                <a:gd name="T19" fmla="*/ 1384 h 2040"/>
                <a:gd name="T20" fmla="*/ 173 w 2072"/>
                <a:gd name="T21" fmla="*/ 909 h 2040"/>
                <a:gd name="T22" fmla="*/ 909 w 2072"/>
                <a:gd name="T23" fmla="*/ 173 h 2040"/>
                <a:gd name="T24" fmla="*/ 1645 w 2072"/>
                <a:gd name="T25" fmla="*/ 909 h 2040"/>
                <a:gd name="T26" fmla="*/ 909 w 2072"/>
                <a:gd name="T27" fmla="*/ 1645 h 2040"/>
                <a:gd name="T28" fmla="*/ 173 w 2072"/>
                <a:gd name="T29" fmla="*/ 909 h 2040"/>
                <a:gd name="T30" fmla="*/ 1987 w 2072"/>
                <a:gd name="T31" fmla="*/ 1956 h 2040"/>
                <a:gd name="T32" fmla="*/ 1943 w 2072"/>
                <a:gd name="T33" fmla="*/ 1956 h 2040"/>
                <a:gd name="T34" fmla="*/ 1468 w 2072"/>
                <a:gd name="T35" fmla="*/ 1481 h 2040"/>
                <a:gd name="T36" fmla="*/ 1511 w 2072"/>
                <a:gd name="T37" fmla="*/ 1434 h 2040"/>
                <a:gd name="T38" fmla="*/ 1987 w 2072"/>
                <a:gd name="T39" fmla="*/ 1911 h 2040"/>
                <a:gd name="T40" fmla="*/ 1997 w 2072"/>
                <a:gd name="T41" fmla="*/ 1933 h 2040"/>
                <a:gd name="T42" fmla="*/ 1987 w 2072"/>
                <a:gd name="T43" fmla="*/ 1956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2" h="2040">
                  <a:moveTo>
                    <a:pt x="1552" y="1384"/>
                  </a:moveTo>
                  <a:cubicBezTo>
                    <a:pt x="1815" y="1028"/>
                    <a:pt x="1740" y="527"/>
                    <a:pt x="1384" y="263"/>
                  </a:cubicBezTo>
                  <a:cubicBezTo>
                    <a:pt x="1029" y="0"/>
                    <a:pt x="527" y="75"/>
                    <a:pt x="264" y="431"/>
                  </a:cubicBezTo>
                  <a:cubicBezTo>
                    <a:pt x="0" y="787"/>
                    <a:pt x="75" y="1289"/>
                    <a:pt x="431" y="1552"/>
                  </a:cubicBezTo>
                  <a:cubicBezTo>
                    <a:pt x="728" y="1771"/>
                    <a:pt x="1136" y="1760"/>
                    <a:pt x="1420" y="1524"/>
                  </a:cubicBezTo>
                  <a:cubicBezTo>
                    <a:pt x="1897" y="2001"/>
                    <a:pt x="1897" y="2001"/>
                    <a:pt x="1897" y="2001"/>
                  </a:cubicBezTo>
                  <a:cubicBezTo>
                    <a:pt x="1934" y="2039"/>
                    <a:pt x="1994" y="2040"/>
                    <a:pt x="2033" y="2003"/>
                  </a:cubicBezTo>
                  <a:cubicBezTo>
                    <a:pt x="2071" y="1966"/>
                    <a:pt x="2072" y="1906"/>
                    <a:pt x="2035" y="1868"/>
                  </a:cubicBezTo>
                  <a:cubicBezTo>
                    <a:pt x="2034" y="1867"/>
                    <a:pt x="2033" y="1866"/>
                    <a:pt x="2033" y="1865"/>
                  </a:cubicBezTo>
                  <a:lnTo>
                    <a:pt x="1552" y="1384"/>
                  </a:lnTo>
                  <a:close/>
                  <a:moveTo>
                    <a:pt x="173" y="909"/>
                  </a:moveTo>
                  <a:cubicBezTo>
                    <a:pt x="173" y="503"/>
                    <a:pt x="503" y="173"/>
                    <a:pt x="909" y="173"/>
                  </a:cubicBezTo>
                  <a:cubicBezTo>
                    <a:pt x="1315" y="173"/>
                    <a:pt x="1645" y="503"/>
                    <a:pt x="1645" y="909"/>
                  </a:cubicBezTo>
                  <a:cubicBezTo>
                    <a:pt x="1645" y="1315"/>
                    <a:pt x="1315" y="1645"/>
                    <a:pt x="909" y="1645"/>
                  </a:cubicBezTo>
                  <a:cubicBezTo>
                    <a:pt x="503" y="1645"/>
                    <a:pt x="173" y="1315"/>
                    <a:pt x="173" y="909"/>
                  </a:cubicBezTo>
                  <a:close/>
                  <a:moveTo>
                    <a:pt x="1987" y="1956"/>
                  </a:moveTo>
                  <a:cubicBezTo>
                    <a:pt x="1975" y="1968"/>
                    <a:pt x="1955" y="1968"/>
                    <a:pt x="1943" y="1956"/>
                  </a:cubicBezTo>
                  <a:cubicBezTo>
                    <a:pt x="1468" y="1481"/>
                    <a:pt x="1468" y="1481"/>
                    <a:pt x="1468" y="1481"/>
                  </a:cubicBezTo>
                  <a:cubicBezTo>
                    <a:pt x="1483" y="1466"/>
                    <a:pt x="1497" y="1450"/>
                    <a:pt x="1511" y="1434"/>
                  </a:cubicBezTo>
                  <a:cubicBezTo>
                    <a:pt x="1987" y="1911"/>
                    <a:pt x="1987" y="1911"/>
                    <a:pt x="1987" y="1911"/>
                  </a:cubicBezTo>
                  <a:cubicBezTo>
                    <a:pt x="1994" y="1916"/>
                    <a:pt x="1997" y="1925"/>
                    <a:pt x="1997" y="1933"/>
                  </a:cubicBezTo>
                  <a:cubicBezTo>
                    <a:pt x="1997" y="1942"/>
                    <a:pt x="1994" y="1950"/>
                    <a:pt x="1987" y="1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30">
              <a:extLst>
                <a:ext uri="{FF2B5EF4-FFF2-40B4-BE49-F238E27FC236}">
                  <a16:creationId xmlns:a16="http://schemas.microsoft.com/office/drawing/2014/main" id="{B6B3539F-6D1D-3000-EB4C-2F6072FA8AAE}"/>
                </a:ext>
              </a:extLst>
            </p:cNvPr>
            <p:cNvSpPr>
              <a:spLocks noEditPoints="1"/>
            </p:cNvSpPr>
            <p:nvPr/>
          </p:nvSpPr>
          <p:spPr bwMode="auto">
            <a:xfrm>
              <a:off x="-862013" y="4435476"/>
              <a:ext cx="117475" cy="234950"/>
            </a:xfrm>
            <a:custGeom>
              <a:avLst/>
              <a:gdLst>
                <a:gd name="T0" fmla="*/ 32 w 192"/>
                <a:gd name="T1" fmla="*/ 384 h 384"/>
                <a:gd name="T2" fmla="*/ 160 w 192"/>
                <a:gd name="T3" fmla="*/ 384 h 384"/>
                <a:gd name="T4" fmla="*/ 192 w 192"/>
                <a:gd name="T5" fmla="*/ 352 h 384"/>
                <a:gd name="T6" fmla="*/ 192 w 192"/>
                <a:gd name="T7" fmla="*/ 32 h 384"/>
                <a:gd name="T8" fmla="*/ 160 w 192"/>
                <a:gd name="T9" fmla="*/ 0 h 384"/>
                <a:gd name="T10" fmla="*/ 32 w 192"/>
                <a:gd name="T11" fmla="*/ 0 h 384"/>
                <a:gd name="T12" fmla="*/ 0 w 192"/>
                <a:gd name="T13" fmla="*/ 32 h 384"/>
                <a:gd name="T14" fmla="*/ 0 w 192"/>
                <a:gd name="T15" fmla="*/ 352 h 384"/>
                <a:gd name="T16" fmla="*/ 32 w 192"/>
                <a:gd name="T17" fmla="*/ 384 h 384"/>
                <a:gd name="T18" fmla="*/ 64 w 192"/>
                <a:gd name="T19" fmla="*/ 64 h 384"/>
                <a:gd name="T20" fmla="*/ 128 w 192"/>
                <a:gd name="T21" fmla="*/ 64 h 384"/>
                <a:gd name="T22" fmla="*/ 128 w 192"/>
                <a:gd name="T23" fmla="*/ 320 h 384"/>
                <a:gd name="T24" fmla="*/ 64 w 192"/>
                <a:gd name="T25" fmla="*/ 320 h 384"/>
                <a:gd name="T26" fmla="*/ 64 w 192"/>
                <a:gd name="T27" fmla="*/ 6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84">
                  <a:moveTo>
                    <a:pt x="32" y="384"/>
                  </a:moveTo>
                  <a:cubicBezTo>
                    <a:pt x="160" y="384"/>
                    <a:pt x="160" y="384"/>
                    <a:pt x="160" y="384"/>
                  </a:cubicBezTo>
                  <a:cubicBezTo>
                    <a:pt x="178" y="384"/>
                    <a:pt x="192" y="370"/>
                    <a:pt x="192" y="352"/>
                  </a:cubicBezTo>
                  <a:cubicBezTo>
                    <a:pt x="192" y="32"/>
                    <a:pt x="192" y="32"/>
                    <a:pt x="192" y="32"/>
                  </a:cubicBezTo>
                  <a:cubicBezTo>
                    <a:pt x="192" y="14"/>
                    <a:pt x="178" y="0"/>
                    <a:pt x="160" y="0"/>
                  </a:cubicBezTo>
                  <a:cubicBezTo>
                    <a:pt x="32" y="0"/>
                    <a:pt x="32" y="0"/>
                    <a:pt x="32" y="0"/>
                  </a:cubicBezTo>
                  <a:cubicBezTo>
                    <a:pt x="14" y="0"/>
                    <a:pt x="0" y="14"/>
                    <a:pt x="0" y="32"/>
                  </a:cubicBezTo>
                  <a:cubicBezTo>
                    <a:pt x="0" y="352"/>
                    <a:pt x="0" y="352"/>
                    <a:pt x="0" y="352"/>
                  </a:cubicBezTo>
                  <a:cubicBezTo>
                    <a:pt x="0" y="370"/>
                    <a:pt x="14" y="384"/>
                    <a:pt x="32" y="384"/>
                  </a:cubicBezTo>
                  <a:close/>
                  <a:moveTo>
                    <a:pt x="64" y="64"/>
                  </a:moveTo>
                  <a:cubicBezTo>
                    <a:pt x="128" y="64"/>
                    <a:pt x="128" y="64"/>
                    <a:pt x="128" y="64"/>
                  </a:cubicBezTo>
                  <a:cubicBezTo>
                    <a:pt x="128" y="320"/>
                    <a:pt x="128" y="320"/>
                    <a:pt x="128" y="320"/>
                  </a:cubicBezTo>
                  <a:cubicBezTo>
                    <a:pt x="64" y="320"/>
                    <a:pt x="64" y="320"/>
                    <a:pt x="64" y="320"/>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31">
              <a:extLst>
                <a:ext uri="{FF2B5EF4-FFF2-40B4-BE49-F238E27FC236}">
                  <a16:creationId xmlns:a16="http://schemas.microsoft.com/office/drawing/2014/main" id="{7990AC1F-853D-7074-B421-2F8D97ED2597}"/>
                </a:ext>
              </a:extLst>
            </p:cNvPr>
            <p:cNvSpPr>
              <a:spLocks noEditPoints="1"/>
            </p:cNvSpPr>
            <p:nvPr/>
          </p:nvSpPr>
          <p:spPr bwMode="auto">
            <a:xfrm>
              <a:off x="-704850" y="4395788"/>
              <a:ext cx="117475" cy="274638"/>
            </a:xfrm>
            <a:custGeom>
              <a:avLst/>
              <a:gdLst>
                <a:gd name="T0" fmla="*/ 32 w 192"/>
                <a:gd name="T1" fmla="*/ 448 h 448"/>
                <a:gd name="T2" fmla="*/ 160 w 192"/>
                <a:gd name="T3" fmla="*/ 448 h 448"/>
                <a:gd name="T4" fmla="*/ 192 w 192"/>
                <a:gd name="T5" fmla="*/ 416 h 448"/>
                <a:gd name="T6" fmla="*/ 192 w 192"/>
                <a:gd name="T7" fmla="*/ 32 h 448"/>
                <a:gd name="T8" fmla="*/ 160 w 192"/>
                <a:gd name="T9" fmla="*/ 0 h 448"/>
                <a:gd name="T10" fmla="*/ 32 w 192"/>
                <a:gd name="T11" fmla="*/ 0 h 448"/>
                <a:gd name="T12" fmla="*/ 0 w 192"/>
                <a:gd name="T13" fmla="*/ 32 h 448"/>
                <a:gd name="T14" fmla="*/ 0 w 192"/>
                <a:gd name="T15" fmla="*/ 416 h 448"/>
                <a:gd name="T16" fmla="*/ 32 w 192"/>
                <a:gd name="T17" fmla="*/ 448 h 448"/>
                <a:gd name="T18" fmla="*/ 64 w 192"/>
                <a:gd name="T19" fmla="*/ 64 h 448"/>
                <a:gd name="T20" fmla="*/ 128 w 192"/>
                <a:gd name="T21" fmla="*/ 64 h 448"/>
                <a:gd name="T22" fmla="*/ 128 w 192"/>
                <a:gd name="T23" fmla="*/ 384 h 448"/>
                <a:gd name="T24" fmla="*/ 64 w 192"/>
                <a:gd name="T25" fmla="*/ 384 h 448"/>
                <a:gd name="T26" fmla="*/ 64 w 192"/>
                <a:gd name="T27" fmla="*/ 6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448">
                  <a:moveTo>
                    <a:pt x="32" y="448"/>
                  </a:moveTo>
                  <a:cubicBezTo>
                    <a:pt x="160" y="448"/>
                    <a:pt x="160" y="448"/>
                    <a:pt x="160" y="448"/>
                  </a:cubicBezTo>
                  <a:cubicBezTo>
                    <a:pt x="178" y="448"/>
                    <a:pt x="192" y="434"/>
                    <a:pt x="192" y="416"/>
                  </a:cubicBezTo>
                  <a:cubicBezTo>
                    <a:pt x="192" y="32"/>
                    <a:pt x="192" y="32"/>
                    <a:pt x="192" y="32"/>
                  </a:cubicBezTo>
                  <a:cubicBezTo>
                    <a:pt x="192" y="14"/>
                    <a:pt x="178" y="0"/>
                    <a:pt x="160" y="0"/>
                  </a:cubicBezTo>
                  <a:cubicBezTo>
                    <a:pt x="32" y="0"/>
                    <a:pt x="32" y="0"/>
                    <a:pt x="32" y="0"/>
                  </a:cubicBezTo>
                  <a:cubicBezTo>
                    <a:pt x="14" y="0"/>
                    <a:pt x="0" y="14"/>
                    <a:pt x="0" y="32"/>
                  </a:cubicBezTo>
                  <a:cubicBezTo>
                    <a:pt x="0" y="416"/>
                    <a:pt x="0" y="416"/>
                    <a:pt x="0" y="416"/>
                  </a:cubicBezTo>
                  <a:cubicBezTo>
                    <a:pt x="0" y="434"/>
                    <a:pt x="14" y="448"/>
                    <a:pt x="32" y="448"/>
                  </a:cubicBezTo>
                  <a:close/>
                  <a:moveTo>
                    <a:pt x="64" y="64"/>
                  </a:moveTo>
                  <a:cubicBezTo>
                    <a:pt x="128" y="64"/>
                    <a:pt x="128" y="64"/>
                    <a:pt x="128" y="64"/>
                  </a:cubicBezTo>
                  <a:cubicBezTo>
                    <a:pt x="128" y="384"/>
                    <a:pt x="128" y="384"/>
                    <a:pt x="128" y="384"/>
                  </a:cubicBezTo>
                  <a:cubicBezTo>
                    <a:pt x="64" y="384"/>
                    <a:pt x="64" y="384"/>
                    <a:pt x="64" y="384"/>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32">
              <a:extLst>
                <a:ext uri="{FF2B5EF4-FFF2-40B4-BE49-F238E27FC236}">
                  <a16:creationId xmlns:a16="http://schemas.microsoft.com/office/drawing/2014/main" id="{3D0E6DFD-C56E-51D9-ACB7-D581EF29FC5A}"/>
                </a:ext>
              </a:extLst>
            </p:cNvPr>
            <p:cNvSpPr>
              <a:spLocks noEditPoints="1"/>
            </p:cNvSpPr>
            <p:nvPr/>
          </p:nvSpPr>
          <p:spPr bwMode="auto">
            <a:xfrm>
              <a:off x="-549275" y="4356101"/>
              <a:ext cx="117475" cy="314325"/>
            </a:xfrm>
            <a:custGeom>
              <a:avLst/>
              <a:gdLst>
                <a:gd name="T0" fmla="*/ 160 w 192"/>
                <a:gd name="T1" fmla="*/ 0 h 512"/>
                <a:gd name="T2" fmla="*/ 32 w 192"/>
                <a:gd name="T3" fmla="*/ 0 h 512"/>
                <a:gd name="T4" fmla="*/ 0 w 192"/>
                <a:gd name="T5" fmla="*/ 32 h 512"/>
                <a:gd name="T6" fmla="*/ 0 w 192"/>
                <a:gd name="T7" fmla="*/ 480 h 512"/>
                <a:gd name="T8" fmla="*/ 32 w 192"/>
                <a:gd name="T9" fmla="*/ 512 h 512"/>
                <a:gd name="T10" fmla="*/ 160 w 192"/>
                <a:gd name="T11" fmla="*/ 512 h 512"/>
                <a:gd name="T12" fmla="*/ 192 w 192"/>
                <a:gd name="T13" fmla="*/ 480 h 512"/>
                <a:gd name="T14" fmla="*/ 192 w 192"/>
                <a:gd name="T15" fmla="*/ 32 h 512"/>
                <a:gd name="T16" fmla="*/ 160 w 192"/>
                <a:gd name="T17" fmla="*/ 0 h 512"/>
                <a:gd name="T18" fmla="*/ 128 w 192"/>
                <a:gd name="T19" fmla="*/ 448 h 512"/>
                <a:gd name="T20" fmla="*/ 64 w 192"/>
                <a:gd name="T21" fmla="*/ 448 h 512"/>
                <a:gd name="T22" fmla="*/ 64 w 192"/>
                <a:gd name="T23" fmla="*/ 64 h 512"/>
                <a:gd name="T24" fmla="*/ 128 w 192"/>
                <a:gd name="T25" fmla="*/ 64 h 512"/>
                <a:gd name="T26" fmla="*/ 128 w 192"/>
                <a:gd name="T27" fmla="*/ 4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512">
                  <a:moveTo>
                    <a:pt x="160" y="0"/>
                  </a:moveTo>
                  <a:cubicBezTo>
                    <a:pt x="32" y="0"/>
                    <a:pt x="32" y="0"/>
                    <a:pt x="32" y="0"/>
                  </a:cubicBezTo>
                  <a:cubicBezTo>
                    <a:pt x="14" y="0"/>
                    <a:pt x="0" y="14"/>
                    <a:pt x="0" y="32"/>
                  </a:cubicBezTo>
                  <a:cubicBezTo>
                    <a:pt x="0" y="480"/>
                    <a:pt x="0" y="480"/>
                    <a:pt x="0" y="480"/>
                  </a:cubicBezTo>
                  <a:cubicBezTo>
                    <a:pt x="0" y="498"/>
                    <a:pt x="14" y="512"/>
                    <a:pt x="32" y="512"/>
                  </a:cubicBezTo>
                  <a:cubicBezTo>
                    <a:pt x="160" y="512"/>
                    <a:pt x="160" y="512"/>
                    <a:pt x="160" y="512"/>
                  </a:cubicBezTo>
                  <a:cubicBezTo>
                    <a:pt x="178" y="512"/>
                    <a:pt x="192" y="498"/>
                    <a:pt x="192" y="480"/>
                  </a:cubicBezTo>
                  <a:cubicBezTo>
                    <a:pt x="192" y="32"/>
                    <a:pt x="192" y="32"/>
                    <a:pt x="192" y="32"/>
                  </a:cubicBezTo>
                  <a:cubicBezTo>
                    <a:pt x="192" y="14"/>
                    <a:pt x="178" y="0"/>
                    <a:pt x="160" y="0"/>
                  </a:cubicBezTo>
                  <a:close/>
                  <a:moveTo>
                    <a:pt x="128" y="448"/>
                  </a:moveTo>
                  <a:cubicBezTo>
                    <a:pt x="64" y="448"/>
                    <a:pt x="64" y="448"/>
                    <a:pt x="64" y="448"/>
                  </a:cubicBezTo>
                  <a:cubicBezTo>
                    <a:pt x="64" y="64"/>
                    <a:pt x="64" y="64"/>
                    <a:pt x="64" y="64"/>
                  </a:cubicBezTo>
                  <a:cubicBezTo>
                    <a:pt x="128" y="64"/>
                    <a:pt x="128" y="64"/>
                    <a:pt x="128" y="64"/>
                  </a:cubicBezTo>
                  <a:lnTo>
                    <a:pt x="128"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33">
              <a:extLst>
                <a:ext uri="{FF2B5EF4-FFF2-40B4-BE49-F238E27FC236}">
                  <a16:creationId xmlns:a16="http://schemas.microsoft.com/office/drawing/2014/main" id="{8FB04DE3-5F3E-AE38-BA62-E84ADAEA81FB}"/>
                </a:ext>
              </a:extLst>
            </p:cNvPr>
            <p:cNvSpPr>
              <a:spLocks/>
            </p:cNvSpPr>
            <p:nvPr/>
          </p:nvSpPr>
          <p:spPr bwMode="auto">
            <a:xfrm>
              <a:off x="-288925" y="4081463"/>
              <a:ext cx="131763" cy="93663"/>
            </a:xfrm>
            <a:custGeom>
              <a:avLst/>
              <a:gdLst>
                <a:gd name="T0" fmla="*/ 132 w 215"/>
                <a:gd name="T1" fmla="*/ 64 h 151"/>
                <a:gd name="T2" fmla="*/ 215 w 215"/>
                <a:gd name="T3" fmla="*/ 64 h 151"/>
                <a:gd name="T4" fmla="*/ 215 w 215"/>
                <a:gd name="T5" fmla="*/ 0 h 151"/>
                <a:gd name="T6" fmla="*/ 119 w 215"/>
                <a:gd name="T7" fmla="*/ 0 h 151"/>
                <a:gd name="T8" fmla="*/ 96 w 215"/>
                <a:gd name="T9" fmla="*/ 9 h 151"/>
                <a:gd name="T10" fmla="*/ 0 w 215"/>
                <a:gd name="T11" fmla="*/ 105 h 151"/>
                <a:gd name="T12" fmla="*/ 46 w 215"/>
                <a:gd name="T13" fmla="*/ 151 h 151"/>
                <a:gd name="T14" fmla="*/ 132 w 215"/>
                <a:gd name="T15" fmla="*/ 64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132" y="64"/>
                  </a:moveTo>
                  <a:cubicBezTo>
                    <a:pt x="215" y="64"/>
                    <a:pt x="215" y="64"/>
                    <a:pt x="215" y="64"/>
                  </a:cubicBezTo>
                  <a:cubicBezTo>
                    <a:pt x="215" y="0"/>
                    <a:pt x="215" y="0"/>
                    <a:pt x="215" y="0"/>
                  </a:cubicBezTo>
                  <a:cubicBezTo>
                    <a:pt x="119" y="0"/>
                    <a:pt x="119" y="0"/>
                    <a:pt x="119" y="0"/>
                  </a:cubicBezTo>
                  <a:cubicBezTo>
                    <a:pt x="111" y="0"/>
                    <a:pt x="102" y="3"/>
                    <a:pt x="96" y="9"/>
                  </a:cubicBezTo>
                  <a:cubicBezTo>
                    <a:pt x="0" y="105"/>
                    <a:pt x="0" y="105"/>
                    <a:pt x="0" y="105"/>
                  </a:cubicBezTo>
                  <a:cubicBezTo>
                    <a:pt x="46" y="151"/>
                    <a:pt x="46" y="151"/>
                    <a:pt x="46" y="151"/>
                  </a:cubicBezTo>
                  <a:lnTo>
                    <a:pt x="132"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Rectangle 34">
              <a:extLst>
                <a:ext uri="{FF2B5EF4-FFF2-40B4-BE49-F238E27FC236}">
                  <a16:creationId xmlns:a16="http://schemas.microsoft.com/office/drawing/2014/main" id="{B2C99B77-9275-00FF-BF67-C4E74A2CE1F4}"/>
                </a:ext>
              </a:extLst>
            </p:cNvPr>
            <p:cNvSpPr>
              <a:spLocks noChangeArrowheads="1"/>
            </p:cNvSpPr>
            <p:nvPr/>
          </p:nvSpPr>
          <p:spPr bwMode="auto">
            <a:xfrm>
              <a:off x="-117475" y="408146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Rectangle 35">
              <a:extLst>
                <a:ext uri="{FF2B5EF4-FFF2-40B4-BE49-F238E27FC236}">
                  <a16:creationId xmlns:a16="http://schemas.microsoft.com/office/drawing/2014/main" id="{C9262990-CC45-33D6-D443-9DB49B4DCB6A}"/>
                </a:ext>
              </a:extLst>
            </p:cNvPr>
            <p:cNvSpPr>
              <a:spLocks noChangeArrowheads="1"/>
            </p:cNvSpPr>
            <p:nvPr/>
          </p:nvSpPr>
          <p:spPr bwMode="auto">
            <a:xfrm>
              <a:off x="-117475" y="4160838"/>
              <a:ext cx="3968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36">
              <a:extLst>
                <a:ext uri="{FF2B5EF4-FFF2-40B4-BE49-F238E27FC236}">
                  <a16:creationId xmlns:a16="http://schemas.microsoft.com/office/drawing/2014/main" id="{3FCB5D52-355B-D077-C9E3-2A07B758EA24}"/>
                </a:ext>
              </a:extLst>
            </p:cNvPr>
            <p:cNvSpPr>
              <a:spLocks noChangeArrowheads="1"/>
            </p:cNvSpPr>
            <p:nvPr/>
          </p:nvSpPr>
          <p:spPr bwMode="auto">
            <a:xfrm>
              <a:off x="-38100" y="4160838"/>
              <a:ext cx="9683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Rectangle 37">
              <a:extLst>
                <a:ext uri="{FF2B5EF4-FFF2-40B4-BE49-F238E27FC236}">
                  <a16:creationId xmlns:a16="http://schemas.microsoft.com/office/drawing/2014/main" id="{CFE5D972-206F-A948-E0FD-12D1ABC6302B}"/>
                </a:ext>
              </a:extLst>
            </p:cNvPr>
            <p:cNvSpPr>
              <a:spLocks noChangeArrowheads="1"/>
            </p:cNvSpPr>
            <p:nvPr/>
          </p:nvSpPr>
          <p:spPr bwMode="auto">
            <a:xfrm>
              <a:off x="-117475" y="4238626"/>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38">
              <a:extLst>
                <a:ext uri="{FF2B5EF4-FFF2-40B4-BE49-F238E27FC236}">
                  <a16:creationId xmlns:a16="http://schemas.microsoft.com/office/drawing/2014/main" id="{4E241E6F-AE28-F88B-2F83-09AE0FC32EB0}"/>
                </a:ext>
              </a:extLst>
            </p:cNvPr>
            <p:cNvSpPr>
              <a:spLocks/>
            </p:cNvSpPr>
            <p:nvPr/>
          </p:nvSpPr>
          <p:spPr bwMode="auto">
            <a:xfrm>
              <a:off x="-901700" y="5087938"/>
              <a:ext cx="131763" cy="93663"/>
            </a:xfrm>
            <a:custGeom>
              <a:avLst/>
              <a:gdLst>
                <a:gd name="T0" fmla="*/ 83 w 215"/>
                <a:gd name="T1" fmla="*/ 87 h 151"/>
                <a:gd name="T2" fmla="*/ 0 w 215"/>
                <a:gd name="T3" fmla="*/ 87 h 151"/>
                <a:gd name="T4" fmla="*/ 0 w 215"/>
                <a:gd name="T5" fmla="*/ 151 h 151"/>
                <a:gd name="T6" fmla="*/ 96 w 215"/>
                <a:gd name="T7" fmla="*/ 151 h 151"/>
                <a:gd name="T8" fmla="*/ 119 w 215"/>
                <a:gd name="T9" fmla="*/ 142 h 151"/>
                <a:gd name="T10" fmla="*/ 215 w 215"/>
                <a:gd name="T11" fmla="*/ 46 h 151"/>
                <a:gd name="T12" fmla="*/ 169 w 215"/>
                <a:gd name="T13" fmla="*/ 0 h 151"/>
                <a:gd name="T14" fmla="*/ 83 w 215"/>
                <a:gd name="T15" fmla="*/ 87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83" y="87"/>
                  </a:moveTo>
                  <a:cubicBezTo>
                    <a:pt x="0" y="87"/>
                    <a:pt x="0" y="87"/>
                    <a:pt x="0" y="87"/>
                  </a:cubicBezTo>
                  <a:cubicBezTo>
                    <a:pt x="0" y="151"/>
                    <a:pt x="0" y="151"/>
                    <a:pt x="0" y="151"/>
                  </a:cubicBezTo>
                  <a:cubicBezTo>
                    <a:pt x="96" y="151"/>
                    <a:pt x="96" y="151"/>
                    <a:pt x="96" y="151"/>
                  </a:cubicBezTo>
                  <a:cubicBezTo>
                    <a:pt x="104" y="151"/>
                    <a:pt x="113" y="148"/>
                    <a:pt x="119" y="142"/>
                  </a:cubicBezTo>
                  <a:cubicBezTo>
                    <a:pt x="215" y="46"/>
                    <a:pt x="215" y="46"/>
                    <a:pt x="215" y="46"/>
                  </a:cubicBezTo>
                  <a:cubicBezTo>
                    <a:pt x="169" y="0"/>
                    <a:pt x="169" y="0"/>
                    <a:pt x="169" y="0"/>
                  </a:cubicBezTo>
                  <a:lnTo>
                    <a:pt x="83"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Rectangle 39">
              <a:extLst>
                <a:ext uri="{FF2B5EF4-FFF2-40B4-BE49-F238E27FC236}">
                  <a16:creationId xmlns:a16="http://schemas.microsoft.com/office/drawing/2014/main" id="{D622C453-6C7C-6926-2B76-F66AA89A9B33}"/>
                </a:ext>
              </a:extLst>
            </p:cNvPr>
            <p:cNvSpPr>
              <a:spLocks noChangeArrowheads="1"/>
            </p:cNvSpPr>
            <p:nvPr/>
          </p:nvSpPr>
          <p:spPr bwMode="auto">
            <a:xfrm>
              <a:off x="-1117600" y="514191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Rectangle 40">
              <a:extLst>
                <a:ext uri="{FF2B5EF4-FFF2-40B4-BE49-F238E27FC236}">
                  <a16:creationId xmlns:a16="http://schemas.microsoft.com/office/drawing/2014/main" id="{80A49CF9-4587-7FF6-3331-252F4E3128DD}"/>
                </a:ext>
              </a:extLst>
            </p:cNvPr>
            <p:cNvSpPr>
              <a:spLocks noChangeArrowheads="1"/>
            </p:cNvSpPr>
            <p:nvPr/>
          </p:nvSpPr>
          <p:spPr bwMode="auto">
            <a:xfrm>
              <a:off x="-979488" y="5062538"/>
              <a:ext cx="38100"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41">
              <a:extLst>
                <a:ext uri="{FF2B5EF4-FFF2-40B4-BE49-F238E27FC236}">
                  <a16:creationId xmlns:a16="http://schemas.microsoft.com/office/drawing/2014/main" id="{C8AB9EFE-0757-A0D7-C1B1-D650525C2F64}"/>
                </a:ext>
              </a:extLst>
            </p:cNvPr>
            <p:cNvSpPr>
              <a:spLocks noChangeArrowheads="1"/>
            </p:cNvSpPr>
            <p:nvPr/>
          </p:nvSpPr>
          <p:spPr bwMode="auto">
            <a:xfrm>
              <a:off x="-1117600" y="5062538"/>
              <a:ext cx="98425"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Rectangle 42">
              <a:extLst>
                <a:ext uri="{FF2B5EF4-FFF2-40B4-BE49-F238E27FC236}">
                  <a16:creationId xmlns:a16="http://schemas.microsoft.com/office/drawing/2014/main" id="{5CF59FDA-57B9-4418-BA10-D79748DBD2D1}"/>
                </a:ext>
              </a:extLst>
            </p:cNvPr>
            <p:cNvSpPr>
              <a:spLocks noChangeArrowheads="1"/>
            </p:cNvSpPr>
            <p:nvPr/>
          </p:nvSpPr>
          <p:spPr bwMode="auto">
            <a:xfrm>
              <a:off x="-1117600" y="4984751"/>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Rectangle 43">
              <a:extLst>
                <a:ext uri="{FF2B5EF4-FFF2-40B4-BE49-F238E27FC236}">
                  <a16:creationId xmlns:a16="http://schemas.microsoft.com/office/drawing/2014/main" id="{C7559226-6D9F-3FCB-4330-73D52026FFBF}"/>
                </a:ext>
              </a:extLst>
            </p:cNvPr>
            <p:cNvSpPr>
              <a:spLocks noChangeArrowheads="1"/>
            </p:cNvSpPr>
            <p:nvPr/>
          </p:nvSpPr>
          <p:spPr bwMode="auto">
            <a:xfrm>
              <a:off x="-862013" y="4710113"/>
              <a:ext cx="430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8AD144C7-4D8D-C5E8-4DA0-FB15B8661DF4}"/>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10148099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wipe(left)">
                                      <p:cBhvr>
                                        <p:cTn id="17" dur="500"/>
                                        <p:tgtEl>
                                          <p:spTgt spid="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ea typeface="+mj-lt"/>
                <a:cs typeface="+mj-lt"/>
              </a:rPr>
              <a:t>PREPROCESSING</a:t>
            </a:r>
            <a:endParaRPr lang="en-US"/>
          </a:p>
        </p:txBody>
      </p:sp>
      <p:sp>
        <p:nvSpPr>
          <p:cNvPr id="29" name="Inhaltsplatzhalter 4">
            <a:extLst>
              <a:ext uri="{FF2B5EF4-FFF2-40B4-BE49-F238E27FC236}">
                <a16:creationId xmlns:a16="http://schemas.microsoft.com/office/drawing/2014/main" id="{7F127F57-95E4-4CF0-B6AD-3DA3CC089B66}"/>
              </a:ext>
            </a:extLst>
          </p:cNvPr>
          <p:cNvSpPr txBox="1">
            <a:spLocks/>
          </p:cNvSpPr>
          <p:nvPr/>
        </p:nvSpPr>
        <p:spPr>
          <a:xfrm>
            <a:off x="381000" y="1227763"/>
            <a:ext cx="3810000" cy="2919517"/>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lnSpc>
                <a:spcPct val="130000"/>
              </a:lnSpc>
            </a:pPr>
            <a:r>
              <a:rPr lang="en-US" sz="1600">
                <a:solidFill>
                  <a:schemeClr val="tx1"/>
                </a:solidFill>
                <a:latin typeface="Calibri"/>
                <a:ea typeface="Calibri Light"/>
                <a:cs typeface="Calibri Light"/>
              </a:rPr>
              <a:t>Des </a:t>
            </a:r>
            <a:r>
              <a:rPr lang="en-US" sz="1600" err="1">
                <a:solidFill>
                  <a:schemeClr val="tx1"/>
                </a:solidFill>
                <a:latin typeface="Calibri"/>
                <a:ea typeface="Calibri Light"/>
                <a:cs typeface="Calibri Light"/>
              </a:rPr>
              <a:t>caractéristiques</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basées</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essentiellement</a:t>
            </a:r>
            <a:r>
              <a:rPr lang="en-US" sz="1600">
                <a:solidFill>
                  <a:schemeClr val="tx1"/>
                </a:solidFill>
                <a:latin typeface="Calibri"/>
                <a:ea typeface="Calibri Light"/>
                <a:cs typeface="Calibri Light"/>
              </a:rPr>
              <a:t> sur les mots du </a:t>
            </a:r>
            <a:r>
              <a:rPr lang="en-US" sz="1600" err="1">
                <a:solidFill>
                  <a:schemeClr val="tx1"/>
                </a:solidFill>
                <a:latin typeface="Calibri"/>
                <a:ea typeface="Calibri Light"/>
                <a:cs typeface="Calibri Light"/>
              </a:rPr>
              <a:t>textesc</a:t>
            </a:r>
            <a:endParaRPr lang="en-US" sz="1600">
              <a:solidFill>
                <a:schemeClr val="tx1"/>
              </a:solidFill>
              <a:latin typeface="Calibri"/>
              <a:ea typeface="Calibri Light"/>
              <a:cs typeface="Calibri Light"/>
            </a:endParaRPr>
          </a:p>
          <a:p>
            <a:pPr marL="285750" indent="-285750">
              <a:lnSpc>
                <a:spcPct val="130000"/>
              </a:lnSpc>
            </a:pPr>
            <a:r>
              <a:rPr lang="en-US" sz="1600" err="1">
                <a:solidFill>
                  <a:schemeClr val="tx1"/>
                </a:solidFill>
                <a:latin typeface="Calibri"/>
                <a:ea typeface="Calibri Light"/>
                <a:cs typeface="Calibri Light"/>
              </a:rPr>
              <a:t>Certaines</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informations</a:t>
            </a:r>
            <a:r>
              <a:rPr lang="en-US" sz="1600">
                <a:solidFill>
                  <a:schemeClr val="tx1"/>
                </a:solidFill>
                <a:latin typeface="Calibri"/>
                <a:ea typeface="Calibri Light"/>
                <a:cs typeface="Calibri Light"/>
              </a:rPr>
              <a:t> du </a:t>
            </a:r>
            <a:r>
              <a:rPr lang="en-US" sz="1600" err="1">
                <a:solidFill>
                  <a:schemeClr val="tx1"/>
                </a:solidFill>
                <a:latin typeface="Calibri"/>
                <a:ea typeface="Calibri Light"/>
                <a:cs typeface="Calibri Light"/>
              </a:rPr>
              <a:t>texte</a:t>
            </a:r>
            <a:r>
              <a:rPr lang="en-US" sz="1600">
                <a:solidFill>
                  <a:schemeClr val="tx1"/>
                </a:solidFill>
                <a:latin typeface="Calibri"/>
                <a:ea typeface="Calibri Light"/>
                <a:cs typeface="Calibri Light"/>
              </a:rPr>
              <a:t> brut </a:t>
            </a:r>
            <a:r>
              <a:rPr lang="en-US" sz="1600" err="1">
                <a:solidFill>
                  <a:schemeClr val="tx1"/>
                </a:solidFill>
                <a:latin typeface="Calibri"/>
                <a:ea typeface="Calibri Light"/>
                <a:cs typeface="Calibri Light"/>
              </a:rPr>
              <a:t>donc</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inutiles</a:t>
            </a:r>
            <a:r>
              <a:rPr lang="en-US" sz="1600">
                <a:solidFill>
                  <a:schemeClr val="tx1"/>
                </a:solidFill>
                <a:latin typeface="Calibri"/>
                <a:ea typeface="Calibri Light"/>
                <a:cs typeface="Calibri Light"/>
              </a:rPr>
              <a:t> : </a:t>
            </a:r>
            <a:r>
              <a:rPr lang="en-US" sz="1600" err="1">
                <a:solidFill>
                  <a:schemeClr val="tx1"/>
                </a:solidFill>
                <a:latin typeface="Calibri"/>
                <a:ea typeface="Calibri Light"/>
                <a:cs typeface="Calibri Light"/>
              </a:rPr>
              <a:t>espaces</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caractères</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spéciaux</a:t>
            </a:r>
            <a:endParaRPr lang="en-US" sz="1600">
              <a:solidFill>
                <a:schemeClr val="tx1"/>
              </a:solidFill>
              <a:latin typeface="Calibri"/>
              <a:ea typeface="Calibri Light"/>
              <a:cs typeface="Calibri Light"/>
            </a:endParaRPr>
          </a:p>
          <a:p>
            <a:pPr marL="285750" indent="-285750">
              <a:lnSpc>
                <a:spcPct val="130000"/>
              </a:lnSpc>
            </a:pPr>
            <a:r>
              <a:rPr lang="en-US" sz="1600" err="1">
                <a:solidFill>
                  <a:schemeClr val="tx1"/>
                </a:solidFill>
                <a:latin typeface="Calibri"/>
                <a:ea typeface="Calibri Light"/>
                <a:cs typeface="Calibri Light"/>
              </a:rPr>
              <a:t>Mêmes</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certains</a:t>
            </a:r>
            <a:r>
              <a:rPr lang="en-US" sz="1600">
                <a:solidFill>
                  <a:schemeClr val="tx1"/>
                </a:solidFill>
                <a:latin typeface="Calibri"/>
                <a:ea typeface="Calibri Light"/>
                <a:cs typeface="Calibri Light"/>
              </a:rPr>
              <a:t> mots </a:t>
            </a:r>
            <a:r>
              <a:rPr lang="en-US" sz="1600" err="1">
                <a:solidFill>
                  <a:schemeClr val="tx1"/>
                </a:solidFill>
                <a:latin typeface="Calibri"/>
                <a:ea typeface="Calibri Light"/>
                <a:cs typeface="Calibri Light"/>
              </a:rPr>
              <a:t>ayant</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une</a:t>
            </a:r>
            <a:r>
              <a:rPr lang="en-US" sz="1600">
                <a:solidFill>
                  <a:schemeClr val="tx1"/>
                </a:solidFill>
                <a:latin typeface="Calibri"/>
                <a:ea typeface="Calibri Light"/>
                <a:cs typeface="Calibri Light"/>
              </a:rPr>
              <a:t> importance </a:t>
            </a:r>
            <a:r>
              <a:rPr lang="en-US" sz="1600" err="1">
                <a:solidFill>
                  <a:schemeClr val="tx1"/>
                </a:solidFill>
                <a:latin typeface="Calibri"/>
                <a:ea typeface="Calibri Light"/>
                <a:cs typeface="Calibri Light"/>
              </a:rPr>
              <a:t>négligable</a:t>
            </a:r>
            <a:r>
              <a:rPr lang="en-US" sz="1600">
                <a:solidFill>
                  <a:schemeClr val="tx1"/>
                </a:solidFill>
                <a:latin typeface="Calibri"/>
                <a:ea typeface="Calibri Light"/>
                <a:cs typeface="Calibri Light"/>
              </a:rPr>
              <a:t> : </a:t>
            </a:r>
            <a:r>
              <a:rPr lang="en-US" sz="1600" err="1">
                <a:solidFill>
                  <a:schemeClr val="tx1"/>
                </a:solidFill>
                <a:latin typeface="Calibri"/>
                <a:ea typeface="Calibri Light"/>
                <a:cs typeface="Calibri Light"/>
              </a:rPr>
              <a:t>stopwords</a:t>
            </a:r>
            <a:r>
              <a:rPr lang="en-US" sz="1600">
                <a:solidFill>
                  <a:schemeClr val="tx1"/>
                </a:solidFill>
                <a:latin typeface="Calibri"/>
                <a:ea typeface="Calibri Light"/>
                <a:cs typeface="Calibri Light"/>
              </a:rPr>
              <a:t>, </a:t>
            </a:r>
            <a:r>
              <a:rPr lang="en-US" sz="1600" err="1">
                <a:solidFill>
                  <a:schemeClr val="tx1"/>
                </a:solidFill>
                <a:latin typeface="Calibri"/>
                <a:ea typeface="Calibri Light"/>
                <a:cs typeface="Calibri Light"/>
              </a:rPr>
              <a:t>lemmatisation</a:t>
            </a:r>
            <a:endParaRPr lang="en-US" sz="1600">
              <a:solidFill>
                <a:schemeClr val="tx1"/>
              </a:solidFill>
              <a:latin typeface="Calibri"/>
              <a:ea typeface="Calibri Light"/>
              <a:cs typeface="Calibri Light"/>
            </a:endParaRPr>
          </a:p>
          <a:p>
            <a:pPr marL="285750" indent="-285750">
              <a:lnSpc>
                <a:spcPct val="130000"/>
              </a:lnSpc>
            </a:pPr>
            <a:r>
              <a:rPr lang="en-US" sz="1600">
                <a:solidFill>
                  <a:schemeClr val="tx1"/>
                </a:solidFill>
                <a:latin typeface="Calibri"/>
                <a:ea typeface="Calibri Light"/>
                <a:cs typeface="Calibri Light"/>
              </a:rPr>
              <a:t>Process de tokenization</a:t>
            </a:r>
            <a:endParaRPr lang="en-US">
              <a:solidFill>
                <a:schemeClr val="tx1"/>
              </a:solidFill>
              <a:latin typeface="Calibri"/>
              <a:ea typeface="Calibri Light"/>
              <a:cs typeface="Calibri Light"/>
            </a:endParaRPr>
          </a:p>
        </p:txBody>
      </p:sp>
      <p:grpSp>
        <p:nvGrpSpPr>
          <p:cNvPr id="70" name="Group 69">
            <a:extLst>
              <a:ext uri="{FF2B5EF4-FFF2-40B4-BE49-F238E27FC236}">
                <a16:creationId xmlns:a16="http://schemas.microsoft.com/office/drawing/2014/main" id="{E578078A-CDA3-4BCF-BCB2-FDCEF0356703}"/>
              </a:ext>
            </a:extLst>
          </p:cNvPr>
          <p:cNvGrpSpPr/>
          <p:nvPr/>
        </p:nvGrpSpPr>
        <p:grpSpPr>
          <a:xfrm>
            <a:off x="5158740" y="986790"/>
            <a:ext cx="3444240" cy="3392572"/>
            <a:chOff x="-1203326" y="3975101"/>
            <a:chExt cx="1270001" cy="1250950"/>
          </a:xfrm>
          <a:solidFill>
            <a:schemeClr val="bg1">
              <a:lumMod val="95000"/>
              <a:alpha val="50000"/>
            </a:schemeClr>
          </a:solidFill>
        </p:grpSpPr>
        <p:sp>
          <p:nvSpPr>
            <p:cNvPr id="71" name="Freeform 28">
              <a:extLst>
                <a:ext uri="{FF2B5EF4-FFF2-40B4-BE49-F238E27FC236}">
                  <a16:creationId xmlns:a16="http://schemas.microsoft.com/office/drawing/2014/main" id="{E040FE82-A0BA-48C6-A443-F21950B8A579}"/>
                </a:ext>
              </a:extLst>
            </p:cNvPr>
            <p:cNvSpPr>
              <a:spLocks noEditPoints="1"/>
            </p:cNvSpPr>
            <p:nvPr/>
          </p:nvSpPr>
          <p:spPr bwMode="auto">
            <a:xfrm>
              <a:off x="-1058863" y="4121151"/>
              <a:ext cx="823913" cy="823913"/>
            </a:xfrm>
            <a:custGeom>
              <a:avLst/>
              <a:gdLst>
                <a:gd name="T0" fmla="*/ 672 w 1344"/>
                <a:gd name="T1" fmla="*/ 0 h 1344"/>
                <a:gd name="T2" fmla="*/ 0 w 1344"/>
                <a:gd name="T3" fmla="*/ 672 h 1344"/>
                <a:gd name="T4" fmla="*/ 672 w 1344"/>
                <a:gd name="T5" fmla="*/ 1344 h 1344"/>
                <a:gd name="T6" fmla="*/ 1344 w 1344"/>
                <a:gd name="T7" fmla="*/ 672 h 1344"/>
                <a:gd name="T8" fmla="*/ 672 w 1344"/>
                <a:gd name="T9" fmla="*/ 0 h 1344"/>
                <a:gd name="T10" fmla="*/ 672 w 1344"/>
                <a:gd name="T11" fmla="*/ 1280 h 1344"/>
                <a:gd name="T12" fmla="*/ 64 w 1344"/>
                <a:gd name="T13" fmla="*/ 672 h 1344"/>
                <a:gd name="T14" fmla="*/ 672 w 1344"/>
                <a:gd name="T15" fmla="*/ 64 h 1344"/>
                <a:gd name="T16" fmla="*/ 1280 w 1344"/>
                <a:gd name="T17" fmla="*/ 672 h 1344"/>
                <a:gd name="T18" fmla="*/ 672 w 1344"/>
                <a:gd name="T19" fmla="*/ 1280 h 1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4" h="1344">
                  <a:moveTo>
                    <a:pt x="672" y="0"/>
                  </a:moveTo>
                  <a:cubicBezTo>
                    <a:pt x="301" y="0"/>
                    <a:pt x="0" y="301"/>
                    <a:pt x="0" y="672"/>
                  </a:cubicBezTo>
                  <a:cubicBezTo>
                    <a:pt x="0" y="1043"/>
                    <a:pt x="301" y="1344"/>
                    <a:pt x="672" y="1344"/>
                  </a:cubicBezTo>
                  <a:cubicBezTo>
                    <a:pt x="1043" y="1344"/>
                    <a:pt x="1344" y="1043"/>
                    <a:pt x="1344" y="672"/>
                  </a:cubicBezTo>
                  <a:cubicBezTo>
                    <a:pt x="1344" y="301"/>
                    <a:pt x="1043" y="0"/>
                    <a:pt x="672" y="0"/>
                  </a:cubicBezTo>
                  <a:close/>
                  <a:moveTo>
                    <a:pt x="672" y="1280"/>
                  </a:moveTo>
                  <a:cubicBezTo>
                    <a:pt x="336" y="1280"/>
                    <a:pt x="64" y="1008"/>
                    <a:pt x="64" y="672"/>
                  </a:cubicBezTo>
                  <a:cubicBezTo>
                    <a:pt x="64" y="336"/>
                    <a:pt x="336" y="64"/>
                    <a:pt x="672" y="64"/>
                  </a:cubicBezTo>
                  <a:cubicBezTo>
                    <a:pt x="1008" y="64"/>
                    <a:pt x="1280" y="336"/>
                    <a:pt x="1280" y="672"/>
                  </a:cubicBezTo>
                  <a:cubicBezTo>
                    <a:pt x="1280" y="1008"/>
                    <a:pt x="1008" y="1280"/>
                    <a:pt x="672" y="12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9">
              <a:extLst>
                <a:ext uri="{FF2B5EF4-FFF2-40B4-BE49-F238E27FC236}">
                  <a16:creationId xmlns:a16="http://schemas.microsoft.com/office/drawing/2014/main" id="{E26B7DD9-FA91-4877-8CAA-7AD3D8886C73}"/>
                </a:ext>
              </a:extLst>
            </p:cNvPr>
            <p:cNvSpPr>
              <a:spLocks noEditPoints="1"/>
            </p:cNvSpPr>
            <p:nvPr/>
          </p:nvSpPr>
          <p:spPr bwMode="auto">
            <a:xfrm>
              <a:off x="-1203326" y="3975101"/>
              <a:ext cx="1270001" cy="1250950"/>
            </a:xfrm>
            <a:custGeom>
              <a:avLst/>
              <a:gdLst>
                <a:gd name="T0" fmla="*/ 1552 w 2072"/>
                <a:gd name="T1" fmla="*/ 1384 h 2040"/>
                <a:gd name="T2" fmla="*/ 1384 w 2072"/>
                <a:gd name="T3" fmla="*/ 263 h 2040"/>
                <a:gd name="T4" fmla="*/ 264 w 2072"/>
                <a:gd name="T5" fmla="*/ 431 h 2040"/>
                <a:gd name="T6" fmla="*/ 431 w 2072"/>
                <a:gd name="T7" fmla="*/ 1552 h 2040"/>
                <a:gd name="T8" fmla="*/ 1420 w 2072"/>
                <a:gd name="T9" fmla="*/ 1524 h 2040"/>
                <a:gd name="T10" fmla="*/ 1897 w 2072"/>
                <a:gd name="T11" fmla="*/ 2001 h 2040"/>
                <a:gd name="T12" fmla="*/ 2033 w 2072"/>
                <a:gd name="T13" fmla="*/ 2003 h 2040"/>
                <a:gd name="T14" fmla="*/ 2035 w 2072"/>
                <a:gd name="T15" fmla="*/ 1868 h 2040"/>
                <a:gd name="T16" fmla="*/ 2033 w 2072"/>
                <a:gd name="T17" fmla="*/ 1865 h 2040"/>
                <a:gd name="T18" fmla="*/ 1552 w 2072"/>
                <a:gd name="T19" fmla="*/ 1384 h 2040"/>
                <a:gd name="T20" fmla="*/ 173 w 2072"/>
                <a:gd name="T21" fmla="*/ 909 h 2040"/>
                <a:gd name="T22" fmla="*/ 909 w 2072"/>
                <a:gd name="T23" fmla="*/ 173 h 2040"/>
                <a:gd name="T24" fmla="*/ 1645 w 2072"/>
                <a:gd name="T25" fmla="*/ 909 h 2040"/>
                <a:gd name="T26" fmla="*/ 909 w 2072"/>
                <a:gd name="T27" fmla="*/ 1645 h 2040"/>
                <a:gd name="T28" fmla="*/ 173 w 2072"/>
                <a:gd name="T29" fmla="*/ 909 h 2040"/>
                <a:gd name="T30" fmla="*/ 1987 w 2072"/>
                <a:gd name="T31" fmla="*/ 1956 h 2040"/>
                <a:gd name="T32" fmla="*/ 1943 w 2072"/>
                <a:gd name="T33" fmla="*/ 1956 h 2040"/>
                <a:gd name="T34" fmla="*/ 1468 w 2072"/>
                <a:gd name="T35" fmla="*/ 1481 h 2040"/>
                <a:gd name="T36" fmla="*/ 1511 w 2072"/>
                <a:gd name="T37" fmla="*/ 1434 h 2040"/>
                <a:gd name="T38" fmla="*/ 1987 w 2072"/>
                <a:gd name="T39" fmla="*/ 1911 h 2040"/>
                <a:gd name="T40" fmla="*/ 1997 w 2072"/>
                <a:gd name="T41" fmla="*/ 1933 h 2040"/>
                <a:gd name="T42" fmla="*/ 1987 w 2072"/>
                <a:gd name="T43" fmla="*/ 1956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2" h="2040">
                  <a:moveTo>
                    <a:pt x="1552" y="1384"/>
                  </a:moveTo>
                  <a:cubicBezTo>
                    <a:pt x="1815" y="1028"/>
                    <a:pt x="1740" y="527"/>
                    <a:pt x="1384" y="263"/>
                  </a:cubicBezTo>
                  <a:cubicBezTo>
                    <a:pt x="1029" y="0"/>
                    <a:pt x="527" y="75"/>
                    <a:pt x="264" y="431"/>
                  </a:cubicBezTo>
                  <a:cubicBezTo>
                    <a:pt x="0" y="787"/>
                    <a:pt x="75" y="1289"/>
                    <a:pt x="431" y="1552"/>
                  </a:cubicBezTo>
                  <a:cubicBezTo>
                    <a:pt x="728" y="1771"/>
                    <a:pt x="1136" y="1760"/>
                    <a:pt x="1420" y="1524"/>
                  </a:cubicBezTo>
                  <a:cubicBezTo>
                    <a:pt x="1897" y="2001"/>
                    <a:pt x="1897" y="2001"/>
                    <a:pt x="1897" y="2001"/>
                  </a:cubicBezTo>
                  <a:cubicBezTo>
                    <a:pt x="1934" y="2039"/>
                    <a:pt x="1994" y="2040"/>
                    <a:pt x="2033" y="2003"/>
                  </a:cubicBezTo>
                  <a:cubicBezTo>
                    <a:pt x="2071" y="1966"/>
                    <a:pt x="2072" y="1906"/>
                    <a:pt x="2035" y="1868"/>
                  </a:cubicBezTo>
                  <a:cubicBezTo>
                    <a:pt x="2034" y="1867"/>
                    <a:pt x="2033" y="1866"/>
                    <a:pt x="2033" y="1865"/>
                  </a:cubicBezTo>
                  <a:lnTo>
                    <a:pt x="1552" y="1384"/>
                  </a:lnTo>
                  <a:close/>
                  <a:moveTo>
                    <a:pt x="173" y="909"/>
                  </a:moveTo>
                  <a:cubicBezTo>
                    <a:pt x="173" y="503"/>
                    <a:pt x="503" y="173"/>
                    <a:pt x="909" y="173"/>
                  </a:cubicBezTo>
                  <a:cubicBezTo>
                    <a:pt x="1315" y="173"/>
                    <a:pt x="1645" y="503"/>
                    <a:pt x="1645" y="909"/>
                  </a:cubicBezTo>
                  <a:cubicBezTo>
                    <a:pt x="1645" y="1315"/>
                    <a:pt x="1315" y="1645"/>
                    <a:pt x="909" y="1645"/>
                  </a:cubicBezTo>
                  <a:cubicBezTo>
                    <a:pt x="503" y="1645"/>
                    <a:pt x="173" y="1315"/>
                    <a:pt x="173" y="909"/>
                  </a:cubicBezTo>
                  <a:close/>
                  <a:moveTo>
                    <a:pt x="1987" y="1956"/>
                  </a:moveTo>
                  <a:cubicBezTo>
                    <a:pt x="1975" y="1968"/>
                    <a:pt x="1955" y="1968"/>
                    <a:pt x="1943" y="1956"/>
                  </a:cubicBezTo>
                  <a:cubicBezTo>
                    <a:pt x="1468" y="1481"/>
                    <a:pt x="1468" y="1481"/>
                    <a:pt x="1468" y="1481"/>
                  </a:cubicBezTo>
                  <a:cubicBezTo>
                    <a:pt x="1483" y="1466"/>
                    <a:pt x="1497" y="1450"/>
                    <a:pt x="1511" y="1434"/>
                  </a:cubicBezTo>
                  <a:cubicBezTo>
                    <a:pt x="1987" y="1911"/>
                    <a:pt x="1987" y="1911"/>
                    <a:pt x="1987" y="1911"/>
                  </a:cubicBezTo>
                  <a:cubicBezTo>
                    <a:pt x="1994" y="1916"/>
                    <a:pt x="1997" y="1925"/>
                    <a:pt x="1997" y="1933"/>
                  </a:cubicBezTo>
                  <a:cubicBezTo>
                    <a:pt x="1997" y="1942"/>
                    <a:pt x="1994" y="1950"/>
                    <a:pt x="1987" y="1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30">
              <a:extLst>
                <a:ext uri="{FF2B5EF4-FFF2-40B4-BE49-F238E27FC236}">
                  <a16:creationId xmlns:a16="http://schemas.microsoft.com/office/drawing/2014/main" id="{4A585231-775A-45A5-9C7A-BF54D18FAA0F}"/>
                </a:ext>
              </a:extLst>
            </p:cNvPr>
            <p:cNvSpPr>
              <a:spLocks noEditPoints="1"/>
            </p:cNvSpPr>
            <p:nvPr/>
          </p:nvSpPr>
          <p:spPr bwMode="auto">
            <a:xfrm>
              <a:off x="-862013" y="4435476"/>
              <a:ext cx="117475" cy="234950"/>
            </a:xfrm>
            <a:custGeom>
              <a:avLst/>
              <a:gdLst>
                <a:gd name="T0" fmla="*/ 32 w 192"/>
                <a:gd name="T1" fmla="*/ 384 h 384"/>
                <a:gd name="T2" fmla="*/ 160 w 192"/>
                <a:gd name="T3" fmla="*/ 384 h 384"/>
                <a:gd name="T4" fmla="*/ 192 w 192"/>
                <a:gd name="T5" fmla="*/ 352 h 384"/>
                <a:gd name="T6" fmla="*/ 192 w 192"/>
                <a:gd name="T7" fmla="*/ 32 h 384"/>
                <a:gd name="T8" fmla="*/ 160 w 192"/>
                <a:gd name="T9" fmla="*/ 0 h 384"/>
                <a:gd name="T10" fmla="*/ 32 w 192"/>
                <a:gd name="T11" fmla="*/ 0 h 384"/>
                <a:gd name="T12" fmla="*/ 0 w 192"/>
                <a:gd name="T13" fmla="*/ 32 h 384"/>
                <a:gd name="T14" fmla="*/ 0 w 192"/>
                <a:gd name="T15" fmla="*/ 352 h 384"/>
                <a:gd name="T16" fmla="*/ 32 w 192"/>
                <a:gd name="T17" fmla="*/ 384 h 384"/>
                <a:gd name="T18" fmla="*/ 64 w 192"/>
                <a:gd name="T19" fmla="*/ 64 h 384"/>
                <a:gd name="T20" fmla="*/ 128 w 192"/>
                <a:gd name="T21" fmla="*/ 64 h 384"/>
                <a:gd name="T22" fmla="*/ 128 w 192"/>
                <a:gd name="T23" fmla="*/ 320 h 384"/>
                <a:gd name="T24" fmla="*/ 64 w 192"/>
                <a:gd name="T25" fmla="*/ 320 h 384"/>
                <a:gd name="T26" fmla="*/ 64 w 192"/>
                <a:gd name="T27" fmla="*/ 6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84">
                  <a:moveTo>
                    <a:pt x="32" y="384"/>
                  </a:moveTo>
                  <a:cubicBezTo>
                    <a:pt x="160" y="384"/>
                    <a:pt x="160" y="384"/>
                    <a:pt x="160" y="384"/>
                  </a:cubicBezTo>
                  <a:cubicBezTo>
                    <a:pt x="178" y="384"/>
                    <a:pt x="192" y="370"/>
                    <a:pt x="192" y="352"/>
                  </a:cubicBezTo>
                  <a:cubicBezTo>
                    <a:pt x="192" y="32"/>
                    <a:pt x="192" y="32"/>
                    <a:pt x="192" y="32"/>
                  </a:cubicBezTo>
                  <a:cubicBezTo>
                    <a:pt x="192" y="14"/>
                    <a:pt x="178" y="0"/>
                    <a:pt x="160" y="0"/>
                  </a:cubicBezTo>
                  <a:cubicBezTo>
                    <a:pt x="32" y="0"/>
                    <a:pt x="32" y="0"/>
                    <a:pt x="32" y="0"/>
                  </a:cubicBezTo>
                  <a:cubicBezTo>
                    <a:pt x="14" y="0"/>
                    <a:pt x="0" y="14"/>
                    <a:pt x="0" y="32"/>
                  </a:cubicBezTo>
                  <a:cubicBezTo>
                    <a:pt x="0" y="352"/>
                    <a:pt x="0" y="352"/>
                    <a:pt x="0" y="352"/>
                  </a:cubicBezTo>
                  <a:cubicBezTo>
                    <a:pt x="0" y="370"/>
                    <a:pt x="14" y="384"/>
                    <a:pt x="32" y="384"/>
                  </a:cubicBezTo>
                  <a:close/>
                  <a:moveTo>
                    <a:pt x="64" y="64"/>
                  </a:moveTo>
                  <a:cubicBezTo>
                    <a:pt x="128" y="64"/>
                    <a:pt x="128" y="64"/>
                    <a:pt x="128" y="64"/>
                  </a:cubicBezTo>
                  <a:cubicBezTo>
                    <a:pt x="128" y="320"/>
                    <a:pt x="128" y="320"/>
                    <a:pt x="128" y="320"/>
                  </a:cubicBezTo>
                  <a:cubicBezTo>
                    <a:pt x="64" y="320"/>
                    <a:pt x="64" y="320"/>
                    <a:pt x="64" y="320"/>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a:extLst>
                <a:ext uri="{FF2B5EF4-FFF2-40B4-BE49-F238E27FC236}">
                  <a16:creationId xmlns:a16="http://schemas.microsoft.com/office/drawing/2014/main" id="{727CB3FA-544B-4EE3-A5DD-FBB1DEEA022C}"/>
                </a:ext>
              </a:extLst>
            </p:cNvPr>
            <p:cNvSpPr>
              <a:spLocks noEditPoints="1"/>
            </p:cNvSpPr>
            <p:nvPr/>
          </p:nvSpPr>
          <p:spPr bwMode="auto">
            <a:xfrm>
              <a:off x="-704850" y="4395788"/>
              <a:ext cx="117475" cy="274638"/>
            </a:xfrm>
            <a:custGeom>
              <a:avLst/>
              <a:gdLst>
                <a:gd name="T0" fmla="*/ 32 w 192"/>
                <a:gd name="T1" fmla="*/ 448 h 448"/>
                <a:gd name="T2" fmla="*/ 160 w 192"/>
                <a:gd name="T3" fmla="*/ 448 h 448"/>
                <a:gd name="T4" fmla="*/ 192 w 192"/>
                <a:gd name="T5" fmla="*/ 416 h 448"/>
                <a:gd name="T6" fmla="*/ 192 w 192"/>
                <a:gd name="T7" fmla="*/ 32 h 448"/>
                <a:gd name="T8" fmla="*/ 160 w 192"/>
                <a:gd name="T9" fmla="*/ 0 h 448"/>
                <a:gd name="T10" fmla="*/ 32 w 192"/>
                <a:gd name="T11" fmla="*/ 0 h 448"/>
                <a:gd name="T12" fmla="*/ 0 w 192"/>
                <a:gd name="T13" fmla="*/ 32 h 448"/>
                <a:gd name="T14" fmla="*/ 0 w 192"/>
                <a:gd name="T15" fmla="*/ 416 h 448"/>
                <a:gd name="T16" fmla="*/ 32 w 192"/>
                <a:gd name="T17" fmla="*/ 448 h 448"/>
                <a:gd name="T18" fmla="*/ 64 w 192"/>
                <a:gd name="T19" fmla="*/ 64 h 448"/>
                <a:gd name="T20" fmla="*/ 128 w 192"/>
                <a:gd name="T21" fmla="*/ 64 h 448"/>
                <a:gd name="T22" fmla="*/ 128 w 192"/>
                <a:gd name="T23" fmla="*/ 384 h 448"/>
                <a:gd name="T24" fmla="*/ 64 w 192"/>
                <a:gd name="T25" fmla="*/ 384 h 448"/>
                <a:gd name="T26" fmla="*/ 64 w 192"/>
                <a:gd name="T27" fmla="*/ 6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448">
                  <a:moveTo>
                    <a:pt x="32" y="448"/>
                  </a:moveTo>
                  <a:cubicBezTo>
                    <a:pt x="160" y="448"/>
                    <a:pt x="160" y="448"/>
                    <a:pt x="160" y="448"/>
                  </a:cubicBezTo>
                  <a:cubicBezTo>
                    <a:pt x="178" y="448"/>
                    <a:pt x="192" y="434"/>
                    <a:pt x="192" y="416"/>
                  </a:cubicBezTo>
                  <a:cubicBezTo>
                    <a:pt x="192" y="32"/>
                    <a:pt x="192" y="32"/>
                    <a:pt x="192" y="32"/>
                  </a:cubicBezTo>
                  <a:cubicBezTo>
                    <a:pt x="192" y="14"/>
                    <a:pt x="178" y="0"/>
                    <a:pt x="160" y="0"/>
                  </a:cubicBezTo>
                  <a:cubicBezTo>
                    <a:pt x="32" y="0"/>
                    <a:pt x="32" y="0"/>
                    <a:pt x="32" y="0"/>
                  </a:cubicBezTo>
                  <a:cubicBezTo>
                    <a:pt x="14" y="0"/>
                    <a:pt x="0" y="14"/>
                    <a:pt x="0" y="32"/>
                  </a:cubicBezTo>
                  <a:cubicBezTo>
                    <a:pt x="0" y="416"/>
                    <a:pt x="0" y="416"/>
                    <a:pt x="0" y="416"/>
                  </a:cubicBezTo>
                  <a:cubicBezTo>
                    <a:pt x="0" y="434"/>
                    <a:pt x="14" y="448"/>
                    <a:pt x="32" y="448"/>
                  </a:cubicBezTo>
                  <a:close/>
                  <a:moveTo>
                    <a:pt x="64" y="64"/>
                  </a:moveTo>
                  <a:cubicBezTo>
                    <a:pt x="128" y="64"/>
                    <a:pt x="128" y="64"/>
                    <a:pt x="128" y="64"/>
                  </a:cubicBezTo>
                  <a:cubicBezTo>
                    <a:pt x="128" y="384"/>
                    <a:pt x="128" y="384"/>
                    <a:pt x="128" y="384"/>
                  </a:cubicBezTo>
                  <a:cubicBezTo>
                    <a:pt x="64" y="384"/>
                    <a:pt x="64" y="384"/>
                    <a:pt x="64" y="384"/>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a:extLst>
                <a:ext uri="{FF2B5EF4-FFF2-40B4-BE49-F238E27FC236}">
                  <a16:creationId xmlns:a16="http://schemas.microsoft.com/office/drawing/2014/main" id="{67AC043F-6339-4FE2-89B0-D7FF68EA44F6}"/>
                </a:ext>
              </a:extLst>
            </p:cNvPr>
            <p:cNvSpPr>
              <a:spLocks noEditPoints="1"/>
            </p:cNvSpPr>
            <p:nvPr/>
          </p:nvSpPr>
          <p:spPr bwMode="auto">
            <a:xfrm>
              <a:off x="-549275" y="4356101"/>
              <a:ext cx="117475" cy="314325"/>
            </a:xfrm>
            <a:custGeom>
              <a:avLst/>
              <a:gdLst>
                <a:gd name="T0" fmla="*/ 160 w 192"/>
                <a:gd name="T1" fmla="*/ 0 h 512"/>
                <a:gd name="T2" fmla="*/ 32 w 192"/>
                <a:gd name="T3" fmla="*/ 0 h 512"/>
                <a:gd name="T4" fmla="*/ 0 w 192"/>
                <a:gd name="T5" fmla="*/ 32 h 512"/>
                <a:gd name="T6" fmla="*/ 0 w 192"/>
                <a:gd name="T7" fmla="*/ 480 h 512"/>
                <a:gd name="T8" fmla="*/ 32 w 192"/>
                <a:gd name="T9" fmla="*/ 512 h 512"/>
                <a:gd name="T10" fmla="*/ 160 w 192"/>
                <a:gd name="T11" fmla="*/ 512 h 512"/>
                <a:gd name="T12" fmla="*/ 192 w 192"/>
                <a:gd name="T13" fmla="*/ 480 h 512"/>
                <a:gd name="T14" fmla="*/ 192 w 192"/>
                <a:gd name="T15" fmla="*/ 32 h 512"/>
                <a:gd name="T16" fmla="*/ 160 w 192"/>
                <a:gd name="T17" fmla="*/ 0 h 512"/>
                <a:gd name="T18" fmla="*/ 128 w 192"/>
                <a:gd name="T19" fmla="*/ 448 h 512"/>
                <a:gd name="T20" fmla="*/ 64 w 192"/>
                <a:gd name="T21" fmla="*/ 448 h 512"/>
                <a:gd name="T22" fmla="*/ 64 w 192"/>
                <a:gd name="T23" fmla="*/ 64 h 512"/>
                <a:gd name="T24" fmla="*/ 128 w 192"/>
                <a:gd name="T25" fmla="*/ 64 h 512"/>
                <a:gd name="T26" fmla="*/ 128 w 192"/>
                <a:gd name="T27" fmla="*/ 4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512">
                  <a:moveTo>
                    <a:pt x="160" y="0"/>
                  </a:moveTo>
                  <a:cubicBezTo>
                    <a:pt x="32" y="0"/>
                    <a:pt x="32" y="0"/>
                    <a:pt x="32" y="0"/>
                  </a:cubicBezTo>
                  <a:cubicBezTo>
                    <a:pt x="14" y="0"/>
                    <a:pt x="0" y="14"/>
                    <a:pt x="0" y="32"/>
                  </a:cubicBezTo>
                  <a:cubicBezTo>
                    <a:pt x="0" y="480"/>
                    <a:pt x="0" y="480"/>
                    <a:pt x="0" y="480"/>
                  </a:cubicBezTo>
                  <a:cubicBezTo>
                    <a:pt x="0" y="498"/>
                    <a:pt x="14" y="512"/>
                    <a:pt x="32" y="512"/>
                  </a:cubicBezTo>
                  <a:cubicBezTo>
                    <a:pt x="160" y="512"/>
                    <a:pt x="160" y="512"/>
                    <a:pt x="160" y="512"/>
                  </a:cubicBezTo>
                  <a:cubicBezTo>
                    <a:pt x="178" y="512"/>
                    <a:pt x="192" y="498"/>
                    <a:pt x="192" y="480"/>
                  </a:cubicBezTo>
                  <a:cubicBezTo>
                    <a:pt x="192" y="32"/>
                    <a:pt x="192" y="32"/>
                    <a:pt x="192" y="32"/>
                  </a:cubicBezTo>
                  <a:cubicBezTo>
                    <a:pt x="192" y="14"/>
                    <a:pt x="178" y="0"/>
                    <a:pt x="160" y="0"/>
                  </a:cubicBezTo>
                  <a:close/>
                  <a:moveTo>
                    <a:pt x="128" y="448"/>
                  </a:moveTo>
                  <a:cubicBezTo>
                    <a:pt x="64" y="448"/>
                    <a:pt x="64" y="448"/>
                    <a:pt x="64" y="448"/>
                  </a:cubicBezTo>
                  <a:cubicBezTo>
                    <a:pt x="64" y="64"/>
                    <a:pt x="64" y="64"/>
                    <a:pt x="64" y="64"/>
                  </a:cubicBezTo>
                  <a:cubicBezTo>
                    <a:pt x="128" y="64"/>
                    <a:pt x="128" y="64"/>
                    <a:pt x="128" y="64"/>
                  </a:cubicBezTo>
                  <a:lnTo>
                    <a:pt x="128"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33">
              <a:extLst>
                <a:ext uri="{FF2B5EF4-FFF2-40B4-BE49-F238E27FC236}">
                  <a16:creationId xmlns:a16="http://schemas.microsoft.com/office/drawing/2014/main" id="{3B43F38D-2EF1-4FCF-BE1D-549BE033B2F9}"/>
                </a:ext>
              </a:extLst>
            </p:cNvPr>
            <p:cNvSpPr>
              <a:spLocks/>
            </p:cNvSpPr>
            <p:nvPr/>
          </p:nvSpPr>
          <p:spPr bwMode="auto">
            <a:xfrm>
              <a:off x="-288925" y="4081463"/>
              <a:ext cx="131763" cy="93663"/>
            </a:xfrm>
            <a:custGeom>
              <a:avLst/>
              <a:gdLst>
                <a:gd name="T0" fmla="*/ 132 w 215"/>
                <a:gd name="T1" fmla="*/ 64 h 151"/>
                <a:gd name="T2" fmla="*/ 215 w 215"/>
                <a:gd name="T3" fmla="*/ 64 h 151"/>
                <a:gd name="T4" fmla="*/ 215 w 215"/>
                <a:gd name="T5" fmla="*/ 0 h 151"/>
                <a:gd name="T6" fmla="*/ 119 w 215"/>
                <a:gd name="T7" fmla="*/ 0 h 151"/>
                <a:gd name="T8" fmla="*/ 96 w 215"/>
                <a:gd name="T9" fmla="*/ 9 h 151"/>
                <a:gd name="T10" fmla="*/ 0 w 215"/>
                <a:gd name="T11" fmla="*/ 105 h 151"/>
                <a:gd name="T12" fmla="*/ 46 w 215"/>
                <a:gd name="T13" fmla="*/ 151 h 151"/>
                <a:gd name="T14" fmla="*/ 132 w 215"/>
                <a:gd name="T15" fmla="*/ 64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132" y="64"/>
                  </a:moveTo>
                  <a:cubicBezTo>
                    <a:pt x="215" y="64"/>
                    <a:pt x="215" y="64"/>
                    <a:pt x="215" y="64"/>
                  </a:cubicBezTo>
                  <a:cubicBezTo>
                    <a:pt x="215" y="0"/>
                    <a:pt x="215" y="0"/>
                    <a:pt x="215" y="0"/>
                  </a:cubicBezTo>
                  <a:cubicBezTo>
                    <a:pt x="119" y="0"/>
                    <a:pt x="119" y="0"/>
                    <a:pt x="119" y="0"/>
                  </a:cubicBezTo>
                  <a:cubicBezTo>
                    <a:pt x="111" y="0"/>
                    <a:pt x="102" y="3"/>
                    <a:pt x="96" y="9"/>
                  </a:cubicBezTo>
                  <a:cubicBezTo>
                    <a:pt x="0" y="105"/>
                    <a:pt x="0" y="105"/>
                    <a:pt x="0" y="105"/>
                  </a:cubicBezTo>
                  <a:cubicBezTo>
                    <a:pt x="46" y="151"/>
                    <a:pt x="46" y="151"/>
                    <a:pt x="46" y="151"/>
                  </a:cubicBezTo>
                  <a:lnTo>
                    <a:pt x="132"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34">
              <a:extLst>
                <a:ext uri="{FF2B5EF4-FFF2-40B4-BE49-F238E27FC236}">
                  <a16:creationId xmlns:a16="http://schemas.microsoft.com/office/drawing/2014/main" id="{9DB384F0-B100-46A8-B4C5-AB05B29219F0}"/>
                </a:ext>
              </a:extLst>
            </p:cNvPr>
            <p:cNvSpPr>
              <a:spLocks noChangeArrowheads="1"/>
            </p:cNvSpPr>
            <p:nvPr/>
          </p:nvSpPr>
          <p:spPr bwMode="auto">
            <a:xfrm>
              <a:off x="-117475" y="408146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35">
              <a:extLst>
                <a:ext uri="{FF2B5EF4-FFF2-40B4-BE49-F238E27FC236}">
                  <a16:creationId xmlns:a16="http://schemas.microsoft.com/office/drawing/2014/main" id="{A3704EF0-2BB2-43AC-91ED-99C49E0DE98E}"/>
                </a:ext>
              </a:extLst>
            </p:cNvPr>
            <p:cNvSpPr>
              <a:spLocks noChangeArrowheads="1"/>
            </p:cNvSpPr>
            <p:nvPr/>
          </p:nvSpPr>
          <p:spPr bwMode="auto">
            <a:xfrm>
              <a:off x="-117475" y="4160838"/>
              <a:ext cx="3968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36">
              <a:extLst>
                <a:ext uri="{FF2B5EF4-FFF2-40B4-BE49-F238E27FC236}">
                  <a16:creationId xmlns:a16="http://schemas.microsoft.com/office/drawing/2014/main" id="{FB9ABCF3-85F5-4D48-9306-45CCB38FA6D7}"/>
                </a:ext>
              </a:extLst>
            </p:cNvPr>
            <p:cNvSpPr>
              <a:spLocks noChangeArrowheads="1"/>
            </p:cNvSpPr>
            <p:nvPr/>
          </p:nvSpPr>
          <p:spPr bwMode="auto">
            <a:xfrm>
              <a:off x="-38100" y="4160838"/>
              <a:ext cx="9683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37">
              <a:extLst>
                <a:ext uri="{FF2B5EF4-FFF2-40B4-BE49-F238E27FC236}">
                  <a16:creationId xmlns:a16="http://schemas.microsoft.com/office/drawing/2014/main" id="{741A7599-E334-4629-B6F7-C76F488EC62B}"/>
                </a:ext>
              </a:extLst>
            </p:cNvPr>
            <p:cNvSpPr>
              <a:spLocks noChangeArrowheads="1"/>
            </p:cNvSpPr>
            <p:nvPr/>
          </p:nvSpPr>
          <p:spPr bwMode="auto">
            <a:xfrm>
              <a:off x="-117475" y="4238626"/>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38">
              <a:extLst>
                <a:ext uri="{FF2B5EF4-FFF2-40B4-BE49-F238E27FC236}">
                  <a16:creationId xmlns:a16="http://schemas.microsoft.com/office/drawing/2014/main" id="{F4456ADF-B6FA-4E7E-AE45-C769E0D89605}"/>
                </a:ext>
              </a:extLst>
            </p:cNvPr>
            <p:cNvSpPr>
              <a:spLocks/>
            </p:cNvSpPr>
            <p:nvPr/>
          </p:nvSpPr>
          <p:spPr bwMode="auto">
            <a:xfrm>
              <a:off x="-901700" y="5087938"/>
              <a:ext cx="131763" cy="93663"/>
            </a:xfrm>
            <a:custGeom>
              <a:avLst/>
              <a:gdLst>
                <a:gd name="T0" fmla="*/ 83 w 215"/>
                <a:gd name="T1" fmla="*/ 87 h 151"/>
                <a:gd name="T2" fmla="*/ 0 w 215"/>
                <a:gd name="T3" fmla="*/ 87 h 151"/>
                <a:gd name="T4" fmla="*/ 0 w 215"/>
                <a:gd name="T5" fmla="*/ 151 h 151"/>
                <a:gd name="T6" fmla="*/ 96 w 215"/>
                <a:gd name="T7" fmla="*/ 151 h 151"/>
                <a:gd name="T8" fmla="*/ 119 w 215"/>
                <a:gd name="T9" fmla="*/ 142 h 151"/>
                <a:gd name="T10" fmla="*/ 215 w 215"/>
                <a:gd name="T11" fmla="*/ 46 h 151"/>
                <a:gd name="T12" fmla="*/ 169 w 215"/>
                <a:gd name="T13" fmla="*/ 0 h 151"/>
                <a:gd name="T14" fmla="*/ 83 w 215"/>
                <a:gd name="T15" fmla="*/ 87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83" y="87"/>
                  </a:moveTo>
                  <a:cubicBezTo>
                    <a:pt x="0" y="87"/>
                    <a:pt x="0" y="87"/>
                    <a:pt x="0" y="87"/>
                  </a:cubicBezTo>
                  <a:cubicBezTo>
                    <a:pt x="0" y="151"/>
                    <a:pt x="0" y="151"/>
                    <a:pt x="0" y="151"/>
                  </a:cubicBezTo>
                  <a:cubicBezTo>
                    <a:pt x="96" y="151"/>
                    <a:pt x="96" y="151"/>
                    <a:pt x="96" y="151"/>
                  </a:cubicBezTo>
                  <a:cubicBezTo>
                    <a:pt x="104" y="151"/>
                    <a:pt x="113" y="148"/>
                    <a:pt x="119" y="142"/>
                  </a:cubicBezTo>
                  <a:cubicBezTo>
                    <a:pt x="215" y="46"/>
                    <a:pt x="215" y="46"/>
                    <a:pt x="215" y="46"/>
                  </a:cubicBezTo>
                  <a:cubicBezTo>
                    <a:pt x="169" y="0"/>
                    <a:pt x="169" y="0"/>
                    <a:pt x="169" y="0"/>
                  </a:cubicBezTo>
                  <a:lnTo>
                    <a:pt x="83"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39">
              <a:extLst>
                <a:ext uri="{FF2B5EF4-FFF2-40B4-BE49-F238E27FC236}">
                  <a16:creationId xmlns:a16="http://schemas.microsoft.com/office/drawing/2014/main" id="{17010DDC-C1DB-4CC8-B51B-5E32F4F24F30}"/>
                </a:ext>
              </a:extLst>
            </p:cNvPr>
            <p:cNvSpPr>
              <a:spLocks noChangeArrowheads="1"/>
            </p:cNvSpPr>
            <p:nvPr/>
          </p:nvSpPr>
          <p:spPr bwMode="auto">
            <a:xfrm>
              <a:off x="-1117600" y="514191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Rectangle 40">
              <a:extLst>
                <a:ext uri="{FF2B5EF4-FFF2-40B4-BE49-F238E27FC236}">
                  <a16:creationId xmlns:a16="http://schemas.microsoft.com/office/drawing/2014/main" id="{3849AE17-4EDD-473D-83AE-FC6782A2FE57}"/>
                </a:ext>
              </a:extLst>
            </p:cNvPr>
            <p:cNvSpPr>
              <a:spLocks noChangeArrowheads="1"/>
            </p:cNvSpPr>
            <p:nvPr/>
          </p:nvSpPr>
          <p:spPr bwMode="auto">
            <a:xfrm>
              <a:off x="-979488" y="5062538"/>
              <a:ext cx="38100"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41">
              <a:extLst>
                <a:ext uri="{FF2B5EF4-FFF2-40B4-BE49-F238E27FC236}">
                  <a16:creationId xmlns:a16="http://schemas.microsoft.com/office/drawing/2014/main" id="{F997960E-FFBD-4B62-9AE3-CB801CC87C8C}"/>
                </a:ext>
              </a:extLst>
            </p:cNvPr>
            <p:cNvSpPr>
              <a:spLocks noChangeArrowheads="1"/>
            </p:cNvSpPr>
            <p:nvPr/>
          </p:nvSpPr>
          <p:spPr bwMode="auto">
            <a:xfrm>
              <a:off x="-1117600" y="5062538"/>
              <a:ext cx="98425"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Rectangle 42">
              <a:extLst>
                <a:ext uri="{FF2B5EF4-FFF2-40B4-BE49-F238E27FC236}">
                  <a16:creationId xmlns:a16="http://schemas.microsoft.com/office/drawing/2014/main" id="{C2D4F1DE-18E4-49A2-A392-0514A8E3359E}"/>
                </a:ext>
              </a:extLst>
            </p:cNvPr>
            <p:cNvSpPr>
              <a:spLocks noChangeArrowheads="1"/>
            </p:cNvSpPr>
            <p:nvPr/>
          </p:nvSpPr>
          <p:spPr bwMode="auto">
            <a:xfrm>
              <a:off x="-1117600" y="4984751"/>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Rectangle 43">
              <a:extLst>
                <a:ext uri="{FF2B5EF4-FFF2-40B4-BE49-F238E27FC236}">
                  <a16:creationId xmlns:a16="http://schemas.microsoft.com/office/drawing/2014/main" id="{2EEF2DB4-DD98-4C7E-96AD-CED3CDE5717B}"/>
                </a:ext>
              </a:extLst>
            </p:cNvPr>
            <p:cNvSpPr>
              <a:spLocks noChangeArrowheads="1"/>
            </p:cNvSpPr>
            <p:nvPr/>
          </p:nvSpPr>
          <p:spPr bwMode="auto">
            <a:xfrm>
              <a:off x="-862013" y="4710113"/>
              <a:ext cx="430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7" name="Group 86">
            <a:extLst>
              <a:ext uri="{FF2B5EF4-FFF2-40B4-BE49-F238E27FC236}">
                <a16:creationId xmlns:a16="http://schemas.microsoft.com/office/drawing/2014/main" id="{0B7E18D7-E06D-4BE8-BD2A-94FC19410C70}"/>
              </a:ext>
            </a:extLst>
          </p:cNvPr>
          <p:cNvGrpSpPr/>
          <p:nvPr/>
        </p:nvGrpSpPr>
        <p:grpSpPr>
          <a:xfrm>
            <a:off x="5701309" y="1489888"/>
            <a:ext cx="2271120" cy="2237050"/>
            <a:chOff x="-1203326" y="3975101"/>
            <a:chExt cx="1270001" cy="1250950"/>
          </a:xfrm>
          <a:solidFill>
            <a:schemeClr val="accent4"/>
          </a:solidFill>
        </p:grpSpPr>
        <p:sp>
          <p:nvSpPr>
            <p:cNvPr id="88" name="Freeform 28">
              <a:extLst>
                <a:ext uri="{FF2B5EF4-FFF2-40B4-BE49-F238E27FC236}">
                  <a16:creationId xmlns:a16="http://schemas.microsoft.com/office/drawing/2014/main" id="{A2DFE498-A63A-4B0C-A1AC-8C394040BF9F}"/>
                </a:ext>
              </a:extLst>
            </p:cNvPr>
            <p:cNvSpPr>
              <a:spLocks noEditPoints="1"/>
            </p:cNvSpPr>
            <p:nvPr/>
          </p:nvSpPr>
          <p:spPr bwMode="auto">
            <a:xfrm>
              <a:off x="-1058863" y="4121151"/>
              <a:ext cx="823913" cy="823913"/>
            </a:xfrm>
            <a:custGeom>
              <a:avLst/>
              <a:gdLst>
                <a:gd name="T0" fmla="*/ 672 w 1344"/>
                <a:gd name="T1" fmla="*/ 0 h 1344"/>
                <a:gd name="T2" fmla="*/ 0 w 1344"/>
                <a:gd name="T3" fmla="*/ 672 h 1344"/>
                <a:gd name="T4" fmla="*/ 672 w 1344"/>
                <a:gd name="T5" fmla="*/ 1344 h 1344"/>
                <a:gd name="T6" fmla="*/ 1344 w 1344"/>
                <a:gd name="T7" fmla="*/ 672 h 1344"/>
                <a:gd name="T8" fmla="*/ 672 w 1344"/>
                <a:gd name="T9" fmla="*/ 0 h 1344"/>
                <a:gd name="T10" fmla="*/ 672 w 1344"/>
                <a:gd name="T11" fmla="*/ 1280 h 1344"/>
                <a:gd name="T12" fmla="*/ 64 w 1344"/>
                <a:gd name="T13" fmla="*/ 672 h 1344"/>
                <a:gd name="T14" fmla="*/ 672 w 1344"/>
                <a:gd name="T15" fmla="*/ 64 h 1344"/>
                <a:gd name="T16" fmla="*/ 1280 w 1344"/>
                <a:gd name="T17" fmla="*/ 672 h 1344"/>
                <a:gd name="T18" fmla="*/ 672 w 1344"/>
                <a:gd name="T19" fmla="*/ 1280 h 1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4" h="1344">
                  <a:moveTo>
                    <a:pt x="672" y="0"/>
                  </a:moveTo>
                  <a:cubicBezTo>
                    <a:pt x="301" y="0"/>
                    <a:pt x="0" y="301"/>
                    <a:pt x="0" y="672"/>
                  </a:cubicBezTo>
                  <a:cubicBezTo>
                    <a:pt x="0" y="1043"/>
                    <a:pt x="301" y="1344"/>
                    <a:pt x="672" y="1344"/>
                  </a:cubicBezTo>
                  <a:cubicBezTo>
                    <a:pt x="1043" y="1344"/>
                    <a:pt x="1344" y="1043"/>
                    <a:pt x="1344" y="672"/>
                  </a:cubicBezTo>
                  <a:cubicBezTo>
                    <a:pt x="1344" y="301"/>
                    <a:pt x="1043" y="0"/>
                    <a:pt x="672" y="0"/>
                  </a:cubicBezTo>
                  <a:close/>
                  <a:moveTo>
                    <a:pt x="672" y="1280"/>
                  </a:moveTo>
                  <a:cubicBezTo>
                    <a:pt x="336" y="1280"/>
                    <a:pt x="64" y="1008"/>
                    <a:pt x="64" y="672"/>
                  </a:cubicBezTo>
                  <a:cubicBezTo>
                    <a:pt x="64" y="336"/>
                    <a:pt x="336" y="64"/>
                    <a:pt x="672" y="64"/>
                  </a:cubicBezTo>
                  <a:cubicBezTo>
                    <a:pt x="1008" y="64"/>
                    <a:pt x="1280" y="336"/>
                    <a:pt x="1280" y="672"/>
                  </a:cubicBezTo>
                  <a:cubicBezTo>
                    <a:pt x="1280" y="1008"/>
                    <a:pt x="1008" y="1280"/>
                    <a:pt x="672" y="12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9">
              <a:extLst>
                <a:ext uri="{FF2B5EF4-FFF2-40B4-BE49-F238E27FC236}">
                  <a16:creationId xmlns:a16="http://schemas.microsoft.com/office/drawing/2014/main" id="{F372B46A-60F8-48A1-98E7-C6FED58C2BEC}"/>
                </a:ext>
              </a:extLst>
            </p:cNvPr>
            <p:cNvSpPr>
              <a:spLocks noEditPoints="1"/>
            </p:cNvSpPr>
            <p:nvPr/>
          </p:nvSpPr>
          <p:spPr bwMode="auto">
            <a:xfrm>
              <a:off x="-1203326" y="3975101"/>
              <a:ext cx="1270001" cy="1250950"/>
            </a:xfrm>
            <a:custGeom>
              <a:avLst/>
              <a:gdLst>
                <a:gd name="T0" fmla="*/ 1552 w 2072"/>
                <a:gd name="T1" fmla="*/ 1384 h 2040"/>
                <a:gd name="T2" fmla="*/ 1384 w 2072"/>
                <a:gd name="T3" fmla="*/ 263 h 2040"/>
                <a:gd name="T4" fmla="*/ 264 w 2072"/>
                <a:gd name="T5" fmla="*/ 431 h 2040"/>
                <a:gd name="T6" fmla="*/ 431 w 2072"/>
                <a:gd name="T7" fmla="*/ 1552 h 2040"/>
                <a:gd name="T8" fmla="*/ 1420 w 2072"/>
                <a:gd name="T9" fmla="*/ 1524 h 2040"/>
                <a:gd name="T10" fmla="*/ 1897 w 2072"/>
                <a:gd name="T11" fmla="*/ 2001 h 2040"/>
                <a:gd name="T12" fmla="*/ 2033 w 2072"/>
                <a:gd name="T13" fmla="*/ 2003 h 2040"/>
                <a:gd name="T14" fmla="*/ 2035 w 2072"/>
                <a:gd name="T15" fmla="*/ 1868 h 2040"/>
                <a:gd name="T16" fmla="*/ 2033 w 2072"/>
                <a:gd name="T17" fmla="*/ 1865 h 2040"/>
                <a:gd name="T18" fmla="*/ 1552 w 2072"/>
                <a:gd name="T19" fmla="*/ 1384 h 2040"/>
                <a:gd name="T20" fmla="*/ 173 w 2072"/>
                <a:gd name="T21" fmla="*/ 909 h 2040"/>
                <a:gd name="T22" fmla="*/ 909 w 2072"/>
                <a:gd name="T23" fmla="*/ 173 h 2040"/>
                <a:gd name="T24" fmla="*/ 1645 w 2072"/>
                <a:gd name="T25" fmla="*/ 909 h 2040"/>
                <a:gd name="T26" fmla="*/ 909 w 2072"/>
                <a:gd name="T27" fmla="*/ 1645 h 2040"/>
                <a:gd name="T28" fmla="*/ 173 w 2072"/>
                <a:gd name="T29" fmla="*/ 909 h 2040"/>
                <a:gd name="T30" fmla="*/ 1987 w 2072"/>
                <a:gd name="T31" fmla="*/ 1956 h 2040"/>
                <a:gd name="T32" fmla="*/ 1943 w 2072"/>
                <a:gd name="T33" fmla="*/ 1956 h 2040"/>
                <a:gd name="T34" fmla="*/ 1468 w 2072"/>
                <a:gd name="T35" fmla="*/ 1481 h 2040"/>
                <a:gd name="T36" fmla="*/ 1511 w 2072"/>
                <a:gd name="T37" fmla="*/ 1434 h 2040"/>
                <a:gd name="T38" fmla="*/ 1987 w 2072"/>
                <a:gd name="T39" fmla="*/ 1911 h 2040"/>
                <a:gd name="T40" fmla="*/ 1997 w 2072"/>
                <a:gd name="T41" fmla="*/ 1933 h 2040"/>
                <a:gd name="T42" fmla="*/ 1987 w 2072"/>
                <a:gd name="T43" fmla="*/ 1956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2" h="2040">
                  <a:moveTo>
                    <a:pt x="1552" y="1384"/>
                  </a:moveTo>
                  <a:cubicBezTo>
                    <a:pt x="1815" y="1028"/>
                    <a:pt x="1740" y="527"/>
                    <a:pt x="1384" y="263"/>
                  </a:cubicBezTo>
                  <a:cubicBezTo>
                    <a:pt x="1029" y="0"/>
                    <a:pt x="527" y="75"/>
                    <a:pt x="264" y="431"/>
                  </a:cubicBezTo>
                  <a:cubicBezTo>
                    <a:pt x="0" y="787"/>
                    <a:pt x="75" y="1289"/>
                    <a:pt x="431" y="1552"/>
                  </a:cubicBezTo>
                  <a:cubicBezTo>
                    <a:pt x="728" y="1771"/>
                    <a:pt x="1136" y="1760"/>
                    <a:pt x="1420" y="1524"/>
                  </a:cubicBezTo>
                  <a:cubicBezTo>
                    <a:pt x="1897" y="2001"/>
                    <a:pt x="1897" y="2001"/>
                    <a:pt x="1897" y="2001"/>
                  </a:cubicBezTo>
                  <a:cubicBezTo>
                    <a:pt x="1934" y="2039"/>
                    <a:pt x="1994" y="2040"/>
                    <a:pt x="2033" y="2003"/>
                  </a:cubicBezTo>
                  <a:cubicBezTo>
                    <a:pt x="2071" y="1966"/>
                    <a:pt x="2072" y="1906"/>
                    <a:pt x="2035" y="1868"/>
                  </a:cubicBezTo>
                  <a:cubicBezTo>
                    <a:pt x="2034" y="1867"/>
                    <a:pt x="2033" y="1866"/>
                    <a:pt x="2033" y="1865"/>
                  </a:cubicBezTo>
                  <a:lnTo>
                    <a:pt x="1552" y="1384"/>
                  </a:lnTo>
                  <a:close/>
                  <a:moveTo>
                    <a:pt x="173" y="909"/>
                  </a:moveTo>
                  <a:cubicBezTo>
                    <a:pt x="173" y="503"/>
                    <a:pt x="503" y="173"/>
                    <a:pt x="909" y="173"/>
                  </a:cubicBezTo>
                  <a:cubicBezTo>
                    <a:pt x="1315" y="173"/>
                    <a:pt x="1645" y="503"/>
                    <a:pt x="1645" y="909"/>
                  </a:cubicBezTo>
                  <a:cubicBezTo>
                    <a:pt x="1645" y="1315"/>
                    <a:pt x="1315" y="1645"/>
                    <a:pt x="909" y="1645"/>
                  </a:cubicBezTo>
                  <a:cubicBezTo>
                    <a:pt x="503" y="1645"/>
                    <a:pt x="173" y="1315"/>
                    <a:pt x="173" y="909"/>
                  </a:cubicBezTo>
                  <a:close/>
                  <a:moveTo>
                    <a:pt x="1987" y="1956"/>
                  </a:moveTo>
                  <a:cubicBezTo>
                    <a:pt x="1975" y="1968"/>
                    <a:pt x="1955" y="1968"/>
                    <a:pt x="1943" y="1956"/>
                  </a:cubicBezTo>
                  <a:cubicBezTo>
                    <a:pt x="1468" y="1481"/>
                    <a:pt x="1468" y="1481"/>
                    <a:pt x="1468" y="1481"/>
                  </a:cubicBezTo>
                  <a:cubicBezTo>
                    <a:pt x="1483" y="1466"/>
                    <a:pt x="1497" y="1450"/>
                    <a:pt x="1511" y="1434"/>
                  </a:cubicBezTo>
                  <a:cubicBezTo>
                    <a:pt x="1987" y="1911"/>
                    <a:pt x="1987" y="1911"/>
                    <a:pt x="1987" y="1911"/>
                  </a:cubicBezTo>
                  <a:cubicBezTo>
                    <a:pt x="1994" y="1916"/>
                    <a:pt x="1997" y="1925"/>
                    <a:pt x="1997" y="1933"/>
                  </a:cubicBezTo>
                  <a:cubicBezTo>
                    <a:pt x="1997" y="1942"/>
                    <a:pt x="1994" y="1950"/>
                    <a:pt x="1987" y="1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30">
              <a:extLst>
                <a:ext uri="{FF2B5EF4-FFF2-40B4-BE49-F238E27FC236}">
                  <a16:creationId xmlns:a16="http://schemas.microsoft.com/office/drawing/2014/main" id="{6E2B40D3-70B2-441E-8C20-F51A514F63B4}"/>
                </a:ext>
              </a:extLst>
            </p:cNvPr>
            <p:cNvSpPr>
              <a:spLocks noEditPoints="1"/>
            </p:cNvSpPr>
            <p:nvPr/>
          </p:nvSpPr>
          <p:spPr bwMode="auto">
            <a:xfrm>
              <a:off x="-862013" y="4435476"/>
              <a:ext cx="117475" cy="234950"/>
            </a:xfrm>
            <a:custGeom>
              <a:avLst/>
              <a:gdLst>
                <a:gd name="T0" fmla="*/ 32 w 192"/>
                <a:gd name="T1" fmla="*/ 384 h 384"/>
                <a:gd name="T2" fmla="*/ 160 w 192"/>
                <a:gd name="T3" fmla="*/ 384 h 384"/>
                <a:gd name="T4" fmla="*/ 192 w 192"/>
                <a:gd name="T5" fmla="*/ 352 h 384"/>
                <a:gd name="T6" fmla="*/ 192 w 192"/>
                <a:gd name="T7" fmla="*/ 32 h 384"/>
                <a:gd name="T8" fmla="*/ 160 w 192"/>
                <a:gd name="T9" fmla="*/ 0 h 384"/>
                <a:gd name="T10" fmla="*/ 32 w 192"/>
                <a:gd name="T11" fmla="*/ 0 h 384"/>
                <a:gd name="T12" fmla="*/ 0 w 192"/>
                <a:gd name="T13" fmla="*/ 32 h 384"/>
                <a:gd name="T14" fmla="*/ 0 w 192"/>
                <a:gd name="T15" fmla="*/ 352 h 384"/>
                <a:gd name="T16" fmla="*/ 32 w 192"/>
                <a:gd name="T17" fmla="*/ 384 h 384"/>
                <a:gd name="T18" fmla="*/ 64 w 192"/>
                <a:gd name="T19" fmla="*/ 64 h 384"/>
                <a:gd name="T20" fmla="*/ 128 w 192"/>
                <a:gd name="T21" fmla="*/ 64 h 384"/>
                <a:gd name="T22" fmla="*/ 128 w 192"/>
                <a:gd name="T23" fmla="*/ 320 h 384"/>
                <a:gd name="T24" fmla="*/ 64 w 192"/>
                <a:gd name="T25" fmla="*/ 320 h 384"/>
                <a:gd name="T26" fmla="*/ 64 w 192"/>
                <a:gd name="T27" fmla="*/ 6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84">
                  <a:moveTo>
                    <a:pt x="32" y="384"/>
                  </a:moveTo>
                  <a:cubicBezTo>
                    <a:pt x="160" y="384"/>
                    <a:pt x="160" y="384"/>
                    <a:pt x="160" y="384"/>
                  </a:cubicBezTo>
                  <a:cubicBezTo>
                    <a:pt x="178" y="384"/>
                    <a:pt x="192" y="370"/>
                    <a:pt x="192" y="352"/>
                  </a:cubicBezTo>
                  <a:cubicBezTo>
                    <a:pt x="192" y="32"/>
                    <a:pt x="192" y="32"/>
                    <a:pt x="192" y="32"/>
                  </a:cubicBezTo>
                  <a:cubicBezTo>
                    <a:pt x="192" y="14"/>
                    <a:pt x="178" y="0"/>
                    <a:pt x="160" y="0"/>
                  </a:cubicBezTo>
                  <a:cubicBezTo>
                    <a:pt x="32" y="0"/>
                    <a:pt x="32" y="0"/>
                    <a:pt x="32" y="0"/>
                  </a:cubicBezTo>
                  <a:cubicBezTo>
                    <a:pt x="14" y="0"/>
                    <a:pt x="0" y="14"/>
                    <a:pt x="0" y="32"/>
                  </a:cubicBezTo>
                  <a:cubicBezTo>
                    <a:pt x="0" y="352"/>
                    <a:pt x="0" y="352"/>
                    <a:pt x="0" y="352"/>
                  </a:cubicBezTo>
                  <a:cubicBezTo>
                    <a:pt x="0" y="370"/>
                    <a:pt x="14" y="384"/>
                    <a:pt x="32" y="384"/>
                  </a:cubicBezTo>
                  <a:close/>
                  <a:moveTo>
                    <a:pt x="64" y="64"/>
                  </a:moveTo>
                  <a:cubicBezTo>
                    <a:pt x="128" y="64"/>
                    <a:pt x="128" y="64"/>
                    <a:pt x="128" y="64"/>
                  </a:cubicBezTo>
                  <a:cubicBezTo>
                    <a:pt x="128" y="320"/>
                    <a:pt x="128" y="320"/>
                    <a:pt x="128" y="320"/>
                  </a:cubicBezTo>
                  <a:cubicBezTo>
                    <a:pt x="64" y="320"/>
                    <a:pt x="64" y="320"/>
                    <a:pt x="64" y="320"/>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31">
              <a:extLst>
                <a:ext uri="{FF2B5EF4-FFF2-40B4-BE49-F238E27FC236}">
                  <a16:creationId xmlns:a16="http://schemas.microsoft.com/office/drawing/2014/main" id="{2E503ACF-7677-4814-9C19-63C4C6586360}"/>
                </a:ext>
              </a:extLst>
            </p:cNvPr>
            <p:cNvSpPr>
              <a:spLocks noEditPoints="1"/>
            </p:cNvSpPr>
            <p:nvPr/>
          </p:nvSpPr>
          <p:spPr bwMode="auto">
            <a:xfrm>
              <a:off x="-704850" y="4395788"/>
              <a:ext cx="117475" cy="274638"/>
            </a:xfrm>
            <a:custGeom>
              <a:avLst/>
              <a:gdLst>
                <a:gd name="T0" fmla="*/ 32 w 192"/>
                <a:gd name="T1" fmla="*/ 448 h 448"/>
                <a:gd name="T2" fmla="*/ 160 w 192"/>
                <a:gd name="T3" fmla="*/ 448 h 448"/>
                <a:gd name="T4" fmla="*/ 192 w 192"/>
                <a:gd name="T5" fmla="*/ 416 h 448"/>
                <a:gd name="T6" fmla="*/ 192 w 192"/>
                <a:gd name="T7" fmla="*/ 32 h 448"/>
                <a:gd name="T8" fmla="*/ 160 w 192"/>
                <a:gd name="T9" fmla="*/ 0 h 448"/>
                <a:gd name="T10" fmla="*/ 32 w 192"/>
                <a:gd name="T11" fmla="*/ 0 h 448"/>
                <a:gd name="T12" fmla="*/ 0 w 192"/>
                <a:gd name="T13" fmla="*/ 32 h 448"/>
                <a:gd name="T14" fmla="*/ 0 w 192"/>
                <a:gd name="T15" fmla="*/ 416 h 448"/>
                <a:gd name="T16" fmla="*/ 32 w 192"/>
                <a:gd name="T17" fmla="*/ 448 h 448"/>
                <a:gd name="T18" fmla="*/ 64 w 192"/>
                <a:gd name="T19" fmla="*/ 64 h 448"/>
                <a:gd name="T20" fmla="*/ 128 w 192"/>
                <a:gd name="T21" fmla="*/ 64 h 448"/>
                <a:gd name="T22" fmla="*/ 128 w 192"/>
                <a:gd name="T23" fmla="*/ 384 h 448"/>
                <a:gd name="T24" fmla="*/ 64 w 192"/>
                <a:gd name="T25" fmla="*/ 384 h 448"/>
                <a:gd name="T26" fmla="*/ 64 w 192"/>
                <a:gd name="T27" fmla="*/ 6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448">
                  <a:moveTo>
                    <a:pt x="32" y="448"/>
                  </a:moveTo>
                  <a:cubicBezTo>
                    <a:pt x="160" y="448"/>
                    <a:pt x="160" y="448"/>
                    <a:pt x="160" y="448"/>
                  </a:cubicBezTo>
                  <a:cubicBezTo>
                    <a:pt x="178" y="448"/>
                    <a:pt x="192" y="434"/>
                    <a:pt x="192" y="416"/>
                  </a:cubicBezTo>
                  <a:cubicBezTo>
                    <a:pt x="192" y="32"/>
                    <a:pt x="192" y="32"/>
                    <a:pt x="192" y="32"/>
                  </a:cubicBezTo>
                  <a:cubicBezTo>
                    <a:pt x="192" y="14"/>
                    <a:pt x="178" y="0"/>
                    <a:pt x="160" y="0"/>
                  </a:cubicBezTo>
                  <a:cubicBezTo>
                    <a:pt x="32" y="0"/>
                    <a:pt x="32" y="0"/>
                    <a:pt x="32" y="0"/>
                  </a:cubicBezTo>
                  <a:cubicBezTo>
                    <a:pt x="14" y="0"/>
                    <a:pt x="0" y="14"/>
                    <a:pt x="0" y="32"/>
                  </a:cubicBezTo>
                  <a:cubicBezTo>
                    <a:pt x="0" y="416"/>
                    <a:pt x="0" y="416"/>
                    <a:pt x="0" y="416"/>
                  </a:cubicBezTo>
                  <a:cubicBezTo>
                    <a:pt x="0" y="434"/>
                    <a:pt x="14" y="448"/>
                    <a:pt x="32" y="448"/>
                  </a:cubicBezTo>
                  <a:close/>
                  <a:moveTo>
                    <a:pt x="64" y="64"/>
                  </a:moveTo>
                  <a:cubicBezTo>
                    <a:pt x="128" y="64"/>
                    <a:pt x="128" y="64"/>
                    <a:pt x="128" y="64"/>
                  </a:cubicBezTo>
                  <a:cubicBezTo>
                    <a:pt x="128" y="384"/>
                    <a:pt x="128" y="384"/>
                    <a:pt x="128" y="384"/>
                  </a:cubicBezTo>
                  <a:cubicBezTo>
                    <a:pt x="64" y="384"/>
                    <a:pt x="64" y="384"/>
                    <a:pt x="64" y="384"/>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32">
              <a:extLst>
                <a:ext uri="{FF2B5EF4-FFF2-40B4-BE49-F238E27FC236}">
                  <a16:creationId xmlns:a16="http://schemas.microsoft.com/office/drawing/2014/main" id="{1DAD541A-2987-4279-ADF6-FD601DBE3053}"/>
                </a:ext>
              </a:extLst>
            </p:cNvPr>
            <p:cNvSpPr>
              <a:spLocks noEditPoints="1"/>
            </p:cNvSpPr>
            <p:nvPr/>
          </p:nvSpPr>
          <p:spPr bwMode="auto">
            <a:xfrm>
              <a:off x="-549275" y="4356101"/>
              <a:ext cx="117475" cy="314325"/>
            </a:xfrm>
            <a:custGeom>
              <a:avLst/>
              <a:gdLst>
                <a:gd name="T0" fmla="*/ 160 w 192"/>
                <a:gd name="T1" fmla="*/ 0 h 512"/>
                <a:gd name="T2" fmla="*/ 32 w 192"/>
                <a:gd name="T3" fmla="*/ 0 h 512"/>
                <a:gd name="T4" fmla="*/ 0 w 192"/>
                <a:gd name="T5" fmla="*/ 32 h 512"/>
                <a:gd name="T6" fmla="*/ 0 w 192"/>
                <a:gd name="T7" fmla="*/ 480 h 512"/>
                <a:gd name="T8" fmla="*/ 32 w 192"/>
                <a:gd name="T9" fmla="*/ 512 h 512"/>
                <a:gd name="T10" fmla="*/ 160 w 192"/>
                <a:gd name="T11" fmla="*/ 512 h 512"/>
                <a:gd name="T12" fmla="*/ 192 w 192"/>
                <a:gd name="T13" fmla="*/ 480 h 512"/>
                <a:gd name="T14" fmla="*/ 192 w 192"/>
                <a:gd name="T15" fmla="*/ 32 h 512"/>
                <a:gd name="T16" fmla="*/ 160 w 192"/>
                <a:gd name="T17" fmla="*/ 0 h 512"/>
                <a:gd name="T18" fmla="*/ 128 w 192"/>
                <a:gd name="T19" fmla="*/ 448 h 512"/>
                <a:gd name="T20" fmla="*/ 64 w 192"/>
                <a:gd name="T21" fmla="*/ 448 h 512"/>
                <a:gd name="T22" fmla="*/ 64 w 192"/>
                <a:gd name="T23" fmla="*/ 64 h 512"/>
                <a:gd name="T24" fmla="*/ 128 w 192"/>
                <a:gd name="T25" fmla="*/ 64 h 512"/>
                <a:gd name="T26" fmla="*/ 128 w 192"/>
                <a:gd name="T27" fmla="*/ 4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512">
                  <a:moveTo>
                    <a:pt x="160" y="0"/>
                  </a:moveTo>
                  <a:cubicBezTo>
                    <a:pt x="32" y="0"/>
                    <a:pt x="32" y="0"/>
                    <a:pt x="32" y="0"/>
                  </a:cubicBezTo>
                  <a:cubicBezTo>
                    <a:pt x="14" y="0"/>
                    <a:pt x="0" y="14"/>
                    <a:pt x="0" y="32"/>
                  </a:cubicBezTo>
                  <a:cubicBezTo>
                    <a:pt x="0" y="480"/>
                    <a:pt x="0" y="480"/>
                    <a:pt x="0" y="480"/>
                  </a:cubicBezTo>
                  <a:cubicBezTo>
                    <a:pt x="0" y="498"/>
                    <a:pt x="14" y="512"/>
                    <a:pt x="32" y="512"/>
                  </a:cubicBezTo>
                  <a:cubicBezTo>
                    <a:pt x="160" y="512"/>
                    <a:pt x="160" y="512"/>
                    <a:pt x="160" y="512"/>
                  </a:cubicBezTo>
                  <a:cubicBezTo>
                    <a:pt x="178" y="512"/>
                    <a:pt x="192" y="498"/>
                    <a:pt x="192" y="480"/>
                  </a:cubicBezTo>
                  <a:cubicBezTo>
                    <a:pt x="192" y="32"/>
                    <a:pt x="192" y="32"/>
                    <a:pt x="192" y="32"/>
                  </a:cubicBezTo>
                  <a:cubicBezTo>
                    <a:pt x="192" y="14"/>
                    <a:pt x="178" y="0"/>
                    <a:pt x="160" y="0"/>
                  </a:cubicBezTo>
                  <a:close/>
                  <a:moveTo>
                    <a:pt x="128" y="448"/>
                  </a:moveTo>
                  <a:cubicBezTo>
                    <a:pt x="64" y="448"/>
                    <a:pt x="64" y="448"/>
                    <a:pt x="64" y="448"/>
                  </a:cubicBezTo>
                  <a:cubicBezTo>
                    <a:pt x="64" y="64"/>
                    <a:pt x="64" y="64"/>
                    <a:pt x="64" y="64"/>
                  </a:cubicBezTo>
                  <a:cubicBezTo>
                    <a:pt x="128" y="64"/>
                    <a:pt x="128" y="64"/>
                    <a:pt x="128" y="64"/>
                  </a:cubicBezTo>
                  <a:lnTo>
                    <a:pt x="128"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33">
              <a:extLst>
                <a:ext uri="{FF2B5EF4-FFF2-40B4-BE49-F238E27FC236}">
                  <a16:creationId xmlns:a16="http://schemas.microsoft.com/office/drawing/2014/main" id="{27C22315-E5AF-4F24-88F9-CB6AB7E08552}"/>
                </a:ext>
              </a:extLst>
            </p:cNvPr>
            <p:cNvSpPr>
              <a:spLocks/>
            </p:cNvSpPr>
            <p:nvPr/>
          </p:nvSpPr>
          <p:spPr bwMode="auto">
            <a:xfrm>
              <a:off x="-288925" y="4081463"/>
              <a:ext cx="131763" cy="93663"/>
            </a:xfrm>
            <a:custGeom>
              <a:avLst/>
              <a:gdLst>
                <a:gd name="T0" fmla="*/ 132 w 215"/>
                <a:gd name="T1" fmla="*/ 64 h 151"/>
                <a:gd name="T2" fmla="*/ 215 w 215"/>
                <a:gd name="T3" fmla="*/ 64 h 151"/>
                <a:gd name="T4" fmla="*/ 215 w 215"/>
                <a:gd name="T5" fmla="*/ 0 h 151"/>
                <a:gd name="T6" fmla="*/ 119 w 215"/>
                <a:gd name="T7" fmla="*/ 0 h 151"/>
                <a:gd name="T8" fmla="*/ 96 w 215"/>
                <a:gd name="T9" fmla="*/ 9 h 151"/>
                <a:gd name="T10" fmla="*/ 0 w 215"/>
                <a:gd name="T11" fmla="*/ 105 h 151"/>
                <a:gd name="T12" fmla="*/ 46 w 215"/>
                <a:gd name="T13" fmla="*/ 151 h 151"/>
                <a:gd name="T14" fmla="*/ 132 w 215"/>
                <a:gd name="T15" fmla="*/ 64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132" y="64"/>
                  </a:moveTo>
                  <a:cubicBezTo>
                    <a:pt x="215" y="64"/>
                    <a:pt x="215" y="64"/>
                    <a:pt x="215" y="64"/>
                  </a:cubicBezTo>
                  <a:cubicBezTo>
                    <a:pt x="215" y="0"/>
                    <a:pt x="215" y="0"/>
                    <a:pt x="215" y="0"/>
                  </a:cubicBezTo>
                  <a:cubicBezTo>
                    <a:pt x="119" y="0"/>
                    <a:pt x="119" y="0"/>
                    <a:pt x="119" y="0"/>
                  </a:cubicBezTo>
                  <a:cubicBezTo>
                    <a:pt x="111" y="0"/>
                    <a:pt x="102" y="3"/>
                    <a:pt x="96" y="9"/>
                  </a:cubicBezTo>
                  <a:cubicBezTo>
                    <a:pt x="0" y="105"/>
                    <a:pt x="0" y="105"/>
                    <a:pt x="0" y="105"/>
                  </a:cubicBezTo>
                  <a:cubicBezTo>
                    <a:pt x="46" y="151"/>
                    <a:pt x="46" y="151"/>
                    <a:pt x="46" y="151"/>
                  </a:cubicBezTo>
                  <a:lnTo>
                    <a:pt x="132"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Rectangle 34">
              <a:extLst>
                <a:ext uri="{FF2B5EF4-FFF2-40B4-BE49-F238E27FC236}">
                  <a16:creationId xmlns:a16="http://schemas.microsoft.com/office/drawing/2014/main" id="{6E9B25CB-5EDE-4F43-95BF-53487A8F78CD}"/>
                </a:ext>
              </a:extLst>
            </p:cNvPr>
            <p:cNvSpPr>
              <a:spLocks noChangeArrowheads="1"/>
            </p:cNvSpPr>
            <p:nvPr/>
          </p:nvSpPr>
          <p:spPr bwMode="auto">
            <a:xfrm>
              <a:off x="-117475" y="408146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Rectangle 35">
              <a:extLst>
                <a:ext uri="{FF2B5EF4-FFF2-40B4-BE49-F238E27FC236}">
                  <a16:creationId xmlns:a16="http://schemas.microsoft.com/office/drawing/2014/main" id="{83D7A9F0-856E-4247-A559-F5E383557906}"/>
                </a:ext>
              </a:extLst>
            </p:cNvPr>
            <p:cNvSpPr>
              <a:spLocks noChangeArrowheads="1"/>
            </p:cNvSpPr>
            <p:nvPr/>
          </p:nvSpPr>
          <p:spPr bwMode="auto">
            <a:xfrm>
              <a:off x="-117475" y="4160838"/>
              <a:ext cx="3968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36">
              <a:extLst>
                <a:ext uri="{FF2B5EF4-FFF2-40B4-BE49-F238E27FC236}">
                  <a16:creationId xmlns:a16="http://schemas.microsoft.com/office/drawing/2014/main" id="{36A06170-56B1-4211-90CF-2E5B07E98FE6}"/>
                </a:ext>
              </a:extLst>
            </p:cNvPr>
            <p:cNvSpPr>
              <a:spLocks noChangeArrowheads="1"/>
            </p:cNvSpPr>
            <p:nvPr/>
          </p:nvSpPr>
          <p:spPr bwMode="auto">
            <a:xfrm>
              <a:off x="-38100" y="4160838"/>
              <a:ext cx="9683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Rectangle 37">
              <a:extLst>
                <a:ext uri="{FF2B5EF4-FFF2-40B4-BE49-F238E27FC236}">
                  <a16:creationId xmlns:a16="http://schemas.microsoft.com/office/drawing/2014/main" id="{A4EA0809-738E-4248-91F7-E4939164DD56}"/>
                </a:ext>
              </a:extLst>
            </p:cNvPr>
            <p:cNvSpPr>
              <a:spLocks noChangeArrowheads="1"/>
            </p:cNvSpPr>
            <p:nvPr/>
          </p:nvSpPr>
          <p:spPr bwMode="auto">
            <a:xfrm>
              <a:off x="-117475" y="4238626"/>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38">
              <a:extLst>
                <a:ext uri="{FF2B5EF4-FFF2-40B4-BE49-F238E27FC236}">
                  <a16:creationId xmlns:a16="http://schemas.microsoft.com/office/drawing/2014/main" id="{AA353F4E-D515-4479-912A-6B7B3EDD8524}"/>
                </a:ext>
              </a:extLst>
            </p:cNvPr>
            <p:cNvSpPr>
              <a:spLocks/>
            </p:cNvSpPr>
            <p:nvPr/>
          </p:nvSpPr>
          <p:spPr bwMode="auto">
            <a:xfrm>
              <a:off x="-901700" y="5087938"/>
              <a:ext cx="131763" cy="93663"/>
            </a:xfrm>
            <a:custGeom>
              <a:avLst/>
              <a:gdLst>
                <a:gd name="T0" fmla="*/ 83 w 215"/>
                <a:gd name="T1" fmla="*/ 87 h 151"/>
                <a:gd name="T2" fmla="*/ 0 w 215"/>
                <a:gd name="T3" fmla="*/ 87 h 151"/>
                <a:gd name="T4" fmla="*/ 0 w 215"/>
                <a:gd name="T5" fmla="*/ 151 h 151"/>
                <a:gd name="T6" fmla="*/ 96 w 215"/>
                <a:gd name="T7" fmla="*/ 151 h 151"/>
                <a:gd name="T8" fmla="*/ 119 w 215"/>
                <a:gd name="T9" fmla="*/ 142 h 151"/>
                <a:gd name="T10" fmla="*/ 215 w 215"/>
                <a:gd name="T11" fmla="*/ 46 h 151"/>
                <a:gd name="T12" fmla="*/ 169 w 215"/>
                <a:gd name="T13" fmla="*/ 0 h 151"/>
                <a:gd name="T14" fmla="*/ 83 w 215"/>
                <a:gd name="T15" fmla="*/ 87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83" y="87"/>
                  </a:moveTo>
                  <a:cubicBezTo>
                    <a:pt x="0" y="87"/>
                    <a:pt x="0" y="87"/>
                    <a:pt x="0" y="87"/>
                  </a:cubicBezTo>
                  <a:cubicBezTo>
                    <a:pt x="0" y="151"/>
                    <a:pt x="0" y="151"/>
                    <a:pt x="0" y="151"/>
                  </a:cubicBezTo>
                  <a:cubicBezTo>
                    <a:pt x="96" y="151"/>
                    <a:pt x="96" y="151"/>
                    <a:pt x="96" y="151"/>
                  </a:cubicBezTo>
                  <a:cubicBezTo>
                    <a:pt x="104" y="151"/>
                    <a:pt x="113" y="148"/>
                    <a:pt x="119" y="142"/>
                  </a:cubicBezTo>
                  <a:cubicBezTo>
                    <a:pt x="215" y="46"/>
                    <a:pt x="215" y="46"/>
                    <a:pt x="215" y="46"/>
                  </a:cubicBezTo>
                  <a:cubicBezTo>
                    <a:pt x="169" y="0"/>
                    <a:pt x="169" y="0"/>
                    <a:pt x="169" y="0"/>
                  </a:cubicBezTo>
                  <a:lnTo>
                    <a:pt x="83"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Rectangle 39">
              <a:extLst>
                <a:ext uri="{FF2B5EF4-FFF2-40B4-BE49-F238E27FC236}">
                  <a16:creationId xmlns:a16="http://schemas.microsoft.com/office/drawing/2014/main" id="{4030DBF4-6224-49C9-A3A0-8B1B08C009F3}"/>
                </a:ext>
              </a:extLst>
            </p:cNvPr>
            <p:cNvSpPr>
              <a:spLocks noChangeArrowheads="1"/>
            </p:cNvSpPr>
            <p:nvPr/>
          </p:nvSpPr>
          <p:spPr bwMode="auto">
            <a:xfrm>
              <a:off x="-1117600" y="514191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Rectangle 40">
              <a:extLst>
                <a:ext uri="{FF2B5EF4-FFF2-40B4-BE49-F238E27FC236}">
                  <a16:creationId xmlns:a16="http://schemas.microsoft.com/office/drawing/2014/main" id="{7F749F18-E56E-474F-BD9D-B9DD63EC1354}"/>
                </a:ext>
              </a:extLst>
            </p:cNvPr>
            <p:cNvSpPr>
              <a:spLocks noChangeArrowheads="1"/>
            </p:cNvSpPr>
            <p:nvPr/>
          </p:nvSpPr>
          <p:spPr bwMode="auto">
            <a:xfrm>
              <a:off x="-979488" y="5062538"/>
              <a:ext cx="38100"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41">
              <a:extLst>
                <a:ext uri="{FF2B5EF4-FFF2-40B4-BE49-F238E27FC236}">
                  <a16:creationId xmlns:a16="http://schemas.microsoft.com/office/drawing/2014/main" id="{68C57248-310C-425B-B74C-839A2814A596}"/>
                </a:ext>
              </a:extLst>
            </p:cNvPr>
            <p:cNvSpPr>
              <a:spLocks noChangeArrowheads="1"/>
            </p:cNvSpPr>
            <p:nvPr/>
          </p:nvSpPr>
          <p:spPr bwMode="auto">
            <a:xfrm>
              <a:off x="-1117600" y="5062538"/>
              <a:ext cx="98425"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Rectangle 42">
              <a:extLst>
                <a:ext uri="{FF2B5EF4-FFF2-40B4-BE49-F238E27FC236}">
                  <a16:creationId xmlns:a16="http://schemas.microsoft.com/office/drawing/2014/main" id="{EE20CDD9-D381-4B32-A5C7-FEBCADCF75E6}"/>
                </a:ext>
              </a:extLst>
            </p:cNvPr>
            <p:cNvSpPr>
              <a:spLocks noChangeArrowheads="1"/>
            </p:cNvSpPr>
            <p:nvPr/>
          </p:nvSpPr>
          <p:spPr bwMode="auto">
            <a:xfrm>
              <a:off x="-1117600" y="4984751"/>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Rectangle 43">
              <a:extLst>
                <a:ext uri="{FF2B5EF4-FFF2-40B4-BE49-F238E27FC236}">
                  <a16:creationId xmlns:a16="http://schemas.microsoft.com/office/drawing/2014/main" id="{FA0CFA0B-E82E-4A3A-909A-4409641821C2}"/>
                </a:ext>
              </a:extLst>
            </p:cNvPr>
            <p:cNvSpPr>
              <a:spLocks noChangeArrowheads="1"/>
            </p:cNvSpPr>
            <p:nvPr/>
          </p:nvSpPr>
          <p:spPr bwMode="auto">
            <a:xfrm>
              <a:off x="-862013" y="4710113"/>
              <a:ext cx="430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123F8CFA-C0BA-D196-7E77-29634A8CD141}"/>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34060452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wipe(left)">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xEl>
                                              <p:pRg st="3" end="3"/>
                                            </p:txEl>
                                          </p:spTgt>
                                        </p:tgtEl>
                                        <p:attrNameLst>
                                          <p:attrName>style.visibility</p:attrName>
                                        </p:attrNameLst>
                                      </p:cBhvr>
                                      <p:to>
                                        <p:strVal val="visible"/>
                                      </p:to>
                                    </p:set>
                                    <p:animEffect transition="in" filter="wipe(left)">
                                      <p:cBhvr>
                                        <p:cTn id="22"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92042-C6B6-1A49-5948-6281872D7B3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2D899A-7B2D-7D7A-1A7B-F90931CB6DFC}"/>
              </a:ext>
            </a:extLst>
          </p:cNvPr>
          <p:cNvSpPr>
            <a:spLocks noGrp="1"/>
          </p:cNvSpPr>
          <p:nvPr>
            <p:ph type="title"/>
          </p:nvPr>
        </p:nvSpPr>
        <p:spPr>
          <a:xfrm>
            <a:off x="387819" y="282611"/>
            <a:ext cx="8368363" cy="409459"/>
          </a:xfrm>
          <a:prstGeom prst="rect">
            <a:avLst/>
          </a:prstGeom>
        </p:spPr>
        <p:txBody>
          <a:bodyPr>
            <a:normAutofit fontScale="90000"/>
          </a:bodyPr>
          <a:lstStyle/>
          <a:p>
            <a:r>
              <a:rPr lang="en-US">
                <a:ea typeface="+mj-lt"/>
                <a:cs typeface="+mj-lt"/>
              </a:rPr>
              <a:t>CLASSIFICATION</a:t>
            </a:r>
            <a:endParaRPr lang="en-US"/>
          </a:p>
        </p:txBody>
      </p:sp>
      <p:sp>
        <p:nvSpPr>
          <p:cNvPr id="29" name="Inhaltsplatzhalter 4">
            <a:extLst>
              <a:ext uri="{FF2B5EF4-FFF2-40B4-BE49-F238E27FC236}">
                <a16:creationId xmlns:a16="http://schemas.microsoft.com/office/drawing/2014/main" id="{96D477CF-CA5E-5D65-2F31-358B373596F7}"/>
              </a:ext>
            </a:extLst>
          </p:cNvPr>
          <p:cNvSpPr txBox="1">
            <a:spLocks/>
          </p:cNvSpPr>
          <p:nvPr/>
        </p:nvSpPr>
        <p:spPr>
          <a:xfrm>
            <a:off x="381000" y="1227763"/>
            <a:ext cx="3810000" cy="2599430"/>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lnSpc>
                <a:spcPct val="130000"/>
              </a:lnSpc>
            </a:pPr>
            <a:r>
              <a:rPr lang="en-US" sz="1600">
                <a:solidFill>
                  <a:schemeClr val="tx1"/>
                </a:solidFill>
                <a:latin typeface="Calibri Light"/>
                <a:ea typeface="Calibri Light"/>
                <a:cs typeface="Calibri Light"/>
              </a:rPr>
              <a:t>On </a:t>
            </a:r>
            <a:r>
              <a:rPr lang="en-US" sz="1600" err="1">
                <a:solidFill>
                  <a:schemeClr val="tx1"/>
                </a:solidFill>
                <a:latin typeface="Calibri Light"/>
                <a:ea typeface="Calibri Light"/>
                <a:cs typeface="Calibri Light"/>
              </a:rPr>
              <a:t>peut</a:t>
            </a:r>
            <a:r>
              <a:rPr lang="en-US" sz="1600">
                <a:solidFill>
                  <a:schemeClr val="tx1"/>
                </a:solidFill>
                <a:latin typeface="Calibri Light"/>
                <a:ea typeface="Calibri Light"/>
                <a:cs typeface="Calibri Light"/>
              </a:rPr>
              <a:t> à </a:t>
            </a:r>
            <a:r>
              <a:rPr lang="en-US" sz="1600" err="1">
                <a:solidFill>
                  <a:schemeClr val="tx1"/>
                </a:solidFill>
                <a:latin typeface="Calibri Light"/>
                <a:ea typeface="Calibri Light"/>
                <a:cs typeface="Calibri Light"/>
              </a:rPr>
              <a:t>présent</a:t>
            </a:r>
            <a:r>
              <a:rPr lang="en-US" sz="1600">
                <a:solidFill>
                  <a:schemeClr val="tx1"/>
                </a:solidFill>
                <a:latin typeface="Calibri Light"/>
                <a:ea typeface="Calibri Light"/>
                <a:cs typeface="Calibri Light"/>
              </a:rPr>
              <a:t> classifier les données </a:t>
            </a:r>
            <a:r>
              <a:rPr lang="en-US" sz="1600" err="1">
                <a:solidFill>
                  <a:schemeClr val="tx1"/>
                </a:solidFill>
                <a:latin typeface="Calibri Light"/>
                <a:ea typeface="Calibri Light"/>
                <a:cs typeface="Calibri Light"/>
              </a:rPr>
              <a:t>extraites</a:t>
            </a:r>
            <a:r>
              <a:rPr lang="en-US" sz="1600">
                <a:solidFill>
                  <a:schemeClr val="tx1"/>
                </a:solidFill>
                <a:latin typeface="Calibri Light"/>
                <a:ea typeface="Calibri Light"/>
                <a:cs typeface="Calibri Light"/>
              </a:rPr>
              <a:t> par les </a:t>
            </a:r>
            <a:r>
              <a:rPr lang="en-US" sz="1600" err="1">
                <a:solidFill>
                  <a:schemeClr val="tx1"/>
                </a:solidFill>
                <a:latin typeface="Calibri Light"/>
                <a:ea typeface="Calibri Light"/>
                <a:cs typeface="Calibri Light"/>
              </a:rPr>
              <a:t>featurizers</a:t>
            </a:r>
            <a:r>
              <a:rPr lang="en-US" sz="1600">
                <a:solidFill>
                  <a:schemeClr val="tx1"/>
                </a:solidFill>
                <a:latin typeface="Calibri Light"/>
                <a:ea typeface="Calibri Light"/>
                <a:cs typeface="Calibri Light"/>
              </a:rPr>
              <a:t>, grâce aux classifiers</a:t>
            </a:r>
            <a:endParaRPr lang="en-US" sz="1600" b="1">
              <a:solidFill>
                <a:schemeClr val="tx1"/>
              </a:solidFill>
              <a:latin typeface="Calibri"/>
              <a:ea typeface="Calibri Light"/>
              <a:cs typeface="Calibri Light"/>
            </a:endParaRPr>
          </a:p>
          <a:p>
            <a:pPr marL="285750" indent="-285750">
              <a:lnSpc>
                <a:spcPct val="130000"/>
              </a:lnSpc>
            </a:pPr>
            <a:r>
              <a:rPr lang="en-US" sz="1600">
                <a:solidFill>
                  <a:schemeClr val="tx1"/>
                </a:solidFill>
                <a:latin typeface="Calibri Light"/>
                <a:ea typeface="Calibri Light"/>
                <a:cs typeface="Calibri Light"/>
              </a:rPr>
              <a:t>Un classifier </a:t>
            </a:r>
            <a:r>
              <a:rPr lang="en-US" sz="1600" err="1">
                <a:solidFill>
                  <a:schemeClr val="tx1"/>
                </a:solidFill>
                <a:latin typeface="Calibri Light"/>
                <a:ea typeface="Calibri Light"/>
                <a:cs typeface="Calibri Light"/>
              </a:rPr>
              <a:t>peut</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être</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entraîné</a:t>
            </a:r>
            <a:r>
              <a:rPr lang="en-US" sz="1600">
                <a:solidFill>
                  <a:schemeClr val="tx1"/>
                </a:solidFill>
                <a:latin typeface="Calibri Light"/>
                <a:ea typeface="Calibri Light"/>
                <a:cs typeface="Calibri Light"/>
              </a:rPr>
              <a:t> (fit)</a:t>
            </a:r>
            <a:endParaRPr lang="en-US" sz="1600" b="1">
              <a:solidFill>
                <a:schemeClr val="tx1"/>
              </a:solidFill>
              <a:latin typeface="Calibri"/>
              <a:ea typeface="Calibri Light"/>
              <a:cs typeface="Calibri Light"/>
            </a:endParaRPr>
          </a:p>
          <a:p>
            <a:pPr marL="285750" indent="-285750">
              <a:lnSpc>
                <a:spcPct val="130000"/>
              </a:lnSpc>
            </a:pPr>
            <a:r>
              <a:rPr lang="en-US" sz="1600">
                <a:solidFill>
                  <a:schemeClr val="tx1"/>
                </a:solidFill>
                <a:latin typeface="Calibri Light"/>
                <a:ea typeface="Calibri Light"/>
                <a:cs typeface="Calibri Light"/>
              </a:rPr>
              <a:t>Un classifier </a:t>
            </a:r>
            <a:r>
              <a:rPr lang="en-US" sz="1600" err="1">
                <a:solidFill>
                  <a:schemeClr val="tx1"/>
                </a:solidFill>
                <a:latin typeface="Calibri Light"/>
                <a:ea typeface="Calibri Light"/>
                <a:cs typeface="Calibri Light"/>
              </a:rPr>
              <a:t>peut</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être</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testé</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ou</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utilisé</a:t>
            </a:r>
            <a:r>
              <a:rPr lang="en-US" sz="1600">
                <a:solidFill>
                  <a:schemeClr val="tx1"/>
                </a:solidFill>
                <a:latin typeface="Calibri Light"/>
                <a:ea typeface="Calibri Light"/>
                <a:cs typeface="Calibri Light"/>
              </a:rPr>
              <a:t> (predict)</a:t>
            </a:r>
          </a:p>
          <a:p>
            <a:pPr marL="285750" indent="-285750">
              <a:lnSpc>
                <a:spcPct val="130000"/>
              </a:lnSpc>
            </a:pPr>
            <a:r>
              <a:rPr lang="en-US" sz="1600">
                <a:solidFill>
                  <a:schemeClr val="tx1"/>
                </a:solidFill>
                <a:latin typeface="Calibri Light"/>
                <a:ea typeface="Calibri Light"/>
                <a:cs typeface="Calibri Light"/>
              </a:rPr>
              <a:t>Un classifier </a:t>
            </a:r>
            <a:r>
              <a:rPr lang="en-US" sz="1600" err="1">
                <a:solidFill>
                  <a:schemeClr val="tx1"/>
                </a:solidFill>
                <a:latin typeface="Calibri Light"/>
                <a:ea typeface="Calibri Light"/>
                <a:cs typeface="Calibri Light"/>
              </a:rPr>
              <a:t>peut</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être</a:t>
            </a:r>
            <a:r>
              <a:rPr lang="en-US" sz="1600">
                <a:solidFill>
                  <a:schemeClr val="tx1"/>
                </a:solidFill>
                <a:latin typeface="Calibri Light"/>
                <a:ea typeface="Calibri Light"/>
                <a:cs typeface="Calibri Light"/>
              </a:rPr>
              <a:t> </a:t>
            </a:r>
            <a:r>
              <a:rPr lang="en-US" sz="1600" err="1">
                <a:solidFill>
                  <a:schemeClr val="tx1"/>
                </a:solidFill>
                <a:latin typeface="Calibri Light"/>
                <a:ea typeface="Calibri Light"/>
                <a:cs typeface="Calibri Light"/>
              </a:rPr>
              <a:t>évalué</a:t>
            </a:r>
            <a:r>
              <a:rPr lang="en-US" sz="1600">
                <a:solidFill>
                  <a:schemeClr val="tx1"/>
                </a:solidFill>
                <a:latin typeface="Calibri Light"/>
                <a:ea typeface="Calibri Light"/>
                <a:cs typeface="Calibri Light"/>
              </a:rPr>
              <a:t> (evaluate)</a:t>
            </a:r>
          </a:p>
        </p:txBody>
      </p:sp>
      <p:grpSp>
        <p:nvGrpSpPr>
          <p:cNvPr id="70" name="Group 69">
            <a:extLst>
              <a:ext uri="{FF2B5EF4-FFF2-40B4-BE49-F238E27FC236}">
                <a16:creationId xmlns:a16="http://schemas.microsoft.com/office/drawing/2014/main" id="{1AB81145-A656-1830-8C63-F2FAA64BAC67}"/>
              </a:ext>
            </a:extLst>
          </p:cNvPr>
          <p:cNvGrpSpPr/>
          <p:nvPr/>
        </p:nvGrpSpPr>
        <p:grpSpPr>
          <a:xfrm>
            <a:off x="5158740" y="986790"/>
            <a:ext cx="3444240" cy="3392572"/>
            <a:chOff x="-1203326" y="3975101"/>
            <a:chExt cx="1270001" cy="1250950"/>
          </a:xfrm>
          <a:solidFill>
            <a:schemeClr val="bg1">
              <a:lumMod val="95000"/>
              <a:alpha val="50000"/>
            </a:schemeClr>
          </a:solidFill>
        </p:grpSpPr>
        <p:sp>
          <p:nvSpPr>
            <p:cNvPr id="71" name="Freeform 28">
              <a:extLst>
                <a:ext uri="{FF2B5EF4-FFF2-40B4-BE49-F238E27FC236}">
                  <a16:creationId xmlns:a16="http://schemas.microsoft.com/office/drawing/2014/main" id="{487DD418-9BAD-E09F-543A-0E7853AA866B}"/>
                </a:ext>
              </a:extLst>
            </p:cNvPr>
            <p:cNvSpPr>
              <a:spLocks noEditPoints="1"/>
            </p:cNvSpPr>
            <p:nvPr/>
          </p:nvSpPr>
          <p:spPr bwMode="auto">
            <a:xfrm>
              <a:off x="-1058863" y="4121151"/>
              <a:ext cx="823913" cy="823913"/>
            </a:xfrm>
            <a:custGeom>
              <a:avLst/>
              <a:gdLst>
                <a:gd name="T0" fmla="*/ 672 w 1344"/>
                <a:gd name="T1" fmla="*/ 0 h 1344"/>
                <a:gd name="T2" fmla="*/ 0 w 1344"/>
                <a:gd name="T3" fmla="*/ 672 h 1344"/>
                <a:gd name="T4" fmla="*/ 672 w 1344"/>
                <a:gd name="T5" fmla="*/ 1344 h 1344"/>
                <a:gd name="T6" fmla="*/ 1344 w 1344"/>
                <a:gd name="T7" fmla="*/ 672 h 1344"/>
                <a:gd name="T8" fmla="*/ 672 w 1344"/>
                <a:gd name="T9" fmla="*/ 0 h 1344"/>
                <a:gd name="T10" fmla="*/ 672 w 1344"/>
                <a:gd name="T11" fmla="*/ 1280 h 1344"/>
                <a:gd name="T12" fmla="*/ 64 w 1344"/>
                <a:gd name="T13" fmla="*/ 672 h 1344"/>
                <a:gd name="T14" fmla="*/ 672 w 1344"/>
                <a:gd name="T15" fmla="*/ 64 h 1344"/>
                <a:gd name="T16" fmla="*/ 1280 w 1344"/>
                <a:gd name="T17" fmla="*/ 672 h 1344"/>
                <a:gd name="T18" fmla="*/ 672 w 1344"/>
                <a:gd name="T19" fmla="*/ 1280 h 1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4" h="1344">
                  <a:moveTo>
                    <a:pt x="672" y="0"/>
                  </a:moveTo>
                  <a:cubicBezTo>
                    <a:pt x="301" y="0"/>
                    <a:pt x="0" y="301"/>
                    <a:pt x="0" y="672"/>
                  </a:cubicBezTo>
                  <a:cubicBezTo>
                    <a:pt x="0" y="1043"/>
                    <a:pt x="301" y="1344"/>
                    <a:pt x="672" y="1344"/>
                  </a:cubicBezTo>
                  <a:cubicBezTo>
                    <a:pt x="1043" y="1344"/>
                    <a:pt x="1344" y="1043"/>
                    <a:pt x="1344" y="672"/>
                  </a:cubicBezTo>
                  <a:cubicBezTo>
                    <a:pt x="1344" y="301"/>
                    <a:pt x="1043" y="0"/>
                    <a:pt x="672" y="0"/>
                  </a:cubicBezTo>
                  <a:close/>
                  <a:moveTo>
                    <a:pt x="672" y="1280"/>
                  </a:moveTo>
                  <a:cubicBezTo>
                    <a:pt x="336" y="1280"/>
                    <a:pt x="64" y="1008"/>
                    <a:pt x="64" y="672"/>
                  </a:cubicBezTo>
                  <a:cubicBezTo>
                    <a:pt x="64" y="336"/>
                    <a:pt x="336" y="64"/>
                    <a:pt x="672" y="64"/>
                  </a:cubicBezTo>
                  <a:cubicBezTo>
                    <a:pt x="1008" y="64"/>
                    <a:pt x="1280" y="336"/>
                    <a:pt x="1280" y="672"/>
                  </a:cubicBezTo>
                  <a:cubicBezTo>
                    <a:pt x="1280" y="1008"/>
                    <a:pt x="1008" y="1280"/>
                    <a:pt x="672" y="12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9">
              <a:extLst>
                <a:ext uri="{FF2B5EF4-FFF2-40B4-BE49-F238E27FC236}">
                  <a16:creationId xmlns:a16="http://schemas.microsoft.com/office/drawing/2014/main" id="{77BB9C00-81A1-56C8-B11F-6C0420DDF4CD}"/>
                </a:ext>
              </a:extLst>
            </p:cNvPr>
            <p:cNvSpPr>
              <a:spLocks noEditPoints="1"/>
            </p:cNvSpPr>
            <p:nvPr/>
          </p:nvSpPr>
          <p:spPr bwMode="auto">
            <a:xfrm>
              <a:off x="-1203326" y="3975101"/>
              <a:ext cx="1270001" cy="1250950"/>
            </a:xfrm>
            <a:custGeom>
              <a:avLst/>
              <a:gdLst>
                <a:gd name="T0" fmla="*/ 1552 w 2072"/>
                <a:gd name="T1" fmla="*/ 1384 h 2040"/>
                <a:gd name="T2" fmla="*/ 1384 w 2072"/>
                <a:gd name="T3" fmla="*/ 263 h 2040"/>
                <a:gd name="T4" fmla="*/ 264 w 2072"/>
                <a:gd name="T5" fmla="*/ 431 h 2040"/>
                <a:gd name="T6" fmla="*/ 431 w 2072"/>
                <a:gd name="T7" fmla="*/ 1552 h 2040"/>
                <a:gd name="T8" fmla="*/ 1420 w 2072"/>
                <a:gd name="T9" fmla="*/ 1524 h 2040"/>
                <a:gd name="T10" fmla="*/ 1897 w 2072"/>
                <a:gd name="T11" fmla="*/ 2001 h 2040"/>
                <a:gd name="T12" fmla="*/ 2033 w 2072"/>
                <a:gd name="T13" fmla="*/ 2003 h 2040"/>
                <a:gd name="T14" fmla="*/ 2035 w 2072"/>
                <a:gd name="T15" fmla="*/ 1868 h 2040"/>
                <a:gd name="T16" fmla="*/ 2033 w 2072"/>
                <a:gd name="T17" fmla="*/ 1865 h 2040"/>
                <a:gd name="T18" fmla="*/ 1552 w 2072"/>
                <a:gd name="T19" fmla="*/ 1384 h 2040"/>
                <a:gd name="T20" fmla="*/ 173 w 2072"/>
                <a:gd name="T21" fmla="*/ 909 h 2040"/>
                <a:gd name="T22" fmla="*/ 909 w 2072"/>
                <a:gd name="T23" fmla="*/ 173 h 2040"/>
                <a:gd name="T24" fmla="*/ 1645 w 2072"/>
                <a:gd name="T25" fmla="*/ 909 h 2040"/>
                <a:gd name="T26" fmla="*/ 909 w 2072"/>
                <a:gd name="T27" fmla="*/ 1645 h 2040"/>
                <a:gd name="T28" fmla="*/ 173 w 2072"/>
                <a:gd name="T29" fmla="*/ 909 h 2040"/>
                <a:gd name="T30" fmla="*/ 1987 w 2072"/>
                <a:gd name="T31" fmla="*/ 1956 h 2040"/>
                <a:gd name="T32" fmla="*/ 1943 w 2072"/>
                <a:gd name="T33" fmla="*/ 1956 h 2040"/>
                <a:gd name="T34" fmla="*/ 1468 w 2072"/>
                <a:gd name="T35" fmla="*/ 1481 h 2040"/>
                <a:gd name="T36" fmla="*/ 1511 w 2072"/>
                <a:gd name="T37" fmla="*/ 1434 h 2040"/>
                <a:gd name="T38" fmla="*/ 1987 w 2072"/>
                <a:gd name="T39" fmla="*/ 1911 h 2040"/>
                <a:gd name="T40" fmla="*/ 1997 w 2072"/>
                <a:gd name="T41" fmla="*/ 1933 h 2040"/>
                <a:gd name="T42" fmla="*/ 1987 w 2072"/>
                <a:gd name="T43" fmla="*/ 1956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2" h="2040">
                  <a:moveTo>
                    <a:pt x="1552" y="1384"/>
                  </a:moveTo>
                  <a:cubicBezTo>
                    <a:pt x="1815" y="1028"/>
                    <a:pt x="1740" y="527"/>
                    <a:pt x="1384" y="263"/>
                  </a:cubicBezTo>
                  <a:cubicBezTo>
                    <a:pt x="1029" y="0"/>
                    <a:pt x="527" y="75"/>
                    <a:pt x="264" y="431"/>
                  </a:cubicBezTo>
                  <a:cubicBezTo>
                    <a:pt x="0" y="787"/>
                    <a:pt x="75" y="1289"/>
                    <a:pt x="431" y="1552"/>
                  </a:cubicBezTo>
                  <a:cubicBezTo>
                    <a:pt x="728" y="1771"/>
                    <a:pt x="1136" y="1760"/>
                    <a:pt x="1420" y="1524"/>
                  </a:cubicBezTo>
                  <a:cubicBezTo>
                    <a:pt x="1897" y="2001"/>
                    <a:pt x="1897" y="2001"/>
                    <a:pt x="1897" y="2001"/>
                  </a:cubicBezTo>
                  <a:cubicBezTo>
                    <a:pt x="1934" y="2039"/>
                    <a:pt x="1994" y="2040"/>
                    <a:pt x="2033" y="2003"/>
                  </a:cubicBezTo>
                  <a:cubicBezTo>
                    <a:pt x="2071" y="1966"/>
                    <a:pt x="2072" y="1906"/>
                    <a:pt x="2035" y="1868"/>
                  </a:cubicBezTo>
                  <a:cubicBezTo>
                    <a:pt x="2034" y="1867"/>
                    <a:pt x="2033" y="1866"/>
                    <a:pt x="2033" y="1865"/>
                  </a:cubicBezTo>
                  <a:lnTo>
                    <a:pt x="1552" y="1384"/>
                  </a:lnTo>
                  <a:close/>
                  <a:moveTo>
                    <a:pt x="173" y="909"/>
                  </a:moveTo>
                  <a:cubicBezTo>
                    <a:pt x="173" y="503"/>
                    <a:pt x="503" y="173"/>
                    <a:pt x="909" y="173"/>
                  </a:cubicBezTo>
                  <a:cubicBezTo>
                    <a:pt x="1315" y="173"/>
                    <a:pt x="1645" y="503"/>
                    <a:pt x="1645" y="909"/>
                  </a:cubicBezTo>
                  <a:cubicBezTo>
                    <a:pt x="1645" y="1315"/>
                    <a:pt x="1315" y="1645"/>
                    <a:pt x="909" y="1645"/>
                  </a:cubicBezTo>
                  <a:cubicBezTo>
                    <a:pt x="503" y="1645"/>
                    <a:pt x="173" y="1315"/>
                    <a:pt x="173" y="909"/>
                  </a:cubicBezTo>
                  <a:close/>
                  <a:moveTo>
                    <a:pt x="1987" y="1956"/>
                  </a:moveTo>
                  <a:cubicBezTo>
                    <a:pt x="1975" y="1968"/>
                    <a:pt x="1955" y="1968"/>
                    <a:pt x="1943" y="1956"/>
                  </a:cubicBezTo>
                  <a:cubicBezTo>
                    <a:pt x="1468" y="1481"/>
                    <a:pt x="1468" y="1481"/>
                    <a:pt x="1468" y="1481"/>
                  </a:cubicBezTo>
                  <a:cubicBezTo>
                    <a:pt x="1483" y="1466"/>
                    <a:pt x="1497" y="1450"/>
                    <a:pt x="1511" y="1434"/>
                  </a:cubicBezTo>
                  <a:cubicBezTo>
                    <a:pt x="1987" y="1911"/>
                    <a:pt x="1987" y="1911"/>
                    <a:pt x="1987" y="1911"/>
                  </a:cubicBezTo>
                  <a:cubicBezTo>
                    <a:pt x="1994" y="1916"/>
                    <a:pt x="1997" y="1925"/>
                    <a:pt x="1997" y="1933"/>
                  </a:cubicBezTo>
                  <a:cubicBezTo>
                    <a:pt x="1997" y="1942"/>
                    <a:pt x="1994" y="1950"/>
                    <a:pt x="1987" y="1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30">
              <a:extLst>
                <a:ext uri="{FF2B5EF4-FFF2-40B4-BE49-F238E27FC236}">
                  <a16:creationId xmlns:a16="http://schemas.microsoft.com/office/drawing/2014/main" id="{72B91D46-8433-F34E-6DF2-DD435BA7EE3A}"/>
                </a:ext>
              </a:extLst>
            </p:cNvPr>
            <p:cNvSpPr>
              <a:spLocks noEditPoints="1"/>
            </p:cNvSpPr>
            <p:nvPr/>
          </p:nvSpPr>
          <p:spPr bwMode="auto">
            <a:xfrm>
              <a:off x="-862013" y="4435476"/>
              <a:ext cx="117475" cy="234950"/>
            </a:xfrm>
            <a:custGeom>
              <a:avLst/>
              <a:gdLst>
                <a:gd name="T0" fmla="*/ 32 w 192"/>
                <a:gd name="T1" fmla="*/ 384 h 384"/>
                <a:gd name="T2" fmla="*/ 160 w 192"/>
                <a:gd name="T3" fmla="*/ 384 h 384"/>
                <a:gd name="T4" fmla="*/ 192 w 192"/>
                <a:gd name="T5" fmla="*/ 352 h 384"/>
                <a:gd name="T6" fmla="*/ 192 w 192"/>
                <a:gd name="T7" fmla="*/ 32 h 384"/>
                <a:gd name="T8" fmla="*/ 160 w 192"/>
                <a:gd name="T9" fmla="*/ 0 h 384"/>
                <a:gd name="T10" fmla="*/ 32 w 192"/>
                <a:gd name="T11" fmla="*/ 0 h 384"/>
                <a:gd name="T12" fmla="*/ 0 w 192"/>
                <a:gd name="T13" fmla="*/ 32 h 384"/>
                <a:gd name="T14" fmla="*/ 0 w 192"/>
                <a:gd name="T15" fmla="*/ 352 h 384"/>
                <a:gd name="T16" fmla="*/ 32 w 192"/>
                <a:gd name="T17" fmla="*/ 384 h 384"/>
                <a:gd name="T18" fmla="*/ 64 w 192"/>
                <a:gd name="T19" fmla="*/ 64 h 384"/>
                <a:gd name="T20" fmla="*/ 128 w 192"/>
                <a:gd name="T21" fmla="*/ 64 h 384"/>
                <a:gd name="T22" fmla="*/ 128 w 192"/>
                <a:gd name="T23" fmla="*/ 320 h 384"/>
                <a:gd name="T24" fmla="*/ 64 w 192"/>
                <a:gd name="T25" fmla="*/ 320 h 384"/>
                <a:gd name="T26" fmla="*/ 64 w 192"/>
                <a:gd name="T27" fmla="*/ 6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84">
                  <a:moveTo>
                    <a:pt x="32" y="384"/>
                  </a:moveTo>
                  <a:cubicBezTo>
                    <a:pt x="160" y="384"/>
                    <a:pt x="160" y="384"/>
                    <a:pt x="160" y="384"/>
                  </a:cubicBezTo>
                  <a:cubicBezTo>
                    <a:pt x="178" y="384"/>
                    <a:pt x="192" y="370"/>
                    <a:pt x="192" y="352"/>
                  </a:cubicBezTo>
                  <a:cubicBezTo>
                    <a:pt x="192" y="32"/>
                    <a:pt x="192" y="32"/>
                    <a:pt x="192" y="32"/>
                  </a:cubicBezTo>
                  <a:cubicBezTo>
                    <a:pt x="192" y="14"/>
                    <a:pt x="178" y="0"/>
                    <a:pt x="160" y="0"/>
                  </a:cubicBezTo>
                  <a:cubicBezTo>
                    <a:pt x="32" y="0"/>
                    <a:pt x="32" y="0"/>
                    <a:pt x="32" y="0"/>
                  </a:cubicBezTo>
                  <a:cubicBezTo>
                    <a:pt x="14" y="0"/>
                    <a:pt x="0" y="14"/>
                    <a:pt x="0" y="32"/>
                  </a:cubicBezTo>
                  <a:cubicBezTo>
                    <a:pt x="0" y="352"/>
                    <a:pt x="0" y="352"/>
                    <a:pt x="0" y="352"/>
                  </a:cubicBezTo>
                  <a:cubicBezTo>
                    <a:pt x="0" y="370"/>
                    <a:pt x="14" y="384"/>
                    <a:pt x="32" y="384"/>
                  </a:cubicBezTo>
                  <a:close/>
                  <a:moveTo>
                    <a:pt x="64" y="64"/>
                  </a:moveTo>
                  <a:cubicBezTo>
                    <a:pt x="128" y="64"/>
                    <a:pt x="128" y="64"/>
                    <a:pt x="128" y="64"/>
                  </a:cubicBezTo>
                  <a:cubicBezTo>
                    <a:pt x="128" y="320"/>
                    <a:pt x="128" y="320"/>
                    <a:pt x="128" y="320"/>
                  </a:cubicBezTo>
                  <a:cubicBezTo>
                    <a:pt x="64" y="320"/>
                    <a:pt x="64" y="320"/>
                    <a:pt x="64" y="320"/>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a:extLst>
                <a:ext uri="{FF2B5EF4-FFF2-40B4-BE49-F238E27FC236}">
                  <a16:creationId xmlns:a16="http://schemas.microsoft.com/office/drawing/2014/main" id="{0A6C1739-AD1F-6D1F-44ED-24A430CD22C8}"/>
                </a:ext>
              </a:extLst>
            </p:cNvPr>
            <p:cNvSpPr>
              <a:spLocks noEditPoints="1"/>
            </p:cNvSpPr>
            <p:nvPr/>
          </p:nvSpPr>
          <p:spPr bwMode="auto">
            <a:xfrm>
              <a:off x="-704850" y="4395788"/>
              <a:ext cx="117475" cy="274638"/>
            </a:xfrm>
            <a:custGeom>
              <a:avLst/>
              <a:gdLst>
                <a:gd name="T0" fmla="*/ 32 w 192"/>
                <a:gd name="T1" fmla="*/ 448 h 448"/>
                <a:gd name="T2" fmla="*/ 160 w 192"/>
                <a:gd name="T3" fmla="*/ 448 h 448"/>
                <a:gd name="T4" fmla="*/ 192 w 192"/>
                <a:gd name="T5" fmla="*/ 416 h 448"/>
                <a:gd name="T6" fmla="*/ 192 w 192"/>
                <a:gd name="T7" fmla="*/ 32 h 448"/>
                <a:gd name="T8" fmla="*/ 160 w 192"/>
                <a:gd name="T9" fmla="*/ 0 h 448"/>
                <a:gd name="T10" fmla="*/ 32 w 192"/>
                <a:gd name="T11" fmla="*/ 0 h 448"/>
                <a:gd name="T12" fmla="*/ 0 w 192"/>
                <a:gd name="T13" fmla="*/ 32 h 448"/>
                <a:gd name="T14" fmla="*/ 0 w 192"/>
                <a:gd name="T15" fmla="*/ 416 h 448"/>
                <a:gd name="T16" fmla="*/ 32 w 192"/>
                <a:gd name="T17" fmla="*/ 448 h 448"/>
                <a:gd name="T18" fmla="*/ 64 w 192"/>
                <a:gd name="T19" fmla="*/ 64 h 448"/>
                <a:gd name="T20" fmla="*/ 128 w 192"/>
                <a:gd name="T21" fmla="*/ 64 h 448"/>
                <a:gd name="T22" fmla="*/ 128 w 192"/>
                <a:gd name="T23" fmla="*/ 384 h 448"/>
                <a:gd name="T24" fmla="*/ 64 w 192"/>
                <a:gd name="T25" fmla="*/ 384 h 448"/>
                <a:gd name="T26" fmla="*/ 64 w 192"/>
                <a:gd name="T27" fmla="*/ 6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448">
                  <a:moveTo>
                    <a:pt x="32" y="448"/>
                  </a:moveTo>
                  <a:cubicBezTo>
                    <a:pt x="160" y="448"/>
                    <a:pt x="160" y="448"/>
                    <a:pt x="160" y="448"/>
                  </a:cubicBezTo>
                  <a:cubicBezTo>
                    <a:pt x="178" y="448"/>
                    <a:pt x="192" y="434"/>
                    <a:pt x="192" y="416"/>
                  </a:cubicBezTo>
                  <a:cubicBezTo>
                    <a:pt x="192" y="32"/>
                    <a:pt x="192" y="32"/>
                    <a:pt x="192" y="32"/>
                  </a:cubicBezTo>
                  <a:cubicBezTo>
                    <a:pt x="192" y="14"/>
                    <a:pt x="178" y="0"/>
                    <a:pt x="160" y="0"/>
                  </a:cubicBezTo>
                  <a:cubicBezTo>
                    <a:pt x="32" y="0"/>
                    <a:pt x="32" y="0"/>
                    <a:pt x="32" y="0"/>
                  </a:cubicBezTo>
                  <a:cubicBezTo>
                    <a:pt x="14" y="0"/>
                    <a:pt x="0" y="14"/>
                    <a:pt x="0" y="32"/>
                  </a:cubicBezTo>
                  <a:cubicBezTo>
                    <a:pt x="0" y="416"/>
                    <a:pt x="0" y="416"/>
                    <a:pt x="0" y="416"/>
                  </a:cubicBezTo>
                  <a:cubicBezTo>
                    <a:pt x="0" y="434"/>
                    <a:pt x="14" y="448"/>
                    <a:pt x="32" y="448"/>
                  </a:cubicBezTo>
                  <a:close/>
                  <a:moveTo>
                    <a:pt x="64" y="64"/>
                  </a:moveTo>
                  <a:cubicBezTo>
                    <a:pt x="128" y="64"/>
                    <a:pt x="128" y="64"/>
                    <a:pt x="128" y="64"/>
                  </a:cubicBezTo>
                  <a:cubicBezTo>
                    <a:pt x="128" y="384"/>
                    <a:pt x="128" y="384"/>
                    <a:pt x="128" y="384"/>
                  </a:cubicBezTo>
                  <a:cubicBezTo>
                    <a:pt x="64" y="384"/>
                    <a:pt x="64" y="384"/>
                    <a:pt x="64" y="384"/>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a:extLst>
                <a:ext uri="{FF2B5EF4-FFF2-40B4-BE49-F238E27FC236}">
                  <a16:creationId xmlns:a16="http://schemas.microsoft.com/office/drawing/2014/main" id="{8ACFF154-91E9-BB79-F35D-D335F0AC0BC7}"/>
                </a:ext>
              </a:extLst>
            </p:cNvPr>
            <p:cNvSpPr>
              <a:spLocks noEditPoints="1"/>
            </p:cNvSpPr>
            <p:nvPr/>
          </p:nvSpPr>
          <p:spPr bwMode="auto">
            <a:xfrm>
              <a:off x="-549275" y="4356101"/>
              <a:ext cx="117475" cy="314325"/>
            </a:xfrm>
            <a:custGeom>
              <a:avLst/>
              <a:gdLst>
                <a:gd name="T0" fmla="*/ 160 w 192"/>
                <a:gd name="T1" fmla="*/ 0 h 512"/>
                <a:gd name="T2" fmla="*/ 32 w 192"/>
                <a:gd name="T3" fmla="*/ 0 h 512"/>
                <a:gd name="T4" fmla="*/ 0 w 192"/>
                <a:gd name="T5" fmla="*/ 32 h 512"/>
                <a:gd name="T6" fmla="*/ 0 w 192"/>
                <a:gd name="T7" fmla="*/ 480 h 512"/>
                <a:gd name="T8" fmla="*/ 32 w 192"/>
                <a:gd name="T9" fmla="*/ 512 h 512"/>
                <a:gd name="T10" fmla="*/ 160 w 192"/>
                <a:gd name="T11" fmla="*/ 512 h 512"/>
                <a:gd name="T12" fmla="*/ 192 w 192"/>
                <a:gd name="T13" fmla="*/ 480 h 512"/>
                <a:gd name="T14" fmla="*/ 192 w 192"/>
                <a:gd name="T15" fmla="*/ 32 h 512"/>
                <a:gd name="T16" fmla="*/ 160 w 192"/>
                <a:gd name="T17" fmla="*/ 0 h 512"/>
                <a:gd name="T18" fmla="*/ 128 w 192"/>
                <a:gd name="T19" fmla="*/ 448 h 512"/>
                <a:gd name="T20" fmla="*/ 64 w 192"/>
                <a:gd name="T21" fmla="*/ 448 h 512"/>
                <a:gd name="T22" fmla="*/ 64 w 192"/>
                <a:gd name="T23" fmla="*/ 64 h 512"/>
                <a:gd name="T24" fmla="*/ 128 w 192"/>
                <a:gd name="T25" fmla="*/ 64 h 512"/>
                <a:gd name="T26" fmla="*/ 128 w 192"/>
                <a:gd name="T27" fmla="*/ 4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512">
                  <a:moveTo>
                    <a:pt x="160" y="0"/>
                  </a:moveTo>
                  <a:cubicBezTo>
                    <a:pt x="32" y="0"/>
                    <a:pt x="32" y="0"/>
                    <a:pt x="32" y="0"/>
                  </a:cubicBezTo>
                  <a:cubicBezTo>
                    <a:pt x="14" y="0"/>
                    <a:pt x="0" y="14"/>
                    <a:pt x="0" y="32"/>
                  </a:cubicBezTo>
                  <a:cubicBezTo>
                    <a:pt x="0" y="480"/>
                    <a:pt x="0" y="480"/>
                    <a:pt x="0" y="480"/>
                  </a:cubicBezTo>
                  <a:cubicBezTo>
                    <a:pt x="0" y="498"/>
                    <a:pt x="14" y="512"/>
                    <a:pt x="32" y="512"/>
                  </a:cubicBezTo>
                  <a:cubicBezTo>
                    <a:pt x="160" y="512"/>
                    <a:pt x="160" y="512"/>
                    <a:pt x="160" y="512"/>
                  </a:cubicBezTo>
                  <a:cubicBezTo>
                    <a:pt x="178" y="512"/>
                    <a:pt x="192" y="498"/>
                    <a:pt x="192" y="480"/>
                  </a:cubicBezTo>
                  <a:cubicBezTo>
                    <a:pt x="192" y="32"/>
                    <a:pt x="192" y="32"/>
                    <a:pt x="192" y="32"/>
                  </a:cubicBezTo>
                  <a:cubicBezTo>
                    <a:pt x="192" y="14"/>
                    <a:pt x="178" y="0"/>
                    <a:pt x="160" y="0"/>
                  </a:cubicBezTo>
                  <a:close/>
                  <a:moveTo>
                    <a:pt x="128" y="448"/>
                  </a:moveTo>
                  <a:cubicBezTo>
                    <a:pt x="64" y="448"/>
                    <a:pt x="64" y="448"/>
                    <a:pt x="64" y="448"/>
                  </a:cubicBezTo>
                  <a:cubicBezTo>
                    <a:pt x="64" y="64"/>
                    <a:pt x="64" y="64"/>
                    <a:pt x="64" y="64"/>
                  </a:cubicBezTo>
                  <a:cubicBezTo>
                    <a:pt x="128" y="64"/>
                    <a:pt x="128" y="64"/>
                    <a:pt x="128" y="64"/>
                  </a:cubicBezTo>
                  <a:lnTo>
                    <a:pt x="128"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33">
              <a:extLst>
                <a:ext uri="{FF2B5EF4-FFF2-40B4-BE49-F238E27FC236}">
                  <a16:creationId xmlns:a16="http://schemas.microsoft.com/office/drawing/2014/main" id="{4FD3DBD9-30B3-EB92-6D68-5EE4CABE5EE6}"/>
                </a:ext>
              </a:extLst>
            </p:cNvPr>
            <p:cNvSpPr>
              <a:spLocks/>
            </p:cNvSpPr>
            <p:nvPr/>
          </p:nvSpPr>
          <p:spPr bwMode="auto">
            <a:xfrm>
              <a:off x="-288925" y="4081463"/>
              <a:ext cx="131763" cy="93663"/>
            </a:xfrm>
            <a:custGeom>
              <a:avLst/>
              <a:gdLst>
                <a:gd name="T0" fmla="*/ 132 w 215"/>
                <a:gd name="T1" fmla="*/ 64 h 151"/>
                <a:gd name="T2" fmla="*/ 215 w 215"/>
                <a:gd name="T3" fmla="*/ 64 h 151"/>
                <a:gd name="T4" fmla="*/ 215 w 215"/>
                <a:gd name="T5" fmla="*/ 0 h 151"/>
                <a:gd name="T6" fmla="*/ 119 w 215"/>
                <a:gd name="T7" fmla="*/ 0 h 151"/>
                <a:gd name="T8" fmla="*/ 96 w 215"/>
                <a:gd name="T9" fmla="*/ 9 h 151"/>
                <a:gd name="T10" fmla="*/ 0 w 215"/>
                <a:gd name="T11" fmla="*/ 105 h 151"/>
                <a:gd name="T12" fmla="*/ 46 w 215"/>
                <a:gd name="T13" fmla="*/ 151 h 151"/>
                <a:gd name="T14" fmla="*/ 132 w 215"/>
                <a:gd name="T15" fmla="*/ 64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132" y="64"/>
                  </a:moveTo>
                  <a:cubicBezTo>
                    <a:pt x="215" y="64"/>
                    <a:pt x="215" y="64"/>
                    <a:pt x="215" y="64"/>
                  </a:cubicBezTo>
                  <a:cubicBezTo>
                    <a:pt x="215" y="0"/>
                    <a:pt x="215" y="0"/>
                    <a:pt x="215" y="0"/>
                  </a:cubicBezTo>
                  <a:cubicBezTo>
                    <a:pt x="119" y="0"/>
                    <a:pt x="119" y="0"/>
                    <a:pt x="119" y="0"/>
                  </a:cubicBezTo>
                  <a:cubicBezTo>
                    <a:pt x="111" y="0"/>
                    <a:pt x="102" y="3"/>
                    <a:pt x="96" y="9"/>
                  </a:cubicBezTo>
                  <a:cubicBezTo>
                    <a:pt x="0" y="105"/>
                    <a:pt x="0" y="105"/>
                    <a:pt x="0" y="105"/>
                  </a:cubicBezTo>
                  <a:cubicBezTo>
                    <a:pt x="46" y="151"/>
                    <a:pt x="46" y="151"/>
                    <a:pt x="46" y="151"/>
                  </a:cubicBezTo>
                  <a:lnTo>
                    <a:pt x="132"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34">
              <a:extLst>
                <a:ext uri="{FF2B5EF4-FFF2-40B4-BE49-F238E27FC236}">
                  <a16:creationId xmlns:a16="http://schemas.microsoft.com/office/drawing/2014/main" id="{AE603017-8715-2FE0-1D92-DC62914522A2}"/>
                </a:ext>
              </a:extLst>
            </p:cNvPr>
            <p:cNvSpPr>
              <a:spLocks noChangeArrowheads="1"/>
            </p:cNvSpPr>
            <p:nvPr/>
          </p:nvSpPr>
          <p:spPr bwMode="auto">
            <a:xfrm>
              <a:off x="-117475" y="408146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35">
              <a:extLst>
                <a:ext uri="{FF2B5EF4-FFF2-40B4-BE49-F238E27FC236}">
                  <a16:creationId xmlns:a16="http://schemas.microsoft.com/office/drawing/2014/main" id="{E12A8BFE-C9C9-BB21-66B5-0DCA3D208E6D}"/>
                </a:ext>
              </a:extLst>
            </p:cNvPr>
            <p:cNvSpPr>
              <a:spLocks noChangeArrowheads="1"/>
            </p:cNvSpPr>
            <p:nvPr/>
          </p:nvSpPr>
          <p:spPr bwMode="auto">
            <a:xfrm>
              <a:off x="-117475" y="4160838"/>
              <a:ext cx="3968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36">
              <a:extLst>
                <a:ext uri="{FF2B5EF4-FFF2-40B4-BE49-F238E27FC236}">
                  <a16:creationId xmlns:a16="http://schemas.microsoft.com/office/drawing/2014/main" id="{0F8E5047-0BA2-0E60-EF87-557DC0313C80}"/>
                </a:ext>
              </a:extLst>
            </p:cNvPr>
            <p:cNvSpPr>
              <a:spLocks noChangeArrowheads="1"/>
            </p:cNvSpPr>
            <p:nvPr/>
          </p:nvSpPr>
          <p:spPr bwMode="auto">
            <a:xfrm>
              <a:off x="-38100" y="4160838"/>
              <a:ext cx="9683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37">
              <a:extLst>
                <a:ext uri="{FF2B5EF4-FFF2-40B4-BE49-F238E27FC236}">
                  <a16:creationId xmlns:a16="http://schemas.microsoft.com/office/drawing/2014/main" id="{2F720499-7022-998A-3E1D-6BB36E4E19F2}"/>
                </a:ext>
              </a:extLst>
            </p:cNvPr>
            <p:cNvSpPr>
              <a:spLocks noChangeArrowheads="1"/>
            </p:cNvSpPr>
            <p:nvPr/>
          </p:nvSpPr>
          <p:spPr bwMode="auto">
            <a:xfrm>
              <a:off x="-117475" y="4238626"/>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38">
              <a:extLst>
                <a:ext uri="{FF2B5EF4-FFF2-40B4-BE49-F238E27FC236}">
                  <a16:creationId xmlns:a16="http://schemas.microsoft.com/office/drawing/2014/main" id="{0D07B27B-3AD2-57F3-4663-BCB0419F6FD5}"/>
                </a:ext>
              </a:extLst>
            </p:cNvPr>
            <p:cNvSpPr>
              <a:spLocks/>
            </p:cNvSpPr>
            <p:nvPr/>
          </p:nvSpPr>
          <p:spPr bwMode="auto">
            <a:xfrm>
              <a:off x="-901700" y="5087938"/>
              <a:ext cx="131763" cy="93663"/>
            </a:xfrm>
            <a:custGeom>
              <a:avLst/>
              <a:gdLst>
                <a:gd name="T0" fmla="*/ 83 w 215"/>
                <a:gd name="T1" fmla="*/ 87 h 151"/>
                <a:gd name="T2" fmla="*/ 0 w 215"/>
                <a:gd name="T3" fmla="*/ 87 h 151"/>
                <a:gd name="T4" fmla="*/ 0 w 215"/>
                <a:gd name="T5" fmla="*/ 151 h 151"/>
                <a:gd name="T6" fmla="*/ 96 w 215"/>
                <a:gd name="T7" fmla="*/ 151 h 151"/>
                <a:gd name="T8" fmla="*/ 119 w 215"/>
                <a:gd name="T9" fmla="*/ 142 h 151"/>
                <a:gd name="T10" fmla="*/ 215 w 215"/>
                <a:gd name="T11" fmla="*/ 46 h 151"/>
                <a:gd name="T12" fmla="*/ 169 w 215"/>
                <a:gd name="T13" fmla="*/ 0 h 151"/>
                <a:gd name="T14" fmla="*/ 83 w 215"/>
                <a:gd name="T15" fmla="*/ 87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83" y="87"/>
                  </a:moveTo>
                  <a:cubicBezTo>
                    <a:pt x="0" y="87"/>
                    <a:pt x="0" y="87"/>
                    <a:pt x="0" y="87"/>
                  </a:cubicBezTo>
                  <a:cubicBezTo>
                    <a:pt x="0" y="151"/>
                    <a:pt x="0" y="151"/>
                    <a:pt x="0" y="151"/>
                  </a:cubicBezTo>
                  <a:cubicBezTo>
                    <a:pt x="96" y="151"/>
                    <a:pt x="96" y="151"/>
                    <a:pt x="96" y="151"/>
                  </a:cubicBezTo>
                  <a:cubicBezTo>
                    <a:pt x="104" y="151"/>
                    <a:pt x="113" y="148"/>
                    <a:pt x="119" y="142"/>
                  </a:cubicBezTo>
                  <a:cubicBezTo>
                    <a:pt x="215" y="46"/>
                    <a:pt x="215" y="46"/>
                    <a:pt x="215" y="46"/>
                  </a:cubicBezTo>
                  <a:cubicBezTo>
                    <a:pt x="169" y="0"/>
                    <a:pt x="169" y="0"/>
                    <a:pt x="169" y="0"/>
                  </a:cubicBezTo>
                  <a:lnTo>
                    <a:pt x="83"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39">
              <a:extLst>
                <a:ext uri="{FF2B5EF4-FFF2-40B4-BE49-F238E27FC236}">
                  <a16:creationId xmlns:a16="http://schemas.microsoft.com/office/drawing/2014/main" id="{92FA455B-39A4-94BE-119F-031B7D9FAFDB}"/>
                </a:ext>
              </a:extLst>
            </p:cNvPr>
            <p:cNvSpPr>
              <a:spLocks noChangeArrowheads="1"/>
            </p:cNvSpPr>
            <p:nvPr/>
          </p:nvSpPr>
          <p:spPr bwMode="auto">
            <a:xfrm>
              <a:off x="-1117600" y="514191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Rectangle 40">
              <a:extLst>
                <a:ext uri="{FF2B5EF4-FFF2-40B4-BE49-F238E27FC236}">
                  <a16:creationId xmlns:a16="http://schemas.microsoft.com/office/drawing/2014/main" id="{5DE28311-3E21-8B08-68AF-FDE9E9F84BF0}"/>
                </a:ext>
              </a:extLst>
            </p:cNvPr>
            <p:cNvSpPr>
              <a:spLocks noChangeArrowheads="1"/>
            </p:cNvSpPr>
            <p:nvPr/>
          </p:nvSpPr>
          <p:spPr bwMode="auto">
            <a:xfrm>
              <a:off x="-979488" y="5062538"/>
              <a:ext cx="38100"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41">
              <a:extLst>
                <a:ext uri="{FF2B5EF4-FFF2-40B4-BE49-F238E27FC236}">
                  <a16:creationId xmlns:a16="http://schemas.microsoft.com/office/drawing/2014/main" id="{3281A7B9-5EEF-3335-1724-C7061FE9A217}"/>
                </a:ext>
              </a:extLst>
            </p:cNvPr>
            <p:cNvSpPr>
              <a:spLocks noChangeArrowheads="1"/>
            </p:cNvSpPr>
            <p:nvPr/>
          </p:nvSpPr>
          <p:spPr bwMode="auto">
            <a:xfrm>
              <a:off x="-1117600" y="5062538"/>
              <a:ext cx="98425"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Rectangle 42">
              <a:extLst>
                <a:ext uri="{FF2B5EF4-FFF2-40B4-BE49-F238E27FC236}">
                  <a16:creationId xmlns:a16="http://schemas.microsoft.com/office/drawing/2014/main" id="{A534ED87-0F4E-304B-563B-C2600A90742F}"/>
                </a:ext>
              </a:extLst>
            </p:cNvPr>
            <p:cNvSpPr>
              <a:spLocks noChangeArrowheads="1"/>
            </p:cNvSpPr>
            <p:nvPr/>
          </p:nvSpPr>
          <p:spPr bwMode="auto">
            <a:xfrm>
              <a:off x="-1117600" y="4984751"/>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Rectangle 43">
              <a:extLst>
                <a:ext uri="{FF2B5EF4-FFF2-40B4-BE49-F238E27FC236}">
                  <a16:creationId xmlns:a16="http://schemas.microsoft.com/office/drawing/2014/main" id="{E4E79032-E513-2F2B-0F46-FEDC29A9F10C}"/>
                </a:ext>
              </a:extLst>
            </p:cNvPr>
            <p:cNvSpPr>
              <a:spLocks noChangeArrowheads="1"/>
            </p:cNvSpPr>
            <p:nvPr/>
          </p:nvSpPr>
          <p:spPr bwMode="auto">
            <a:xfrm>
              <a:off x="-862013" y="4710113"/>
              <a:ext cx="430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7" name="Group 86">
            <a:extLst>
              <a:ext uri="{FF2B5EF4-FFF2-40B4-BE49-F238E27FC236}">
                <a16:creationId xmlns:a16="http://schemas.microsoft.com/office/drawing/2014/main" id="{FB11D4AA-3C31-9137-9AB1-7CCDC819EDAD}"/>
              </a:ext>
            </a:extLst>
          </p:cNvPr>
          <p:cNvGrpSpPr/>
          <p:nvPr/>
        </p:nvGrpSpPr>
        <p:grpSpPr>
          <a:xfrm>
            <a:off x="5701309" y="1489888"/>
            <a:ext cx="2271120" cy="2237050"/>
            <a:chOff x="-1203326" y="3975101"/>
            <a:chExt cx="1270001" cy="1250950"/>
          </a:xfrm>
          <a:solidFill>
            <a:schemeClr val="accent4"/>
          </a:solidFill>
        </p:grpSpPr>
        <p:sp>
          <p:nvSpPr>
            <p:cNvPr id="88" name="Freeform 28">
              <a:extLst>
                <a:ext uri="{FF2B5EF4-FFF2-40B4-BE49-F238E27FC236}">
                  <a16:creationId xmlns:a16="http://schemas.microsoft.com/office/drawing/2014/main" id="{B7B48AA2-9DE0-7ED3-D18B-77B68B75AA10}"/>
                </a:ext>
              </a:extLst>
            </p:cNvPr>
            <p:cNvSpPr>
              <a:spLocks noEditPoints="1"/>
            </p:cNvSpPr>
            <p:nvPr/>
          </p:nvSpPr>
          <p:spPr bwMode="auto">
            <a:xfrm>
              <a:off x="-1058863" y="4121151"/>
              <a:ext cx="823913" cy="823913"/>
            </a:xfrm>
            <a:custGeom>
              <a:avLst/>
              <a:gdLst>
                <a:gd name="T0" fmla="*/ 672 w 1344"/>
                <a:gd name="T1" fmla="*/ 0 h 1344"/>
                <a:gd name="T2" fmla="*/ 0 w 1344"/>
                <a:gd name="T3" fmla="*/ 672 h 1344"/>
                <a:gd name="T4" fmla="*/ 672 w 1344"/>
                <a:gd name="T5" fmla="*/ 1344 h 1344"/>
                <a:gd name="T6" fmla="*/ 1344 w 1344"/>
                <a:gd name="T7" fmla="*/ 672 h 1344"/>
                <a:gd name="T8" fmla="*/ 672 w 1344"/>
                <a:gd name="T9" fmla="*/ 0 h 1344"/>
                <a:gd name="T10" fmla="*/ 672 w 1344"/>
                <a:gd name="T11" fmla="*/ 1280 h 1344"/>
                <a:gd name="T12" fmla="*/ 64 w 1344"/>
                <a:gd name="T13" fmla="*/ 672 h 1344"/>
                <a:gd name="T14" fmla="*/ 672 w 1344"/>
                <a:gd name="T15" fmla="*/ 64 h 1344"/>
                <a:gd name="T16" fmla="*/ 1280 w 1344"/>
                <a:gd name="T17" fmla="*/ 672 h 1344"/>
                <a:gd name="T18" fmla="*/ 672 w 1344"/>
                <a:gd name="T19" fmla="*/ 1280 h 1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4" h="1344">
                  <a:moveTo>
                    <a:pt x="672" y="0"/>
                  </a:moveTo>
                  <a:cubicBezTo>
                    <a:pt x="301" y="0"/>
                    <a:pt x="0" y="301"/>
                    <a:pt x="0" y="672"/>
                  </a:cubicBezTo>
                  <a:cubicBezTo>
                    <a:pt x="0" y="1043"/>
                    <a:pt x="301" y="1344"/>
                    <a:pt x="672" y="1344"/>
                  </a:cubicBezTo>
                  <a:cubicBezTo>
                    <a:pt x="1043" y="1344"/>
                    <a:pt x="1344" y="1043"/>
                    <a:pt x="1344" y="672"/>
                  </a:cubicBezTo>
                  <a:cubicBezTo>
                    <a:pt x="1344" y="301"/>
                    <a:pt x="1043" y="0"/>
                    <a:pt x="672" y="0"/>
                  </a:cubicBezTo>
                  <a:close/>
                  <a:moveTo>
                    <a:pt x="672" y="1280"/>
                  </a:moveTo>
                  <a:cubicBezTo>
                    <a:pt x="336" y="1280"/>
                    <a:pt x="64" y="1008"/>
                    <a:pt x="64" y="672"/>
                  </a:cubicBezTo>
                  <a:cubicBezTo>
                    <a:pt x="64" y="336"/>
                    <a:pt x="336" y="64"/>
                    <a:pt x="672" y="64"/>
                  </a:cubicBezTo>
                  <a:cubicBezTo>
                    <a:pt x="1008" y="64"/>
                    <a:pt x="1280" y="336"/>
                    <a:pt x="1280" y="672"/>
                  </a:cubicBezTo>
                  <a:cubicBezTo>
                    <a:pt x="1280" y="1008"/>
                    <a:pt x="1008" y="1280"/>
                    <a:pt x="672" y="12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9">
              <a:extLst>
                <a:ext uri="{FF2B5EF4-FFF2-40B4-BE49-F238E27FC236}">
                  <a16:creationId xmlns:a16="http://schemas.microsoft.com/office/drawing/2014/main" id="{E0822EDB-714F-30E7-564F-7C5EB5BE8A1A}"/>
                </a:ext>
              </a:extLst>
            </p:cNvPr>
            <p:cNvSpPr>
              <a:spLocks noEditPoints="1"/>
            </p:cNvSpPr>
            <p:nvPr/>
          </p:nvSpPr>
          <p:spPr bwMode="auto">
            <a:xfrm>
              <a:off x="-1203326" y="3975101"/>
              <a:ext cx="1270001" cy="1250950"/>
            </a:xfrm>
            <a:custGeom>
              <a:avLst/>
              <a:gdLst>
                <a:gd name="T0" fmla="*/ 1552 w 2072"/>
                <a:gd name="T1" fmla="*/ 1384 h 2040"/>
                <a:gd name="T2" fmla="*/ 1384 w 2072"/>
                <a:gd name="T3" fmla="*/ 263 h 2040"/>
                <a:gd name="T4" fmla="*/ 264 w 2072"/>
                <a:gd name="T5" fmla="*/ 431 h 2040"/>
                <a:gd name="T6" fmla="*/ 431 w 2072"/>
                <a:gd name="T7" fmla="*/ 1552 h 2040"/>
                <a:gd name="T8" fmla="*/ 1420 w 2072"/>
                <a:gd name="T9" fmla="*/ 1524 h 2040"/>
                <a:gd name="T10" fmla="*/ 1897 w 2072"/>
                <a:gd name="T11" fmla="*/ 2001 h 2040"/>
                <a:gd name="T12" fmla="*/ 2033 w 2072"/>
                <a:gd name="T13" fmla="*/ 2003 h 2040"/>
                <a:gd name="T14" fmla="*/ 2035 w 2072"/>
                <a:gd name="T15" fmla="*/ 1868 h 2040"/>
                <a:gd name="T16" fmla="*/ 2033 w 2072"/>
                <a:gd name="T17" fmla="*/ 1865 h 2040"/>
                <a:gd name="T18" fmla="*/ 1552 w 2072"/>
                <a:gd name="T19" fmla="*/ 1384 h 2040"/>
                <a:gd name="T20" fmla="*/ 173 w 2072"/>
                <a:gd name="T21" fmla="*/ 909 h 2040"/>
                <a:gd name="T22" fmla="*/ 909 w 2072"/>
                <a:gd name="T23" fmla="*/ 173 h 2040"/>
                <a:gd name="T24" fmla="*/ 1645 w 2072"/>
                <a:gd name="T25" fmla="*/ 909 h 2040"/>
                <a:gd name="T26" fmla="*/ 909 w 2072"/>
                <a:gd name="T27" fmla="*/ 1645 h 2040"/>
                <a:gd name="T28" fmla="*/ 173 w 2072"/>
                <a:gd name="T29" fmla="*/ 909 h 2040"/>
                <a:gd name="T30" fmla="*/ 1987 w 2072"/>
                <a:gd name="T31" fmla="*/ 1956 h 2040"/>
                <a:gd name="T32" fmla="*/ 1943 w 2072"/>
                <a:gd name="T33" fmla="*/ 1956 h 2040"/>
                <a:gd name="T34" fmla="*/ 1468 w 2072"/>
                <a:gd name="T35" fmla="*/ 1481 h 2040"/>
                <a:gd name="T36" fmla="*/ 1511 w 2072"/>
                <a:gd name="T37" fmla="*/ 1434 h 2040"/>
                <a:gd name="T38" fmla="*/ 1987 w 2072"/>
                <a:gd name="T39" fmla="*/ 1911 h 2040"/>
                <a:gd name="T40" fmla="*/ 1997 w 2072"/>
                <a:gd name="T41" fmla="*/ 1933 h 2040"/>
                <a:gd name="T42" fmla="*/ 1987 w 2072"/>
                <a:gd name="T43" fmla="*/ 1956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2" h="2040">
                  <a:moveTo>
                    <a:pt x="1552" y="1384"/>
                  </a:moveTo>
                  <a:cubicBezTo>
                    <a:pt x="1815" y="1028"/>
                    <a:pt x="1740" y="527"/>
                    <a:pt x="1384" y="263"/>
                  </a:cubicBezTo>
                  <a:cubicBezTo>
                    <a:pt x="1029" y="0"/>
                    <a:pt x="527" y="75"/>
                    <a:pt x="264" y="431"/>
                  </a:cubicBezTo>
                  <a:cubicBezTo>
                    <a:pt x="0" y="787"/>
                    <a:pt x="75" y="1289"/>
                    <a:pt x="431" y="1552"/>
                  </a:cubicBezTo>
                  <a:cubicBezTo>
                    <a:pt x="728" y="1771"/>
                    <a:pt x="1136" y="1760"/>
                    <a:pt x="1420" y="1524"/>
                  </a:cubicBezTo>
                  <a:cubicBezTo>
                    <a:pt x="1897" y="2001"/>
                    <a:pt x="1897" y="2001"/>
                    <a:pt x="1897" y="2001"/>
                  </a:cubicBezTo>
                  <a:cubicBezTo>
                    <a:pt x="1934" y="2039"/>
                    <a:pt x="1994" y="2040"/>
                    <a:pt x="2033" y="2003"/>
                  </a:cubicBezTo>
                  <a:cubicBezTo>
                    <a:pt x="2071" y="1966"/>
                    <a:pt x="2072" y="1906"/>
                    <a:pt x="2035" y="1868"/>
                  </a:cubicBezTo>
                  <a:cubicBezTo>
                    <a:pt x="2034" y="1867"/>
                    <a:pt x="2033" y="1866"/>
                    <a:pt x="2033" y="1865"/>
                  </a:cubicBezTo>
                  <a:lnTo>
                    <a:pt x="1552" y="1384"/>
                  </a:lnTo>
                  <a:close/>
                  <a:moveTo>
                    <a:pt x="173" y="909"/>
                  </a:moveTo>
                  <a:cubicBezTo>
                    <a:pt x="173" y="503"/>
                    <a:pt x="503" y="173"/>
                    <a:pt x="909" y="173"/>
                  </a:cubicBezTo>
                  <a:cubicBezTo>
                    <a:pt x="1315" y="173"/>
                    <a:pt x="1645" y="503"/>
                    <a:pt x="1645" y="909"/>
                  </a:cubicBezTo>
                  <a:cubicBezTo>
                    <a:pt x="1645" y="1315"/>
                    <a:pt x="1315" y="1645"/>
                    <a:pt x="909" y="1645"/>
                  </a:cubicBezTo>
                  <a:cubicBezTo>
                    <a:pt x="503" y="1645"/>
                    <a:pt x="173" y="1315"/>
                    <a:pt x="173" y="909"/>
                  </a:cubicBezTo>
                  <a:close/>
                  <a:moveTo>
                    <a:pt x="1987" y="1956"/>
                  </a:moveTo>
                  <a:cubicBezTo>
                    <a:pt x="1975" y="1968"/>
                    <a:pt x="1955" y="1968"/>
                    <a:pt x="1943" y="1956"/>
                  </a:cubicBezTo>
                  <a:cubicBezTo>
                    <a:pt x="1468" y="1481"/>
                    <a:pt x="1468" y="1481"/>
                    <a:pt x="1468" y="1481"/>
                  </a:cubicBezTo>
                  <a:cubicBezTo>
                    <a:pt x="1483" y="1466"/>
                    <a:pt x="1497" y="1450"/>
                    <a:pt x="1511" y="1434"/>
                  </a:cubicBezTo>
                  <a:cubicBezTo>
                    <a:pt x="1987" y="1911"/>
                    <a:pt x="1987" y="1911"/>
                    <a:pt x="1987" y="1911"/>
                  </a:cubicBezTo>
                  <a:cubicBezTo>
                    <a:pt x="1994" y="1916"/>
                    <a:pt x="1997" y="1925"/>
                    <a:pt x="1997" y="1933"/>
                  </a:cubicBezTo>
                  <a:cubicBezTo>
                    <a:pt x="1997" y="1942"/>
                    <a:pt x="1994" y="1950"/>
                    <a:pt x="1987" y="1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30">
              <a:extLst>
                <a:ext uri="{FF2B5EF4-FFF2-40B4-BE49-F238E27FC236}">
                  <a16:creationId xmlns:a16="http://schemas.microsoft.com/office/drawing/2014/main" id="{A13188D1-61C8-7907-42B8-AB52312C3A57}"/>
                </a:ext>
              </a:extLst>
            </p:cNvPr>
            <p:cNvSpPr>
              <a:spLocks noEditPoints="1"/>
            </p:cNvSpPr>
            <p:nvPr/>
          </p:nvSpPr>
          <p:spPr bwMode="auto">
            <a:xfrm>
              <a:off x="-862013" y="4435476"/>
              <a:ext cx="117475" cy="234950"/>
            </a:xfrm>
            <a:custGeom>
              <a:avLst/>
              <a:gdLst>
                <a:gd name="T0" fmla="*/ 32 w 192"/>
                <a:gd name="T1" fmla="*/ 384 h 384"/>
                <a:gd name="T2" fmla="*/ 160 w 192"/>
                <a:gd name="T3" fmla="*/ 384 h 384"/>
                <a:gd name="T4" fmla="*/ 192 w 192"/>
                <a:gd name="T5" fmla="*/ 352 h 384"/>
                <a:gd name="T6" fmla="*/ 192 w 192"/>
                <a:gd name="T7" fmla="*/ 32 h 384"/>
                <a:gd name="T8" fmla="*/ 160 w 192"/>
                <a:gd name="T9" fmla="*/ 0 h 384"/>
                <a:gd name="T10" fmla="*/ 32 w 192"/>
                <a:gd name="T11" fmla="*/ 0 h 384"/>
                <a:gd name="T12" fmla="*/ 0 w 192"/>
                <a:gd name="T13" fmla="*/ 32 h 384"/>
                <a:gd name="T14" fmla="*/ 0 w 192"/>
                <a:gd name="T15" fmla="*/ 352 h 384"/>
                <a:gd name="T16" fmla="*/ 32 w 192"/>
                <a:gd name="T17" fmla="*/ 384 h 384"/>
                <a:gd name="T18" fmla="*/ 64 w 192"/>
                <a:gd name="T19" fmla="*/ 64 h 384"/>
                <a:gd name="T20" fmla="*/ 128 w 192"/>
                <a:gd name="T21" fmla="*/ 64 h 384"/>
                <a:gd name="T22" fmla="*/ 128 w 192"/>
                <a:gd name="T23" fmla="*/ 320 h 384"/>
                <a:gd name="T24" fmla="*/ 64 w 192"/>
                <a:gd name="T25" fmla="*/ 320 h 384"/>
                <a:gd name="T26" fmla="*/ 64 w 192"/>
                <a:gd name="T27" fmla="*/ 6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84">
                  <a:moveTo>
                    <a:pt x="32" y="384"/>
                  </a:moveTo>
                  <a:cubicBezTo>
                    <a:pt x="160" y="384"/>
                    <a:pt x="160" y="384"/>
                    <a:pt x="160" y="384"/>
                  </a:cubicBezTo>
                  <a:cubicBezTo>
                    <a:pt x="178" y="384"/>
                    <a:pt x="192" y="370"/>
                    <a:pt x="192" y="352"/>
                  </a:cubicBezTo>
                  <a:cubicBezTo>
                    <a:pt x="192" y="32"/>
                    <a:pt x="192" y="32"/>
                    <a:pt x="192" y="32"/>
                  </a:cubicBezTo>
                  <a:cubicBezTo>
                    <a:pt x="192" y="14"/>
                    <a:pt x="178" y="0"/>
                    <a:pt x="160" y="0"/>
                  </a:cubicBezTo>
                  <a:cubicBezTo>
                    <a:pt x="32" y="0"/>
                    <a:pt x="32" y="0"/>
                    <a:pt x="32" y="0"/>
                  </a:cubicBezTo>
                  <a:cubicBezTo>
                    <a:pt x="14" y="0"/>
                    <a:pt x="0" y="14"/>
                    <a:pt x="0" y="32"/>
                  </a:cubicBezTo>
                  <a:cubicBezTo>
                    <a:pt x="0" y="352"/>
                    <a:pt x="0" y="352"/>
                    <a:pt x="0" y="352"/>
                  </a:cubicBezTo>
                  <a:cubicBezTo>
                    <a:pt x="0" y="370"/>
                    <a:pt x="14" y="384"/>
                    <a:pt x="32" y="384"/>
                  </a:cubicBezTo>
                  <a:close/>
                  <a:moveTo>
                    <a:pt x="64" y="64"/>
                  </a:moveTo>
                  <a:cubicBezTo>
                    <a:pt x="128" y="64"/>
                    <a:pt x="128" y="64"/>
                    <a:pt x="128" y="64"/>
                  </a:cubicBezTo>
                  <a:cubicBezTo>
                    <a:pt x="128" y="320"/>
                    <a:pt x="128" y="320"/>
                    <a:pt x="128" y="320"/>
                  </a:cubicBezTo>
                  <a:cubicBezTo>
                    <a:pt x="64" y="320"/>
                    <a:pt x="64" y="320"/>
                    <a:pt x="64" y="320"/>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31">
              <a:extLst>
                <a:ext uri="{FF2B5EF4-FFF2-40B4-BE49-F238E27FC236}">
                  <a16:creationId xmlns:a16="http://schemas.microsoft.com/office/drawing/2014/main" id="{5172AA12-85E6-5785-88A2-E54E46B17D28}"/>
                </a:ext>
              </a:extLst>
            </p:cNvPr>
            <p:cNvSpPr>
              <a:spLocks noEditPoints="1"/>
            </p:cNvSpPr>
            <p:nvPr/>
          </p:nvSpPr>
          <p:spPr bwMode="auto">
            <a:xfrm>
              <a:off x="-704850" y="4395788"/>
              <a:ext cx="117475" cy="274638"/>
            </a:xfrm>
            <a:custGeom>
              <a:avLst/>
              <a:gdLst>
                <a:gd name="T0" fmla="*/ 32 w 192"/>
                <a:gd name="T1" fmla="*/ 448 h 448"/>
                <a:gd name="T2" fmla="*/ 160 w 192"/>
                <a:gd name="T3" fmla="*/ 448 h 448"/>
                <a:gd name="T4" fmla="*/ 192 w 192"/>
                <a:gd name="T5" fmla="*/ 416 h 448"/>
                <a:gd name="T6" fmla="*/ 192 w 192"/>
                <a:gd name="T7" fmla="*/ 32 h 448"/>
                <a:gd name="T8" fmla="*/ 160 w 192"/>
                <a:gd name="T9" fmla="*/ 0 h 448"/>
                <a:gd name="T10" fmla="*/ 32 w 192"/>
                <a:gd name="T11" fmla="*/ 0 h 448"/>
                <a:gd name="T12" fmla="*/ 0 w 192"/>
                <a:gd name="T13" fmla="*/ 32 h 448"/>
                <a:gd name="T14" fmla="*/ 0 w 192"/>
                <a:gd name="T15" fmla="*/ 416 h 448"/>
                <a:gd name="T16" fmla="*/ 32 w 192"/>
                <a:gd name="T17" fmla="*/ 448 h 448"/>
                <a:gd name="T18" fmla="*/ 64 w 192"/>
                <a:gd name="T19" fmla="*/ 64 h 448"/>
                <a:gd name="T20" fmla="*/ 128 w 192"/>
                <a:gd name="T21" fmla="*/ 64 h 448"/>
                <a:gd name="T22" fmla="*/ 128 w 192"/>
                <a:gd name="T23" fmla="*/ 384 h 448"/>
                <a:gd name="T24" fmla="*/ 64 w 192"/>
                <a:gd name="T25" fmla="*/ 384 h 448"/>
                <a:gd name="T26" fmla="*/ 64 w 192"/>
                <a:gd name="T27" fmla="*/ 6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448">
                  <a:moveTo>
                    <a:pt x="32" y="448"/>
                  </a:moveTo>
                  <a:cubicBezTo>
                    <a:pt x="160" y="448"/>
                    <a:pt x="160" y="448"/>
                    <a:pt x="160" y="448"/>
                  </a:cubicBezTo>
                  <a:cubicBezTo>
                    <a:pt x="178" y="448"/>
                    <a:pt x="192" y="434"/>
                    <a:pt x="192" y="416"/>
                  </a:cubicBezTo>
                  <a:cubicBezTo>
                    <a:pt x="192" y="32"/>
                    <a:pt x="192" y="32"/>
                    <a:pt x="192" y="32"/>
                  </a:cubicBezTo>
                  <a:cubicBezTo>
                    <a:pt x="192" y="14"/>
                    <a:pt x="178" y="0"/>
                    <a:pt x="160" y="0"/>
                  </a:cubicBezTo>
                  <a:cubicBezTo>
                    <a:pt x="32" y="0"/>
                    <a:pt x="32" y="0"/>
                    <a:pt x="32" y="0"/>
                  </a:cubicBezTo>
                  <a:cubicBezTo>
                    <a:pt x="14" y="0"/>
                    <a:pt x="0" y="14"/>
                    <a:pt x="0" y="32"/>
                  </a:cubicBezTo>
                  <a:cubicBezTo>
                    <a:pt x="0" y="416"/>
                    <a:pt x="0" y="416"/>
                    <a:pt x="0" y="416"/>
                  </a:cubicBezTo>
                  <a:cubicBezTo>
                    <a:pt x="0" y="434"/>
                    <a:pt x="14" y="448"/>
                    <a:pt x="32" y="448"/>
                  </a:cubicBezTo>
                  <a:close/>
                  <a:moveTo>
                    <a:pt x="64" y="64"/>
                  </a:moveTo>
                  <a:cubicBezTo>
                    <a:pt x="128" y="64"/>
                    <a:pt x="128" y="64"/>
                    <a:pt x="128" y="64"/>
                  </a:cubicBezTo>
                  <a:cubicBezTo>
                    <a:pt x="128" y="384"/>
                    <a:pt x="128" y="384"/>
                    <a:pt x="128" y="384"/>
                  </a:cubicBezTo>
                  <a:cubicBezTo>
                    <a:pt x="64" y="384"/>
                    <a:pt x="64" y="384"/>
                    <a:pt x="64" y="384"/>
                  </a:cubicBezTo>
                  <a:lnTo>
                    <a:pt x="64"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32">
              <a:extLst>
                <a:ext uri="{FF2B5EF4-FFF2-40B4-BE49-F238E27FC236}">
                  <a16:creationId xmlns:a16="http://schemas.microsoft.com/office/drawing/2014/main" id="{FCF80469-6ED3-DA9E-F2BE-8815067E4A0E}"/>
                </a:ext>
              </a:extLst>
            </p:cNvPr>
            <p:cNvSpPr>
              <a:spLocks noEditPoints="1"/>
            </p:cNvSpPr>
            <p:nvPr/>
          </p:nvSpPr>
          <p:spPr bwMode="auto">
            <a:xfrm>
              <a:off x="-549275" y="4356101"/>
              <a:ext cx="117475" cy="314325"/>
            </a:xfrm>
            <a:custGeom>
              <a:avLst/>
              <a:gdLst>
                <a:gd name="T0" fmla="*/ 160 w 192"/>
                <a:gd name="T1" fmla="*/ 0 h 512"/>
                <a:gd name="T2" fmla="*/ 32 w 192"/>
                <a:gd name="T3" fmla="*/ 0 h 512"/>
                <a:gd name="T4" fmla="*/ 0 w 192"/>
                <a:gd name="T5" fmla="*/ 32 h 512"/>
                <a:gd name="T6" fmla="*/ 0 w 192"/>
                <a:gd name="T7" fmla="*/ 480 h 512"/>
                <a:gd name="T8" fmla="*/ 32 w 192"/>
                <a:gd name="T9" fmla="*/ 512 h 512"/>
                <a:gd name="T10" fmla="*/ 160 w 192"/>
                <a:gd name="T11" fmla="*/ 512 h 512"/>
                <a:gd name="T12" fmla="*/ 192 w 192"/>
                <a:gd name="T13" fmla="*/ 480 h 512"/>
                <a:gd name="T14" fmla="*/ 192 w 192"/>
                <a:gd name="T15" fmla="*/ 32 h 512"/>
                <a:gd name="T16" fmla="*/ 160 w 192"/>
                <a:gd name="T17" fmla="*/ 0 h 512"/>
                <a:gd name="T18" fmla="*/ 128 w 192"/>
                <a:gd name="T19" fmla="*/ 448 h 512"/>
                <a:gd name="T20" fmla="*/ 64 w 192"/>
                <a:gd name="T21" fmla="*/ 448 h 512"/>
                <a:gd name="T22" fmla="*/ 64 w 192"/>
                <a:gd name="T23" fmla="*/ 64 h 512"/>
                <a:gd name="T24" fmla="*/ 128 w 192"/>
                <a:gd name="T25" fmla="*/ 64 h 512"/>
                <a:gd name="T26" fmla="*/ 128 w 192"/>
                <a:gd name="T27" fmla="*/ 4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512">
                  <a:moveTo>
                    <a:pt x="160" y="0"/>
                  </a:moveTo>
                  <a:cubicBezTo>
                    <a:pt x="32" y="0"/>
                    <a:pt x="32" y="0"/>
                    <a:pt x="32" y="0"/>
                  </a:cubicBezTo>
                  <a:cubicBezTo>
                    <a:pt x="14" y="0"/>
                    <a:pt x="0" y="14"/>
                    <a:pt x="0" y="32"/>
                  </a:cubicBezTo>
                  <a:cubicBezTo>
                    <a:pt x="0" y="480"/>
                    <a:pt x="0" y="480"/>
                    <a:pt x="0" y="480"/>
                  </a:cubicBezTo>
                  <a:cubicBezTo>
                    <a:pt x="0" y="498"/>
                    <a:pt x="14" y="512"/>
                    <a:pt x="32" y="512"/>
                  </a:cubicBezTo>
                  <a:cubicBezTo>
                    <a:pt x="160" y="512"/>
                    <a:pt x="160" y="512"/>
                    <a:pt x="160" y="512"/>
                  </a:cubicBezTo>
                  <a:cubicBezTo>
                    <a:pt x="178" y="512"/>
                    <a:pt x="192" y="498"/>
                    <a:pt x="192" y="480"/>
                  </a:cubicBezTo>
                  <a:cubicBezTo>
                    <a:pt x="192" y="32"/>
                    <a:pt x="192" y="32"/>
                    <a:pt x="192" y="32"/>
                  </a:cubicBezTo>
                  <a:cubicBezTo>
                    <a:pt x="192" y="14"/>
                    <a:pt x="178" y="0"/>
                    <a:pt x="160" y="0"/>
                  </a:cubicBezTo>
                  <a:close/>
                  <a:moveTo>
                    <a:pt x="128" y="448"/>
                  </a:moveTo>
                  <a:cubicBezTo>
                    <a:pt x="64" y="448"/>
                    <a:pt x="64" y="448"/>
                    <a:pt x="64" y="448"/>
                  </a:cubicBezTo>
                  <a:cubicBezTo>
                    <a:pt x="64" y="64"/>
                    <a:pt x="64" y="64"/>
                    <a:pt x="64" y="64"/>
                  </a:cubicBezTo>
                  <a:cubicBezTo>
                    <a:pt x="128" y="64"/>
                    <a:pt x="128" y="64"/>
                    <a:pt x="128" y="64"/>
                  </a:cubicBezTo>
                  <a:lnTo>
                    <a:pt x="128"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33">
              <a:extLst>
                <a:ext uri="{FF2B5EF4-FFF2-40B4-BE49-F238E27FC236}">
                  <a16:creationId xmlns:a16="http://schemas.microsoft.com/office/drawing/2014/main" id="{0F3C1B28-E68E-8259-101E-6728C45A5C2C}"/>
                </a:ext>
              </a:extLst>
            </p:cNvPr>
            <p:cNvSpPr>
              <a:spLocks/>
            </p:cNvSpPr>
            <p:nvPr/>
          </p:nvSpPr>
          <p:spPr bwMode="auto">
            <a:xfrm>
              <a:off x="-288925" y="4081463"/>
              <a:ext cx="131763" cy="93663"/>
            </a:xfrm>
            <a:custGeom>
              <a:avLst/>
              <a:gdLst>
                <a:gd name="T0" fmla="*/ 132 w 215"/>
                <a:gd name="T1" fmla="*/ 64 h 151"/>
                <a:gd name="T2" fmla="*/ 215 w 215"/>
                <a:gd name="T3" fmla="*/ 64 h 151"/>
                <a:gd name="T4" fmla="*/ 215 w 215"/>
                <a:gd name="T5" fmla="*/ 0 h 151"/>
                <a:gd name="T6" fmla="*/ 119 w 215"/>
                <a:gd name="T7" fmla="*/ 0 h 151"/>
                <a:gd name="T8" fmla="*/ 96 w 215"/>
                <a:gd name="T9" fmla="*/ 9 h 151"/>
                <a:gd name="T10" fmla="*/ 0 w 215"/>
                <a:gd name="T11" fmla="*/ 105 h 151"/>
                <a:gd name="T12" fmla="*/ 46 w 215"/>
                <a:gd name="T13" fmla="*/ 151 h 151"/>
                <a:gd name="T14" fmla="*/ 132 w 215"/>
                <a:gd name="T15" fmla="*/ 64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132" y="64"/>
                  </a:moveTo>
                  <a:cubicBezTo>
                    <a:pt x="215" y="64"/>
                    <a:pt x="215" y="64"/>
                    <a:pt x="215" y="64"/>
                  </a:cubicBezTo>
                  <a:cubicBezTo>
                    <a:pt x="215" y="0"/>
                    <a:pt x="215" y="0"/>
                    <a:pt x="215" y="0"/>
                  </a:cubicBezTo>
                  <a:cubicBezTo>
                    <a:pt x="119" y="0"/>
                    <a:pt x="119" y="0"/>
                    <a:pt x="119" y="0"/>
                  </a:cubicBezTo>
                  <a:cubicBezTo>
                    <a:pt x="111" y="0"/>
                    <a:pt x="102" y="3"/>
                    <a:pt x="96" y="9"/>
                  </a:cubicBezTo>
                  <a:cubicBezTo>
                    <a:pt x="0" y="105"/>
                    <a:pt x="0" y="105"/>
                    <a:pt x="0" y="105"/>
                  </a:cubicBezTo>
                  <a:cubicBezTo>
                    <a:pt x="46" y="151"/>
                    <a:pt x="46" y="151"/>
                    <a:pt x="46" y="151"/>
                  </a:cubicBezTo>
                  <a:lnTo>
                    <a:pt x="132"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Rectangle 34">
              <a:extLst>
                <a:ext uri="{FF2B5EF4-FFF2-40B4-BE49-F238E27FC236}">
                  <a16:creationId xmlns:a16="http://schemas.microsoft.com/office/drawing/2014/main" id="{4B0C21A2-94AF-9FFD-C6B4-4595913C4C9C}"/>
                </a:ext>
              </a:extLst>
            </p:cNvPr>
            <p:cNvSpPr>
              <a:spLocks noChangeArrowheads="1"/>
            </p:cNvSpPr>
            <p:nvPr/>
          </p:nvSpPr>
          <p:spPr bwMode="auto">
            <a:xfrm>
              <a:off x="-117475" y="408146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Rectangle 35">
              <a:extLst>
                <a:ext uri="{FF2B5EF4-FFF2-40B4-BE49-F238E27FC236}">
                  <a16:creationId xmlns:a16="http://schemas.microsoft.com/office/drawing/2014/main" id="{DF4B445A-BD78-E887-5519-CA613B2F623B}"/>
                </a:ext>
              </a:extLst>
            </p:cNvPr>
            <p:cNvSpPr>
              <a:spLocks noChangeArrowheads="1"/>
            </p:cNvSpPr>
            <p:nvPr/>
          </p:nvSpPr>
          <p:spPr bwMode="auto">
            <a:xfrm>
              <a:off x="-117475" y="4160838"/>
              <a:ext cx="3968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36">
              <a:extLst>
                <a:ext uri="{FF2B5EF4-FFF2-40B4-BE49-F238E27FC236}">
                  <a16:creationId xmlns:a16="http://schemas.microsoft.com/office/drawing/2014/main" id="{D89007F6-45D6-9460-CD5D-07D1BCE0087E}"/>
                </a:ext>
              </a:extLst>
            </p:cNvPr>
            <p:cNvSpPr>
              <a:spLocks noChangeArrowheads="1"/>
            </p:cNvSpPr>
            <p:nvPr/>
          </p:nvSpPr>
          <p:spPr bwMode="auto">
            <a:xfrm>
              <a:off x="-38100" y="4160838"/>
              <a:ext cx="96838"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Rectangle 37">
              <a:extLst>
                <a:ext uri="{FF2B5EF4-FFF2-40B4-BE49-F238E27FC236}">
                  <a16:creationId xmlns:a16="http://schemas.microsoft.com/office/drawing/2014/main" id="{ECDD3F25-E917-1120-0048-76E0822E8553}"/>
                </a:ext>
              </a:extLst>
            </p:cNvPr>
            <p:cNvSpPr>
              <a:spLocks noChangeArrowheads="1"/>
            </p:cNvSpPr>
            <p:nvPr/>
          </p:nvSpPr>
          <p:spPr bwMode="auto">
            <a:xfrm>
              <a:off x="-117475" y="4238626"/>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38">
              <a:extLst>
                <a:ext uri="{FF2B5EF4-FFF2-40B4-BE49-F238E27FC236}">
                  <a16:creationId xmlns:a16="http://schemas.microsoft.com/office/drawing/2014/main" id="{E3604906-D0B1-7FB7-7AB5-B80AE44CB47C}"/>
                </a:ext>
              </a:extLst>
            </p:cNvPr>
            <p:cNvSpPr>
              <a:spLocks/>
            </p:cNvSpPr>
            <p:nvPr/>
          </p:nvSpPr>
          <p:spPr bwMode="auto">
            <a:xfrm>
              <a:off x="-901700" y="5087938"/>
              <a:ext cx="131763" cy="93663"/>
            </a:xfrm>
            <a:custGeom>
              <a:avLst/>
              <a:gdLst>
                <a:gd name="T0" fmla="*/ 83 w 215"/>
                <a:gd name="T1" fmla="*/ 87 h 151"/>
                <a:gd name="T2" fmla="*/ 0 w 215"/>
                <a:gd name="T3" fmla="*/ 87 h 151"/>
                <a:gd name="T4" fmla="*/ 0 w 215"/>
                <a:gd name="T5" fmla="*/ 151 h 151"/>
                <a:gd name="T6" fmla="*/ 96 w 215"/>
                <a:gd name="T7" fmla="*/ 151 h 151"/>
                <a:gd name="T8" fmla="*/ 119 w 215"/>
                <a:gd name="T9" fmla="*/ 142 h 151"/>
                <a:gd name="T10" fmla="*/ 215 w 215"/>
                <a:gd name="T11" fmla="*/ 46 h 151"/>
                <a:gd name="T12" fmla="*/ 169 w 215"/>
                <a:gd name="T13" fmla="*/ 0 h 151"/>
                <a:gd name="T14" fmla="*/ 83 w 215"/>
                <a:gd name="T15" fmla="*/ 87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151">
                  <a:moveTo>
                    <a:pt x="83" y="87"/>
                  </a:moveTo>
                  <a:cubicBezTo>
                    <a:pt x="0" y="87"/>
                    <a:pt x="0" y="87"/>
                    <a:pt x="0" y="87"/>
                  </a:cubicBezTo>
                  <a:cubicBezTo>
                    <a:pt x="0" y="151"/>
                    <a:pt x="0" y="151"/>
                    <a:pt x="0" y="151"/>
                  </a:cubicBezTo>
                  <a:cubicBezTo>
                    <a:pt x="96" y="151"/>
                    <a:pt x="96" y="151"/>
                    <a:pt x="96" y="151"/>
                  </a:cubicBezTo>
                  <a:cubicBezTo>
                    <a:pt x="104" y="151"/>
                    <a:pt x="113" y="148"/>
                    <a:pt x="119" y="142"/>
                  </a:cubicBezTo>
                  <a:cubicBezTo>
                    <a:pt x="215" y="46"/>
                    <a:pt x="215" y="46"/>
                    <a:pt x="215" y="46"/>
                  </a:cubicBezTo>
                  <a:cubicBezTo>
                    <a:pt x="169" y="0"/>
                    <a:pt x="169" y="0"/>
                    <a:pt x="169" y="0"/>
                  </a:cubicBezTo>
                  <a:lnTo>
                    <a:pt x="83"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Rectangle 39">
              <a:extLst>
                <a:ext uri="{FF2B5EF4-FFF2-40B4-BE49-F238E27FC236}">
                  <a16:creationId xmlns:a16="http://schemas.microsoft.com/office/drawing/2014/main" id="{1B611BD3-0BB9-40CA-9E93-1543CB055C08}"/>
                </a:ext>
              </a:extLst>
            </p:cNvPr>
            <p:cNvSpPr>
              <a:spLocks noChangeArrowheads="1"/>
            </p:cNvSpPr>
            <p:nvPr/>
          </p:nvSpPr>
          <p:spPr bwMode="auto">
            <a:xfrm>
              <a:off x="-1117600" y="5141913"/>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Rectangle 40">
              <a:extLst>
                <a:ext uri="{FF2B5EF4-FFF2-40B4-BE49-F238E27FC236}">
                  <a16:creationId xmlns:a16="http://schemas.microsoft.com/office/drawing/2014/main" id="{E1524DB2-71F8-424F-A92D-837C38D95A9E}"/>
                </a:ext>
              </a:extLst>
            </p:cNvPr>
            <p:cNvSpPr>
              <a:spLocks noChangeArrowheads="1"/>
            </p:cNvSpPr>
            <p:nvPr/>
          </p:nvSpPr>
          <p:spPr bwMode="auto">
            <a:xfrm>
              <a:off x="-979488" y="5062538"/>
              <a:ext cx="38100"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41">
              <a:extLst>
                <a:ext uri="{FF2B5EF4-FFF2-40B4-BE49-F238E27FC236}">
                  <a16:creationId xmlns:a16="http://schemas.microsoft.com/office/drawing/2014/main" id="{3D5F4E71-0680-810E-51AE-A03B916A6BC5}"/>
                </a:ext>
              </a:extLst>
            </p:cNvPr>
            <p:cNvSpPr>
              <a:spLocks noChangeArrowheads="1"/>
            </p:cNvSpPr>
            <p:nvPr/>
          </p:nvSpPr>
          <p:spPr bwMode="auto">
            <a:xfrm>
              <a:off x="-1117600" y="5062538"/>
              <a:ext cx="98425"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Rectangle 42">
              <a:extLst>
                <a:ext uri="{FF2B5EF4-FFF2-40B4-BE49-F238E27FC236}">
                  <a16:creationId xmlns:a16="http://schemas.microsoft.com/office/drawing/2014/main" id="{E61B8D4E-F925-3942-1EC7-E9BDCCCC4162}"/>
                </a:ext>
              </a:extLst>
            </p:cNvPr>
            <p:cNvSpPr>
              <a:spLocks noChangeArrowheads="1"/>
            </p:cNvSpPr>
            <p:nvPr/>
          </p:nvSpPr>
          <p:spPr bwMode="auto">
            <a:xfrm>
              <a:off x="-1117600" y="4984751"/>
              <a:ext cx="176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Rectangle 43">
              <a:extLst>
                <a:ext uri="{FF2B5EF4-FFF2-40B4-BE49-F238E27FC236}">
                  <a16:creationId xmlns:a16="http://schemas.microsoft.com/office/drawing/2014/main" id="{61BD5E65-B296-FCAB-E5B1-CA5D4D02AE9B}"/>
                </a:ext>
              </a:extLst>
            </p:cNvPr>
            <p:cNvSpPr>
              <a:spLocks noChangeArrowheads="1"/>
            </p:cNvSpPr>
            <p:nvPr/>
          </p:nvSpPr>
          <p:spPr bwMode="auto">
            <a:xfrm>
              <a:off x="-862013" y="4710113"/>
              <a:ext cx="430213"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657D1074-6608-5050-4DCE-24AEE8862796}"/>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12769206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wipe(left)">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xEl>
                                              <p:pRg st="3" end="3"/>
                                            </p:txEl>
                                          </p:spTgt>
                                        </p:tgtEl>
                                        <p:attrNameLst>
                                          <p:attrName>style.visibility</p:attrName>
                                        </p:attrNameLst>
                                      </p:cBhvr>
                                      <p:to>
                                        <p:strVal val="visible"/>
                                      </p:to>
                                    </p:set>
                                    <p:animEffect transition="in" filter="wipe(left)">
                                      <p:cBhvr>
                                        <p:cTn id="22"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19" y="691916"/>
            <a:ext cx="8368363" cy="3687206"/>
          </a:xfrm>
          <a:prstGeom prst="rect">
            <a:avLst/>
          </a:prstGeom>
        </p:spPr>
        <p:txBody>
          <a:bodyPr/>
          <a:lstStyle/>
          <a:p>
            <a:pPr marL="171450" indent="-171450">
              <a:buChar char="•"/>
            </a:pPr>
            <a:r>
              <a:rPr lang="en-US">
                <a:ea typeface="Roboto"/>
                <a:cs typeface="Roboto"/>
              </a:rPr>
              <a:t>Nous </a:t>
            </a:r>
            <a:r>
              <a:rPr lang="en-US" err="1">
                <a:ea typeface="Roboto"/>
                <a:cs typeface="Roboto"/>
              </a:rPr>
              <a:t>pouvons</a:t>
            </a:r>
            <a:r>
              <a:rPr lang="en-US">
                <a:ea typeface="Roboto"/>
                <a:cs typeface="Roboto"/>
              </a:rPr>
              <a:t> </a:t>
            </a:r>
            <a:r>
              <a:rPr lang="en-US" err="1">
                <a:ea typeface="Roboto"/>
                <a:cs typeface="Roboto"/>
              </a:rPr>
              <a:t>détecter</a:t>
            </a:r>
            <a:r>
              <a:rPr lang="en-US">
                <a:ea typeface="Roboto"/>
                <a:cs typeface="Roboto"/>
              </a:rPr>
              <a:t> du </a:t>
            </a:r>
            <a:r>
              <a:rPr lang="en-US" err="1">
                <a:ea typeface="Roboto"/>
                <a:cs typeface="Roboto"/>
              </a:rPr>
              <a:t>plagiat</a:t>
            </a:r>
            <a:endParaRPr lang="en-US">
              <a:ea typeface="Roboto"/>
              <a:cs typeface="Roboto"/>
            </a:endParaRPr>
          </a:p>
          <a:p>
            <a:pPr marL="171450" indent="-171450">
              <a:buChar char="•"/>
            </a:pPr>
            <a:r>
              <a:rPr lang="en-US">
                <a:ea typeface="Roboto"/>
                <a:cs typeface="Roboto"/>
              </a:rPr>
              <a:t>Nous </a:t>
            </a:r>
            <a:r>
              <a:rPr lang="en-US" err="1">
                <a:ea typeface="Roboto"/>
                <a:cs typeface="Roboto"/>
              </a:rPr>
              <a:t>pouvons</a:t>
            </a:r>
            <a:r>
              <a:rPr lang="en-US">
                <a:ea typeface="Roboto"/>
                <a:cs typeface="Roboto"/>
              </a:rPr>
              <a:t> </a:t>
            </a:r>
            <a:r>
              <a:rPr lang="en-US" err="1">
                <a:ea typeface="Roboto"/>
                <a:cs typeface="Roboto"/>
              </a:rPr>
              <a:t>expérimenter</a:t>
            </a:r>
            <a:endParaRPr lang="en-US">
              <a:ea typeface="Roboto"/>
              <a:cs typeface="Roboto"/>
            </a:endParaRPr>
          </a:p>
          <a:p>
            <a:endParaRPr lang="en-US">
              <a:cs typeface="Roboto"/>
            </a:endParaRPr>
          </a:p>
          <a:p>
            <a:r>
              <a:rPr lang="en-US">
                <a:ea typeface="+mj-lt"/>
                <a:cs typeface="+mj-lt"/>
              </a:rPr>
              <a:t>… RESTE...</a:t>
            </a:r>
          </a:p>
          <a:p>
            <a:endParaRPr lang="en-US">
              <a:ea typeface="+mj-lt"/>
              <a:cs typeface="+mj-lt"/>
            </a:endParaRPr>
          </a:p>
          <a:p>
            <a:pPr marL="171450" indent="-171450">
              <a:buChar char="•"/>
            </a:pPr>
            <a:r>
              <a:rPr lang="en-US" err="1">
                <a:ea typeface="+mj-lt"/>
                <a:cs typeface="+mj-lt"/>
              </a:rPr>
              <a:t>Introduire</a:t>
            </a:r>
            <a:r>
              <a:rPr lang="en-US">
                <a:ea typeface="+mj-lt"/>
                <a:cs typeface="+mj-lt"/>
              </a:rPr>
              <a:t> les </a:t>
            </a:r>
            <a:r>
              <a:rPr lang="en-US" err="1">
                <a:ea typeface="+mj-lt"/>
                <a:cs typeface="+mj-lt"/>
              </a:rPr>
              <a:t>autres</a:t>
            </a:r>
            <a:r>
              <a:rPr lang="en-US">
                <a:ea typeface="+mj-lt"/>
                <a:cs typeface="+mj-lt"/>
              </a:rPr>
              <a:t> classes (</a:t>
            </a:r>
            <a:r>
              <a:rPr lang="en-US" err="1">
                <a:ea typeface="+mj-lt"/>
                <a:cs typeface="+mj-lt"/>
              </a:rPr>
              <a:t>degrés</a:t>
            </a:r>
            <a:r>
              <a:rPr lang="en-US">
                <a:ea typeface="+mj-lt"/>
                <a:cs typeface="+mj-lt"/>
              </a:rPr>
              <a:t>) de </a:t>
            </a:r>
            <a:r>
              <a:rPr lang="en-US" err="1">
                <a:ea typeface="+mj-lt"/>
                <a:cs typeface="+mj-lt"/>
              </a:rPr>
              <a:t>plagiat</a:t>
            </a:r>
            <a:endParaRPr lang="en-US">
              <a:ea typeface="+mj-lt"/>
              <a:cs typeface="+mj-lt"/>
            </a:endParaRPr>
          </a:p>
          <a:p>
            <a:pPr marL="171450" indent="-171450">
              <a:buChar char="•"/>
            </a:pPr>
            <a:r>
              <a:rPr lang="en-US">
                <a:ea typeface="+mj-lt"/>
                <a:cs typeface="+mj-lt"/>
              </a:rPr>
              <a:t>Implementer des classifiers et </a:t>
            </a:r>
            <a:r>
              <a:rPr lang="en-US" err="1">
                <a:ea typeface="+mj-lt"/>
                <a:cs typeface="+mj-lt"/>
              </a:rPr>
              <a:t>featurizers</a:t>
            </a:r>
            <a:r>
              <a:rPr lang="en-US">
                <a:ea typeface="+mj-lt"/>
                <a:cs typeface="+mj-lt"/>
              </a:rPr>
              <a:t> </a:t>
            </a:r>
            <a:r>
              <a:rPr lang="en-US" err="1">
                <a:ea typeface="+mj-lt"/>
                <a:cs typeface="+mj-lt"/>
              </a:rPr>
              <a:t>moins</a:t>
            </a:r>
            <a:r>
              <a:rPr lang="en-US">
                <a:ea typeface="+mj-lt"/>
                <a:cs typeface="+mj-lt"/>
              </a:rPr>
              <a:t> naifs</a:t>
            </a:r>
          </a:p>
          <a:p>
            <a:pPr marL="171450" indent="-171450">
              <a:buChar char="•"/>
            </a:pPr>
            <a:r>
              <a:rPr lang="en-US">
                <a:ea typeface="+mj-lt"/>
                <a:cs typeface="+mj-lt"/>
              </a:rPr>
              <a:t>Tester sur </a:t>
            </a:r>
            <a:r>
              <a:rPr lang="en-US" err="1">
                <a:ea typeface="+mj-lt"/>
                <a:cs typeface="+mj-lt"/>
              </a:rPr>
              <a:t>d'autres</a:t>
            </a:r>
            <a:r>
              <a:rPr lang="en-US">
                <a:ea typeface="+mj-lt"/>
                <a:cs typeface="+mj-lt"/>
              </a:rPr>
              <a:t> corpus, </a:t>
            </a:r>
            <a:r>
              <a:rPr lang="en-US" err="1">
                <a:ea typeface="+mj-lt"/>
                <a:cs typeface="+mj-lt"/>
              </a:rPr>
              <a:t>langues</a:t>
            </a:r>
            <a:endParaRPr lang="en-US">
              <a:ea typeface="+mj-lt"/>
              <a:cs typeface="+mj-lt"/>
            </a:endParaRPr>
          </a:p>
          <a:p>
            <a:pPr marL="171450" indent="-171450">
              <a:buChar char="•"/>
            </a:pPr>
            <a:r>
              <a:rPr lang="en-US">
                <a:ea typeface="+mj-lt"/>
                <a:cs typeface="+mj-lt"/>
              </a:rPr>
              <a:t>Quelles </a:t>
            </a:r>
            <a:r>
              <a:rPr lang="en-US" err="1">
                <a:ea typeface="+mj-lt"/>
                <a:cs typeface="+mj-lt"/>
              </a:rPr>
              <a:t>autres</a:t>
            </a:r>
            <a:r>
              <a:rPr lang="en-US">
                <a:ea typeface="+mj-lt"/>
                <a:cs typeface="+mj-lt"/>
              </a:rPr>
              <a:t> </a:t>
            </a:r>
            <a:r>
              <a:rPr lang="en-US" err="1">
                <a:ea typeface="+mj-lt"/>
                <a:cs typeface="+mj-lt"/>
              </a:rPr>
              <a:t>métriques</a:t>
            </a:r>
            <a:r>
              <a:rPr lang="en-US">
                <a:ea typeface="+mj-lt"/>
                <a:cs typeface="+mj-lt"/>
              </a:rPr>
              <a:t> et angles </a:t>
            </a:r>
            <a:r>
              <a:rPr lang="en-US" err="1">
                <a:ea typeface="+mj-lt"/>
                <a:cs typeface="+mj-lt"/>
              </a:rPr>
              <a:t>d'expérimentation</a:t>
            </a:r>
            <a:r>
              <a:rPr lang="en-US">
                <a:ea typeface="+mj-lt"/>
                <a:cs typeface="+mj-lt"/>
              </a:rPr>
              <a:t> ?</a:t>
            </a:r>
          </a:p>
          <a:p>
            <a:pPr marL="171450" indent="-171450">
              <a:buChar char="•"/>
            </a:pPr>
            <a:r>
              <a:rPr lang="en-US" err="1">
                <a:ea typeface="Roboto"/>
                <a:cs typeface="Roboto"/>
              </a:rPr>
              <a:t>Mettre</a:t>
            </a:r>
            <a:r>
              <a:rPr lang="en-US">
                <a:ea typeface="Roboto"/>
                <a:cs typeface="Roboto"/>
              </a:rPr>
              <a:t> </a:t>
            </a:r>
            <a:r>
              <a:rPr lang="en-US" err="1">
                <a:ea typeface="Roboto"/>
                <a:cs typeface="Roboto"/>
              </a:rPr>
              <a:t>en</a:t>
            </a:r>
            <a:r>
              <a:rPr lang="en-US">
                <a:ea typeface="Roboto"/>
                <a:cs typeface="Roboto"/>
              </a:rPr>
              <a:t> place </a:t>
            </a:r>
            <a:r>
              <a:rPr lang="en-US" err="1">
                <a:ea typeface="Roboto"/>
                <a:cs typeface="Roboto"/>
              </a:rPr>
              <a:t>une</a:t>
            </a:r>
            <a:r>
              <a:rPr lang="en-US">
                <a:ea typeface="Roboto"/>
                <a:cs typeface="Roboto"/>
              </a:rPr>
              <a:t> interface </a:t>
            </a:r>
            <a:r>
              <a:rPr lang="en-US" err="1">
                <a:ea typeface="Roboto"/>
                <a:cs typeface="Roboto"/>
              </a:rPr>
              <a:t>facilitant</a:t>
            </a:r>
            <a:r>
              <a:rPr lang="en-US">
                <a:ea typeface="Roboto"/>
                <a:cs typeface="Roboto"/>
              </a:rPr>
              <a:t> </a:t>
            </a:r>
            <a:r>
              <a:rPr lang="en-US" err="1">
                <a:ea typeface="Roboto"/>
                <a:cs typeface="Roboto"/>
              </a:rPr>
              <a:t>l'utilisation</a:t>
            </a:r>
            <a:r>
              <a:rPr lang="en-US">
                <a:ea typeface="Roboto"/>
                <a:cs typeface="Roboto"/>
              </a:rPr>
              <a:t> des </a:t>
            </a:r>
            <a:r>
              <a:rPr lang="en-US" err="1">
                <a:ea typeface="Roboto"/>
                <a:cs typeface="Roboto"/>
              </a:rPr>
              <a:t>détecteurs</a:t>
            </a:r>
            <a:r>
              <a:rPr lang="en-US">
                <a:ea typeface="Roboto"/>
                <a:cs typeface="Roboto"/>
              </a:rPr>
              <a:t> et </a:t>
            </a:r>
            <a:r>
              <a:rPr lang="en-US" err="1">
                <a:ea typeface="Roboto"/>
                <a:cs typeface="Roboto"/>
              </a:rPr>
              <a:t>l'expérimentation</a:t>
            </a:r>
            <a:endParaRPr lang="en-US">
              <a:ea typeface="Roboto"/>
              <a:cs typeface="Roboto"/>
            </a:endParaRPr>
          </a:p>
          <a:p>
            <a:pPr marL="171450" indent="-171450">
              <a:buChar char="•"/>
            </a:pPr>
            <a:r>
              <a:rPr lang="en-US">
                <a:ea typeface="Roboto"/>
                <a:cs typeface="Roboto"/>
              </a:rPr>
              <a:t>De </a:t>
            </a:r>
            <a:r>
              <a:rPr lang="en-US" err="1">
                <a:ea typeface="Roboto"/>
                <a:cs typeface="Roboto"/>
              </a:rPr>
              <a:t>meilleurs</a:t>
            </a:r>
            <a:r>
              <a:rPr lang="en-US">
                <a:ea typeface="Roboto"/>
                <a:cs typeface="Roboto"/>
              </a:rPr>
              <a:t> temps </a:t>
            </a:r>
            <a:r>
              <a:rPr lang="en-US" err="1">
                <a:ea typeface="Roboto"/>
                <a:cs typeface="Roboto"/>
              </a:rPr>
              <a:t>d'exécution</a:t>
            </a:r>
            <a:endParaRPr lang="en-US" err="1">
              <a:cs typeface="Roboto"/>
            </a:endParaRP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t>CONCLUSION</a:t>
            </a:r>
          </a:p>
        </p:txBody>
      </p:sp>
      <p:sp>
        <p:nvSpPr>
          <p:cNvPr id="58" name="Freeform 6">
            <a:extLst>
              <a:ext uri="{FF2B5EF4-FFF2-40B4-BE49-F238E27FC236}">
                <a16:creationId xmlns:a16="http://schemas.microsoft.com/office/drawing/2014/main" id="{CFFB369C-E327-41E2-A0B2-94C02D0157F7}"/>
              </a:ext>
            </a:extLst>
          </p:cNvPr>
          <p:cNvSpPr>
            <a:spLocks noEditPoints="1"/>
          </p:cNvSpPr>
          <p:nvPr/>
        </p:nvSpPr>
        <p:spPr bwMode="auto">
          <a:xfrm>
            <a:off x="7950394" y="1282951"/>
            <a:ext cx="344870" cy="357536"/>
          </a:xfrm>
          <a:custGeom>
            <a:avLst/>
            <a:gdLst>
              <a:gd name="T0" fmla="*/ 1096 w 3186"/>
              <a:gd name="T1" fmla="*/ 376 h 3299"/>
              <a:gd name="T2" fmla="*/ 815 w 3186"/>
              <a:gd name="T3" fmla="*/ 495 h 3299"/>
              <a:gd name="T4" fmla="*/ 586 w 3186"/>
              <a:gd name="T5" fmla="*/ 692 h 3299"/>
              <a:gd name="T6" fmla="*/ 426 w 3186"/>
              <a:gd name="T7" fmla="*/ 949 h 3299"/>
              <a:gd name="T8" fmla="*/ 352 w 3186"/>
              <a:gd name="T9" fmla="*/ 1251 h 3299"/>
              <a:gd name="T10" fmla="*/ 376 w 3186"/>
              <a:gd name="T11" fmla="*/ 1568 h 3299"/>
              <a:gd name="T12" fmla="*/ 496 w 3186"/>
              <a:gd name="T13" fmla="*/ 1849 h 3299"/>
              <a:gd name="T14" fmla="*/ 692 w 3186"/>
              <a:gd name="T15" fmla="*/ 2079 h 3299"/>
              <a:gd name="T16" fmla="*/ 950 w 3186"/>
              <a:gd name="T17" fmla="*/ 2239 h 3299"/>
              <a:gd name="T18" fmla="*/ 1252 w 3186"/>
              <a:gd name="T19" fmla="*/ 2313 h 3299"/>
              <a:gd name="T20" fmla="*/ 1569 w 3186"/>
              <a:gd name="T21" fmla="*/ 2288 h 3299"/>
              <a:gd name="T22" fmla="*/ 1851 w 3186"/>
              <a:gd name="T23" fmla="*/ 2169 h 3299"/>
              <a:gd name="T24" fmla="*/ 2080 w 3186"/>
              <a:gd name="T25" fmla="*/ 1972 h 3299"/>
              <a:gd name="T26" fmla="*/ 2240 w 3186"/>
              <a:gd name="T27" fmla="*/ 1714 h 3299"/>
              <a:gd name="T28" fmla="*/ 2314 w 3186"/>
              <a:gd name="T29" fmla="*/ 1412 h 3299"/>
              <a:gd name="T30" fmla="*/ 2289 w 3186"/>
              <a:gd name="T31" fmla="*/ 1096 h 3299"/>
              <a:gd name="T32" fmla="*/ 2170 w 3186"/>
              <a:gd name="T33" fmla="*/ 813 h 3299"/>
              <a:gd name="T34" fmla="*/ 1973 w 3186"/>
              <a:gd name="T35" fmla="*/ 584 h 3299"/>
              <a:gd name="T36" fmla="*/ 1715 w 3186"/>
              <a:gd name="T37" fmla="*/ 425 h 3299"/>
              <a:gd name="T38" fmla="*/ 1413 w 3186"/>
              <a:gd name="T39" fmla="*/ 350 h 3299"/>
              <a:gd name="T40" fmla="*/ 1513 w 3186"/>
              <a:gd name="T41" fmla="*/ 12 h 3299"/>
              <a:gd name="T42" fmla="*/ 1851 w 3186"/>
              <a:gd name="T43" fmla="*/ 105 h 3299"/>
              <a:gd name="T44" fmla="*/ 2146 w 3186"/>
              <a:gd name="T45" fmla="*/ 278 h 3299"/>
              <a:gd name="T46" fmla="*/ 2388 w 3186"/>
              <a:gd name="T47" fmla="*/ 518 h 3299"/>
              <a:gd name="T48" fmla="*/ 2561 w 3186"/>
              <a:gd name="T49" fmla="*/ 813 h 3299"/>
              <a:gd name="T50" fmla="*/ 2653 w 3186"/>
              <a:gd name="T51" fmla="*/ 1151 h 3299"/>
              <a:gd name="T52" fmla="*/ 2655 w 3186"/>
              <a:gd name="T53" fmla="*/ 1502 h 3299"/>
              <a:gd name="T54" fmla="*/ 2570 w 3186"/>
              <a:gd name="T55" fmla="*/ 1827 h 3299"/>
              <a:gd name="T56" fmla="*/ 2405 w 3186"/>
              <a:gd name="T57" fmla="*/ 2122 h 3299"/>
              <a:gd name="T58" fmla="*/ 3173 w 3186"/>
              <a:gd name="T59" fmla="*/ 3056 h 3299"/>
              <a:gd name="T60" fmla="*/ 3180 w 3186"/>
              <a:gd name="T61" fmla="*/ 3172 h 3299"/>
              <a:gd name="T62" fmla="*/ 3113 w 3186"/>
              <a:gd name="T63" fmla="*/ 3267 h 3299"/>
              <a:gd name="T64" fmla="*/ 3013 w 3186"/>
              <a:gd name="T65" fmla="*/ 3299 h 3299"/>
              <a:gd name="T66" fmla="*/ 2909 w 3186"/>
              <a:gd name="T67" fmla="*/ 3264 h 3299"/>
              <a:gd name="T68" fmla="*/ 1957 w 3186"/>
              <a:gd name="T69" fmla="*/ 2508 h 3299"/>
              <a:gd name="T70" fmla="*/ 1655 w 3186"/>
              <a:gd name="T71" fmla="*/ 2625 h 3299"/>
              <a:gd name="T72" fmla="*/ 1333 w 3186"/>
              <a:gd name="T73" fmla="*/ 2664 h 3299"/>
              <a:gd name="T74" fmla="*/ 979 w 3186"/>
              <a:gd name="T75" fmla="*/ 2616 h 3299"/>
              <a:gd name="T76" fmla="*/ 661 w 3186"/>
              <a:gd name="T77" fmla="*/ 2481 h 3299"/>
              <a:gd name="T78" fmla="*/ 391 w 3186"/>
              <a:gd name="T79" fmla="*/ 2273 h 3299"/>
              <a:gd name="T80" fmla="*/ 183 w 3186"/>
              <a:gd name="T81" fmla="*/ 2003 h 3299"/>
              <a:gd name="T82" fmla="*/ 48 w 3186"/>
              <a:gd name="T83" fmla="*/ 1685 h 3299"/>
              <a:gd name="T84" fmla="*/ 0 w 3186"/>
              <a:gd name="T85" fmla="*/ 1332 h 3299"/>
              <a:gd name="T86" fmla="*/ 48 w 3186"/>
              <a:gd name="T87" fmla="*/ 978 h 3299"/>
              <a:gd name="T88" fmla="*/ 183 w 3186"/>
              <a:gd name="T89" fmla="*/ 660 h 3299"/>
              <a:gd name="T90" fmla="*/ 391 w 3186"/>
              <a:gd name="T91" fmla="*/ 391 h 3299"/>
              <a:gd name="T92" fmla="*/ 661 w 3186"/>
              <a:gd name="T93" fmla="*/ 182 h 3299"/>
              <a:gd name="T94" fmla="*/ 979 w 3186"/>
              <a:gd name="T95" fmla="*/ 47 h 3299"/>
              <a:gd name="T96" fmla="*/ 1333 w 3186"/>
              <a:gd name="T97" fmla="*/ 0 h 3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86" h="3299">
                <a:moveTo>
                  <a:pt x="1333" y="347"/>
                </a:moveTo>
                <a:lnTo>
                  <a:pt x="1252" y="350"/>
                </a:lnTo>
                <a:lnTo>
                  <a:pt x="1173" y="361"/>
                </a:lnTo>
                <a:lnTo>
                  <a:pt x="1096" y="376"/>
                </a:lnTo>
                <a:lnTo>
                  <a:pt x="1022" y="398"/>
                </a:lnTo>
                <a:lnTo>
                  <a:pt x="950" y="425"/>
                </a:lnTo>
                <a:lnTo>
                  <a:pt x="881" y="458"/>
                </a:lnTo>
                <a:lnTo>
                  <a:pt x="815" y="495"/>
                </a:lnTo>
                <a:lnTo>
                  <a:pt x="752" y="538"/>
                </a:lnTo>
                <a:lnTo>
                  <a:pt x="692" y="584"/>
                </a:lnTo>
                <a:lnTo>
                  <a:pt x="636" y="636"/>
                </a:lnTo>
                <a:lnTo>
                  <a:pt x="586" y="692"/>
                </a:lnTo>
                <a:lnTo>
                  <a:pt x="538" y="750"/>
                </a:lnTo>
                <a:lnTo>
                  <a:pt x="496" y="813"/>
                </a:lnTo>
                <a:lnTo>
                  <a:pt x="458" y="879"/>
                </a:lnTo>
                <a:lnTo>
                  <a:pt x="426" y="949"/>
                </a:lnTo>
                <a:lnTo>
                  <a:pt x="398" y="1021"/>
                </a:lnTo>
                <a:lnTo>
                  <a:pt x="376" y="1096"/>
                </a:lnTo>
                <a:lnTo>
                  <a:pt x="361" y="1172"/>
                </a:lnTo>
                <a:lnTo>
                  <a:pt x="352" y="1251"/>
                </a:lnTo>
                <a:lnTo>
                  <a:pt x="348" y="1332"/>
                </a:lnTo>
                <a:lnTo>
                  <a:pt x="352" y="1412"/>
                </a:lnTo>
                <a:lnTo>
                  <a:pt x="361" y="1492"/>
                </a:lnTo>
                <a:lnTo>
                  <a:pt x="376" y="1568"/>
                </a:lnTo>
                <a:lnTo>
                  <a:pt x="398" y="1642"/>
                </a:lnTo>
                <a:lnTo>
                  <a:pt x="426" y="1714"/>
                </a:lnTo>
                <a:lnTo>
                  <a:pt x="458" y="1783"/>
                </a:lnTo>
                <a:lnTo>
                  <a:pt x="496" y="1849"/>
                </a:lnTo>
                <a:lnTo>
                  <a:pt x="538" y="1912"/>
                </a:lnTo>
                <a:lnTo>
                  <a:pt x="586" y="1972"/>
                </a:lnTo>
                <a:lnTo>
                  <a:pt x="636" y="2028"/>
                </a:lnTo>
                <a:lnTo>
                  <a:pt x="692" y="2079"/>
                </a:lnTo>
                <a:lnTo>
                  <a:pt x="752" y="2126"/>
                </a:lnTo>
                <a:lnTo>
                  <a:pt x="815" y="2169"/>
                </a:lnTo>
                <a:lnTo>
                  <a:pt x="881" y="2206"/>
                </a:lnTo>
                <a:lnTo>
                  <a:pt x="950" y="2239"/>
                </a:lnTo>
                <a:lnTo>
                  <a:pt x="1022" y="2266"/>
                </a:lnTo>
                <a:lnTo>
                  <a:pt x="1096" y="2288"/>
                </a:lnTo>
                <a:lnTo>
                  <a:pt x="1173" y="2303"/>
                </a:lnTo>
                <a:lnTo>
                  <a:pt x="1252" y="2313"/>
                </a:lnTo>
                <a:lnTo>
                  <a:pt x="1333" y="2316"/>
                </a:lnTo>
                <a:lnTo>
                  <a:pt x="1413" y="2313"/>
                </a:lnTo>
                <a:lnTo>
                  <a:pt x="1492" y="2303"/>
                </a:lnTo>
                <a:lnTo>
                  <a:pt x="1569" y="2288"/>
                </a:lnTo>
                <a:lnTo>
                  <a:pt x="1644" y="2266"/>
                </a:lnTo>
                <a:lnTo>
                  <a:pt x="1715" y="2239"/>
                </a:lnTo>
                <a:lnTo>
                  <a:pt x="1785" y="2206"/>
                </a:lnTo>
                <a:lnTo>
                  <a:pt x="1851" y="2169"/>
                </a:lnTo>
                <a:lnTo>
                  <a:pt x="1914" y="2126"/>
                </a:lnTo>
                <a:lnTo>
                  <a:pt x="1973" y="2079"/>
                </a:lnTo>
                <a:lnTo>
                  <a:pt x="2029" y="2028"/>
                </a:lnTo>
                <a:lnTo>
                  <a:pt x="2080" y="1972"/>
                </a:lnTo>
                <a:lnTo>
                  <a:pt x="2128" y="1912"/>
                </a:lnTo>
                <a:lnTo>
                  <a:pt x="2170" y="1849"/>
                </a:lnTo>
                <a:lnTo>
                  <a:pt x="2207" y="1783"/>
                </a:lnTo>
                <a:lnTo>
                  <a:pt x="2240" y="1714"/>
                </a:lnTo>
                <a:lnTo>
                  <a:pt x="2267" y="1642"/>
                </a:lnTo>
                <a:lnTo>
                  <a:pt x="2289" y="1568"/>
                </a:lnTo>
                <a:lnTo>
                  <a:pt x="2305" y="1492"/>
                </a:lnTo>
                <a:lnTo>
                  <a:pt x="2314" y="1412"/>
                </a:lnTo>
                <a:lnTo>
                  <a:pt x="2318" y="1332"/>
                </a:lnTo>
                <a:lnTo>
                  <a:pt x="2314" y="1251"/>
                </a:lnTo>
                <a:lnTo>
                  <a:pt x="2305" y="1172"/>
                </a:lnTo>
                <a:lnTo>
                  <a:pt x="2289" y="1096"/>
                </a:lnTo>
                <a:lnTo>
                  <a:pt x="2267" y="1021"/>
                </a:lnTo>
                <a:lnTo>
                  <a:pt x="2240" y="949"/>
                </a:lnTo>
                <a:lnTo>
                  <a:pt x="2207" y="879"/>
                </a:lnTo>
                <a:lnTo>
                  <a:pt x="2170" y="813"/>
                </a:lnTo>
                <a:lnTo>
                  <a:pt x="2128" y="750"/>
                </a:lnTo>
                <a:lnTo>
                  <a:pt x="2080" y="692"/>
                </a:lnTo>
                <a:lnTo>
                  <a:pt x="2029" y="636"/>
                </a:lnTo>
                <a:lnTo>
                  <a:pt x="1973" y="584"/>
                </a:lnTo>
                <a:lnTo>
                  <a:pt x="1914" y="538"/>
                </a:lnTo>
                <a:lnTo>
                  <a:pt x="1851" y="495"/>
                </a:lnTo>
                <a:lnTo>
                  <a:pt x="1785" y="458"/>
                </a:lnTo>
                <a:lnTo>
                  <a:pt x="1715" y="425"/>
                </a:lnTo>
                <a:lnTo>
                  <a:pt x="1644" y="398"/>
                </a:lnTo>
                <a:lnTo>
                  <a:pt x="1569" y="376"/>
                </a:lnTo>
                <a:lnTo>
                  <a:pt x="1492" y="361"/>
                </a:lnTo>
                <a:lnTo>
                  <a:pt x="1413" y="350"/>
                </a:lnTo>
                <a:lnTo>
                  <a:pt x="1333" y="347"/>
                </a:lnTo>
                <a:close/>
                <a:moveTo>
                  <a:pt x="1333" y="0"/>
                </a:moveTo>
                <a:lnTo>
                  <a:pt x="1423" y="3"/>
                </a:lnTo>
                <a:lnTo>
                  <a:pt x="1513" y="12"/>
                </a:lnTo>
                <a:lnTo>
                  <a:pt x="1601" y="27"/>
                </a:lnTo>
                <a:lnTo>
                  <a:pt x="1686" y="47"/>
                </a:lnTo>
                <a:lnTo>
                  <a:pt x="1770" y="73"/>
                </a:lnTo>
                <a:lnTo>
                  <a:pt x="1851" y="105"/>
                </a:lnTo>
                <a:lnTo>
                  <a:pt x="1930" y="141"/>
                </a:lnTo>
                <a:lnTo>
                  <a:pt x="2005" y="182"/>
                </a:lnTo>
                <a:lnTo>
                  <a:pt x="2077" y="228"/>
                </a:lnTo>
                <a:lnTo>
                  <a:pt x="2146" y="278"/>
                </a:lnTo>
                <a:lnTo>
                  <a:pt x="2212" y="332"/>
                </a:lnTo>
                <a:lnTo>
                  <a:pt x="2274" y="391"/>
                </a:lnTo>
                <a:lnTo>
                  <a:pt x="2333" y="452"/>
                </a:lnTo>
                <a:lnTo>
                  <a:pt x="2388" y="518"/>
                </a:lnTo>
                <a:lnTo>
                  <a:pt x="2437" y="588"/>
                </a:lnTo>
                <a:lnTo>
                  <a:pt x="2484" y="660"/>
                </a:lnTo>
                <a:lnTo>
                  <a:pt x="2524" y="736"/>
                </a:lnTo>
                <a:lnTo>
                  <a:pt x="2561" y="813"/>
                </a:lnTo>
                <a:lnTo>
                  <a:pt x="2592" y="895"/>
                </a:lnTo>
                <a:lnTo>
                  <a:pt x="2618" y="978"/>
                </a:lnTo>
                <a:lnTo>
                  <a:pt x="2638" y="1064"/>
                </a:lnTo>
                <a:lnTo>
                  <a:pt x="2653" y="1151"/>
                </a:lnTo>
                <a:lnTo>
                  <a:pt x="2662" y="1241"/>
                </a:lnTo>
                <a:lnTo>
                  <a:pt x="2665" y="1332"/>
                </a:lnTo>
                <a:lnTo>
                  <a:pt x="2663" y="1417"/>
                </a:lnTo>
                <a:lnTo>
                  <a:pt x="2655" y="1502"/>
                </a:lnTo>
                <a:lnTo>
                  <a:pt x="2641" y="1585"/>
                </a:lnTo>
                <a:lnTo>
                  <a:pt x="2623" y="1667"/>
                </a:lnTo>
                <a:lnTo>
                  <a:pt x="2598" y="1748"/>
                </a:lnTo>
                <a:lnTo>
                  <a:pt x="2570" y="1827"/>
                </a:lnTo>
                <a:lnTo>
                  <a:pt x="2536" y="1904"/>
                </a:lnTo>
                <a:lnTo>
                  <a:pt x="2497" y="1979"/>
                </a:lnTo>
                <a:lnTo>
                  <a:pt x="2454" y="2051"/>
                </a:lnTo>
                <a:lnTo>
                  <a:pt x="2405" y="2122"/>
                </a:lnTo>
                <a:lnTo>
                  <a:pt x="2353" y="2189"/>
                </a:lnTo>
                <a:lnTo>
                  <a:pt x="3137" y="3004"/>
                </a:lnTo>
                <a:lnTo>
                  <a:pt x="3158" y="3029"/>
                </a:lnTo>
                <a:lnTo>
                  <a:pt x="3173" y="3056"/>
                </a:lnTo>
                <a:lnTo>
                  <a:pt x="3182" y="3084"/>
                </a:lnTo>
                <a:lnTo>
                  <a:pt x="3186" y="3113"/>
                </a:lnTo>
                <a:lnTo>
                  <a:pt x="3186" y="3143"/>
                </a:lnTo>
                <a:lnTo>
                  <a:pt x="3180" y="3172"/>
                </a:lnTo>
                <a:lnTo>
                  <a:pt x="3169" y="3200"/>
                </a:lnTo>
                <a:lnTo>
                  <a:pt x="3154" y="3227"/>
                </a:lnTo>
                <a:lnTo>
                  <a:pt x="3133" y="3250"/>
                </a:lnTo>
                <a:lnTo>
                  <a:pt x="3113" y="3267"/>
                </a:lnTo>
                <a:lnTo>
                  <a:pt x="3090" y="3280"/>
                </a:lnTo>
                <a:lnTo>
                  <a:pt x="3065" y="3291"/>
                </a:lnTo>
                <a:lnTo>
                  <a:pt x="3040" y="3297"/>
                </a:lnTo>
                <a:lnTo>
                  <a:pt x="3013" y="3299"/>
                </a:lnTo>
                <a:lnTo>
                  <a:pt x="2985" y="3297"/>
                </a:lnTo>
                <a:lnTo>
                  <a:pt x="2958" y="3290"/>
                </a:lnTo>
                <a:lnTo>
                  <a:pt x="2932" y="3279"/>
                </a:lnTo>
                <a:lnTo>
                  <a:pt x="2909" y="3264"/>
                </a:lnTo>
                <a:lnTo>
                  <a:pt x="2888" y="3245"/>
                </a:lnTo>
                <a:lnTo>
                  <a:pt x="2096" y="2423"/>
                </a:lnTo>
                <a:lnTo>
                  <a:pt x="2028" y="2468"/>
                </a:lnTo>
                <a:lnTo>
                  <a:pt x="1957" y="2508"/>
                </a:lnTo>
                <a:lnTo>
                  <a:pt x="1884" y="2544"/>
                </a:lnTo>
                <a:lnTo>
                  <a:pt x="1810" y="2576"/>
                </a:lnTo>
                <a:lnTo>
                  <a:pt x="1734" y="2602"/>
                </a:lnTo>
                <a:lnTo>
                  <a:pt x="1655" y="2625"/>
                </a:lnTo>
                <a:lnTo>
                  <a:pt x="1577" y="2641"/>
                </a:lnTo>
                <a:lnTo>
                  <a:pt x="1497" y="2653"/>
                </a:lnTo>
                <a:lnTo>
                  <a:pt x="1415" y="2661"/>
                </a:lnTo>
                <a:lnTo>
                  <a:pt x="1333" y="2664"/>
                </a:lnTo>
                <a:lnTo>
                  <a:pt x="1242" y="2661"/>
                </a:lnTo>
                <a:lnTo>
                  <a:pt x="1152" y="2651"/>
                </a:lnTo>
                <a:lnTo>
                  <a:pt x="1064" y="2637"/>
                </a:lnTo>
                <a:lnTo>
                  <a:pt x="979" y="2616"/>
                </a:lnTo>
                <a:lnTo>
                  <a:pt x="895" y="2590"/>
                </a:lnTo>
                <a:lnTo>
                  <a:pt x="815" y="2559"/>
                </a:lnTo>
                <a:lnTo>
                  <a:pt x="736" y="2523"/>
                </a:lnTo>
                <a:lnTo>
                  <a:pt x="661" y="2481"/>
                </a:lnTo>
                <a:lnTo>
                  <a:pt x="588" y="2436"/>
                </a:lnTo>
                <a:lnTo>
                  <a:pt x="519" y="2385"/>
                </a:lnTo>
                <a:lnTo>
                  <a:pt x="453" y="2332"/>
                </a:lnTo>
                <a:lnTo>
                  <a:pt x="391" y="2273"/>
                </a:lnTo>
                <a:lnTo>
                  <a:pt x="333" y="2211"/>
                </a:lnTo>
                <a:lnTo>
                  <a:pt x="278" y="2145"/>
                </a:lnTo>
                <a:lnTo>
                  <a:pt x="228" y="2076"/>
                </a:lnTo>
                <a:lnTo>
                  <a:pt x="183" y="2003"/>
                </a:lnTo>
                <a:lnTo>
                  <a:pt x="141" y="1928"/>
                </a:lnTo>
                <a:lnTo>
                  <a:pt x="105" y="1849"/>
                </a:lnTo>
                <a:lnTo>
                  <a:pt x="74" y="1769"/>
                </a:lnTo>
                <a:lnTo>
                  <a:pt x="48" y="1685"/>
                </a:lnTo>
                <a:lnTo>
                  <a:pt x="28" y="1600"/>
                </a:lnTo>
                <a:lnTo>
                  <a:pt x="12" y="1512"/>
                </a:lnTo>
                <a:lnTo>
                  <a:pt x="3" y="1423"/>
                </a:lnTo>
                <a:lnTo>
                  <a:pt x="0" y="1332"/>
                </a:lnTo>
                <a:lnTo>
                  <a:pt x="3" y="1241"/>
                </a:lnTo>
                <a:lnTo>
                  <a:pt x="12" y="1151"/>
                </a:lnTo>
                <a:lnTo>
                  <a:pt x="28" y="1064"/>
                </a:lnTo>
                <a:lnTo>
                  <a:pt x="48" y="978"/>
                </a:lnTo>
                <a:lnTo>
                  <a:pt x="74" y="895"/>
                </a:lnTo>
                <a:lnTo>
                  <a:pt x="105" y="813"/>
                </a:lnTo>
                <a:lnTo>
                  <a:pt x="141" y="736"/>
                </a:lnTo>
                <a:lnTo>
                  <a:pt x="183" y="660"/>
                </a:lnTo>
                <a:lnTo>
                  <a:pt x="228" y="588"/>
                </a:lnTo>
                <a:lnTo>
                  <a:pt x="278" y="518"/>
                </a:lnTo>
                <a:lnTo>
                  <a:pt x="333" y="452"/>
                </a:lnTo>
                <a:lnTo>
                  <a:pt x="391" y="391"/>
                </a:lnTo>
                <a:lnTo>
                  <a:pt x="453" y="332"/>
                </a:lnTo>
                <a:lnTo>
                  <a:pt x="519" y="278"/>
                </a:lnTo>
                <a:lnTo>
                  <a:pt x="588" y="228"/>
                </a:lnTo>
                <a:lnTo>
                  <a:pt x="661" y="182"/>
                </a:lnTo>
                <a:lnTo>
                  <a:pt x="736" y="141"/>
                </a:lnTo>
                <a:lnTo>
                  <a:pt x="815" y="105"/>
                </a:lnTo>
                <a:lnTo>
                  <a:pt x="895" y="73"/>
                </a:lnTo>
                <a:lnTo>
                  <a:pt x="979" y="47"/>
                </a:lnTo>
                <a:lnTo>
                  <a:pt x="1064" y="27"/>
                </a:lnTo>
                <a:lnTo>
                  <a:pt x="1152" y="12"/>
                </a:lnTo>
                <a:lnTo>
                  <a:pt x="1242" y="3"/>
                </a:lnTo>
                <a:lnTo>
                  <a:pt x="1333"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59" name="Group 58">
            <a:extLst>
              <a:ext uri="{FF2B5EF4-FFF2-40B4-BE49-F238E27FC236}">
                <a16:creationId xmlns:a16="http://schemas.microsoft.com/office/drawing/2014/main" id="{391E5F58-ADDF-4C70-97A3-3AB32EB4B4FE}"/>
              </a:ext>
            </a:extLst>
          </p:cNvPr>
          <p:cNvGrpSpPr/>
          <p:nvPr/>
        </p:nvGrpSpPr>
        <p:grpSpPr>
          <a:xfrm>
            <a:off x="5652915" y="1309237"/>
            <a:ext cx="406938" cy="304964"/>
            <a:chOff x="4932363" y="1844675"/>
            <a:chExt cx="2705100" cy="2027238"/>
          </a:xfrm>
          <a:solidFill>
            <a:schemeClr val="bg1"/>
          </a:solidFill>
        </p:grpSpPr>
        <p:sp>
          <p:nvSpPr>
            <p:cNvPr id="60" name="Freeform 23">
              <a:extLst>
                <a:ext uri="{FF2B5EF4-FFF2-40B4-BE49-F238E27FC236}">
                  <a16:creationId xmlns:a16="http://schemas.microsoft.com/office/drawing/2014/main" id="{A9808DB7-F415-4FFF-B642-429AA3799A39}"/>
                </a:ext>
              </a:extLst>
            </p:cNvPr>
            <p:cNvSpPr>
              <a:spLocks noEditPoints="1"/>
            </p:cNvSpPr>
            <p:nvPr/>
          </p:nvSpPr>
          <p:spPr bwMode="auto">
            <a:xfrm>
              <a:off x="4932363" y="1844675"/>
              <a:ext cx="2217737" cy="2027238"/>
            </a:xfrm>
            <a:custGeom>
              <a:avLst/>
              <a:gdLst>
                <a:gd name="T0" fmla="*/ 2556 w 2793"/>
                <a:gd name="T1" fmla="*/ 1224 h 2555"/>
                <a:gd name="T2" fmla="*/ 2621 w 2793"/>
                <a:gd name="T3" fmla="*/ 1105 h 2555"/>
                <a:gd name="T4" fmla="*/ 2598 w 2793"/>
                <a:gd name="T5" fmla="*/ 969 h 2555"/>
                <a:gd name="T6" fmla="*/ 2499 w 2793"/>
                <a:gd name="T7" fmla="*/ 878 h 2555"/>
                <a:gd name="T8" fmla="*/ 364 w 2793"/>
                <a:gd name="T9" fmla="*/ 687 h 2555"/>
                <a:gd name="T10" fmla="*/ 237 w 2793"/>
                <a:gd name="T11" fmla="*/ 785 h 2555"/>
                <a:gd name="T12" fmla="*/ 174 w 2793"/>
                <a:gd name="T13" fmla="*/ 936 h 2555"/>
                <a:gd name="T14" fmla="*/ 182 w 2793"/>
                <a:gd name="T15" fmla="*/ 1243 h 2555"/>
                <a:gd name="T16" fmla="*/ 264 w 2793"/>
                <a:gd name="T17" fmla="*/ 1383 h 2555"/>
                <a:gd name="T18" fmla="*/ 403 w 2793"/>
                <a:gd name="T19" fmla="*/ 1464 h 2555"/>
                <a:gd name="T20" fmla="*/ 785 w 2793"/>
                <a:gd name="T21" fmla="*/ 662 h 2555"/>
                <a:gd name="T22" fmla="*/ 2164 w 2793"/>
                <a:gd name="T23" fmla="*/ 346 h 2555"/>
                <a:gd name="T24" fmla="*/ 1871 w 2793"/>
                <a:gd name="T25" fmla="*/ 497 h 2555"/>
                <a:gd name="T26" fmla="*/ 1624 w 2793"/>
                <a:gd name="T27" fmla="*/ 591 h 2555"/>
                <a:gd name="T28" fmla="*/ 1416 w 2793"/>
                <a:gd name="T29" fmla="*/ 641 h 2555"/>
                <a:gd name="T30" fmla="*/ 1241 w 2793"/>
                <a:gd name="T31" fmla="*/ 660 h 2555"/>
                <a:gd name="T32" fmla="*/ 955 w 2793"/>
                <a:gd name="T33" fmla="*/ 1476 h 2555"/>
                <a:gd name="T34" fmla="*/ 1433 w 2793"/>
                <a:gd name="T35" fmla="*/ 1491 h 2555"/>
                <a:gd name="T36" fmla="*/ 1739 w 2793"/>
                <a:gd name="T37" fmla="*/ 1550 h 2555"/>
                <a:gd name="T38" fmla="*/ 1989 w 2793"/>
                <a:gd name="T39" fmla="*/ 1640 h 2555"/>
                <a:gd name="T40" fmla="*/ 2184 w 2793"/>
                <a:gd name="T41" fmla="*/ 1744 h 2555"/>
                <a:gd name="T42" fmla="*/ 2328 w 2793"/>
                <a:gd name="T43" fmla="*/ 1848 h 2555"/>
                <a:gd name="T44" fmla="*/ 2453 w 2793"/>
                <a:gd name="T45" fmla="*/ 9 h 2555"/>
                <a:gd name="T46" fmla="*/ 2497 w 2793"/>
                <a:gd name="T47" fmla="*/ 66 h 2555"/>
                <a:gd name="T48" fmla="*/ 2586 w 2793"/>
                <a:gd name="T49" fmla="*/ 730 h 2555"/>
                <a:gd name="T50" fmla="*/ 2724 w 2793"/>
                <a:gd name="T51" fmla="*/ 849 h 2555"/>
                <a:gd name="T52" fmla="*/ 2791 w 2793"/>
                <a:gd name="T53" fmla="*/ 1021 h 2555"/>
                <a:gd name="T54" fmla="*/ 2767 w 2793"/>
                <a:gd name="T55" fmla="*/ 1209 h 2555"/>
                <a:gd name="T56" fmla="*/ 2662 w 2793"/>
                <a:gd name="T57" fmla="*/ 1357 h 2555"/>
                <a:gd name="T58" fmla="*/ 2499 w 2793"/>
                <a:gd name="T59" fmla="*/ 1441 h 2555"/>
                <a:gd name="T60" fmla="*/ 2476 w 2793"/>
                <a:gd name="T61" fmla="*/ 2112 h 2555"/>
                <a:gd name="T62" fmla="*/ 2414 w 2793"/>
                <a:gd name="T63" fmla="*/ 2139 h 2555"/>
                <a:gd name="T64" fmla="*/ 2346 w 2793"/>
                <a:gd name="T65" fmla="*/ 2103 h 2555"/>
                <a:gd name="T66" fmla="*/ 2315 w 2793"/>
                <a:gd name="T67" fmla="*/ 2068 h 2555"/>
                <a:gd name="T68" fmla="*/ 2234 w 2793"/>
                <a:gd name="T69" fmla="*/ 1992 h 2555"/>
                <a:gd name="T70" fmla="*/ 2102 w 2793"/>
                <a:gd name="T71" fmla="*/ 1893 h 2555"/>
                <a:gd name="T72" fmla="*/ 1912 w 2793"/>
                <a:gd name="T73" fmla="*/ 1792 h 2555"/>
                <a:gd name="T74" fmla="*/ 1662 w 2793"/>
                <a:gd name="T75" fmla="*/ 1706 h 2555"/>
                <a:gd name="T76" fmla="*/ 1347 w 2793"/>
                <a:gd name="T77" fmla="*/ 1653 h 2555"/>
                <a:gd name="T78" fmla="*/ 1325 w 2793"/>
                <a:gd name="T79" fmla="*/ 2437 h 2555"/>
                <a:gd name="T80" fmla="*/ 1320 w 2793"/>
                <a:gd name="T81" fmla="*/ 2511 h 2555"/>
                <a:gd name="T82" fmla="*/ 1262 w 2793"/>
                <a:gd name="T83" fmla="*/ 2554 h 2555"/>
                <a:gd name="T84" fmla="*/ 1190 w 2793"/>
                <a:gd name="T85" fmla="*/ 2535 h 2555"/>
                <a:gd name="T86" fmla="*/ 487 w 2793"/>
                <a:gd name="T87" fmla="*/ 1646 h 2555"/>
                <a:gd name="T88" fmla="*/ 273 w 2793"/>
                <a:gd name="T89" fmla="*/ 1596 h 2555"/>
                <a:gd name="T90" fmla="*/ 107 w 2793"/>
                <a:gd name="T91" fmla="*/ 1463 h 2555"/>
                <a:gd name="T92" fmla="*/ 12 w 2793"/>
                <a:gd name="T93" fmla="*/ 1271 h 2555"/>
                <a:gd name="T94" fmla="*/ 3 w 2793"/>
                <a:gd name="T95" fmla="*/ 922 h 2555"/>
                <a:gd name="T96" fmla="*/ 75 w 2793"/>
                <a:gd name="T97" fmla="*/ 718 h 2555"/>
                <a:gd name="T98" fmla="*/ 226 w 2793"/>
                <a:gd name="T99" fmla="*/ 568 h 2555"/>
                <a:gd name="T100" fmla="*/ 431 w 2793"/>
                <a:gd name="T101" fmla="*/ 495 h 2555"/>
                <a:gd name="T102" fmla="*/ 1234 w 2793"/>
                <a:gd name="T103" fmla="*/ 490 h 2555"/>
                <a:gd name="T104" fmla="*/ 1388 w 2793"/>
                <a:gd name="T105" fmla="*/ 473 h 2555"/>
                <a:gd name="T106" fmla="*/ 1574 w 2793"/>
                <a:gd name="T107" fmla="*/ 429 h 2555"/>
                <a:gd name="T108" fmla="*/ 1794 w 2793"/>
                <a:gd name="T109" fmla="*/ 345 h 2555"/>
                <a:gd name="T110" fmla="*/ 2056 w 2793"/>
                <a:gd name="T111" fmla="*/ 211 h 2555"/>
                <a:gd name="T112" fmla="*/ 2364 w 2793"/>
                <a:gd name="T113" fmla="*/ 15 h 2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3" h="2555">
                  <a:moveTo>
                    <a:pt x="2499" y="878"/>
                  </a:moveTo>
                  <a:lnTo>
                    <a:pt x="2499" y="1261"/>
                  </a:lnTo>
                  <a:lnTo>
                    <a:pt x="2530" y="1244"/>
                  </a:lnTo>
                  <a:lnTo>
                    <a:pt x="2556" y="1224"/>
                  </a:lnTo>
                  <a:lnTo>
                    <a:pt x="2579" y="1199"/>
                  </a:lnTo>
                  <a:lnTo>
                    <a:pt x="2598" y="1170"/>
                  </a:lnTo>
                  <a:lnTo>
                    <a:pt x="2612" y="1139"/>
                  </a:lnTo>
                  <a:lnTo>
                    <a:pt x="2621" y="1105"/>
                  </a:lnTo>
                  <a:lnTo>
                    <a:pt x="2624" y="1070"/>
                  </a:lnTo>
                  <a:lnTo>
                    <a:pt x="2621" y="1034"/>
                  </a:lnTo>
                  <a:lnTo>
                    <a:pt x="2612" y="1000"/>
                  </a:lnTo>
                  <a:lnTo>
                    <a:pt x="2598" y="969"/>
                  </a:lnTo>
                  <a:lnTo>
                    <a:pt x="2579" y="940"/>
                  </a:lnTo>
                  <a:lnTo>
                    <a:pt x="2556" y="915"/>
                  </a:lnTo>
                  <a:lnTo>
                    <a:pt x="2530" y="894"/>
                  </a:lnTo>
                  <a:lnTo>
                    <a:pt x="2499" y="878"/>
                  </a:lnTo>
                  <a:close/>
                  <a:moveTo>
                    <a:pt x="487" y="662"/>
                  </a:moveTo>
                  <a:lnTo>
                    <a:pt x="444" y="665"/>
                  </a:lnTo>
                  <a:lnTo>
                    <a:pt x="403" y="673"/>
                  </a:lnTo>
                  <a:lnTo>
                    <a:pt x="364" y="687"/>
                  </a:lnTo>
                  <a:lnTo>
                    <a:pt x="328" y="705"/>
                  </a:lnTo>
                  <a:lnTo>
                    <a:pt x="293" y="728"/>
                  </a:lnTo>
                  <a:lnTo>
                    <a:pt x="264" y="755"/>
                  </a:lnTo>
                  <a:lnTo>
                    <a:pt x="237" y="785"/>
                  </a:lnTo>
                  <a:lnTo>
                    <a:pt x="214" y="819"/>
                  </a:lnTo>
                  <a:lnTo>
                    <a:pt x="195" y="855"/>
                  </a:lnTo>
                  <a:lnTo>
                    <a:pt x="182" y="894"/>
                  </a:lnTo>
                  <a:lnTo>
                    <a:pt x="174" y="936"/>
                  </a:lnTo>
                  <a:lnTo>
                    <a:pt x="171" y="979"/>
                  </a:lnTo>
                  <a:lnTo>
                    <a:pt x="171" y="1160"/>
                  </a:lnTo>
                  <a:lnTo>
                    <a:pt x="174" y="1202"/>
                  </a:lnTo>
                  <a:lnTo>
                    <a:pt x="182" y="1243"/>
                  </a:lnTo>
                  <a:lnTo>
                    <a:pt x="195" y="1283"/>
                  </a:lnTo>
                  <a:lnTo>
                    <a:pt x="214" y="1319"/>
                  </a:lnTo>
                  <a:lnTo>
                    <a:pt x="237" y="1353"/>
                  </a:lnTo>
                  <a:lnTo>
                    <a:pt x="264" y="1383"/>
                  </a:lnTo>
                  <a:lnTo>
                    <a:pt x="293" y="1410"/>
                  </a:lnTo>
                  <a:lnTo>
                    <a:pt x="328" y="1432"/>
                  </a:lnTo>
                  <a:lnTo>
                    <a:pt x="364" y="1451"/>
                  </a:lnTo>
                  <a:lnTo>
                    <a:pt x="403" y="1464"/>
                  </a:lnTo>
                  <a:lnTo>
                    <a:pt x="444" y="1473"/>
                  </a:lnTo>
                  <a:lnTo>
                    <a:pt x="487" y="1476"/>
                  </a:lnTo>
                  <a:lnTo>
                    <a:pt x="785" y="1476"/>
                  </a:lnTo>
                  <a:lnTo>
                    <a:pt x="785" y="662"/>
                  </a:lnTo>
                  <a:lnTo>
                    <a:pt x="487" y="662"/>
                  </a:lnTo>
                  <a:close/>
                  <a:moveTo>
                    <a:pt x="2328" y="245"/>
                  </a:moveTo>
                  <a:lnTo>
                    <a:pt x="2244" y="297"/>
                  </a:lnTo>
                  <a:lnTo>
                    <a:pt x="2164" y="346"/>
                  </a:lnTo>
                  <a:lnTo>
                    <a:pt x="2086" y="389"/>
                  </a:lnTo>
                  <a:lnTo>
                    <a:pt x="2012" y="430"/>
                  </a:lnTo>
                  <a:lnTo>
                    <a:pt x="1941" y="465"/>
                  </a:lnTo>
                  <a:lnTo>
                    <a:pt x="1871" y="497"/>
                  </a:lnTo>
                  <a:lnTo>
                    <a:pt x="1805" y="526"/>
                  </a:lnTo>
                  <a:lnTo>
                    <a:pt x="1742" y="550"/>
                  </a:lnTo>
                  <a:lnTo>
                    <a:pt x="1682" y="572"/>
                  </a:lnTo>
                  <a:lnTo>
                    <a:pt x="1624" y="591"/>
                  </a:lnTo>
                  <a:lnTo>
                    <a:pt x="1569" y="607"/>
                  </a:lnTo>
                  <a:lnTo>
                    <a:pt x="1516" y="621"/>
                  </a:lnTo>
                  <a:lnTo>
                    <a:pt x="1464" y="632"/>
                  </a:lnTo>
                  <a:lnTo>
                    <a:pt x="1416" y="641"/>
                  </a:lnTo>
                  <a:lnTo>
                    <a:pt x="1369" y="648"/>
                  </a:lnTo>
                  <a:lnTo>
                    <a:pt x="1325" y="654"/>
                  </a:lnTo>
                  <a:lnTo>
                    <a:pt x="1282" y="658"/>
                  </a:lnTo>
                  <a:lnTo>
                    <a:pt x="1241" y="660"/>
                  </a:lnTo>
                  <a:lnTo>
                    <a:pt x="1203" y="662"/>
                  </a:lnTo>
                  <a:lnTo>
                    <a:pt x="1165" y="662"/>
                  </a:lnTo>
                  <a:lnTo>
                    <a:pt x="955" y="662"/>
                  </a:lnTo>
                  <a:lnTo>
                    <a:pt x="955" y="1476"/>
                  </a:lnTo>
                  <a:lnTo>
                    <a:pt x="1165" y="1476"/>
                  </a:lnTo>
                  <a:lnTo>
                    <a:pt x="1259" y="1478"/>
                  </a:lnTo>
                  <a:lnTo>
                    <a:pt x="1347" y="1483"/>
                  </a:lnTo>
                  <a:lnTo>
                    <a:pt x="1433" y="1491"/>
                  </a:lnTo>
                  <a:lnTo>
                    <a:pt x="1515" y="1502"/>
                  </a:lnTo>
                  <a:lnTo>
                    <a:pt x="1593" y="1516"/>
                  </a:lnTo>
                  <a:lnTo>
                    <a:pt x="1669" y="1531"/>
                  </a:lnTo>
                  <a:lnTo>
                    <a:pt x="1739" y="1550"/>
                  </a:lnTo>
                  <a:lnTo>
                    <a:pt x="1807" y="1571"/>
                  </a:lnTo>
                  <a:lnTo>
                    <a:pt x="1871" y="1592"/>
                  </a:lnTo>
                  <a:lnTo>
                    <a:pt x="1931" y="1615"/>
                  </a:lnTo>
                  <a:lnTo>
                    <a:pt x="1989" y="1640"/>
                  </a:lnTo>
                  <a:lnTo>
                    <a:pt x="2043" y="1666"/>
                  </a:lnTo>
                  <a:lnTo>
                    <a:pt x="2094" y="1691"/>
                  </a:lnTo>
                  <a:lnTo>
                    <a:pt x="2140" y="1718"/>
                  </a:lnTo>
                  <a:lnTo>
                    <a:pt x="2184" y="1744"/>
                  </a:lnTo>
                  <a:lnTo>
                    <a:pt x="2225" y="1771"/>
                  </a:lnTo>
                  <a:lnTo>
                    <a:pt x="2263" y="1798"/>
                  </a:lnTo>
                  <a:lnTo>
                    <a:pt x="2297" y="1824"/>
                  </a:lnTo>
                  <a:lnTo>
                    <a:pt x="2328" y="1848"/>
                  </a:lnTo>
                  <a:lnTo>
                    <a:pt x="2328" y="245"/>
                  </a:lnTo>
                  <a:close/>
                  <a:moveTo>
                    <a:pt x="2418" y="0"/>
                  </a:moveTo>
                  <a:lnTo>
                    <a:pt x="2436" y="3"/>
                  </a:lnTo>
                  <a:lnTo>
                    <a:pt x="2453" y="9"/>
                  </a:lnTo>
                  <a:lnTo>
                    <a:pt x="2469" y="20"/>
                  </a:lnTo>
                  <a:lnTo>
                    <a:pt x="2482" y="33"/>
                  </a:lnTo>
                  <a:lnTo>
                    <a:pt x="2491" y="49"/>
                  </a:lnTo>
                  <a:lnTo>
                    <a:pt x="2497" y="66"/>
                  </a:lnTo>
                  <a:lnTo>
                    <a:pt x="2499" y="85"/>
                  </a:lnTo>
                  <a:lnTo>
                    <a:pt x="2499" y="699"/>
                  </a:lnTo>
                  <a:lnTo>
                    <a:pt x="2544" y="713"/>
                  </a:lnTo>
                  <a:lnTo>
                    <a:pt x="2586" y="730"/>
                  </a:lnTo>
                  <a:lnTo>
                    <a:pt x="2626" y="754"/>
                  </a:lnTo>
                  <a:lnTo>
                    <a:pt x="2663" y="782"/>
                  </a:lnTo>
                  <a:lnTo>
                    <a:pt x="2695" y="814"/>
                  </a:lnTo>
                  <a:lnTo>
                    <a:pt x="2724" y="849"/>
                  </a:lnTo>
                  <a:lnTo>
                    <a:pt x="2749" y="888"/>
                  </a:lnTo>
                  <a:lnTo>
                    <a:pt x="2767" y="929"/>
                  </a:lnTo>
                  <a:lnTo>
                    <a:pt x="2782" y="975"/>
                  </a:lnTo>
                  <a:lnTo>
                    <a:pt x="2791" y="1021"/>
                  </a:lnTo>
                  <a:lnTo>
                    <a:pt x="2793" y="1070"/>
                  </a:lnTo>
                  <a:lnTo>
                    <a:pt x="2790" y="1118"/>
                  </a:lnTo>
                  <a:lnTo>
                    <a:pt x="2782" y="1165"/>
                  </a:lnTo>
                  <a:lnTo>
                    <a:pt x="2767" y="1209"/>
                  </a:lnTo>
                  <a:lnTo>
                    <a:pt x="2748" y="1251"/>
                  </a:lnTo>
                  <a:lnTo>
                    <a:pt x="2723" y="1290"/>
                  </a:lnTo>
                  <a:lnTo>
                    <a:pt x="2695" y="1326"/>
                  </a:lnTo>
                  <a:lnTo>
                    <a:pt x="2662" y="1357"/>
                  </a:lnTo>
                  <a:lnTo>
                    <a:pt x="2626" y="1385"/>
                  </a:lnTo>
                  <a:lnTo>
                    <a:pt x="2585" y="1408"/>
                  </a:lnTo>
                  <a:lnTo>
                    <a:pt x="2543" y="1427"/>
                  </a:lnTo>
                  <a:lnTo>
                    <a:pt x="2499" y="1441"/>
                  </a:lnTo>
                  <a:lnTo>
                    <a:pt x="2499" y="2054"/>
                  </a:lnTo>
                  <a:lnTo>
                    <a:pt x="2496" y="2075"/>
                  </a:lnTo>
                  <a:lnTo>
                    <a:pt x="2488" y="2094"/>
                  </a:lnTo>
                  <a:lnTo>
                    <a:pt x="2476" y="2112"/>
                  </a:lnTo>
                  <a:lnTo>
                    <a:pt x="2459" y="2125"/>
                  </a:lnTo>
                  <a:lnTo>
                    <a:pt x="2440" y="2134"/>
                  </a:lnTo>
                  <a:lnTo>
                    <a:pt x="2427" y="2138"/>
                  </a:lnTo>
                  <a:lnTo>
                    <a:pt x="2414" y="2139"/>
                  </a:lnTo>
                  <a:lnTo>
                    <a:pt x="2394" y="2136"/>
                  </a:lnTo>
                  <a:lnTo>
                    <a:pt x="2376" y="2129"/>
                  </a:lnTo>
                  <a:lnTo>
                    <a:pt x="2359" y="2119"/>
                  </a:lnTo>
                  <a:lnTo>
                    <a:pt x="2346" y="2103"/>
                  </a:lnTo>
                  <a:lnTo>
                    <a:pt x="2343" y="2099"/>
                  </a:lnTo>
                  <a:lnTo>
                    <a:pt x="2336" y="2092"/>
                  </a:lnTo>
                  <a:lnTo>
                    <a:pt x="2327" y="2082"/>
                  </a:lnTo>
                  <a:lnTo>
                    <a:pt x="2315" y="2068"/>
                  </a:lnTo>
                  <a:lnTo>
                    <a:pt x="2299" y="2052"/>
                  </a:lnTo>
                  <a:lnTo>
                    <a:pt x="2281" y="2033"/>
                  </a:lnTo>
                  <a:lnTo>
                    <a:pt x="2260" y="2014"/>
                  </a:lnTo>
                  <a:lnTo>
                    <a:pt x="2234" y="1992"/>
                  </a:lnTo>
                  <a:lnTo>
                    <a:pt x="2206" y="1968"/>
                  </a:lnTo>
                  <a:lnTo>
                    <a:pt x="2175" y="1943"/>
                  </a:lnTo>
                  <a:lnTo>
                    <a:pt x="2140" y="1919"/>
                  </a:lnTo>
                  <a:lnTo>
                    <a:pt x="2102" y="1893"/>
                  </a:lnTo>
                  <a:lnTo>
                    <a:pt x="2059" y="1867"/>
                  </a:lnTo>
                  <a:lnTo>
                    <a:pt x="2014" y="1841"/>
                  </a:lnTo>
                  <a:lnTo>
                    <a:pt x="1964" y="1816"/>
                  </a:lnTo>
                  <a:lnTo>
                    <a:pt x="1912" y="1792"/>
                  </a:lnTo>
                  <a:lnTo>
                    <a:pt x="1855" y="1768"/>
                  </a:lnTo>
                  <a:lnTo>
                    <a:pt x="1794" y="1745"/>
                  </a:lnTo>
                  <a:lnTo>
                    <a:pt x="1730" y="1724"/>
                  </a:lnTo>
                  <a:lnTo>
                    <a:pt x="1662" y="1706"/>
                  </a:lnTo>
                  <a:lnTo>
                    <a:pt x="1589" y="1688"/>
                  </a:lnTo>
                  <a:lnTo>
                    <a:pt x="1513" y="1674"/>
                  </a:lnTo>
                  <a:lnTo>
                    <a:pt x="1432" y="1663"/>
                  </a:lnTo>
                  <a:lnTo>
                    <a:pt x="1347" y="1653"/>
                  </a:lnTo>
                  <a:lnTo>
                    <a:pt x="1259" y="1648"/>
                  </a:lnTo>
                  <a:lnTo>
                    <a:pt x="1165" y="1646"/>
                  </a:lnTo>
                  <a:lnTo>
                    <a:pt x="997" y="1646"/>
                  </a:lnTo>
                  <a:lnTo>
                    <a:pt x="1325" y="2437"/>
                  </a:lnTo>
                  <a:lnTo>
                    <a:pt x="1330" y="2457"/>
                  </a:lnTo>
                  <a:lnTo>
                    <a:pt x="1330" y="2475"/>
                  </a:lnTo>
                  <a:lnTo>
                    <a:pt x="1327" y="2494"/>
                  </a:lnTo>
                  <a:lnTo>
                    <a:pt x="1320" y="2511"/>
                  </a:lnTo>
                  <a:lnTo>
                    <a:pt x="1309" y="2527"/>
                  </a:lnTo>
                  <a:lnTo>
                    <a:pt x="1295" y="2539"/>
                  </a:lnTo>
                  <a:lnTo>
                    <a:pt x="1277" y="2549"/>
                  </a:lnTo>
                  <a:lnTo>
                    <a:pt x="1262" y="2554"/>
                  </a:lnTo>
                  <a:lnTo>
                    <a:pt x="1245" y="2555"/>
                  </a:lnTo>
                  <a:lnTo>
                    <a:pt x="1226" y="2553"/>
                  </a:lnTo>
                  <a:lnTo>
                    <a:pt x="1207" y="2545"/>
                  </a:lnTo>
                  <a:lnTo>
                    <a:pt x="1190" y="2535"/>
                  </a:lnTo>
                  <a:lnTo>
                    <a:pt x="1176" y="2521"/>
                  </a:lnTo>
                  <a:lnTo>
                    <a:pt x="1167" y="2502"/>
                  </a:lnTo>
                  <a:lnTo>
                    <a:pt x="813" y="1646"/>
                  </a:lnTo>
                  <a:lnTo>
                    <a:pt x="487" y="1646"/>
                  </a:lnTo>
                  <a:lnTo>
                    <a:pt x="431" y="1643"/>
                  </a:lnTo>
                  <a:lnTo>
                    <a:pt x="375" y="1634"/>
                  </a:lnTo>
                  <a:lnTo>
                    <a:pt x="323" y="1618"/>
                  </a:lnTo>
                  <a:lnTo>
                    <a:pt x="273" y="1596"/>
                  </a:lnTo>
                  <a:lnTo>
                    <a:pt x="226" y="1571"/>
                  </a:lnTo>
                  <a:lnTo>
                    <a:pt x="183" y="1539"/>
                  </a:lnTo>
                  <a:lnTo>
                    <a:pt x="143" y="1503"/>
                  </a:lnTo>
                  <a:lnTo>
                    <a:pt x="107" y="1463"/>
                  </a:lnTo>
                  <a:lnTo>
                    <a:pt x="75" y="1420"/>
                  </a:lnTo>
                  <a:lnTo>
                    <a:pt x="50" y="1373"/>
                  </a:lnTo>
                  <a:lnTo>
                    <a:pt x="29" y="1323"/>
                  </a:lnTo>
                  <a:lnTo>
                    <a:pt x="12" y="1271"/>
                  </a:lnTo>
                  <a:lnTo>
                    <a:pt x="3" y="1216"/>
                  </a:lnTo>
                  <a:lnTo>
                    <a:pt x="0" y="1160"/>
                  </a:lnTo>
                  <a:lnTo>
                    <a:pt x="0" y="979"/>
                  </a:lnTo>
                  <a:lnTo>
                    <a:pt x="3" y="922"/>
                  </a:lnTo>
                  <a:lnTo>
                    <a:pt x="12" y="867"/>
                  </a:lnTo>
                  <a:lnTo>
                    <a:pt x="29" y="815"/>
                  </a:lnTo>
                  <a:lnTo>
                    <a:pt x="50" y="764"/>
                  </a:lnTo>
                  <a:lnTo>
                    <a:pt x="75" y="718"/>
                  </a:lnTo>
                  <a:lnTo>
                    <a:pt x="107" y="674"/>
                  </a:lnTo>
                  <a:lnTo>
                    <a:pt x="143" y="634"/>
                  </a:lnTo>
                  <a:lnTo>
                    <a:pt x="183" y="599"/>
                  </a:lnTo>
                  <a:lnTo>
                    <a:pt x="226" y="568"/>
                  </a:lnTo>
                  <a:lnTo>
                    <a:pt x="273" y="541"/>
                  </a:lnTo>
                  <a:lnTo>
                    <a:pt x="323" y="520"/>
                  </a:lnTo>
                  <a:lnTo>
                    <a:pt x="375" y="505"/>
                  </a:lnTo>
                  <a:lnTo>
                    <a:pt x="431" y="495"/>
                  </a:lnTo>
                  <a:lnTo>
                    <a:pt x="487" y="492"/>
                  </a:lnTo>
                  <a:lnTo>
                    <a:pt x="1166" y="492"/>
                  </a:lnTo>
                  <a:lnTo>
                    <a:pt x="1199" y="492"/>
                  </a:lnTo>
                  <a:lnTo>
                    <a:pt x="1234" y="490"/>
                  </a:lnTo>
                  <a:lnTo>
                    <a:pt x="1269" y="487"/>
                  </a:lnTo>
                  <a:lnTo>
                    <a:pt x="1307" y="484"/>
                  </a:lnTo>
                  <a:lnTo>
                    <a:pt x="1346" y="479"/>
                  </a:lnTo>
                  <a:lnTo>
                    <a:pt x="1388" y="473"/>
                  </a:lnTo>
                  <a:lnTo>
                    <a:pt x="1431" y="465"/>
                  </a:lnTo>
                  <a:lnTo>
                    <a:pt x="1477" y="455"/>
                  </a:lnTo>
                  <a:lnTo>
                    <a:pt x="1524" y="443"/>
                  </a:lnTo>
                  <a:lnTo>
                    <a:pt x="1574" y="429"/>
                  </a:lnTo>
                  <a:lnTo>
                    <a:pt x="1625" y="412"/>
                  </a:lnTo>
                  <a:lnTo>
                    <a:pt x="1679" y="392"/>
                  </a:lnTo>
                  <a:lnTo>
                    <a:pt x="1735" y="370"/>
                  </a:lnTo>
                  <a:lnTo>
                    <a:pt x="1794" y="345"/>
                  </a:lnTo>
                  <a:lnTo>
                    <a:pt x="1856" y="317"/>
                  </a:lnTo>
                  <a:lnTo>
                    <a:pt x="1920" y="285"/>
                  </a:lnTo>
                  <a:lnTo>
                    <a:pt x="1987" y="250"/>
                  </a:lnTo>
                  <a:lnTo>
                    <a:pt x="2056" y="211"/>
                  </a:lnTo>
                  <a:lnTo>
                    <a:pt x="2129" y="168"/>
                  </a:lnTo>
                  <a:lnTo>
                    <a:pt x="2204" y="122"/>
                  </a:lnTo>
                  <a:lnTo>
                    <a:pt x="2283" y="70"/>
                  </a:lnTo>
                  <a:lnTo>
                    <a:pt x="2364" y="15"/>
                  </a:lnTo>
                  <a:lnTo>
                    <a:pt x="2382" y="6"/>
                  </a:lnTo>
                  <a:lnTo>
                    <a:pt x="2399" y="1"/>
                  </a:lnTo>
                  <a:lnTo>
                    <a:pt x="24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24">
              <a:extLst>
                <a:ext uri="{FF2B5EF4-FFF2-40B4-BE49-F238E27FC236}">
                  <a16:creationId xmlns:a16="http://schemas.microsoft.com/office/drawing/2014/main" id="{1DAFF22D-FAA2-44A2-B92E-C19758BAF951}"/>
                </a:ext>
              </a:extLst>
            </p:cNvPr>
            <p:cNvSpPr>
              <a:spLocks/>
            </p:cNvSpPr>
            <p:nvPr/>
          </p:nvSpPr>
          <p:spPr bwMode="auto">
            <a:xfrm>
              <a:off x="7237413" y="2625725"/>
              <a:ext cx="400050" cy="136525"/>
            </a:xfrm>
            <a:custGeom>
              <a:avLst/>
              <a:gdLst>
                <a:gd name="T0" fmla="*/ 85 w 505"/>
                <a:gd name="T1" fmla="*/ 0 h 172"/>
                <a:gd name="T2" fmla="*/ 419 w 505"/>
                <a:gd name="T3" fmla="*/ 0 h 172"/>
                <a:gd name="T4" fmla="*/ 442 w 505"/>
                <a:gd name="T5" fmla="*/ 3 h 172"/>
                <a:gd name="T6" fmla="*/ 463 w 505"/>
                <a:gd name="T7" fmla="*/ 11 h 172"/>
                <a:gd name="T8" fmla="*/ 479 w 505"/>
                <a:gd name="T9" fmla="*/ 25 h 172"/>
                <a:gd name="T10" fmla="*/ 493 w 505"/>
                <a:gd name="T11" fmla="*/ 42 h 172"/>
                <a:gd name="T12" fmla="*/ 502 w 505"/>
                <a:gd name="T13" fmla="*/ 62 h 172"/>
                <a:gd name="T14" fmla="*/ 505 w 505"/>
                <a:gd name="T15" fmla="*/ 86 h 172"/>
                <a:gd name="T16" fmla="*/ 502 w 505"/>
                <a:gd name="T17" fmla="*/ 109 h 172"/>
                <a:gd name="T18" fmla="*/ 493 w 505"/>
                <a:gd name="T19" fmla="*/ 129 h 172"/>
                <a:gd name="T20" fmla="*/ 479 w 505"/>
                <a:gd name="T21" fmla="*/ 146 h 172"/>
                <a:gd name="T22" fmla="*/ 463 w 505"/>
                <a:gd name="T23" fmla="*/ 159 h 172"/>
                <a:gd name="T24" fmla="*/ 442 w 505"/>
                <a:gd name="T25" fmla="*/ 168 h 172"/>
                <a:gd name="T26" fmla="*/ 419 w 505"/>
                <a:gd name="T27" fmla="*/ 172 h 172"/>
                <a:gd name="T28" fmla="*/ 85 w 505"/>
                <a:gd name="T29" fmla="*/ 172 h 172"/>
                <a:gd name="T30" fmla="*/ 63 w 505"/>
                <a:gd name="T31" fmla="*/ 168 h 172"/>
                <a:gd name="T32" fmla="*/ 42 w 505"/>
                <a:gd name="T33" fmla="*/ 159 h 172"/>
                <a:gd name="T34" fmla="*/ 26 w 505"/>
                <a:gd name="T35" fmla="*/ 146 h 172"/>
                <a:gd name="T36" fmla="*/ 12 w 505"/>
                <a:gd name="T37" fmla="*/ 129 h 172"/>
                <a:gd name="T38" fmla="*/ 3 w 505"/>
                <a:gd name="T39" fmla="*/ 109 h 172"/>
                <a:gd name="T40" fmla="*/ 0 w 505"/>
                <a:gd name="T41" fmla="*/ 86 h 172"/>
                <a:gd name="T42" fmla="*/ 3 w 505"/>
                <a:gd name="T43" fmla="*/ 63 h 172"/>
                <a:gd name="T44" fmla="*/ 12 w 505"/>
                <a:gd name="T45" fmla="*/ 42 h 172"/>
                <a:gd name="T46" fmla="*/ 26 w 505"/>
                <a:gd name="T47" fmla="*/ 25 h 172"/>
                <a:gd name="T48" fmla="*/ 42 w 505"/>
                <a:gd name="T49" fmla="*/ 11 h 172"/>
                <a:gd name="T50" fmla="*/ 63 w 505"/>
                <a:gd name="T51" fmla="*/ 3 h 172"/>
                <a:gd name="T52" fmla="*/ 85 w 505"/>
                <a:gd name="T5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5" h="172">
                  <a:moveTo>
                    <a:pt x="85" y="0"/>
                  </a:moveTo>
                  <a:lnTo>
                    <a:pt x="419" y="0"/>
                  </a:lnTo>
                  <a:lnTo>
                    <a:pt x="442" y="3"/>
                  </a:lnTo>
                  <a:lnTo>
                    <a:pt x="463" y="11"/>
                  </a:lnTo>
                  <a:lnTo>
                    <a:pt x="479" y="25"/>
                  </a:lnTo>
                  <a:lnTo>
                    <a:pt x="493" y="42"/>
                  </a:lnTo>
                  <a:lnTo>
                    <a:pt x="502" y="62"/>
                  </a:lnTo>
                  <a:lnTo>
                    <a:pt x="505" y="86"/>
                  </a:lnTo>
                  <a:lnTo>
                    <a:pt x="502" y="109"/>
                  </a:lnTo>
                  <a:lnTo>
                    <a:pt x="493" y="129"/>
                  </a:lnTo>
                  <a:lnTo>
                    <a:pt x="479" y="146"/>
                  </a:lnTo>
                  <a:lnTo>
                    <a:pt x="463" y="159"/>
                  </a:lnTo>
                  <a:lnTo>
                    <a:pt x="442" y="168"/>
                  </a:lnTo>
                  <a:lnTo>
                    <a:pt x="419" y="172"/>
                  </a:lnTo>
                  <a:lnTo>
                    <a:pt x="85" y="172"/>
                  </a:lnTo>
                  <a:lnTo>
                    <a:pt x="63" y="168"/>
                  </a:lnTo>
                  <a:lnTo>
                    <a:pt x="42" y="159"/>
                  </a:lnTo>
                  <a:lnTo>
                    <a:pt x="26" y="146"/>
                  </a:lnTo>
                  <a:lnTo>
                    <a:pt x="12" y="129"/>
                  </a:lnTo>
                  <a:lnTo>
                    <a:pt x="3" y="109"/>
                  </a:lnTo>
                  <a:lnTo>
                    <a:pt x="0" y="86"/>
                  </a:lnTo>
                  <a:lnTo>
                    <a:pt x="3" y="63"/>
                  </a:lnTo>
                  <a:lnTo>
                    <a:pt x="12" y="42"/>
                  </a:lnTo>
                  <a:lnTo>
                    <a:pt x="26" y="25"/>
                  </a:lnTo>
                  <a:lnTo>
                    <a:pt x="42" y="11"/>
                  </a:lnTo>
                  <a:lnTo>
                    <a:pt x="63" y="3"/>
                  </a:lnTo>
                  <a:lnTo>
                    <a:pt x="8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25">
              <a:extLst>
                <a:ext uri="{FF2B5EF4-FFF2-40B4-BE49-F238E27FC236}">
                  <a16:creationId xmlns:a16="http://schemas.microsoft.com/office/drawing/2014/main" id="{2D3A8204-16E1-4912-AE68-17630CC36C2F}"/>
                </a:ext>
              </a:extLst>
            </p:cNvPr>
            <p:cNvSpPr>
              <a:spLocks/>
            </p:cNvSpPr>
            <p:nvPr/>
          </p:nvSpPr>
          <p:spPr bwMode="auto">
            <a:xfrm>
              <a:off x="7207250" y="2290763"/>
              <a:ext cx="390525" cy="236538"/>
            </a:xfrm>
            <a:custGeom>
              <a:avLst/>
              <a:gdLst>
                <a:gd name="T0" fmla="*/ 415 w 492"/>
                <a:gd name="T1" fmla="*/ 0 h 296"/>
                <a:gd name="T2" fmla="*/ 432 w 492"/>
                <a:gd name="T3" fmla="*/ 3 h 296"/>
                <a:gd name="T4" fmla="*/ 450 w 492"/>
                <a:gd name="T5" fmla="*/ 10 h 296"/>
                <a:gd name="T6" fmla="*/ 465 w 492"/>
                <a:gd name="T7" fmla="*/ 21 h 296"/>
                <a:gd name="T8" fmla="*/ 478 w 492"/>
                <a:gd name="T9" fmla="*/ 36 h 296"/>
                <a:gd name="T10" fmla="*/ 487 w 492"/>
                <a:gd name="T11" fmla="*/ 53 h 296"/>
                <a:gd name="T12" fmla="*/ 492 w 492"/>
                <a:gd name="T13" fmla="*/ 72 h 296"/>
                <a:gd name="T14" fmla="*/ 492 w 492"/>
                <a:gd name="T15" fmla="*/ 92 h 296"/>
                <a:gd name="T16" fmla="*/ 489 w 492"/>
                <a:gd name="T17" fmla="*/ 109 h 296"/>
                <a:gd name="T18" fmla="*/ 482 w 492"/>
                <a:gd name="T19" fmla="*/ 127 h 296"/>
                <a:gd name="T20" fmla="*/ 471 w 492"/>
                <a:gd name="T21" fmla="*/ 142 h 296"/>
                <a:gd name="T22" fmla="*/ 456 w 492"/>
                <a:gd name="T23" fmla="*/ 155 h 296"/>
                <a:gd name="T24" fmla="*/ 439 w 492"/>
                <a:gd name="T25" fmla="*/ 164 h 296"/>
                <a:gd name="T26" fmla="*/ 116 w 492"/>
                <a:gd name="T27" fmla="*/ 290 h 296"/>
                <a:gd name="T28" fmla="*/ 101 w 492"/>
                <a:gd name="T29" fmla="*/ 294 h 296"/>
                <a:gd name="T30" fmla="*/ 85 w 492"/>
                <a:gd name="T31" fmla="*/ 296 h 296"/>
                <a:gd name="T32" fmla="*/ 65 w 492"/>
                <a:gd name="T33" fmla="*/ 293 h 296"/>
                <a:gd name="T34" fmla="*/ 46 w 492"/>
                <a:gd name="T35" fmla="*/ 287 h 296"/>
                <a:gd name="T36" fmla="*/ 29 w 492"/>
                <a:gd name="T37" fmla="*/ 275 h 296"/>
                <a:gd name="T38" fmla="*/ 15 w 492"/>
                <a:gd name="T39" fmla="*/ 260 h 296"/>
                <a:gd name="T40" fmla="*/ 6 w 492"/>
                <a:gd name="T41" fmla="*/ 241 h 296"/>
                <a:gd name="T42" fmla="*/ 0 w 492"/>
                <a:gd name="T43" fmla="*/ 223 h 296"/>
                <a:gd name="T44" fmla="*/ 0 w 492"/>
                <a:gd name="T45" fmla="*/ 203 h 296"/>
                <a:gd name="T46" fmla="*/ 4 w 492"/>
                <a:gd name="T47" fmla="*/ 186 h 296"/>
                <a:gd name="T48" fmla="*/ 11 w 492"/>
                <a:gd name="T49" fmla="*/ 168 h 296"/>
                <a:gd name="T50" fmla="*/ 22 w 492"/>
                <a:gd name="T51" fmla="*/ 154 h 296"/>
                <a:gd name="T52" fmla="*/ 37 w 492"/>
                <a:gd name="T53" fmla="*/ 141 h 296"/>
                <a:gd name="T54" fmla="*/ 53 w 492"/>
                <a:gd name="T55" fmla="*/ 132 h 296"/>
                <a:gd name="T56" fmla="*/ 377 w 492"/>
                <a:gd name="T57" fmla="*/ 5 h 296"/>
                <a:gd name="T58" fmla="*/ 395 w 492"/>
                <a:gd name="T59" fmla="*/ 0 h 296"/>
                <a:gd name="T60" fmla="*/ 415 w 492"/>
                <a:gd name="T61" fmla="*/ 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2" h="296">
                  <a:moveTo>
                    <a:pt x="415" y="0"/>
                  </a:moveTo>
                  <a:lnTo>
                    <a:pt x="432" y="3"/>
                  </a:lnTo>
                  <a:lnTo>
                    <a:pt x="450" y="10"/>
                  </a:lnTo>
                  <a:lnTo>
                    <a:pt x="465" y="21"/>
                  </a:lnTo>
                  <a:lnTo>
                    <a:pt x="478" y="36"/>
                  </a:lnTo>
                  <a:lnTo>
                    <a:pt x="487" y="53"/>
                  </a:lnTo>
                  <a:lnTo>
                    <a:pt x="492" y="72"/>
                  </a:lnTo>
                  <a:lnTo>
                    <a:pt x="492" y="92"/>
                  </a:lnTo>
                  <a:lnTo>
                    <a:pt x="489" y="109"/>
                  </a:lnTo>
                  <a:lnTo>
                    <a:pt x="482" y="127"/>
                  </a:lnTo>
                  <a:lnTo>
                    <a:pt x="471" y="142"/>
                  </a:lnTo>
                  <a:lnTo>
                    <a:pt x="456" y="155"/>
                  </a:lnTo>
                  <a:lnTo>
                    <a:pt x="439" y="164"/>
                  </a:lnTo>
                  <a:lnTo>
                    <a:pt x="116" y="290"/>
                  </a:lnTo>
                  <a:lnTo>
                    <a:pt x="101" y="294"/>
                  </a:lnTo>
                  <a:lnTo>
                    <a:pt x="85" y="296"/>
                  </a:lnTo>
                  <a:lnTo>
                    <a:pt x="65" y="293"/>
                  </a:lnTo>
                  <a:lnTo>
                    <a:pt x="46" y="287"/>
                  </a:lnTo>
                  <a:lnTo>
                    <a:pt x="29" y="275"/>
                  </a:lnTo>
                  <a:lnTo>
                    <a:pt x="15" y="260"/>
                  </a:lnTo>
                  <a:lnTo>
                    <a:pt x="6" y="241"/>
                  </a:lnTo>
                  <a:lnTo>
                    <a:pt x="0" y="223"/>
                  </a:lnTo>
                  <a:lnTo>
                    <a:pt x="0" y="203"/>
                  </a:lnTo>
                  <a:lnTo>
                    <a:pt x="4" y="186"/>
                  </a:lnTo>
                  <a:lnTo>
                    <a:pt x="11" y="168"/>
                  </a:lnTo>
                  <a:lnTo>
                    <a:pt x="22" y="154"/>
                  </a:lnTo>
                  <a:lnTo>
                    <a:pt x="37" y="141"/>
                  </a:lnTo>
                  <a:lnTo>
                    <a:pt x="53" y="132"/>
                  </a:lnTo>
                  <a:lnTo>
                    <a:pt x="377" y="5"/>
                  </a:lnTo>
                  <a:lnTo>
                    <a:pt x="395" y="0"/>
                  </a:lnTo>
                  <a:lnTo>
                    <a:pt x="4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26">
              <a:extLst>
                <a:ext uri="{FF2B5EF4-FFF2-40B4-BE49-F238E27FC236}">
                  <a16:creationId xmlns:a16="http://schemas.microsoft.com/office/drawing/2014/main" id="{73859008-8CE9-4BF8-A096-9A4A38D74CCA}"/>
                </a:ext>
              </a:extLst>
            </p:cNvPr>
            <p:cNvSpPr>
              <a:spLocks/>
            </p:cNvSpPr>
            <p:nvPr/>
          </p:nvSpPr>
          <p:spPr bwMode="auto">
            <a:xfrm>
              <a:off x="7207250" y="2859088"/>
              <a:ext cx="390525" cy="234950"/>
            </a:xfrm>
            <a:custGeom>
              <a:avLst/>
              <a:gdLst>
                <a:gd name="T0" fmla="*/ 79 w 493"/>
                <a:gd name="T1" fmla="*/ 0 h 297"/>
                <a:gd name="T2" fmla="*/ 98 w 493"/>
                <a:gd name="T3" fmla="*/ 1 h 297"/>
                <a:gd name="T4" fmla="*/ 117 w 493"/>
                <a:gd name="T5" fmla="*/ 7 h 297"/>
                <a:gd name="T6" fmla="*/ 440 w 493"/>
                <a:gd name="T7" fmla="*/ 133 h 297"/>
                <a:gd name="T8" fmla="*/ 457 w 493"/>
                <a:gd name="T9" fmla="*/ 142 h 297"/>
                <a:gd name="T10" fmla="*/ 472 w 493"/>
                <a:gd name="T11" fmla="*/ 155 h 297"/>
                <a:gd name="T12" fmla="*/ 483 w 493"/>
                <a:gd name="T13" fmla="*/ 170 h 297"/>
                <a:gd name="T14" fmla="*/ 490 w 493"/>
                <a:gd name="T15" fmla="*/ 187 h 297"/>
                <a:gd name="T16" fmla="*/ 493 w 493"/>
                <a:gd name="T17" fmla="*/ 205 h 297"/>
                <a:gd name="T18" fmla="*/ 493 w 493"/>
                <a:gd name="T19" fmla="*/ 224 h 297"/>
                <a:gd name="T20" fmla="*/ 488 w 493"/>
                <a:gd name="T21" fmla="*/ 243 h 297"/>
                <a:gd name="T22" fmla="*/ 478 w 493"/>
                <a:gd name="T23" fmla="*/ 262 h 297"/>
                <a:gd name="T24" fmla="*/ 464 w 493"/>
                <a:gd name="T25" fmla="*/ 276 h 297"/>
                <a:gd name="T26" fmla="*/ 448 w 493"/>
                <a:gd name="T27" fmla="*/ 287 h 297"/>
                <a:gd name="T28" fmla="*/ 428 w 493"/>
                <a:gd name="T29" fmla="*/ 295 h 297"/>
                <a:gd name="T30" fmla="*/ 409 w 493"/>
                <a:gd name="T31" fmla="*/ 297 h 297"/>
                <a:gd name="T32" fmla="*/ 393 w 493"/>
                <a:gd name="T33" fmla="*/ 296 h 297"/>
                <a:gd name="T34" fmla="*/ 378 w 493"/>
                <a:gd name="T35" fmla="*/ 292 h 297"/>
                <a:gd name="T36" fmla="*/ 54 w 493"/>
                <a:gd name="T37" fmla="*/ 165 h 297"/>
                <a:gd name="T38" fmla="*/ 37 w 493"/>
                <a:gd name="T39" fmla="*/ 155 h 297"/>
                <a:gd name="T40" fmla="*/ 22 w 493"/>
                <a:gd name="T41" fmla="*/ 143 h 297"/>
                <a:gd name="T42" fmla="*/ 12 w 493"/>
                <a:gd name="T43" fmla="*/ 128 h 297"/>
                <a:gd name="T44" fmla="*/ 5 w 493"/>
                <a:gd name="T45" fmla="*/ 111 h 297"/>
                <a:gd name="T46" fmla="*/ 0 w 493"/>
                <a:gd name="T47" fmla="*/ 92 h 297"/>
                <a:gd name="T48" fmla="*/ 1 w 493"/>
                <a:gd name="T49" fmla="*/ 74 h 297"/>
                <a:gd name="T50" fmla="*/ 7 w 493"/>
                <a:gd name="T51" fmla="*/ 54 h 297"/>
                <a:gd name="T52" fmla="*/ 16 w 493"/>
                <a:gd name="T53" fmla="*/ 38 h 297"/>
                <a:gd name="T54" fmla="*/ 28 w 493"/>
                <a:gd name="T55" fmla="*/ 23 h 297"/>
                <a:gd name="T56" fmla="*/ 44 w 493"/>
                <a:gd name="T57" fmla="*/ 12 h 297"/>
                <a:gd name="T58" fmla="*/ 60 w 493"/>
                <a:gd name="T59" fmla="*/ 5 h 297"/>
                <a:gd name="T60" fmla="*/ 79 w 493"/>
                <a:gd name="T61" fmla="*/ 0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3" h="297">
                  <a:moveTo>
                    <a:pt x="79" y="0"/>
                  </a:moveTo>
                  <a:lnTo>
                    <a:pt x="98" y="1"/>
                  </a:lnTo>
                  <a:lnTo>
                    <a:pt x="117" y="7"/>
                  </a:lnTo>
                  <a:lnTo>
                    <a:pt x="440" y="133"/>
                  </a:lnTo>
                  <a:lnTo>
                    <a:pt x="457" y="142"/>
                  </a:lnTo>
                  <a:lnTo>
                    <a:pt x="472" y="155"/>
                  </a:lnTo>
                  <a:lnTo>
                    <a:pt x="483" y="170"/>
                  </a:lnTo>
                  <a:lnTo>
                    <a:pt x="490" y="187"/>
                  </a:lnTo>
                  <a:lnTo>
                    <a:pt x="493" y="205"/>
                  </a:lnTo>
                  <a:lnTo>
                    <a:pt x="493" y="224"/>
                  </a:lnTo>
                  <a:lnTo>
                    <a:pt x="488" y="243"/>
                  </a:lnTo>
                  <a:lnTo>
                    <a:pt x="478" y="262"/>
                  </a:lnTo>
                  <a:lnTo>
                    <a:pt x="464" y="276"/>
                  </a:lnTo>
                  <a:lnTo>
                    <a:pt x="448" y="287"/>
                  </a:lnTo>
                  <a:lnTo>
                    <a:pt x="428" y="295"/>
                  </a:lnTo>
                  <a:lnTo>
                    <a:pt x="409" y="297"/>
                  </a:lnTo>
                  <a:lnTo>
                    <a:pt x="393" y="296"/>
                  </a:lnTo>
                  <a:lnTo>
                    <a:pt x="378" y="292"/>
                  </a:lnTo>
                  <a:lnTo>
                    <a:pt x="54" y="165"/>
                  </a:lnTo>
                  <a:lnTo>
                    <a:pt x="37" y="155"/>
                  </a:lnTo>
                  <a:lnTo>
                    <a:pt x="22" y="143"/>
                  </a:lnTo>
                  <a:lnTo>
                    <a:pt x="12" y="128"/>
                  </a:lnTo>
                  <a:lnTo>
                    <a:pt x="5" y="111"/>
                  </a:lnTo>
                  <a:lnTo>
                    <a:pt x="0" y="92"/>
                  </a:lnTo>
                  <a:lnTo>
                    <a:pt x="1" y="74"/>
                  </a:lnTo>
                  <a:lnTo>
                    <a:pt x="7" y="54"/>
                  </a:lnTo>
                  <a:lnTo>
                    <a:pt x="16" y="38"/>
                  </a:lnTo>
                  <a:lnTo>
                    <a:pt x="28" y="23"/>
                  </a:lnTo>
                  <a:lnTo>
                    <a:pt x="44" y="12"/>
                  </a:lnTo>
                  <a:lnTo>
                    <a:pt x="60" y="5"/>
                  </a:lnTo>
                  <a:lnTo>
                    <a:pt x="7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4" name="Group 63">
            <a:extLst>
              <a:ext uri="{FF2B5EF4-FFF2-40B4-BE49-F238E27FC236}">
                <a16:creationId xmlns:a16="http://schemas.microsoft.com/office/drawing/2014/main" id="{A11F36AE-02E4-4D21-9BBE-3FDCB5F9B267}"/>
              </a:ext>
            </a:extLst>
          </p:cNvPr>
          <p:cNvGrpSpPr/>
          <p:nvPr/>
        </p:nvGrpSpPr>
        <p:grpSpPr>
          <a:xfrm>
            <a:off x="3306829" y="1299964"/>
            <a:ext cx="342174" cy="323510"/>
            <a:chOff x="415925" y="3217863"/>
            <a:chExt cx="436563" cy="412750"/>
          </a:xfrm>
          <a:solidFill>
            <a:schemeClr val="bg1"/>
          </a:solidFill>
        </p:grpSpPr>
        <p:sp>
          <p:nvSpPr>
            <p:cNvPr id="65" name="Freeform 16">
              <a:extLst>
                <a:ext uri="{FF2B5EF4-FFF2-40B4-BE49-F238E27FC236}">
                  <a16:creationId xmlns:a16="http://schemas.microsoft.com/office/drawing/2014/main" id="{7E308241-AC65-41EA-8EEA-C0356EE35631}"/>
                </a:ext>
              </a:extLst>
            </p:cNvPr>
            <p:cNvSpPr>
              <a:spLocks noEditPoints="1"/>
            </p:cNvSpPr>
            <p:nvPr/>
          </p:nvSpPr>
          <p:spPr bwMode="auto">
            <a:xfrm>
              <a:off x="517525" y="3217863"/>
              <a:ext cx="233363" cy="231775"/>
            </a:xfrm>
            <a:custGeom>
              <a:avLst/>
              <a:gdLst>
                <a:gd name="T0" fmla="*/ 761 w 1768"/>
                <a:gd name="T1" fmla="*/ 241 h 1756"/>
                <a:gd name="T2" fmla="*/ 591 w 1768"/>
                <a:gd name="T3" fmla="*/ 299 h 1756"/>
                <a:gd name="T4" fmla="*/ 446 w 1768"/>
                <a:gd name="T5" fmla="*/ 399 h 1756"/>
                <a:gd name="T6" fmla="*/ 332 w 1768"/>
                <a:gd name="T7" fmla="*/ 534 h 1756"/>
                <a:gd name="T8" fmla="*/ 259 w 1768"/>
                <a:gd name="T9" fmla="*/ 696 h 1756"/>
                <a:gd name="T10" fmla="*/ 233 w 1768"/>
                <a:gd name="T11" fmla="*/ 877 h 1756"/>
                <a:gd name="T12" fmla="*/ 259 w 1768"/>
                <a:gd name="T13" fmla="*/ 1058 h 1756"/>
                <a:gd name="T14" fmla="*/ 332 w 1768"/>
                <a:gd name="T15" fmla="*/ 1219 h 1756"/>
                <a:gd name="T16" fmla="*/ 446 w 1768"/>
                <a:gd name="T17" fmla="*/ 1353 h 1756"/>
                <a:gd name="T18" fmla="*/ 591 w 1768"/>
                <a:gd name="T19" fmla="*/ 1453 h 1756"/>
                <a:gd name="T20" fmla="*/ 761 w 1768"/>
                <a:gd name="T21" fmla="*/ 1511 h 1756"/>
                <a:gd name="T22" fmla="*/ 946 w 1768"/>
                <a:gd name="T23" fmla="*/ 1520 h 1756"/>
                <a:gd name="T24" fmla="*/ 1124 w 1768"/>
                <a:gd name="T25" fmla="*/ 1478 h 1756"/>
                <a:gd name="T26" fmla="*/ 1278 w 1768"/>
                <a:gd name="T27" fmla="*/ 1391 h 1756"/>
                <a:gd name="T28" fmla="*/ 1403 w 1768"/>
                <a:gd name="T29" fmla="*/ 1267 h 1756"/>
                <a:gd name="T30" fmla="*/ 1489 w 1768"/>
                <a:gd name="T31" fmla="*/ 1114 h 1756"/>
                <a:gd name="T32" fmla="*/ 1533 w 1768"/>
                <a:gd name="T33" fmla="*/ 939 h 1756"/>
                <a:gd name="T34" fmla="*/ 1524 w 1768"/>
                <a:gd name="T35" fmla="*/ 754 h 1756"/>
                <a:gd name="T36" fmla="*/ 1465 w 1768"/>
                <a:gd name="T37" fmla="*/ 585 h 1756"/>
                <a:gd name="T38" fmla="*/ 1364 w 1768"/>
                <a:gd name="T39" fmla="*/ 440 h 1756"/>
                <a:gd name="T40" fmla="*/ 1229 w 1768"/>
                <a:gd name="T41" fmla="*/ 328 h 1756"/>
                <a:gd name="T42" fmla="*/ 1066 w 1768"/>
                <a:gd name="T43" fmla="*/ 255 h 1756"/>
                <a:gd name="T44" fmla="*/ 884 w 1768"/>
                <a:gd name="T45" fmla="*/ 229 h 1756"/>
                <a:gd name="T46" fmla="*/ 1028 w 1768"/>
                <a:gd name="T47" fmla="*/ 12 h 1756"/>
                <a:gd name="T48" fmla="*/ 1228 w 1768"/>
                <a:gd name="T49" fmla="*/ 69 h 1756"/>
                <a:gd name="T50" fmla="*/ 1407 w 1768"/>
                <a:gd name="T51" fmla="*/ 169 h 1756"/>
                <a:gd name="T52" fmla="*/ 1556 w 1768"/>
                <a:gd name="T53" fmla="*/ 305 h 1756"/>
                <a:gd name="T54" fmla="*/ 1670 w 1768"/>
                <a:gd name="T55" fmla="*/ 473 h 1756"/>
                <a:gd name="T56" fmla="*/ 1743 w 1768"/>
                <a:gd name="T57" fmla="*/ 666 h 1756"/>
                <a:gd name="T58" fmla="*/ 1768 w 1768"/>
                <a:gd name="T59" fmla="*/ 877 h 1756"/>
                <a:gd name="T60" fmla="*/ 1743 w 1768"/>
                <a:gd name="T61" fmla="*/ 1088 h 1756"/>
                <a:gd name="T62" fmla="*/ 1670 w 1768"/>
                <a:gd name="T63" fmla="*/ 1280 h 1756"/>
                <a:gd name="T64" fmla="*/ 1556 w 1768"/>
                <a:gd name="T65" fmla="*/ 1448 h 1756"/>
                <a:gd name="T66" fmla="*/ 1407 w 1768"/>
                <a:gd name="T67" fmla="*/ 1586 h 1756"/>
                <a:gd name="T68" fmla="*/ 1228 w 1768"/>
                <a:gd name="T69" fmla="*/ 1687 h 1756"/>
                <a:gd name="T70" fmla="*/ 1028 w 1768"/>
                <a:gd name="T71" fmla="*/ 1744 h 1756"/>
                <a:gd name="T72" fmla="*/ 811 w 1768"/>
                <a:gd name="T73" fmla="*/ 1753 h 1756"/>
                <a:gd name="T74" fmla="*/ 605 w 1768"/>
                <a:gd name="T75" fmla="*/ 1711 h 1756"/>
                <a:gd name="T76" fmla="*/ 419 w 1768"/>
                <a:gd name="T77" fmla="*/ 1624 h 1756"/>
                <a:gd name="T78" fmla="*/ 258 w 1768"/>
                <a:gd name="T79" fmla="*/ 1496 h 1756"/>
                <a:gd name="T80" fmla="*/ 132 w 1768"/>
                <a:gd name="T81" fmla="*/ 1338 h 1756"/>
                <a:gd name="T82" fmla="*/ 45 w 1768"/>
                <a:gd name="T83" fmla="*/ 1153 h 1756"/>
                <a:gd name="T84" fmla="*/ 3 w 1768"/>
                <a:gd name="T85" fmla="*/ 948 h 1756"/>
                <a:gd name="T86" fmla="*/ 11 w 1768"/>
                <a:gd name="T87" fmla="*/ 735 h 1756"/>
                <a:gd name="T88" fmla="*/ 69 w 1768"/>
                <a:gd name="T89" fmla="*/ 536 h 1756"/>
                <a:gd name="T90" fmla="*/ 170 w 1768"/>
                <a:gd name="T91" fmla="*/ 359 h 1756"/>
                <a:gd name="T92" fmla="*/ 309 w 1768"/>
                <a:gd name="T93" fmla="*/ 211 h 1756"/>
                <a:gd name="T94" fmla="*/ 478 w 1768"/>
                <a:gd name="T95" fmla="*/ 98 h 1756"/>
                <a:gd name="T96" fmla="*/ 671 w 1768"/>
                <a:gd name="T97" fmla="*/ 26 h 1756"/>
                <a:gd name="T98" fmla="*/ 884 w 1768"/>
                <a:gd name="T99" fmla="*/ 0 h 1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68" h="1756">
                  <a:moveTo>
                    <a:pt x="884" y="229"/>
                  </a:moveTo>
                  <a:lnTo>
                    <a:pt x="821" y="232"/>
                  </a:lnTo>
                  <a:lnTo>
                    <a:pt x="761" y="241"/>
                  </a:lnTo>
                  <a:lnTo>
                    <a:pt x="702" y="255"/>
                  </a:lnTo>
                  <a:lnTo>
                    <a:pt x="645" y="274"/>
                  </a:lnTo>
                  <a:lnTo>
                    <a:pt x="591" y="299"/>
                  </a:lnTo>
                  <a:lnTo>
                    <a:pt x="539" y="328"/>
                  </a:lnTo>
                  <a:lnTo>
                    <a:pt x="491" y="361"/>
                  </a:lnTo>
                  <a:lnTo>
                    <a:pt x="446" y="399"/>
                  </a:lnTo>
                  <a:lnTo>
                    <a:pt x="403" y="440"/>
                  </a:lnTo>
                  <a:lnTo>
                    <a:pt x="366" y="485"/>
                  </a:lnTo>
                  <a:lnTo>
                    <a:pt x="332" y="534"/>
                  </a:lnTo>
                  <a:lnTo>
                    <a:pt x="303" y="585"/>
                  </a:lnTo>
                  <a:lnTo>
                    <a:pt x="279" y="639"/>
                  </a:lnTo>
                  <a:lnTo>
                    <a:pt x="259" y="696"/>
                  </a:lnTo>
                  <a:lnTo>
                    <a:pt x="244" y="754"/>
                  </a:lnTo>
                  <a:lnTo>
                    <a:pt x="236" y="815"/>
                  </a:lnTo>
                  <a:lnTo>
                    <a:pt x="233" y="877"/>
                  </a:lnTo>
                  <a:lnTo>
                    <a:pt x="236" y="939"/>
                  </a:lnTo>
                  <a:lnTo>
                    <a:pt x="244" y="999"/>
                  </a:lnTo>
                  <a:lnTo>
                    <a:pt x="259" y="1058"/>
                  </a:lnTo>
                  <a:lnTo>
                    <a:pt x="279" y="1114"/>
                  </a:lnTo>
                  <a:lnTo>
                    <a:pt x="303" y="1168"/>
                  </a:lnTo>
                  <a:lnTo>
                    <a:pt x="332" y="1219"/>
                  </a:lnTo>
                  <a:lnTo>
                    <a:pt x="366" y="1267"/>
                  </a:lnTo>
                  <a:lnTo>
                    <a:pt x="403" y="1312"/>
                  </a:lnTo>
                  <a:lnTo>
                    <a:pt x="446" y="1353"/>
                  </a:lnTo>
                  <a:lnTo>
                    <a:pt x="491" y="1391"/>
                  </a:lnTo>
                  <a:lnTo>
                    <a:pt x="539" y="1424"/>
                  </a:lnTo>
                  <a:lnTo>
                    <a:pt x="591" y="1453"/>
                  </a:lnTo>
                  <a:lnTo>
                    <a:pt x="645" y="1478"/>
                  </a:lnTo>
                  <a:lnTo>
                    <a:pt x="702" y="1497"/>
                  </a:lnTo>
                  <a:lnTo>
                    <a:pt x="761" y="1511"/>
                  </a:lnTo>
                  <a:lnTo>
                    <a:pt x="821" y="1520"/>
                  </a:lnTo>
                  <a:lnTo>
                    <a:pt x="884" y="1523"/>
                  </a:lnTo>
                  <a:lnTo>
                    <a:pt x="946" y="1520"/>
                  </a:lnTo>
                  <a:lnTo>
                    <a:pt x="1008" y="1511"/>
                  </a:lnTo>
                  <a:lnTo>
                    <a:pt x="1066" y="1497"/>
                  </a:lnTo>
                  <a:lnTo>
                    <a:pt x="1124" y="1478"/>
                  </a:lnTo>
                  <a:lnTo>
                    <a:pt x="1177" y="1453"/>
                  </a:lnTo>
                  <a:lnTo>
                    <a:pt x="1229" y="1424"/>
                  </a:lnTo>
                  <a:lnTo>
                    <a:pt x="1278" y="1391"/>
                  </a:lnTo>
                  <a:lnTo>
                    <a:pt x="1323" y="1353"/>
                  </a:lnTo>
                  <a:lnTo>
                    <a:pt x="1364" y="1312"/>
                  </a:lnTo>
                  <a:lnTo>
                    <a:pt x="1403" y="1267"/>
                  </a:lnTo>
                  <a:lnTo>
                    <a:pt x="1436" y="1219"/>
                  </a:lnTo>
                  <a:lnTo>
                    <a:pt x="1465" y="1168"/>
                  </a:lnTo>
                  <a:lnTo>
                    <a:pt x="1489" y="1114"/>
                  </a:lnTo>
                  <a:lnTo>
                    <a:pt x="1509" y="1058"/>
                  </a:lnTo>
                  <a:lnTo>
                    <a:pt x="1524" y="999"/>
                  </a:lnTo>
                  <a:lnTo>
                    <a:pt x="1533" y="939"/>
                  </a:lnTo>
                  <a:lnTo>
                    <a:pt x="1536" y="877"/>
                  </a:lnTo>
                  <a:lnTo>
                    <a:pt x="1533" y="815"/>
                  </a:lnTo>
                  <a:lnTo>
                    <a:pt x="1524" y="754"/>
                  </a:lnTo>
                  <a:lnTo>
                    <a:pt x="1509" y="696"/>
                  </a:lnTo>
                  <a:lnTo>
                    <a:pt x="1489" y="639"/>
                  </a:lnTo>
                  <a:lnTo>
                    <a:pt x="1465" y="585"/>
                  </a:lnTo>
                  <a:lnTo>
                    <a:pt x="1436" y="534"/>
                  </a:lnTo>
                  <a:lnTo>
                    <a:pt x="1403" y="485"/>
                  </a:lnTo>
                  <a:lnTo>
                    <a:pt x="1364" y="440"/>
                  </a:lnTo>
                  <a:lnTo>
                    <a:pt x="1323" y="399"/>
                  </a:lnTo>
                  <a:lnTo>
                    <a:pt x="1278" y="361"/>
                  </a:lnTo>
                  <a:lnTo>
                    <a:pt x="1229" y="328"/>
                  </a:lnTo>
                  <a:lnTo>
                    <a:pt x="1177" y="299"/>
                  </a:lnTo>
                  <a:lnTo>
                    <a:pt x="1124" y="274"/>
                  </a:lnTo>
                  <a:lnTo>
                    <a:pt x="1066" y="255"/>
                  </a:lnTo>
                  <a:lnTo>
                    <a:pt x="1008" y="241"/>
                  </a:lnTo>
                  <a:lnTo>
                    <a:pt x="946" y="232"/>
                  </a:lnTo>
                  <a:lnTo>
                    <a:pt x="884" y="229"/>
                  </a:lnTo>
                  <a:close/>
                  <a:moveTo>
                    <a:pt x="884" y="0"/>
                  </a:moveTo>
                  <a:lnTo>
                    <a:pt x="956" y="3"/>
                  </a:lnTo>
                  <a:lnTo>
                    <a:pt x="1028" y="12"/>
                  </a:lnTo>
                  <a:lnTo>
                    <a:pt x="1096" y="25"/>
                  </a:lnTo>
                  <a:lnTo>
                    <a:pt x="1164" y="45"/>
                  </a:lnTo>
                  <a:lnTo>
                    <a:pt x="1228" y="69"/>
                  </a:lnTo>
                  <a:lnTo>
                    <a:pt x="1291" y="98"/>
                  </a:lnTo>
                  <a:lnTo>
                    <a:pt x="1350" y="131"/>
                  </a:lnTo>
                  <a:lnTo>
                    <a:pt x="1407" y="169"/>
                  </a:lnTo>
                  <a:lnTo>
                    <a:pt x="1460" y="210"/>
                  </a:lnTo>
                  <a:lnTo>
                    <a:pt x="1509" y="256"/>
                  </a:lnTo>
                  <a:lnTo>
                    <a:pt x="1556" y="305"/>
                  </a:lnTo>
                  <a:lnTo>
                    <a:pt x="1598" y="358"/>
                  </a:lnTo>
                  <a:lnTo>
                    <a:pt x="1636" y="414"/>
                  </a:lnTo>
                  <a:lnTo>
                    <a:pt x="1670" y="473"/>
                  </a:lnTo>
                  <a:lnTo>
                    <a:pt x="1699" y="535"/>
                  </a:lnTo>
                  <a:lnTo>
                    <a:pt x="1724" y="599"/>
                  </a:lnTo>
                  <a:lnTo>
                    <a:pt x="1743" y="666"/>
                  </a:lnTo>
                  <a:lnTo>
                    <a:pt x="1757" y="734"/>
                  </a:lnTo>
                  <a:lnTo>
                    <a:pt x="1766" y="805"/>
                  </a:lnTo>
                  <a:lnTo>
                    <a:pt x="1768" y="877"/>
                  </a:lnTo>
                  <a:lnTo>
                    <a:pt x="1766" y="949"/>
                  </a:lnTo>
                  <a:lnTo>
                    <a:pt x="1757" y="1019"/>
                  </a:lnTo>
                  <a:lnTo>
                    <a:pt x="1743" y="1088"/>
                  </a:lnTo>
                  <a:lnTo>
                    <a:pt x="1724" y="1154"/>
                  </a:lnTo>
                  <a:lnTo>
                    <a:pt x="1699" y="1218"/>
                  </a:lnTo>
                  <a:lnTo>
                    <a:pt x="1670" y="1280"/>
                  </a:lnTo>
                  <a:lnTo>
                    <a:pt x="1636" y="1339"/>
                  </a:lnTo>
                  <a:lnTo>
                    <a:pt x="1598" y="1395"/>
                  </a:lnTo>
                  <a:lnTo>
                    <a:pt x="1556" y="1448"/>
                  </a:lnTo>
                  <a:lnTo>
                    <a:pt x="1509" y="1497"/>
                  </a:lnTo>
                  <a:lnTo>
                    <a:pt x="1460" y="1543"/>
                  </a:lnTo>
                  <a:lnTo>
                    <a:pt x="1407" y="1586"/>
                  </a:lnTo>
                  <a:lnTo>
                    <a:pt x="1350" y="1624"/>
                  </a:lnTo>
                  <a:lnTo>
                    <a:pt x="1291" y="1658"/>
                  </a:lnTo>
                  <a:lnTo>
                    <a:pt x="1228" y="1687"/>
                  </a:lnTo>
                  <a:lnTo>
                    <a:pt x="1164" y="1711"/>
                  </a:lnTo>
                  <a:lnTo>
                    <a:pt x="1096" y="1730"/>
                  </a:lnTo>
                  <a:lnTo>
                    <a:pt x="1028" y="1744"/>
                  </a:lnTo>
                  <a:lnTo>
                    <a:pt x="956" y="1753"/>
                  </a:lnTo>
                  <a:lnTo>
                    <a:pt x="884" y="1756"/>
                  </a:lnTo>
                  <a:lnTo>
                    <a:pt x="811" y="1753"/>
                  </a:lnTo>
                  <a:lnTo>
                    <a:pt x="741" y="1744"/>
                  </a:lnTo>
                  <a:lnTo>
                    <a:pt x="671" y="1730"/>
                  </a:lnTo>
                  <a:lnTo>
                    <a:pt x="605" y="1711"/>
                  </a:lnTo>
                  <a:lnTo>
                    <a:pt x="539" y="1686"/>
                  </a:lnTo>
                  <a:lnTo>
                    <a:pt x="478" y="1657"/>
                  </a:lnTo>
                  <a:lnTo>
                    <a:pt x="419" y="1624"/>
                  </a:lnTo>
                  <a:lnTo>
                    <a:pt x="362" y="1585"/>
                  </a:lnTo>
                  <a:lnTo>
                    <a:pt x="309" y="1542"/>
                  </a:lnTo>
                  <a:lnTo>
                    <a:pt x="258" y="1496"/>
                  </a:lnTo>
                  <a:lnTo>
                    <a:pt x="212" y="1447"/>
                  </a:lnTo>
                  <a:lnTo>
                    <a:pt x="170" y="1394"/>
                  </a:lnTo>
                  <a:lnTo>
                    <a:pt x="132" y="1338"/>
                  </a:lnTo>
                  <a:lnTo>
                    <a:pt x="98" y="1279"/>
                  </a:lnTo>
                  <a:lnTo>
                    <a:pt x="69" y="1217"/>
                  </a:lnTo>
                  <a:lnTo>
                    <a:pt x="45" y="1153"/>
                  </a:lnTo>
                  <a:lnTo>
                    <a:pt x="26" y="1087"/>
                  </a:lnTo>
                  <a:lnTo>
                    <a:pt x="11" y="1018"/>
                  </a:lnTo>
                  <a:lnTo>
                    <a:pt x="3" y="948"/>
                  </a:lnTo>
                  <a:lnTo>
                    <a:pt x="0" y="877"/>
                  </a:lnTo>
                  <a:lnTo>
                    <a:pt x="3" y="805"/>
                  </a:lnTo>
                  <a:lnTo>
                    <a:pt x="11" y="735"/>
                  </a:lnTo>
                  <a:lnTo>
                    <a:pt x="26" y="667"/>
                  </a:lnTo>
                  <a:lnTo>
                    <a:pt x="45" y="600"/>
                  </a:lnTo>
                  <a:lnTo>
                    <a:pt x="69" y="536"/>
                  </a:lnTo>
                  <a:lnTo>
                    <a:pt x="98" y="474"/>
                  </a:lnTo>
                  <a:lnTo>
                    <a:pt x="132" y="415"/>
                  </a:lnTo>
                  <a:lnTo>
                    <a:pt x="170" y="359"/>
                  </a:lnTo>
                  <a:lnTo>
                    <a:pt x="212" y="306"/>
                  </a:lnTo>
                  <a:lnTo>
                    <a:pt x="258" y="257"/>
                  </a:lnTo>
                  <a:lnTo>
                    <a:pt x="309" y="211"/>
                  </a:lnTo>
                  <a:lnTo>
                    <a:pt x="362" y="169"/>
                  </a:lnTo>
                  <a:lnTo>
                    <a:pt x="419" y="132"/>
                  </a:lnTo>
                  <a:lnTo>
                    <a:pt x="478" y="98"/>
                  </a:lnTo>
                  <a:lnTo>
                    <a:pt x="539" y="69"/>
                  </a:lnTo>
                  <a:lnTo>
                    <a:pt x="605" y="45"/>
                  </a:lnTo>
                  <a:lnTo>
                    <a:pt x="671" y="26"/>
                  </a:lnTo>
                  <a:lnTo>
                    <a:pt x="741" y="12"/>
                  </a:lnTo>
                  <a:lnTo>
                    <a:pt x="811" y="3"/>
                  </a:lnTo>
                  <a:lnTo>
                    <a:pt x="88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17">
              <a:extLst>
                <a:ext uri="{FF2B5EF4-FFF2-40B4-BE49-F238E27FC236}">
                  <a16:creationId xmlns:a16="http://schemas.microsoft.com/office/drawing/2014/main" id="{D9FE951D-DC10-44C7-9730-EA4BF9D9FE60}"/>
                </a:ext>
              </a:extLst>
            </p:cNvPr>
            <p:cNvSpPr>
              <a:spLocks noEditPoints="1"/>
            </p:cNvSpPr>
            <p:nvPr/>
          </p:nvSpPr>
          <p:spPr bwMode="auto">
            <a:xfrm>
              <a:off x="415925" y="3470275"/>
              <a:ext cx="436563" cy="160338"/>
            </a:xfrm>
            <a:custGeom>
              <a:avLst/>
              <a:gdLst>
                <a:gd name="T0" fmla="*/ 1036 w 3305"/>
                <a:gd name="T1" fmla="*/ 235 h 1219"/>
                <a:gd name="T2" fmla="*/ 894 w 3305"/>
                <a:gd name="T3" fmla="*/ 259 h 1219"/>
                <a:gd name="T4" fmla="*/ 763 w 3305"/>
                <a:gd name="T5" fmla="*/ 304 h 1219"/>
                <a:gd name="T6" fmla="*/ 640 w 3305"/>
                <a:gd name="T7" fmla="*/ 368 h 1219"/>
                <a:gd name="T8" fmla="*/ 530 w 3305"/>
                <a:gd name="T9" fmla="*/ 451 h 1219"/>
                <a:gd name="T10" fmla="*/ 435 w 3305"/>
                <a:gd name="T11" fmla="*/ 549 h 1219"/>
                <a:gd name="T12" fmla="*/ 356 w 3305"/>
                <a:gd name="T13" fmla="*/ 660 h 1219"/>
                <a:gd name="T14" fmla="*/ 295 w 3305"/>
                <a:gd name="T15" fmla="*/ 785 h 1219"/>
                <a:gd name="T16" fmla="*/ 254 w 3305"/>
                <a:gd name="T17" fmla="*/ 918 h 1219"/>
                <a:gd name="T18" fmla="*/ 3063 w 3305"/>
                <a:gd name="T19" fmla="*/ 987 h 1219"/>
                <a:gd name="T20" fmla="*/ 3033 w 3305"/>
                <a:gd name="T21" fmla="*/ 849 h 1219"/>
                <a:gd name="T22" fmla="*/ 2983 w 3305"/>
                <a:gd name="T23" fmla="*/ 720 h 1219"/>
                <a:gd name="T24" fmla="*/ 2912 w 3305"/>
                <a:gd name="T25" fmla="*/ 602 h 1219"/>
                <a:gd name="T26" fmla="*/ 2824 w 3305"/>
                <a:gd name="T27" fmla="*/ 497 h 1219"/>
                <a:gd name="T28" fmla="*/ 2722 w 3305"/>
                <a:gd name="T29" fmla="*/ 406 h 1219"/>
                <a:gd name="T30" fmla="*/ 2606 w 3305"/>
                <a:gd name="T31" fmla="*/ 333 h 1219"/>
                <a:gd name="T32" fmla="*/ 2478 w 3305"/>
                <a:gd name="T33" fmla="*/ 278 h 1219"/>
                <a:gd name="T34" fmla="*/ 2340 w 3305"/>
                <a:gd name="T35" fmla="*/ 244 h 1219"/>
                <a:gd name="T36" fmla="*/ 2195 w 3305"/>
                <a:gd name="T37" fmla="*/ 232 h 1219"/>
                <a:gd name="T38" fmla="*/ 1110 w 3305"/>
                <a:gd name="T39" fmla="*/ 0 h 1219"/>
                <a:gd name="T40" fmla="*/ 2278 w 3305"/>
                <a:gd name="T41" fmla="*/ 3 h 1219"/>
                <a:gd name="T42" fmla="*/ 2439 w 3305"/>
                <a:gd name="T43" fmla="*/ 27 h 1219"/>
                <a:gd name="T44" fmla="*/ 2591 w 3305"/>
                <a:gd name="T45" fmla="*/ 73 h 1219"/>
                <a:gd name="T46" fmla="*/ 2733 w 3305"/>
                <a:gd name="T47" fmla="*/ 139 h 1219"/>
                <a:gd name="T48" fmla="*/ 2864 w 3305"/>
                <a:gd name="T49" fmla="*/ 223 h 1219"/>
                <a:gd name="T50" fmla="*/ 2981 w 3305"/>
                <a:gd name="T51" fmla="*/ 324 h 1219"/>
                <a:gd name="T52" fmla="*/ 3081 w 3305"/>
                <a:gd name="T53" fmla="*/ 440 h 1219"/>
                <a:gd name="T54" fmla="*/ 3167 w 3305"/>
                <a:gd name="T55" fmla="*/ 570 h 1219"/>
                <a:gd name="T56" fmla="*/ 3232 w 3305"/>
                <a:gd name="T57" fmla="*/ 710 h 1219"/>
                <a:gd name="T58" fmla="*/ 3279 w 3305"/>
                <a:gd name="T59" fmla="*/ 862 h 1219"/>
                <a:gd name="T60" fmla="*/ 3302 w 3305"/>
                <a:gd name="T61" fmla="*/ 1021 h 1219"/>
                <a:gd name="T62" fmla="*/ 3302 w 3305"/>
                <a:gd name="T63" fmla="*/ 1130 h 1219"/>
                <a:gd name="T64" fmla="*/ 3280 w 3305"/>
                <a:gd name="T65" fmla="*/ 1176 h 1219"/>
                <a:gd name="T66" fmla="*/ 3240 w 3305"/>
                <a:gd name="T67" fmla="*/ 1207 h 1219"/>
                <a:gd name="T68" fmla="*/ 3188 w 3305"/>
                <a:gd name="T69" fmla="*/ 1219 h 1219"/>
                <a:gd name="T70" fmla="*/ 90 w 3305"/>
                <a:gd name="T71" fmla="*/ 1216 h 1219"/>
                <a:gd name="T72" fmla="*/ 43 w 3305"/>
                <a:gd name="T73" fmla="*/ 1194 h 1219"/>
                <a:gd name="T74" fmla="*/ 12 w 3305"/>
                <a:gd name="T75" fmla="*/ 1154 h 1219"/>
                <a:gd name="T76" fmla="*/ 0 w 3305"/>
                <a:gd name="T77" fmla="*/ 1103 h 1219"/>
                <a:gd name="T78" fmla="*/ 12 w 3305"/>
                <a:gd name="T79" fmla="*/ 940 h 1219"/>
                <a:gd name="T80" fmla="*/ 47 w 3305"/>
                <a:gd name="T81" fmla="*/ 785 h 1219"/>
                <a:gd name="T82" fmla="*/ 104 w 3305"/>
                <a:gd name="T83" fmla="*/ 638 h 1219"/>
                <a:gd name="T84" fmla="*/ 179 w 3305"/>
                <a:gd name="T85" fmla="*/ 502 h 1219"/>
                <a:gd name="T86" fmla="*/ 273 w 3305"/>
                <a:gd name="T87" fmla="*/ 379 h 1219"/>
                <a:gd name="T88" fmla="*/ 383 w 3305"/>
                <a:gd name="T89" fmla="*/ 271 h 1219"/>
                <a:gd name="T90" fmla="*/ 507 w 3305"/>
                <a:gd name="T91" fmla="*/ 178 h 1219"/>
                <a:gd name="T92" fmla="*/ 643 w 3305"/>
                <a:gd name="T93" fmla="*/ 103 h 1219"/>
                <a:gd name="T94" fmla="*/ 790 w 3305"/>
                <a:gd name="T95" fmla="*/ 47 h 1219"/>
                <a:gd name="T96" fmla="*/ 946 w 3305"/>
                <a:gd name="T97" fmla="*/ 12 h 1219"/>
                <a:gd name="T98" fmla="*/ 1110 w 3305"/>
                <a:gd name="T9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305" h="1219">
                  <a:moveTo>
                    <a:pt x="1110" y="232"/>
                  </a:moveTo>
                  <a:lnTo>
                    <a:pt x="1036" y="235"/>
                  </a:lnTo>
                  <a:lnTo>
                    <a:pt x="965" y="244"/>
                  </a:lnTo>
                  <a:lnTo>
                    <a:pt x="894" y="259"/>
                  </a:lnTo>
                  <a:lnTo>
                    <a:pt x="827" y="278"/>
                  </a:lnTo>
                  <a:lnTo>
                    <a:pt x="763" y="304"/>
                  </a:lnTo>
                  <a:lnTo>
                    <a:pt x="700" y="334"/>
                  </a:lnTo>
                  <a:lnTo>
                    <a:pt x="640" y="368"/>
                  </a:lnTo>
                  <a:lnTo>
                    <a:pt x="583" y="407"/>
                  </a:lnTo>
                  <a:lnTo>
                    <a:pt x="530" y="451"/>
                  </a:lnTo>
                  <a:lnTo>
                    <a:pt x="480" y="498"/>
                  </a:lnTo>
                  <a:lnTo>
                    <a:pt x="435" y="549"/>
                  </a:lnTo>
                  <a:lnTo>
                    <a:pt x="393" y="603"/>
                  </a:lnTo>
                  <a:lnTo>
                    <a:pt x="356" y="660"/>
                  </a:lnTo>
                  <a:lnTo>
                    <a:pt x="322" y="721"/>
                  </a:lnTo>
                  <a:lnTo>
                    <a:pt x="295" y="785"/>
                  </a:lnTo>
                  <a:lnTo>
                    <a:pt x="272" y="850"/>
                  </a:lnTo>
                  <a:lnTo>
                    <a:pt x="254" y="918"/>
                  </a:lnTo>
                  <a:lnTo>
                    <a:pt x="242" y="987"/>
                  </a:lnTo>
                  <a:lnTo>
                    <a:pt x="3063" y="987"/>
                  </a:lnTo>
                  <a:lnTo>
                    <a:pt x="3051" y="917"/>
                  </a:lnTo>
                  <a:lnTo>
                    <a:pt x="3033" y="849"/>
                  </a:lnTo>
                  <a:lnTo>
                    <a:pt x="3011" y="784"/>
                  </a:lnTo>
                  <a:lnTo>
                    <a:pt x="2983" y="720"/>
                  </a:lnTo>
                  <a:lnTo>
                    <a:pt x="2949" y="659"/>
                  </a:lnTo>
                  <a:lnTo>
                    <a:pt x="2912" y="602"/>
                  </a:lnTo>
                  <a:lnTo>
                    <a:pt x="2871" y="547"/>
                  </a:lnTo>
                  <a:lnTo>
                    <a:pt x="2824" y="497"/>
                  </a:lnTo>
                  <a:lnTo>
                    <a:pt x="2775" y="450"/>
                  </a:lnTo>
                  <a:lnTo>
                    <a:pt x="2722" y="406"/>
                  </a:lnTo>
                  <a:lnTo>
                    <a:pt x="2665" y="368"/>
                  </a:lnTo>
                  <a:lnTo>
                    <a:pt x="2606" y="333"/>
                  </a:lnTo>
                  <a:lnTo>
                    <a:pt x="2543" y="303"/>
                  </a:lnTo>
                  <a:lnTo>
                    <a:pt x="2478" y="278"/>
                  </a:lnTo>
                  <a:lnTo>
                    <a:pt x="2410" y="258"/>
                  </a:lnTo>
                  <a:lnTo>
                    <a:pt x="2340" y="244"/>
                  </a:lnTo>
                  <a:lnTo>
                    <a:pt x="2268" y="235"/>
                  </a:lnTo>
                  <a:lnTo>
                    <a:pt x="2195" y="232"/>
                  </a:lnTo>
                  <a:lnTo>
                    <a:pt x="1110" y="232"/>
                  </a:lnTo>
                  <a:close/>
                  <a:moveTo>
                    <a:pt x="1110" y="0"/>
                  </a:moveTo>
                  <a:lnTo>
                    <a:pt x="2195" y="0"/>
                  </a:lnTo>
                  <a:lnTo>
                    <a:pt x="2278" y="3"/>
                  </a:lnTo>
                  <a:lnTo>
                    <a:pt x="2359" y="12"/>
                  </a:lnTo>
                  <a:lnTo>
                    <a:pt x="2439" y="27"/>
                  </a:lnTo>
                  <a:lnTo>
                    <a:pt x="2516" y="47"/>
                  </a:lnTo>
                  <a:lnTo>
                    <a:pt x="2591" y="73"/>
                  </a:lnTo>
                  <a:lnTo>
                    <a:pt x="2663" y="103"/>
                  </a:lnTo>
                  <a:lnTo>
                    <a:pt x="2733" y="139"/>
                  </a:lnTo>
                  <a:lnTo>
                    <a:pt x="2799" y="178"/>
                  </a:lnTo>
                  <a:lnTo>
                    <a:pt x="2864" y="223"/>
                  </a:lnTo>
                  <a:lnTo>
                    <a:pt x="2923" y="271"/>
                  </a:lnTo>
                  <a:lnTo>
                    <a:pt x="2981" y="324"/>
                  </a:lnTo>
                  <a:lnTo>
                    <a:pt x="3033" y="380"/>
                  </a:lnTo>
                  <a:lnTo>
                    <a:pt x="3081" y="440"/>
                  </a:lnTo>
                  <a:lnTo>
                    <a:pt x="3127" y="503"/>
                  </a:lnTo>
                  <a:lnTo>
                    <a:pt x="3167" y="570"/>
                  </a:lnTo>
                  <a:lnTo>
                    <a:pt x="3202" y="639"/>
                  </a:lnTo>
                  <a:lnTo>
                    <a:pt x="3232" y="710"/>
                  </a:lnTo>
                  <a:lnTo>
                    <a:pt x="3259" y="786"/>
                  </a:lnTo>
                  <a:lnTo>
                    <a:pt x="3279" y="862"/>
                  </a:lnTo>
                  <a:lnTo>
                    <a:pt x="3293" y="941"/>
                  </a:lnTo>
                  <a:lnTo>
                    <a:pt x="3302" y="1021"/>
                  </a:lnTo>
                  <a:lnTo>
                    <a:pt x="3305" y="1103"/>
                  </a:lnTo>
                  <a:lnTo>
                    <a:pt x="3302" y="1130"/>
                  </a:lnTo>
                  <a:lnTo>
                    <a:pt x="3294" y="1154"/>
                  </a:lnTo>
                  <a:lnTo>
                    <a:pt x="3280" y="1176"/>
                  </a:lnTo>
                  <a:lnTo>
                    <a:pt x="3262" y="1194"/>
                  </a:lnTo>
                  <a:lnTo>
                    <a:pt x="3240" y="1207"/>
                  </a:lnTo>
                  <a:lnTo>
                    <a:pt x="3215" y="1216"/>
                  </a:lnTo>
                  <a:lnTo>
                    <a:pt x="3188" y="1219"/>
                  </a:lnTo>
                  <a:lnTo>
                    <a:pt x="117" y="1219"/>
                  </a:lnTo>
                  <a:lnTo>
                    <a:pt x="90" y="1216"/>
                  </a:lnTo>
                  <a:lnTo>
                    <a:pt x="65" y="1207"/>
                  </a:lnTo>
                  <a:lnTo>
                    <a:pt x="43" y="1194"/>
                  </a:lnTo>
                  <a:lnTo>
                    <a:pt x="25" y="1176"/>
                  </a:lnTo>
                  <a:lnTo>
                    <a:pt x="12" y="1154"/>
                  </a:lnTo>
                  <a:lnTo>
                    <a:pt x="3" y="1130"/>
                  </a:lnTo>
                  <a:lnTo>
                    <a:pt x="0" y="1103"/>
                  </a:lnTo>
                  <a:lnTo>
                    <a:pt x="3" y="1021"/>
                  </a:lnTo>
                  <a:lnTo>
                    <a:pt x="12" y="940"/>
                  </a:lnTo>
                  <a:lnTo>
                    <a:pt x="27" y="861"/>
                  </a:lnTo>
                  <a:lnTo>
                    <a:pt x="47" y="785"/>
                  </a:lnTo>
                  <a:lnTo>
                    <a:pt x="73" y="709"/>
                  </a:lnTo>
                  <a:lnTo>
                    <a:pt x="104" y="638"/>
                  </a:lnTo>
                  <a:lnTo>
                    <a:pt x="139" y="568"/>
                  </a:lnTo>
                  <a:lnTo>
                    <a:pt x="179" y="502"/>
                  </a:lnTo>
                  <a:lnTo>
                    <a:pt x="224" y="439"/>
                  </a:lnTo>
                  <a:lnTo>
                    <a:pt x="273" y="379"/>
                  </a:lnTo>
                  <a:lnTo>
                    <a:pt x="326" y="323"/>
                  </a:lnTo>
                  <a:lnTo>
                    <a:pt x="383" y="271"/>
                  </a:lnTo>
                  <a:lnTo>
                    <a:pt x="443" y="222"/>
                  </a:lnTo>
                  <a:lnTo>
                    <a:pt x="507" y="178"/>
                  </a:lnTo>
                  <a:lnTo>
                    <a:pt x="573" y="138"/>
                  </a:lnTo>
                  <a:lnTo>
                    <a:pt x="643" y="103"/>
                  </a:lnTo>
                  <a:lnTo>
                    <a:pt x="715" y="72"/>
                  </a:lnTo>
                  <a:lnTo>
                    <a:pt x="790" y="47"/>
                  </a:lnTo>
                  <a:lnTo>
                    <a:pt x="867" y="27"/>
                  </a:lnTo>
                  <a:lnTo>
                    <a:pt x="946" y="12"/>
                  </a:lnTo>
                  <a:lnTo>
                    <a:pt x="1027" y="3"/>
                  </a:lnTo>
                  <a:lnTo>
                    <a:pt x="111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67" name="Freeform 22">
            <a:extLst>
              <a:ext uri="{FF2B5EF4-FFF2-40B4-BE49-F238E27FC236}">
                <a16:creationId xmlns:a16="http://schemas.microsoft.com/office/drawing/2014/main" id="{3E4D0BAA-AB2A-457D-A219-4D4933F690B1}"/>
              </a:ext>
            </a:extLst>
          </p:cNvPr>
          <p:cNvSpPr>
            <a:spLocks noEditPoints="1"/>
          </p:cNvSpPr>
          <p:nvPr/>
        </p:nvSpPr>
        <p:spPr bwMode="auto">
          <a:xfrm>
            <a:off x="6874392" y="1281522"/>
            <a:ext cx="261464" cy="360394"/>
          </a:xfrm>
          <a:custGeom>
            <a:avLst/>
            <a:gdLst>
              <a:gd name="T0" fmla="*/ 443 w 2364"/>
              <a:gd name="T1" fmla="*/ 2234 h 3072"/>
              <a:gd name="T2" fmla="*/ 1920 w 2364"/>
              <a:gd name="T3" fmla="*/ 2513 h 3072"/>
              <a:gd name="T4" fmla="*/ 2216 w 2364"/>
              <a:gd name="T5" fmla="*/ 2234 h 3072"/>
              <a:gd name="T6" fmla="*/ 2213 w 2364"/>
              <a:gd name="T7" fmla="*/ 2833 h 3072"/>
              <a:gd name="T8" fmla="*/ 2188 w 2364"/>
              <a:gd name="T9" fmla="*/ 2909 h 3072"/>
              <a:gd name="T10" fmla="*/ 2144 w 2364"/>
              <a:gd name="T11" fmla="*/ 2976 h 3072"/>
              <a:gd name="T12" fmla="*/ 2081 w 2364"/>
              <a:gd name="T13" fmla="*/ 3027 h 3072"/>
              <a:gd name="T14" fmla="*/ 2005 w 2364"/>
              <a:gd name="T15" fmla="*/ 3060 h 3072"/>
              <a:gd name="T16" fmla="*/ 1920 w 2364"/>
              <a:gd name="T17" fmla="*/ 3072 h 3072"/>
              <a:gd name="T18" fmla="*/ 400 w 2364"/>
              <a:gd name="T19" fmla="*/ 3069 h 3072"/>
              <a:gd name="T20" fmla="*/ 319 w 2364"/>
              <a:gd name="T21" fmla="*/ 3046 h 3072"/>
              <a:gd name="T22" fmla="*/ 250 w 2364"/>
              <a:gd name="T23" fmla="*/ 3003 h 3072"/>
              <a:gd name="T24" fmla="*/ 196 w 2364"/>
              <a:gd name="T25" fmla="*/ 2944 h 3072"/>
              <a:gd name="T26" fmla="*/ 161 w 2364"/>
              <a:gd name="T27" fmla="*/ 2872 h 3072"/>
              <a:gd name="T28" fmla="*/ 148 w 2364"/>
              <a:gd name="T29" fmla="*/ 2792 h 3072"/>
              <a:gd name="T30" fmla="*/ 1684 w 2364"/>
              <a:gd name="T31" fmla="*/ 894 h 3072"/>
              <a:gd name="T32" fmla="*/ 1684 w 2364"/>
              <a:gd name="T33" fmla="*/ 2178 h 3072"/>
              <a:gd name="T34" fmla="*/ 1950 w 2364"/>
              <a:gd name="T35" fmla="*/ 1536 h 3072"/>
              <a:gd name="T36" fmla="*/ 1684 w 2364"/>
              <a:gd name="T37" fmla="*/ 894 h 3072"/>
              <a:gd name="T38" fmla="*/ 887 w 2364"/>
              <a:gd name="T39" fmla="*/ 1089 h 3072"/>
              <a:gd name="T40" fmla="*/ 887 w 2364"/>
              <a:gd name="T41" fmla="*/ 1982 h 3072"/>
              <a:gd name="T42" fmla="*/ 0 w 2364"/>
              <a:gd name="T43" fmla="*/ 1536 h 3072"/>
              <a:gd name="T44" fmla="*/ 443 w 2364"/>
              <a:gd name="T45" fmla="*/ 0 h 3072"/>
              <a:gd name="T46" fmla="*/ 1964 w 2364"/>
              <a:gd name="T47" fmla="*/ 3 h 3072"/>
              <a:gd name="T48" fmla="*/ 2045 w 2364"/>
              <a:gd name="T49" fmla="*/ 26 h 3072"/>
              <a:gd name="T50" fmla="*/ 2114 w 2364"/>
              <a:gd name="T51" fmla="*/ 70 h 3072"/>
              <a:gd name="T52" fmla="*/ 2168 w 2364"/>
              <a:gd name="T53" fmla="*/ 128 h 3072"/>
              <a:gd name="T54" fmla="*/ 2203 w 2364"/>
              <a:gd name="T55" fmla="*/ 199 h 3072"/>
              <a:gd name="T56" fmla="*/ 2216 w 2364"/>
              <a:gd name="T57" fmla="*/ 281 h 3072"/>
              <a:gd name="T58" fmla="*/ 1920 w 2364"/>
              <a:gd name="T59" fmla="*/ 838 h 3072"/>
              <a:gd name="T60" fmla="*/ 443 w 2364"/>
              <a:gd name="T61" fmla="*/ 559 h 3072"/>
              <a:gd name="T62" fmla="*/ 148 w 2364"/>
              <a:gd name="T63" fmla="*/ 838 h 3072"/>
              <a:gd name="T64" fmla="*/ 151 w 2364"/>
              <a:gd name="T65" fmla="*/ 239 h 3072"/>
              <a:gd name="T66" fmla="*/ 175 w 2364"/>
              <a:gd name="T67" fmla="*/ 163 h 3072"/>
              <a:gd name="T68" fmla="*/ 220 w 2364"/>
              <a:gd name="T69" fmla="*/ 97 h 3072"/>
              <a:gd name="T70" fmla="*/ 283 w 2364"/>
              <a:gd name="T71" fmla="*/ 46 h 3072"/>
              <a:gd name="T72" fmla="*/ 358 w 2364"/>
              <a:gd name="T73" fmla="*/ 12 h 3072"/>
              <a:gd name="T74" fmla="*/ 443 w 2364"/>
              <a:gd name="T75" fmla="*/ 0 h 30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4" h="3072">
                <a:moveTo>
                  <a:pt x="148" y="2234"/>
                </a:moveTo>
                <a:lnTo>
                  <a:pt x="443" y="2234"/>
                </a:lnTo>
                <a:lnTo>
                  <a:pt x="443" y="2513"/>
                </a:lnTo>
                <a:lnTo>
                  <a:pt x="1920" y="2513"/>
                </a:lnTo>
                <a:lnTo>
                  <a:pt x="1920" y="2234"/>
                </a:lnTo>
                <a:lnTo>
                  <a:pt x="2216" y="2234"/>
                </a:lnTo>
                <a:lnTo>
                  <a:pt x="2216" y="2792"/>
                </a:lnTo>
                <a:lnTo>
                  <a:pt x="2213" y="2833"/>
                </a:lnTo>
                <a:lnTo>
                  <a:pt x="2203" y="2872"/>
                </a:lnTo>
                <a:lnTo>
                  <a:pt x="2188" y="2909"/>
                </a:lnTo>
                <a:lnTo>
                  <a:pt x="2168" y="2944"/>
                </a:lnTo>
                <a:lnTo>
                  <a:pt x="2144" y="2976"/>
                </a:lnTo>
                <a:lnTo>
                  <a:pt x="2114" y="3003"/>
                </a:lnTo>
                <a:lnTo>
                  <a:pt x="2081" y="3027"/>
                </a:lnTo>
                <a:lnTo>
                  <a:pt x="2045" y="3046"/>
                </a:lnTo>
                <a:lnTo>
                  <a:pt x="2005" y="3060"/>
                </a:lnTo>
                <a:lnTo>
                  <a:pt x="1964" y="3069"/>
                </a:lnTo>
                <a:lnTo>
                  <a:pt x="1920" y="3072"/>
                </a:lnTo>
                <a:lnTo>
                  <a:pt x="443" y="3072"/>
                </a:lnTo>
                <a:lnTo>
                  <a:pt x="400" y="3069"/>
                </a:lnTo>
                <a:lnTo>
                  <a:pt x="358" y="3060"/>
                </a:lnTo>
                <a:lnTo>
                  <a:pt x="319" y="3046"/>
                </a:lnTo>
                <a:lnTo>
                  <a:pt x="283" y="3027"/>
                </a:lnTo>
                <a:lnTo>
                  <a:pt x="250" y="3003"/>
                </a:lnTo>
                <a:lnTo>
                  <a:pt x="220" y="2976"/>
                </a:lnTo>
                <a:lnTo>
                  <a:pt x="196" y="2944"/>
                </a:lnTo>
                <a:lnTo>
                  <a:pt x="175" y="2909"/>
                </a:lnTo>
                <a:lnTo>
                  <a:pt x="161" y="2872"/>
                </a:lnTo>
                <a:lnTo>
                  <a:pt x="151" y="2833"/>
                </a:lnTo>
                <a:lnTo>
                  <a:pt x="148" y="2792"/>
                </a:lnTo>
                <a:lnTo>
                  <a:pt x="148" y="2234"/>
                </a:lnTo>
                <a:close/>
                <a:moveTo>
                  <a:pt x="1684" y="894"/>
                </a:moveTo>
                <a:lnTo>
                  <a:pt x="2364" y="1536"/>
                </a:lnTo>
                <a:lnTo>
                  <a:pt x="1684" y="2178"/>
                </a:lnTo>
                <a:lnTo>
                  <a:pt x="1478" y="1982"/>
                </a:lnTo>
                <a:lnTo>
                  <a:pt x="1950" y="1536"/>
                </a:lnTo>
                <a:lnTo>
                  <a:pt x="1478" y="1089"/>
                </a:lnTo>
                <a:lnTo>
                  <a:pt x="1684" y="894"/>
                </a:lnTo>
                <a:close/>
                <a:moveTo>
                  <a:pt x="679" y="894"/>
                </a:moveTo>
                <a:lnTo>
                  <a:pt x="887" y="1089"/>
                </a:lnTo>
                <a:lnTo>
                  <a:pt x="414" y="1536"/>
                </a:lnTo>
                <a:lnTo>
                  <a:pt x="887" y="1982"/>
                </a:lnTo>
                <a:lnTo>
                  <a:pt x="679" y="2178"/>
                </a:lnTo>
                <a:lnTo>
                  <a:pt x="0" y="1536"/>
                </a:lnTo>
                <a:lnTo>
                  <a:pt x="679" y="894"/>
                </a:lnTo>
                <a:close/>
                <a:moveTo>
                  <a:pt x="443" y="0"/>
                </a:moveTo>
                <a:lnTo>
                  <a:pt x="1920" y="0"/>
                </a:lnTo>
                <a:lnTo>
                  <a:pt x="1964" y="3"/>
                </a:lnTo>
                <a:lnTo>
                  <a:pt x="2005" y="12"/>
                </a:lnTo>
                <a:lnTo>
                  <a:pt x="2045" y="26"/>
                </a:lnTo>
                <a:lnTo>
                  <a:pt x="2081" y="46"/>
                </a:lnTo>
                <a:lnTo>
                  <a:pt x="2114" y="70"/>
                </a:lnTo>
                <a:lnTo>
                  <a:pt x="2144" y="97"/>
                </a:lnTo>
                <a:lnTo>
                  <a:pt x="2168" y="128"/>
                </a:lnTo>
                <a:lnTo>
                  <a:pt x="2188" y="163"/>
                </a:lnTo>
                <a:lnTo>
                  <a:pt x="2203" y="199"/>
                </a:lnTo>
                <a:lnTo>
                  <a:pt x="2213" y="239"/>
                </a:lnTo>
                <a:lnTo>
                  <a:pt x="2216" y="281"/>
                </a:lnTo>
                <a:lnTo>
                  <a:pt x="2216" y="838"/>
                </a:lnTo>
                <a:lnTo>
                  <a:pt x="1920" y="838"/>
                </a:lnTo>
                <a:lnTo>
                  <a:pt x="1920" y="559"/>
                </a:lnTo>
                <a:lnTo>
                  <a:pt x="443" y="559"/>
                </a:lnTo>
                <a:lnTo>
                  <a:pt x="443" y="838"/>
                </a:lnTo>
                <a:lnTo>
                  <a:pt x="148" y="838"/>
                </a:lnTo>
                <a:lnTo>
                  <a:pt x="148" y="281"/>
                </a:lnTo>
                <a:lnTo>
                  <a:pt x="151" y="239"/>
                </a:lnTo>
                <a:lnTo>
                  <a:pt x="161" y="199"/>
                </a:lnTo>
                <a:lnTo>
                  <a:pt x="175" y="163"/>
                </a:lnTo>
                <a:lnTo>
                  <a:pt x="196" y="128"/>
                </a:lnTo>
                <a:lnTo>
                  <a:pt x="220" y="97"/>
                </a:lnTo>
                <a:lnTo>
                  <a:pt x="250" y="70"/>
                </a:lnTo>
                <a:lnTo>
                  <a:pt x="283" y="46"/>
                </a:lnTo>
                <a:lnTo>
                  <a:pt x="319" y="26"/>
                </a:lnTo>
                <a:lnTo>
                  <a:pt x="358" y="12"/>
                </a:lnTo>
                <a:lnTo>
                  <a:pt x="400" y="3"/>
                </a:lnTo>
                <a:lnTo>
                  <a:pt x="443"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68" name="Group 67">
            <a:extLst>
              <a:ext uri="{FF2B5EF4-FFF2-40B4-BE49-F238E27FC236}">
                <a16:creationId xmlns:a16="http://schemas.microsoft.com/office/drawing/2014/main" id="{D696DCC3-8B3F-446F-B48C-F620474B0672}"/>
              </a:ext>
            </a:extLst>
          </p:cNvPr>
          <p:cNvGrpSpPr/>
          <p:nvPr/>
        </p:nvGrpSpPr>
        <p:grpSpPr>
          <a:xfrm>
            <a:off x="4463542" y="1274302"/>
            <a:ext cx="374834" cy="374834"/>
            <a:chOff x="-1238250" y="2566988"/>
            <a:chExt cx="1381125" cy="1381125"/>
          </a:xfrm>
          <a:solidFill>
            <a:schemeClr val="bg1"/>
          </a:solidFill>
        </p:grpSpPr>
        <p:sp>
          <p:nvSpPr>
            <p:cNvPr id="69" name="Freeform 32">
              <a:extLst>
                <a:ext uri="{FF2B5EF4-FFF2-40B4-BE49-F238E27FC236}">
                  <a16:creationId xmlns:a16="http://schemas.microsoft.com/office/drawing/2014/main" id="{78805484-E28A-4698-AD7D-D934D0100A98}"/>
                </a:ext>
              </a:extLst>
            </p:cNvPr>
            <p:cNvSpPr>
              <a:spLocks noEditPoints="1"/>
            </p:cNvSpPr>
            <p:nvPr/>
          </p:nvSpPr>
          <p:spPr bwMode="auto">
            <a:xfrm>
              <a:off x="-1238250" y="2566988"/>
              <a:ext cx="1381125" cy="1381125"/>
            </a:xfrm>
            <a:custGeom>
              <a:avLst/>
              <a:gdLst>
                <a:gd name="T0" fmla="*/ 1520 w 3480"/>
                <a:gd name="T1" fmla="*/ 434 h 3480"/>
                <a:gd name="T2" fmla="*/ 1188 w 3480"/>
                <a:gd name="T3" fmla="*/ 611 h 3480"/>
                <a:gd name="T4" fmla="*/ 919 w 3480"/>
                <a:gd name="T5" fmla="*/ 632 h 3480"/>
                <a:gd name="T6" fmla="*/ 509 w 3480"/>
                <a:gd name="T7" fmla="*/ 752 h 3480"/>
                <a:gd name="T8" fmla="*/ 668 w 3480"/>
                <a:gd name="T9" fmla="*/ 1063 h 3480"/>
                <a:gd name="T10" fmla="*/ 502 w 3480"/>
                <a:gd name="T11" fmla="*/ 1461 h 3480"/>
                <a:gd name="T12" fmla="*/ 171 w 3480"/>
                <a:gd name="T13" fmla="*/ 1568 h 3480"/>
                <a:gd name="T14" fmla="*/ 375 w 3480"/>
                <a:gd name="T15" fmla="*/ 1942 h 3480"/>
                <a:gd name="T16" fmla="*/ 552 w 3480"/>
                <a:gd name="T17" fmla="*/ 2149 h 3480"/>
                <a:gd name="T18" fmla="*/ 661 w 3480"/>
                <a:gd name="T19" fmla="*/ 2507 h 3480"/>
                <a:gd name="T20" fmla="*/ 735 w 3480"/>
                <a:gd name="T21" fmla="*/ 2965 h 3480"/>
                <a:gd name="T22" fmla="*/ 1001 w 3480"/>
                <a:gd name="T23" fmla="*/ 2812 h 3480"/>
                <a:gd name="T24" fmla="*/ 1405 w 3480"/>
                <a:gd name="T25" fmla="*/ 2952 h 3480"/>
                <a:gd name="T26" fmla="*/ 1550 w 3480"/>
                <a:gd name="T27" fmla="*/ 3204 h 3480"/>
                <a:gd name="T28" fmla="*/ 1915 w 3480"/>
                <a:gd name="T29" fmla="*/ 3301 h 3480"/>
                <a:gd name="T30" fmla="*/ 2046 w 3480"/>
                <a:gd name="T31" fmla="*/ 2962 h 3480"/>
                <a:gd name="T32" fmla="*/ 2448 w 3480"/>
                <a:gd name="T33" fmla="*/ 2810 h 3480"/>
                <a:gd name="T34" fmla="*/ 2738 w 3480"/>
                <a:gd name="T35" fmla="*/ 2971 h 3480"/>
                <a:gd name="T36" fmla="*/ 2831 w 3480"/>
                <a:gd name="T37" fmla="*/ 2535 h 3480"/>
                <a:gd name="T38" fmla="*/ 2901 w 3480"/>
                <a:gd name="T39" fmla="*/ 2221 h 3480"/>
                <a:gd name="T40" fmla="*/ 3074 w 3480"/>
                <a:gd name="T41" fmla="*/ 1950 h 3480"/>
                <a:gd name="T42" fmla="*/ 3315 w 3480"/>
                <a:gd name="T43" fmla="*/ 1575 h 3480"/>
                <a:gd name="T44" fmla="*/ 2997 w 3480"/>
                <a:gd name="T45" fmla="*/ 1484 h 3480"/>
                <a:gd name="T46" fmla="*/ 2821 w 3480"/>
                <a:gd name="T47" fmla="*/ 1091 h 3480"/>
                <a:gd name="T48" fmla="*/ 2967 w 3480"/>
                <a:gd name="T49" fmla="*/ 760 h 3480"/>
                <a:gd name="T50" fmla="*/ 2641 w 3480"/>
                <a:gd name="T51" fmla="*/ 572 h 3480"/>
                <a:gd name="T52" fmla="*/ 2360 w 3480"/>
                <a:gd name="T53" fmla="*/ 646 h 3480"/>
                <a:gd name="T54" fmla="*/ 1976 w 3480"/>
                <a:gd name="T55" fmla="*/ 461 h 3480"/>
                <a:gd name="T56" fmla="*/ 1896 w 3480"/>
                <a:gd name="T57" fmla="*/ 162 h 3480"/>
                <a:gd name="T58" fmla="*/ 2036 w 3480"/>
                <a:gd name="T59" fmla="*/ 67 h 3480"/>
                <a:gd name="T60" fmla="*/ 2110 w 3480"/>
                <a:gd name="T61" fmla="*/ 367 h 3480"/>
                <a:gd name="T62" fmla="*/ 2455 w 3480"/>
                <a:gd name="T63" fmla="*/ 507 h 3480"/>
                <a:gd name="T64" fmla="*/ 2759 w 3480"/>
                <a:gd name="T65" fmla="*/ 349 h 3480"/>
                <a:gd name="T66" fmla="*/ 3125 w 3480"/>
                <a:gd name="T67" fmla="*/ 693 h 3480"/>
                <a:gd name="T68" fmla="*/ 2977 w 3480"/>
                <a:gd name="T69" fmla="*/ 1018 h 3480"/>
                <a:gd name="T70" fmla="*/ 3110 w 3480"/>
                <a:gd name="T71" fmla="*/ 1367 h 3480"/>
                <a:gd name="T72" fmla="*/ 3386 w 3480"/>
                <a:gd name="T73" fmla="*/ 1425 h 3480"/>
                <a:gd name="T74" fmla="*/ 3477 w 3480"/>
                <a:gd name="T75" fmla="*/ 1929 h 3480"/>
                <a:gd name="T76" fmla="*/ 3226 w 3480"/>
                <a:gd name="T77" fmla="*/ 2090 h 3480"/>
                <a:gd name="T78" fmla="*/ 3052 w 3480"/>
                <a:gd name="T79" fmla="*/ 2283 h 3480"/>
                <a:gd name="T80" fmla="*/ 3114 w 3480"/>
                <a:gd name="T81" fmla="*/ 2648 h 3480"/>
                <a:gd name="T82" fmla="*/ 3080 w 3480"/>
                <a:gd name="T83" fmla="*/ 2860 h 3480"/>
                <a:gd name="T84" fmla="*/ 2674 w 3480"/>
                <a:gd name="T85" fmla="*/ 3125 h 3480"/>
                <a:gd name="T86" fmla="*/ 2363 w 3480"/>
                <a:gd name="T87" fmla="*/ 3016 h 3480"/>
                <a:gd name="T88" fmla="*/ 2104 w 3480"/>
                <a:gd name="T89" fmla="*/ 3126 h 3480"/>
                <a:gd name="T90" fmla="*/ 1959 w 3480"/>
                <a:gd name="T91" fmla="*/ 3468 h 3480"/>
                <a:gd name="T92" fmla="*/ 1444 w 3480"/>
                <a:gd name="T93" fmla="*/ 3413 h 3480"/>
                <a:gd name="T94" fmla="*/ 1370 w 3480"/>
                <a:gd name="T95" fmla="*/ 3113 h 3480"/>
                <a:gd name="T96" fmla="*/ 1025 w 3480"/>
                <a:gd name="T97" fmla="*/ 2973 h 3480"/>
                <a:gd name="T98" fmla="*/ 721 w 3480"/>
                <a:gd name="T99" fmla="*/ 3131 h 3480"/>
                <a:gd name="T100" fmla="*/ 355 w 3480"/>
                <a:gd name="T101" fmla="*/ 2787 h 3480"/>
                <a:gd name="T102" fmla="*/ 503 w 3480"/>
                <a:gd name="T103" fmla="*/ 2462 h 3480"/>
                <a:gd name="T104" fmla="*/ 370 w 3480"/>
                <a:gd name="T105" fmla="*/ 2113 h 3480"/>
                <a:gd name="T106" fmla="*/ 94 w 3480"/>
                <a:gd name="T107" fmla="*/ 2055 h 3480"/>
                <a:gd name="T108" fmla="*/ 3 w 3480"/>
                <a:gd name="T109" fmla="*/ 1551 h 3480"/>
                <a:gd name="T110" fmla="*/ 254 w 3480"/>
                <a:gd name="T111" fmla="*/ 1390 h 3480"/>
                <a:gd name="T112" fmla="*/ 428 w 3480"/>
                <a:gd name="T113" fmla="*/ 1197 h 3480"/>
                <a:gd name="T114" fmla="*/ 366 w 3480"/>
                <a:gd name="T115" fmla="*/ 832 h 3480"/>
                <a:gd name="T116" fmla="*/ 400 w 3480"/>
                <a:gd name="T117" fmla="*/ 620 h 3480"/>
                <a:gd name="T118" fmla="*/ 806 w 3480"/>
                <a:gd name="T119" fmla="*/ 355 h 3480"/>
                <a:gd name="T120" fmla="*/ 1117 w 3480"/>
                <a:gd name="T121" fmla="*/ 464 h 3480"/>
                <a:gd name="T122" fmla="*/ 1376 w 3480"/>
                <a:gd name="T123" fmla="*/ 354 h 3480"/>
                <a:gd name="T124" fmla="*/ 1521 w 3480"/>
                <a:gd name="T125" fmla="*/ 12 h 3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480" h="3480">
                  <a:moveTo>
                    <a:pt x="1584" y="162"/>
                  </a:moveTo>
                  <a:lnTo>
                    <a:pt x="1575" y="165"/>
                  </a:lnTo>
                  <a:lnTo>
                    <a:pt x="1568" y="171"/>
                  </a:lnTo>
                  <a:lnTo>
                    <a:pt x="1565" y="179"/>
                  </a:lnTo>
                  <a:lnTo>
                    <a:pt x="1550" y="277"/>
                  </a:lnTo>
                  <a:lnTo>
                    <a:pt x="1538" y="375"/>
                  </a:lnTo>
                  <a:lnTo>
                    <a:pt x="1530" y="406"/>
                  </a:lnTo>
                  <a:lnTo>
                    <a:pt x="1520" y="434"/>
                  </a:lnTo>
                  <a:lnTo>
                    <a:pt x="1504" y="461"/>
                  </a:lnTo>
                  <a:lnTo>
                    <a:pt x="1484" y="483"/>
                  </a:lnTo>
                  <a:lnTo>
                    <a:pt x="1461" y="502"/>
                  </a:lnTo>
                  <a:lnTo>
                    <a:pt x="1434" y="518"/>
                  </a:lnTo>
                  <a:lnTo>
                    <a:pt x="1405" y="528"/>
                  </a:lnTo>
                  <a:lnTo>
                    <a:pt x="1331" y="552"/>
                  </a:lnTo>
                  <a:lnTo>
                    <a:pt x="1259" y="579"/>
                  </a:lnTo>
                  <a:lnTo>
                    <a:pt x="1188" y="611"/>
                  </a:lnTo>
                  <a:lnTo>
                    <a:pt x="1120" y="646"/>
                  </a:lnTo>
                  <a:lnTo>
                    <a:pt x="1091" y="659"/>
                  </a:lnTo>
                  <a:lnTo>
                    <a:pt x="1063" y="668"/>
                  </a:lnTo>
                  <a:lnTo>
                    <a:pt x="1032" y="670"/>
                  </a:lnTo>
                  <a:lnTo>
                    <a:pt x="1003" y="668"/>
                  </a:lnTo>
                  <a:lnTo>
                    <a:pt x="973" y="661"/>
                  </a:lnTo>
                  <a:lnTo>
                    <a:pt x="945" y="649"/>
                  </a:lnTo>
                  <a:lnTo>
                    <a:pt x="919" y="632"/>
                  </a:lnTo>
                  <a:lnTo>
                    <a:pt x="839" y="572"/>
                  </a:lnTo>
                  <a:lnTo>
                    <a:pt x="760" y="513"/>
                  </a:lnTo>
                  <a:lnTo>
                    <a:pt x="752" y="509"/>
                  </a:lnTo>
                  <a:lnTo>
                    <a:pt x="742" y="509"/>
                  </a:lnTo>
                  <a:lnTo>
                    <a:pt x="735" y="515"/>
                  </a:lnTo>
                  <a:lnTo>
                    <a:pt x="515" y="735"/>
                  </a:lnTo>
                  <a:lnTo>
                    <a:pt x="509" y="742"/>
                  </a:lnTo>
                  <a:lnTo>
                    <a:pt x="509" y="752"/>
                  </a:lnTo>
                  <a:lnTo>
                    <a:pt x="513" y="760"/>
                  </a:lnTo>
                  <a:lnTo>
                    <a:pt x="572" y="839"/>
                  </a:lnTo>
                  <a:lnTo>
                    <a:pt x="632" y="919"/>
                  </a:lnTo>
                  <a:lnTo>
                    <a:pt x="649" y="945"/>
                  </a:lnTo>
                  <a:lnTo>
                    <a:pt x="661" y="973"/>
                  </a:lnTo>
                  <a:lnTo>
                    <a:pt x="668" y="1003"/>
                  </a:lnTo>
                  <a:lnTo>
                    <a:pt x="670" y="1032"/>
                  </a:lnTo>
                  <a:lnTo>
                    <a:pt x="668" y="1063"/>
                  </a:lnTo>
                  <a:lnTo>
                    <a:pt x="659" y="1091"/>
                  </a:lnTo>
                  <a:lnTo>
                    <a:pt x="646" y="1120"/>
                  </a:lnTo>
                  <a:lnTo>
                    <a:pt x="611" y="1188"/>
                  </a:lnTo>
                  <a:lnTo>
                    <a:pt x="579" y="1259"/>
                  </a:lnTo>
                  <a:lnTo>
                    <a:pt x="552" y="1331"/>
                  </a:lnTo>
                  <a:lnTo>
                    <a:pt x="528" y="1405"/>
                  </a:lnTo>
                  <a:lnTo>
                    <a:pt x="518" y="1434"/>
                  </a:lnTo>
                  <a:lnTo>
                    <a:pt x="502" y="1461"/>
                  </a:lnTo>
                  <a:lnTo>
                    <a:pt x="483" y="1484"/>
                  </a:lnTo>
                  <a:lnTo>
                    <a:pt x="461" y="1504"/>
                  </a:lnTo>
                  <a:lnTo>
                    <a:pt x="434" y="1520"/>
                  </a:lnTo>
                  <a:lnTo>
                    <a:pt x="406" y="1530"/>
                  </a:lnTo>
                  <a:lnTo>
                    <a:pt x="375" y="1538"/>
                  </a:lnTo>
                  <a:lnTo>
                    <a:pt x="277" y="1550"/>
                  </a:lnTo>
                  <a:lnTo>
                    <a:pt x="179" y="1565"/>
                  </a:lnTo>
                  <a:lnTo>
                    <a:pt x="171" y="1568"/>
                  </a:lnTo>
                  <a:lnTo>
                    <a:pt x="165" y="1575"/>
                  </a:lnTo>
                  <a:lnTo>
                    <a:pt x="162" y="1585"/>
                  </a:lnTo>
                  <a:lnTo>
                    <a:pt x="162" y="1896"/>
                  </a:lnTo>
                  <a:lnTo>
                    <a:pt x="165" y="1905"/>
                  </a:lnTo>
                  <a:lnTo>
                    <a:pt x="171" y="1912"/>
                  </a:lnTo>
                  <a:lnTo>
                    <a:pt x="179" y="1915"/>
                  </a:lnTo>
                  <a:lnTo>
                    <a:pt x="277" y="1930"/>
                  </a:lnTo>
                  <a:lnTo>
                    <a:pt x="375" y="1942"/>
                  </a:lnTo>
                  <a:lnTo>
                    <a:pt x="406" y="1950"/>
                  </a:lnTo>
                  <a:lnTo>
                    <a:pt x="434" y="1960"/>
                  </a:lnTo>
                  <a:lnTo>
                    <a:pt x="461" y="1976"/>
                  </a:lnTo>
                  <a:lnTo>
                    <a:pt x="483" y="1996"/>
                  </a:lnTo>
                  <a:lnTo>
                    <a:pt x="502" y="2019"/>
                  </a:lnTo>
                  <a:lnTo>
                    <a:pt x="518" y="2046"/>
                  </a:lnTo>
                  <a:lnTo>
                    <a:pt x="528" y="2075"/>
                  </a:lnTo>
                  <a:lnTo>
                    <a:pt x="552" y="2149"/>
                  </a:lnTo>
                  <a:lnTo>
                    <a:pt x="579" y="2221"/>
                  </a:lnTo>
                  <a:lnTo>
                    <a:pt x="611" y="2292"/>
                  </a:lnTo>
                  <a:lnTo>
                    <a:pt x="646" y="2360"/>
                  </a:lnTo>
                  <a:lnTo>
                    <a:pt x="659" y="2389"/>
                  </a:lnTo>
                  <a:lnTo>
                    <a:pt x="668" y="2417"/>
                  </a:lnTo>
                  <a:lnTo>
                    <a:pt x="670" y="2448"/>
                  </a:lnTo>
                  <a:lnTo>
                    <a:pt x="668" y="2477"/>
                  </a:lnTo>
                  <a:lnTo>
                    <a:pt x="661" y="2507"/>
                  </a:lnTo>
                  <a:lnTo>
                    <a:pt x="649" y="2535"/>
                  </a:lnTo>
                  <a:lnTo>
                    <a:pt x="632" y="2561"/>
                  </a:lnTo>
                  <a:lnTo>
                    <a:pt x="572" y="2641"/>
                  </a:lnTo>
                  <a:lnTo>
                    <a:pt x="513" y="2720"/>
                  </a:lnTo>
                  <a:lnTo>
                    <a:pt x="509" y="2728"/>
                  </a:lnTo>
                  <a:lnTo>
                    <a:pt x="509" y="2738"/>
                  </a:lnTo>
                  <a:lnTo>
                    <a:pt x="515" y="2745"/>
                  </a:lnTo>
                  <a:lnTo>
                    <a:pt x="735" y="2965"/>
                  </a:lnTo>
                  <a:lnTo>
                    <a:pt x="742" y="2971"/>
                  </a:lnTo>
                  <a:lnTo>
                    <a:pt x="752" y="2972"/>
                  </a:lnTo>
                  <a:lnTo>
                    <a:pt x="760" y="2967"/>
                  </a:lnTo>
                  <a:lnTo>
                    <a:pt x="839" y="2908"/>
                  </a:lnTo>
                  <a:lnTo>
                    <a:pt x="919" y="2848"/>
                  </a:lnTo>
                  <a:lnTo>
                    <a:pt x="945" y="2831"/>
                  </a:lnTo>
                  <a:lnTo>
                    <a:pt x="972" y="2820"/>
                  </a:lnTo>
                  <a:lnTo>
                    <a:pt x="1001" y="2812"/>
                  </a:lnTo>
                  <a:lnTo>
                    <a:pt x="1030" y="2810"/>
                  </a:lnTo>
                  <a:lnTo>
                    <a:pt x="1061" y="2812"/>
                  </a:lnTo>
                  <a:lnTo>
                    <a:pt x="1091" y="2821"/>
                  </a:lnTo>
                  <a:lnTo>
                    <a:pt x="1120" y="2834"/>
                  </a:lnTo>
                  <a:lnTo>
                    <a:pt x="1188" y="2869"/>
                  </a:lnTo>
                  <a:lnTo>
                    <a:pt x="1259" y="2901"/>
                  </a:lnTo>
                  <a:lnTo>
                    <a:pt x="1331" y="2928"/>
                  </a:lnTo>
                  <a:lnTo>
                    <a:pt x="1405" y="2952"/>
                  </a:lnTo>
                  <a:lnTo>
                    <a:pt x="1434" y="2962"/>
                  </a:lnTo>
                  <a:lnTo>
                    <a:pt x="1461" y="2978"/>
                  </a:lnTo>
                  <a:lnTo>
                    <a:pt x="1484" y="2997"/>
                  </a:lnTo>
                  <a:lnTo>
                    <a:pt x="1504" y="3019"/>
                  </a:lnTo>
                  <a:lnTo>
                    <a:pt x="1520" y="3046"/>
                  </a:lnTo>
                  <a:lnTo>
                    <a:pt x="1530" y="3074"/>
                  </a:lnTo>
                  <a:lnTo>
                    <a:pt x="1538" y="3105"/>
                  </a:lnTo>
                  <a:lnTo>
                    <a:pt x="1550" y="3204"/>
                  </a:lnTo>
                  <a:lnTo>
                    <a:pt x="1565" y="3301"/>
                  </a:lnTo>
                  <a:lnTo>
                    <a:pt x="1568" y="3309"/>
                  </a:lnTo>
                  <a:lnTo>
                    <a:pt x="1575" y="3315"/>
                  </a:lnTo>
                  <a:lnTo>
                    <a:pt x="1584" y="3318"/>
                  </a:lnTo>
                  <a:lnTo>
                    <a:pt x="1896" y="3318"/>
                  </a:lnTo>
                  <a:lnTo>
                    <a:pt x="1905" y="3315"/>
                  </a:lnTo>
                  <a:lnTo>
                    <a:pt x="1912" y="3309"/>
                  </a:lnTo>
                  <a:lnTo>
                    <a:pt x="1915" y="3301"/>
                  </a:lnTo>
                  <a:lnTo>
                    <a:pt x="1930" y="3203"/>
                  </a:lnTo>
                  <a:lnTo>
                    <a:pt x="1942" y="3105"/>
                  </a:lnTo>
                  <a:lnTo>
                    <a:pt x="1950" y="3074"/>
                  </a:lnTo>
                  <a:lnTo>
                    <a:pt x="1960" y="3046"/>
                  </a:lnTo>
                  <a:lnTo>
                    <a:pt x="1976" y="3019"/>
                  </a:lnTo>
                  <a:lnTo>
                    <a:pt x="1996" y="2997"/>
                  </a:lnTo>
                  <a:lnTo>
                    <a:pt x="2019" y="2978"/>
                  </a:lnTo>
                  <a:lnTo>
                    <a:pt x="2046" y="2962"/>
                  </a:lnTo>
                  <a:lnTo>
                    <a:pt x="2075" y="2952"/>
                  </a:lnTo>
                  <a:lnTo>
                    <a:pt x="2149" y="2928"/>
                  </a:lnTo>
                  <a:lnTo>
                    <a:pt x="2221" y="2901"/>
                  </a:lnTo>
                  <a:lnTo>
                    <a:pt x="2292" y="2869"/>
                  </a:lnTo>
                  <a:lnTo>
                    <a:pt x="2360" y="2834"/>
                  </a:lnTo>
                  <a:lnTo>
                    <a:pt x="2389" y="2821"/>
                  </a:lnTo>
                  <a:lnTo>
                    <a:pt x="2417" y="2812"/>
                  </a:lnTo>
                  <a:lnTo>
                    <a:pt x="2448" y="2810"/>
                  </a:lnTo>
                  <a:lnTo>
                    <a:pt x="2477" y="2812"/>
                  </a:lnTo>
                  <a:lnTo>
                    <a:pt x="2507" y="2819"/>
                  </a:lnTo>
                  <a:lnTo>
                    <a:pt x="2535" y="2831"/>
                  </a:lnTo>
                  <a:lnTo>
                    <a:pt x="2561" y="2848"/>
                  </a:lnTo>
                  <a:lnTo>
                    <a:pt x="2641" y="2908"/>
                  </a:lnTo>
                  <a:lnTo>
                    <a:pt x="2720" y="2967"/>
                  </a:lnTo>
                  <a:lnTo>
                    <a:pt x="2728" y="2972"/>
                  </a:lnTo>
                  <a:lnTo>
                    <a:pt x="2738" y="2971"/>
                  </a:lnTo>
                  <a:lnTo>
                    <a:pt x="2745" y="2965"/>
                  </a:lnTo>
                  <a:lnTo>
                    <a:pt x="2965" y="2745"/>
                  </a:lnTo>
                  <a:lnTo>
                    <a:pt x="2971" y="2738"/>
                  </a:lnTo>
                  <a:lnTo>
                    <a:pt x="2971" y="2728"/>
                  </a:lnTo>
                  <a:lnTo>
                    <a:pt x="2967" y="2720"/>
                  </a:lnTo>
                  <a:lnTo>
                    <a:pt x="2908" y="2641"/>
                  </a:lnTo>
                  <a:lnTo>
                    <a:pt x="2848" y="2561"/>
                  </a:lnTo>
                  <a:lnTo>
                    <a:pt x="2831" y="2535"/>
                  </a:lnTo>
                  <a:lnTo>
                    <a:pt x="2819" y="2507"/>
                  </a:lnTo>
                  <a:lnTo>
                    <a:pt x="2812" y="2477"/>
                  </a:lnTo>
                  <a:lnTo>
                    <a:pt x="2810" y="2448"/>
                  </a:lnTo>
                  <a:lnTo>
                    <a:pt x="2812" y="2417"/>
                  </a:lnTo>
                  <a:lnTo>
                    <a:pt x="2821" y="2389"/>
                  </a:lnTo>
                  <a:lnTo>
                    <a:pt x="2834" y="2360"/>
                  </a:lnTo>
                  <a:lnTo>
                    <a:pt x="2869" y="2292"/>
                  </a:lnTo>
                  <a:lnTo>
                    <a:pt x="2901" y="2221"/>
                  </a:lnTo>
                  <a:lnTo>
                    <a:pt x="2928" y="2149"/>
                  </a:lnTo>
                  <a:lnTo>
                    <a:pt x="2952" y="2075"/>
                  </a:lnTo>
                  <a:lnTo>
                    <a:pt x="2962" y="2046"/>
                  </a:lnTo>
                  <a:lnTo>
                    <a:pt x="2978" y="2019"/>
                  </a:lnTo>
                  <a:lnTo>
                    <a:pt x="2997" y="1996"/>
                  </a:lnTo>
                  <a:lnTo>
                    <a:pt x="3019" y="1976"/>
                  </a:lnTo>
                  <a:lnTo>
                    <a:pt x="3046" y="1960"/>
                  </a:lnTo>
                  <a:lnTo>
                    <a:pt x="3074" y="1950"/>
                  </a:lnTo>
                  <a:lnTo>
                    <a:pt x="3105" y="1942"/>
                  </a:lnTo>
                  <a:lnTo>
                    <a:pt x="3203" y="1930"/>
                  </a:lnTo>
                  <a:lnTo>
                    <a:pt x="3301" y="1915"/>
                  </a:lnTo>
                  <a:lnTo>
                    <a:pt x="3309" y="1912"/>
                  </a:lnTo>
                  <a:lnTo>
                    <a:pt x="3315" y="1905"/>
                  </a:lnTo>
                  <a:lnTo>
                    <a:pt x="3318" y="1896"/>
                  </a:lnTo>
                  <a:lnTo>
                    <a:pt x="3318" y="1584"/>
                  </a:lnTo>
                  <a:lnTo>
                    <a:pt x="3315" y="1575"/>
                  </a:lnTo>
                  <a:lnTo>
                    <a:pt x="3309" y="1568"/>
                  </a:lnTo>
                  <a:lnTo>
                    <a:pt x="3301" y="1565"/>
                  </a:lnTo>
                  <a:lnTo>
                    <a:pt x="3203" y="1550"/>
                  </a:lnTo>
                  <a:lnTo>
                    <a:pt x="3105" y="1538"/>
                  </a:lnTo>
                  <a:lnTo>
                    <a:pt x="3074" y="1530"/>
                  </a:lnTo>
                  <a:lnTo>
                    <a:pt x="3046" y="1520"/>
                  </a:lnTo>
                  <a:lnTo>
                    <a:pt x="3019" y="1504"/>
                  </a:lnTo>
                  <a:lnTo>
                    <a:pt x="2997" y="1484"/>
                  </a:lnTo>
                  <a:lnTo>
                    <a:pt x="2978" y="1461"/>
                  </a:lnTo>
                  <a:lnTo>
                    <a:pt x="2962" y="1434"/>
                  </a:lnTo>
                  <a:lnTo>
                    <a:pt x="2952" y="1405"/>
                  </a:lnTo>
                  <a:lnTo>
                    <a:pt x="2928" y="1331"/>
                  </a:lnTo>
                  <a:lnTo>
                    <a:pt x="2901" y="1259"/>
                  </a:lnTo>
                  <a:lnTo>
                    <a:pt x="2869" y="1188"/>
                  </a:lnTo>
                  <a:lnTo>
                    <a:pt x="2834" y="1120"/>
                  </a:lnTo>
                  <a:lnTo>
                    <a:pt x="2821" y="1091"/>
                  </a:lnTo>
                  <a:lnTo>
                    <a:pt x="2812" y="1063"/>
                  </a:lnTo>
                  <a:lnTo>
                    <a:pt x="2810" y="1032"/>
                  </a:lnTo>
                  <a:lnTo>
                    <a:pt x="2812" y="1003"/>
                  </a:lnTo>
                  <a:lnTo>
                    <a:pt x="2819" y="973"/>
                  </a:lnTo>
                  <a:lnTo>
                    <a:pt x="2831" y="945"/>
                  </a:lnTo>
                  <a:lnTo>
                    <a:pt x="2848" y="919"/>
                  </a:lnTo>
                  <a:lnTo>
                    <a:pt x="2908" y="839"/>
                  </a:lnTo>
                  <a:lnTo>
                    <a:pt x="2967" y="760"/>
                  </a:lnTo>
                  <a:lnTo>
                    <a:pt x="2971" y="752"/>
                  </a:lnTo>
                  <a:lnTo>
                    <a:pt x="2971" y="742"/>
                  </a:lnTo>
                  <a:lnTo>
                    <a:pt x="2965" y="735"/>
                  </a:lnTo>
                  <a:lnTo>
                    <a:pt x="2745" y="515"/>
                  </a:lnTo>
                  <a:lnTo>
                    <a:pt x="2738" y="509"/>
                  </a:lnTo>
                  <a:lnTo>
                    <a:pt x="2728" y="509"/>
                  </a:lnTo>
                  <a:lnTo>
                    <a:pt x="2720" y="513"/>
                  </a:lnTo>
                  <a:lnTo>
                    <a:pt x="2641" y="572"/>
                  </a:lnTo>
                  <a:lnTo>
                    <a:pt x="2561" y="632"/>
                  </a:lnTo>
                  <a:lnTo>
                    <a:pt x="2535" y="649"/>
                  </a:lnTo>
                  <a:lnTo>
                    <a:pt x="2507" y="661"/>
                  </a:lnTo>
                  <a:lnTo>
                    <a:pt x="2477" y="668"/>
                  </a:lnTo>
                  <a:lnTo>
                    <a:pt x="2448" y="670"/>
                  </a:lnTo>
                  <a:lnTo>
                    <a:pt x="2417" y="668"/>
                  </a:lnTo>
                  <a:lnTo>
                    <a:pt x="2389" y="659"/>
                  </a:lnTo>
                  <a:lnTo>
                    <a:pt x="2360" y="646"/>
                  </a:lnTo>
                  <a:lnTo>
                    <a:pt x="2292" y="611"/>
                  </a:lnTo>
                  <a:lnTo>
                    <a:pt x="2221" y="579"/>
                  </a:lnTo>
                  <a:lnTo>
                    <a:pt x="2149" y="552"/>
                  </a:lnTo>
                  <a:lnTo>
                    <a:pt x="2075" y="528"/>
                  </a:lnTo>
                  <a:lnTo>
                    <a:pt x="2046" y="518"/>
                  </a:lnTo>
                  <a:lnTo>
                    <a:pt x="2019" y="502"/>
                  </a:lnTo>
                  <a:lnTo>
                    <a:pt x="1996" y="483"/>
                  </a:lnTo>
                  <a:lnTo>
                    <a:pt x="1976" y="461"/>
                  </a:lnTo>
                  <a:lnTo>
                    <a:pt x="1960" y="434"/>
                  </a:lnTo>
                  <a:lnTo>
                    <a:pt x="1950" y="406"/>
                  </a:lnTo>
                  <a:lnTo>
                    <a:pt x="1942" y="375"/>
                  </a:lnTo>
                  <a:lnTo>
                    <a:pt x="1930" y="277"/>
                  </a:lnTo>
                  <a:lnTo>
                    <a:pt x="1915" y="179"/>
                  </a:lnTo>
                  <a:lnTo>
                    <a:pt x="1912" y="171"/>
                  </a:lnTo>
                  <a:lnTo>
                    <a:pt x="1905" y="165"/>
                  </a:lnTo>
                  <a:lnTo>
                    <a:pt x="1896" y="162"/>
                  </a:lnTo>
                  <a:lnTo>
                    <a:pt x="1584" y="162"/>
                  </a:lnTo>
                  <a:close/>
                  <a:moveTo>
                    <a:pt x="1584" y="0"/>
                  </a:moveTo>
                  <a:lnTo>
                    <a:pt x="1896" y="0"/>
                  </a:lnTo>
                  <a:lnTo>
                    <a:pt x="1929" y="3"/>
                  </a:lnTo>
                  <a:lnTo>
                    <a:pt x="1959" y="12"/>
                  </a:lnTo>
                  <a:lnTo>
                    <a:pt x="1989" y="25"/>
                  </a:lnTo>
                  <a:lnTo>
                    <a:pt x="2014" y="44"/>
                  </a:lnTo>
                  <a:lnTo>
                    <a:pt x="2036" y="67"/>
                  </a:lnTo>
                  <a:lnTo>
                    <a:pt x="2055" y="94"/>
                  </a:lnTo>
                  <a:lnTo>
                    <a:pt x="2068" y="123"/>
                  </a:lnTo>
                  <a:lnTo>
                    <a:pt x="2076" y="155"/>
                  </a:lnTo>
                  <a:lnTo>
                    <a:pt x="2090" y="254"/>
                  </a:lnTo>
                  <a:lnTo>
                    <a:pt x="2104" y="354"/>
                  </a:lnTo>
                  <a:lnTo>
                    <a:pt x="2105" y="360"/>
                  </a:lnTo>
                  <a:lnTo>
                    <a:pt x="2107" y="364"/>
                  </a:lnTo>
                  <a:lnTo>
                    <a:pt x="2110" y="367"/>
                  </a:lnTo>
                  <a:lnTo>
                    <a:pt x="2113" y="370"/>
                  </a:lnTo>
                  <a:lnTo>
                    <a:pt x="2118" y="371"/>
                  </a:lnTo>
                  <a:lnTo>
                    <a:pt x="2202" y="398"/>
                  </a:lnTo>
                  <a:lnTo>
                    <a:pt x="2283" y="428"/>
                  </a:lnTo>
                  <a:lnTo>
                    <a:pt x="2363" y="464"/>
                  </a:lnTo>
                  <a:lnTo>
                    <a:pt x="2440" y="505"/>
                  </a:lnTo>
                  <a:lnTo>
                    <a:pt x="2448" y="507"/>
                  </a:lnTo>
                  <a:lnTo>
                    <a:pt x="2455" y="507"/>
                  </a:lnTo>
                  <a:lnTo>
                    <a:pt x="2462" y="503"/>
                  </a:lnTo>
                  <a:lnTo>
                    <a:pt x="2543" y="442"/>
                  </a:lnTo>
                  <a:lnTo>
                    <a:pt x="2623" y="382"/>
                  </a:lnTo>
                  <a:lnTo>
                    <a:pt x="2648" y="366"/>
                  </a:lnTo>
                  <a:lnTo>
                    <a:pt x="2674" y="355"/>
                  </a:lnTo>
                  <a:lnTo>
                    <a:pt x="2703" y="349"/>
                  </a:lnTo>
                  <a:lnTo>
                    <a:pt x="2730" y="347"/>
                  </a:lnTo>
                  <a:lnTo>
                    <a:pt x="2759" y="349"/>
                  </a:lnTo>
                  <a:lnTo>
                    <a:pt x="2787" y="355"/>
                  </a:lnTo>
                  <a:lnTo>
                    <a:pt x="2814" y="366"/>
                  </a:lnTo>
                  <a:lnTo>
                    <a:pt x="2838" y="381"/>
                  </a:lnTo>
                  <a:lnTo>
                    <a:pt x="2860" y="400"/>
                  </a:lnTo>
                  <a:lnTo>
                    <a:pt x="3080" y="620"/>
                  </a:lnTo>
                  <a:lnTo>
                    <a:pt x="3099" y="642"/>
                  </a:lnTo>
                  <a:lnTo>
                    <a:pt x="3114" y="666"/>
                  </a:lnTo>
                  <a:lnTo>
                    <a:pt x="3125" y="693"/>
                  </a:lnTo>
                  <a:lnTo>
                    <a:pt x="3131" y="721"/>
                  </a:lnTo>
                  <a:lnTo>
                    <a:pt x="3133" y="750"/>
                  </a:lnTo>
                  <a:lnTo>
                    <a:pt x="3131" y="777"/>
                  </a:lnTo>
                  <a:lnTo>
                    <a:pt x="3125" y="806"/>
                  </a:lnTo>
                  <a:lnTo>
                    <a:pt x="3114" y="832"/>
                  </a:lnTo>
                  <a:lnTo>
                    <a:pt x="3098" y="857"/>
                  </a:lnTo>
                  <a:lnTo>
                    <a:pt x="3038" y="937"/>
                  </a:lnTo>
                  <a:lnTo>
                    <a:pt x="2977" y="1018"/>
                  </a:lnTo>
                  <a:lnTo>
                    <a:pt x="2973" y="1025"/>
                  </a:lnTo>
                  <a:lnTo>
                    <a:pt x="2973" y="1032"/>
                  </a:lnTo>
                  <a:lnTo>
                    <a:pt x="2975" y="1040"/>
                  </a:lnTo>
                  <a:lnTo>
                    <a:pt x="3016" y="1117"/>
                  </a:lnTo>
                  <a:lnTo>
                    <a:pt x="3052" y="1197"/>
                  </a:lnTo>
                  <a:lnTo>
                    <a:pt x="3082" y="1278"/>
                  </a:lnTo>
                  <a:lnTo>
                    <a:pt x="3109" y="1362"/>
                  </a:lnTo>
                  <a:lnTo>
                    <a:pt x="3110" y="1367"/>
                  </a:lnTo>
                  <a:lnTo>
                    <a:pt x="3113" y="1370"/>
                  </a:lnTo>
                  <a:lnTo>
                    <a:pt x="3116" y="1373"/>
                  </a:lnTo>
                  <a:lnTo>
                    <a:pt x="3120" y="1375"/>
                  </a:lnTo>
                  <a:lnTo>
                    <a:pt x="3126" y="1376"/>
                  </a:lnTo>
                  <a:lnTo>
                    <a:pt x="3226" y="1390"/>
                  </a:lnTo>
                  <a:lnTo>
                    <a:pt x="3325" y="1404"/>
                  </a:lnTo>
                  <a:lnTo>
                    <a:pt x="3357" y="1412"/>
                  </a:lnTo>
                  <a:lnTo>
                    <a:pt x="3386" y="1425"/>
                  </a:lnTo>
                  <a:lnTo>
                    <a:pt x="3413" y="1444"/>
                  </a:lnTo>
                  <a:lnTo>
                    <a:pt x="3436" y="1466"/>
                  </a:lnTo>
                  <a:lnTo>
                    <a:pt x="3455" y="1491"/>
                  </a:lnTo>
                  <a:lnTo>
                    <a:pt x="3468" y="1521"/>
                  </a:lnTo>
                  <a:lnTo>
                    <a:pt x="3477" y="1551"/>
                  </a:lnTo>
                  <a:lnTo>
                    <a:pt x="3480" y="1584"/>
                  </a:lnTo>
                  <a:lnTo>
                    <a:pt x="3480" y="1896"/>
                  </a:lnTo>
                  <a:lnTo>
                    <a:pt x="3477" y="1929"/>
                  </a:lnTo>
                  <a:lnTo>
                    <a:pt x="3468" y="1959"/>
                  </a:lnTo>
                  <a:lnTo>
                    <a:pt x="3455" y="1989"/>
                  </a:lnTo>
                  <a:lnTo>
                    <a:pt x="3436" y="2014"/>
                  </a:lnTo>
                  <a:lnTo>
                    <a:pt x="3413" y="2036"/>
                  </a:lnTo>
                  <a:lnTo>
                    <a:pt x="3386" y="2055"/>
                  </a:lnTo>
                  <a:lnTo>
                    <a:pt x="3357" y="2068"/>
                  </a:lnTo>
                  <a:lnTo>
                    <a:pt x="3325" y="2076"/>
                  </a:lnTo>
                  <a:lnTo>
                    <a:pt x="3226" y="2090"/>
                  </a:lnTo>
                  <a:lnTo>
                    <a:pt x="3126" y="2104"/>
                  </a:lnTo>
                  <a:lnTo>
                    <a:pt x="3120" y="2105"/>
                  </a:lnTo>
                  <a:lnTo>
                    <a:pt x="3116" y="2107"/>
                  </a:lnTo>
                  <a:lnTo>
                    <a:pt x="3113" y="2110"/>
                  </a:lnTo>
                  <a:lnTo>
                    <a:pt x="3110" y="2113"/>
                  </a:lnTo>
                  <a:lnTo>
                    <a:pt x="3109" y="2118"/>
                  </a:lnTo>
                  <a:lnTo>
                    <a:pt x="3082" y="2202"/>
                  </a:lnTo>
                  <a:lnTo>
                    <a:pt x="3052" y="2283"/>
                  </a:lnTo>
                  <a:lnTo>
                    <a:pt x="3016" y="2363"/>
                  </a:lnTo>
                  <a:lnTo>
                    <a:pt x="2975" y="2440"/>
                  </a:lnTo>
                  <a:lnTo>
                    <a:pt x="2973" y="2448"/>
                  </a:lnTo>
                  <a:lnTo>
                    <a:pt x="2973" y="2455"/>
                  </a:lnTo>
                  <a:lnTo>
                    <a:pt x="2977" y="2462"/>
                  </a:lnTo>
                  <a:lnTo>
                    <a:pt x="3038" y="2543"/>
                  </a:lnTo>
                  <a:lnTo>
                    <a:pt x="3098" y="2623"/>
                  </a:lnTo>
                  <a:lnTo>
                    <a:pt x="3114" y="2648"/>
                  </a:lnTo>
                  <a:lnTo>
                    <a:pt x="3125" y="2674"/>
                  </a:lnTo>
                  <a:lnTo>
                    <a:pt x="3131" y="2703"/>
                  </a:lnTo>
                  <a:lnTo>
                    <a:pt x="3133" y="2730"/>
                  </a:lnTo>
                  <a:lnTo>
                    <a:pt x="3131" y="2759"/>
                  </a:lnTo>
                  <a:lnTo>
                    <a:pt x="3125" y="2786"/>
                  </a:lnTo>
                  <a:lnTo>
                    <a:pt x="3114" y="2814"/>
                  </a:lnTo>
                  <a:lnTo>
                    <a:pt x="3099" y="2838"/>
                  </a:lnTo>
                  <a:lnTo>
                    <a:pt x="3080" y="2860"/>
                  </a:lnTo>
                  <a:lnTo>
                    <a:pt x="2860" y="3080"/>
                  </a:lnTo>
                  <a:lnTo>
                    <a:pt x="2838" y="3099"/>
                  </a:lnTo>
                  <a:lnTo>
                    <a:pt x="2814" y="3114"/>
                  </a:lnTo>
                  <a:lnTo>
                    <a:pt x="2786" y="3125"/>
                  </a:lnTo>
                  <a:lnTo>
                    <a:pt x="2759" y="3131"/>
                  </a:lnTo>
                  <a:lnTo>
                    <a:pt x="2730" y="3133"/>
                  </a:lnTo>
                  <a:lnTo>
                    <a:pt x="2703" y="3131"/>
                  </a:lnTo>
                  <a:lnTo>
                    <a:pt x="2674" y="3125"/>
                  </a:lnTo>
                  <a:lnTo>
                    <a:pt x="2648" y="3114"/>
                  </a:lnTo>
                  <a:lnTo>
                    <a:pt x="2623" y="3098"/>
                  </a:lnTo>
                  <a:lnTo>
                    <a:pt x="2543" y="3038"/>
                  </a:lnTo>
                  <a:lnTo>
                    <a:pt x="2462" y="2977"/>
                  </a:lnTo>
                  <a:lnTo>
                    <a:pt x="2455" y="2973"/>
                  </a:lnTo>
                  <a:lnTo>
                    <a:pt x="2448" y="2973"/>
                  </a:lnTo>
                  <a:lnTo>
                    <a:pt x="2440" y="2975"/>
                  </a:lnTo>
                  <a:lnTo>
                    <a:pt x="2363" y="3016"/>
                  </a:lnTo>
                  <a:lnTo>
                    <a:pt x="2283" y="3052"/>
                  </a:lnTo>
                  <a:lnTo>
                    <a:pt x="2202" y="3082"/>
                  </a:lnTo>
                  <a:lnTo>
                    <a:pt x="2118" y="3109"/>
                  </a:lnTo>
                  <a:lnTo>
                    <a:pt x="2113" y="3110"/>
                  </a:lnTo>
                  <a:lnTo>
                    <a:pt x="2110" y="3113"/>
                  </a:lnTo>
                  <a:lnTo>
                    <a:pt x="2107" y="3116"/>
                  </a:lnTo>
                  <a:lnTo>
                    <a:pt x="2105" y="3120"/>
                  </a:lnTo>
                  <a:lnTo>
                    <a:pt x="2104" y="3126"/>
                  </a:lnTo>
                  <a:lnTo>
                    <a:pt x="2090" y="3226"/>
                  </a:lnTo>
                  <a:lnTo>
                    <a:pt x="2076" y="3325"/>
                  </a:lnTo>
                  <a:lnTo>
                    <a:pt x="2068" y="3357"/>
                  </a:lnTo>
                  <a:lnTo>
                    <a:pt x="2055" y="3386"/>
                  </a:lnTo>
                  <a:lnTo>
                    <a:pt x="2036" y="3413"/>
                  </a:lnTo>
                  <a:lnTo>
                    <a:pt x="2014" y="3436"/>
                  </a:lnTo>
                  <a:lnTo>
                    <a:pt x="1989" y="3455"/>
                  </a:lnTo>
                  <a:lnTo>
                    <a:pt x="1959" y="3468"/>
                  </a:lnTo>
                  <a:lnTo>
                    <a:pt x="1929" y="3477"/>
                  </a:lnTo>
                  <a:lnTo>
                    <a:pt x="1896" y="3480"/>
                  </a:lnTo>
                  <a:lnTo>
                    <a:pt x="1584" y="3480"/>
                  </a:lnTo>
                  <a:lnTo>
                    <a:pt x="1551" y="3477"/>
                  </a:lnTo>
                  <a:lnTo>
                    <a:pt x="1521" y="3468"/>
                  </a:lnTo>
                  <a:lnTo>
                    <a:pt x="1491" y="3455"/>
                  </a:lnTo>
                  <a:lnTo>
                    <a:pt x="1466" y="3436"/>
                  </a:lnTo>
                  <a:lnTo>
                    <a:pt x="1444" y="3413"/>
                  </a:lnTo>
                  <a:lnTo>
                    <a:pt x="1425" y="3386"/>
                  </a:lnTo>
                  <a:lnTo>
                    <a:pt x="1412" y="3357"/>
                  </a:lnTo>
                  <a:lnTo>
                    <a:pt x="1404" y="3325"/>
                  </a:lnTo>
                  <a:lnTo>
                    <a:pt x="1390" y="3226"/>
                  </a:lnTo>
                  <a:lnTo>
                    <a:pt x="1376" y="3126"/>
                  </a:lnTo>
                  <a:lnTo>
                    <a:pt x="1375" y="3120"/>
                  </a:lnTo>
                  <a:lnTo>
                    <a:pt x="1373" y="3116"/>
                  </a:lnTo>
                  <a:lnTo>
                    <a:pt x="1370" y="3113"/>
                  </a:lnTo>
                  <a:lnTo>
                    <a:pt x="1367" y="3110"/>
                  </a:lnTo>
                  <a:lnTo>
                    <a:pt x="1362" y="3109"/>
                  </a:lnTo>
                  <a:lnTo>
                    <a:pt x="1278" y="3082"/>
                  </a:lnTo>
                  <a:lnTo>
                    <a:pt x="1197" y="3052"/>
                  </a:lnTo>
                  <a:lnTo>
                    <a:pt x="1117" y="3016"/>
                  </a:lnTo>
                  <a:lnTo>
                    <a:pt x="1040" y="2975"/>
                  </a:lnTo>
                  <a:lnTo>
                    <a:pt x="1032" y="2973"/>
                  </a:lnTo>
                  <a:lnTo>
                    <a:pt x="1025" y="2973"/>
                  </a:lnTo>
                  <a:lnTo>
                    <a:pt x="1018" y="2977"/>
                  </a:lnTo>
                  <a:lnTo>
                    <a:pt x="937" y="3038"/>
                  </a:lnTo>
                  <a:lnTo>
                    <a:pt x="857" y="3098"/>
                  </a:lnTo>
                  <a:lnTo>
                    <a:pt x="832" y="3114"/>
                  </a:lnTo>
                  <a:lnTo>
                    <a:pt x="806" y="3125"/>
                  </a:lnTo>
                  <a:lnTo>
                    <a:pt x="777" y="3131"/>
                  </a:lnTo>
                  <a:lnTo>
                    <a:pt x="750" y="3134"/>
                  </a:lnTo>
                  <a:lnTo>
                    <a:pt x="721" y="3131"/>
                  </a:lnTo>
                  <a:lnTo>
                    <a:pt x="693" y="3125"/>
                  </a:lnTo>
                  <a:lnTo>
                    <a:pt x="666" y="3114"/>
                  </a:lnTo>
                  <a:lnTo>
                    <a:pt x="642" y="3099"/>
                  </a:lnTo>
                  <a:lnTo>
                    <a:pt x="620" y="3080"/>
                  </a:lnTo>
                  <a:lnTo>
                    <a:pt x="400" y="2860"/>
                  </a:lnTo>
                  <a:lnTo>
                    <a:pt x="381" y="2838"/>
                  </a:lnTo>
                  <a:lnTo>
                    <a:pt x="366" y="2814"/>
                  </a:lnTo>
                  <a:lnTo>
                    <a:pt x="355" y="2787"/>
                  </a:lnTo>
                  <a:lnTo>
                    <a:pt x="349" y="2759"/>
                  </a:lnTo>
                  <a:lnTo>
                    <a:pt x="346" y="2730"/>
                  </a:lnTo>
                  <a:lnTo>
                    <a:pt x="349" y="2703"/>
                  </a:lnTo>
                  <a:lnTo>
                    <a:pt x="355" y="2674"/>
                  </a:lnTo>
                  <a:lnTo>
                    <a:pt x="366" y="2648"/>
                  </a:lnTo>
                  <a:lnTo>
                    <a:pt x="382" y="2623"/>
                  </a:lnTo>
                  <a:lnTo>
                    <a:pt x="442" y="2543"/>
                  </a:lnTo>
                  <a:lnTo>
                    <a:pt x="503" y="2462"/>
                  </a:lnTo>
                  <a:lnTo>
                    <a:pt x="507" y="2455"/>
                  </a:lnTo>
                  <a:lnTo>
                    <a:pt x="507" y="2448"/>
                  </a:lnTo>
                  <a:lnTo>
                    <a:pt x="505" y="2440"/>
                  </a:lnTo>
                  <a:lnTo>
                    <a:pt x="464" y="2363"/>
                  </a:lnTo>
                  <a:lnTo>
                    <a:pt x="428" y="2283"/>
                  </a:lnTo>
                  <a:lnTo>
                    <a:pt x="398" y="2202"/>
                  </a:lnTo>
                  <a:lnTo>
                    <a:pt x="371" y="2118"/>
                  </a:lnTo>
                  <a:lnTo>
                    <a:pt x="370" y="2113"/>
                  </a:lnTo>
                  <a:lnTo>
                    <a:pt x="367" y="2110"/>
                  </a:lnTo>
                  <a:lnTo>
                    <a:pt x="364" y="2107"/>
                  </a:lnTo>
                  <a:lnTo>
                    <a:pt x="360" y="2105"/>
                  </a:lnTo>
                  <a:lnTo>
                    <a:pt x="354" y="2104"/>
                  </a:lnTo>
                  <a:lnTo>
                    <a:pt x="254" y="2090"/>
                  </a:lnTo>
                  <a:lnTo>
                    <a:pt x="155" y="2076"/>
                  </a:lnTo>
                  <a:lnTo>
                    <a:pt x="123" y="2068"/>
                  </a:lnTo>
                  <a:lnTo>
                    <a:pt x="94" y="2055"/>
                  </a:lnTo>
                  <a:lnTo>
                    <a:pt x="67" y="2036"/>
                  </a:lnTo>
                  <a:lnTo>
                    <a:pt x="44" y="2014"/>
                  </a:lnTo>
                  <a:lnTo>
                    <a:pt x="25" y="1989"/>
                  </a:lnTo>
                  <a:lnTo>
                    <a:pt x="12" y="1959"/>
                  </a:lnTo>
                  <a:lnTo>
                    <a:pt x="3" y="1929"/>
                  </a:lnTo>
                  <a:lnTo>
                    <a:pt x="0" y="1896"/>
                  </a:lnTo>
                  <a:lnTo>
                    <a:pt x="0" y="1584"/>
                  </a:lnTo>
                  <a:lnTo>
                    <a:pt x="3" y="1551"/>
                  </a:lnTo>
                  <a:lnTo>
                    <a:pt x="12" y="1521"/>
                  </a:lnTo>
                  <a:lnTo>
                    <a:pt x="25" y="1491"/>
                  </a:lnTo>
                  <a:lnTo>
                    <a:pt x="44" y="1466"/>
                  </a:lnTo>
                  <a:lnTo>
                    <a:pt x="67" y="1444"/>
                  </a:lnTo>
                  <a:lnTo>
                    <a:pt x="94" y="1425"/>
                  </a:lnTo>
                  <a:lnTo>
                    <a:pt x="123" y="1412"/>
                  </a:lnTo>
                  <a:lnTo>
                    <a:pt x="155" y="1404"/>
                  </a:lnTo>
                  <a:lnTo>
                    <a:pt x="254" y="1390"/>
                  </a:lnTo>
                  <a:lnTo>
                    <a:pt x="354" y="1376"/>
                  </a:lnTo>
                  <a:lnTo>
                    <a:pt x="360" y="1375"/>
                  </a:lnTo>
                  <a:lnTo>
                    <a:pt x="364" y="1373"/>
                  </a:lnTo>
                  <a:lnTo>
                    <a:pt x="367" y="1370"/>
                  </a:lnTo>
                  <a:lnTo>
                    <a:pt x="370" y="1367"/>
                  </a:lnTo>
                  <a:lnTo>
                    <a:pt x="371" y="1362"/>
                  </a:lnTo>
                  <a:lnTo>
                    <a:pt x="398" y="1278"/>
                  </a:lnTo>
                  <a:lnTo>
                    <a:pt x="428" y="1197"/>
                  </a:lnTo>
                  <a:lnTo>
                    <a:pt x="464" y="1117"/>
                  </a:lnTo>
                  <a:lnTo>
                    <a:pt x="505" y="1040"/>
                  </a:lnTo>
                  <a:lnTo>
                    <a:pt x="507" y="1032"/>
                  </a:lnTo>
                  <a:lnTo>
                    <a:pt x="507" y="1025"/>
                  </a:lnTo>
                  <a:lnTo>
                    <a:pt x="503" y="1018"/>
                  </a:lnTo>
                  <a:lnTo>
                    <a:pt x="442" y="937"/>
                  </a:lnTo>
                  <a:lnTo>
                    <a:pt x="382" y="857"/>
                  </a:lnTo>
                  <a:lnTo>
                    <a:pt x="366" y="832"/>
                  </a:lnTo>
                  <a:lnTo>
                    <a:pt x="355" y="806"/>
                  </a:lnTo>
                  <a:lnTo>
                    <a:pt x="349" y="777"/>
                  </a:lnTo>
                  <a:lnTo>
                    <a:pt x="346" y="750"/>
                  </a:lnTo>
                  <a:lnTo>
                    <a:pt x="349" y="721"/>
                  </a:lnTo>
                  <a:lnTo>
                    <a:pt x="355" y="694"/>
                  </a:lnTo>
                  <a:lnTo>
                    <a:pt x="366" y="666"/>
                  </a:lnTo>
                  <a:lnTo>
                    <a:pt x="381" y="642"/>
                  </a:lnTo>
                  <a:lnTo>
                    <a:pt x="400" y="620"/>
                  </a:lnTo>
                  <a:lnTo>
                    <a:pt x="620" y="400"/>
                  </a:lnTo>
                  <a:lnTo>
                    <a:pt x="642" y="381"/>
                  </a:lnTo>
                  <a:lnTo>
                    <a:pt x="666" y="366"/>
                  </a:lnTo>
                  <a:lnTo>
                    <a:pt x="693" y="355"/>
                  </a:lnTo>
                  <a:lnTo>
                    <a:pt x="721" y="349"/>
                  </a:lnTo>
                  <a:lnTo>
                    <a:pt x="750" y="347"/>
                  </a:lnTo>
                  <a:lnTo>
                    <a:pt x="777" y="349"/>
                  </a:lnTo>
                  <a:lnTo>
                    <a:pt x="806" y="355"/>
                  </a:lnTo>
                  <a:lnTo>
                    <a:pt x="832" y="366"/>
                  </a:lnTo>
                  <a:lnTo>
                    <a:pt x="857" y="382"/>
                  </a:lnTo>
                  <a:lnTo>
                    <a:pt x="937" y="442"/>
                  </a:lnTo>
                  <a:lnTo>
                    <a:pt x="1018" y="503"/>
                  </a:lnTo>
                  <a:lnTo>
                    <a:pt x="1025" y="507"/>
                  </a:lnTo>
                  <a:lnTo>
                    <a:pt x="1032" y="507"/>
                  </a:lnTo>
                  <a:lnTo>
                    <a:pt x="1040" y="505"/>
                  </a:lnTo>
                  <a:lnTo>
                    <a:pt x="1117" y="464"/>
                  </a:lnTo>
                  <a:lnTo>
                    <a:pt x="1197" y="428"/>
                  </a:lnTo>
                  <a:lnTo>
                    <a:pt x="1278" y="398"/>
                  </a:lnTo>
                  <a:lnTo>
                    <a:pt x="1362" y="371"/>
                  </a:lnTo>
                  <a:lnTo>
                    <a:pt x="1367" y="370"/>
                  </a:lnTo>
                  <a:lnTo>
                    <a:pt x="1370" y="367"/>
                  </a:lnTo>
                  <a:lnTo>
                    <a:pt x="1373" y="364"/>
                  </a:lnTo>
                  <a:lnTo>
                    <a:pt x="1375" y="360"/>
                  </a:lnTo>
                  <a:lnTo>
                    <a:pt x="1376" y="354"/>
                  </a:lnTo>
                  <a:lnTo>
                    <a:pt x="1390" y="254"/>
                  </a:lnTo>
                  <a:lnTo>
                    <a:pt x="1404" y="155"/>
                  </a:lnTo>
                  <a:lnTo>
                    <a:pt x="1412" y="123"/>
                  </a:lnTo>
                  <a:lnTo>
                    <a:pt x="1425" y="94"/>
                  </a:lnTo>
                  <a:lnTo>
                    <a:pt x="1444" y="67"/>
                  </a:lnTo>
                  <a:lnTo>
                    <a:pt x="1466" y="44"/>
                  </a:lnTo>
                  <a:lnTo>
                    <a:pt x="1491" y="25"/>
                  </a:lnTo>
                  <a:lnTo>
                    <a:pt x="1521" y="12"/>
                  </a:lnTo>
                  <a:lnTo>
                    <a:pt x="1551" y="3"/>
                  </a:lnTo>
                  <a:lnTo>
                    <a:pt x="158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 name="Freeform 33">
              <a:extLst>
                <a:ext uri="{FF2B5EF4-FFF2-40B4-BE49-F238E27FC236}">
                  <a16:creationId xmlns:a16="http://schemas.microsoft.com/office/drawing/2014/main" id="{8BC09106-8801-42C1-8C24-2C3DBB33008B}"/>
                </a:ext>
              </a:extLst>
            </p:cNvPr>
            <p:cNvSpPr>
              <a:spLocks noEditPoints="1"/>
            </p:cNvSpPr>
            <p:nvPr/>
          </p:nvSpPr>
          <p:spPr bwMode="auto">
            <a:xfrm>
              <a:off x="-847725" y="2957513"/>
              <a:ext cx="600075" cy="600075"/>
            </a:xfrm>
            <a:custGeom>
              <a:avLst/>
              <a:gdLst>
                <a:gd name="T0" fmla="*/ 636 w 1510"/>
                <a:gd name="T1" fmla="*/ 174 h 1510"/>
                <a:gd name="T2" fmla="*/ 472 w 1510"/>
                <a:gd name="T3" fmla="*/ 234 h 1510"/>
                <a:gd name="T4" fmla="*/ 336 w 1510"/>
                <a:gd name="T5" fmla="*/ 336 h 1510"/>
                <a:gd name="T6" fmla="*/ 234 w 1510"/>
                <a:gd name="T7" fmla="*/ 472 h 1510"/>
                <a:gd name="T8" fmla="*/ 174 w 1510"/>
                <a:gd name="T9" fmla="*/ 636 h 1510"/>
                <a:gd name="T10" fmla="*/ 166 w 1510"/>
                <a:gd name="T11" fmla="*/ 815 h 1510"/>
                <a:gd name="T12" fmla="*/ 209 w 1510"/>
                <a:gd name="T13" fmla="*/ 986 h 1510"/>
                <a:gd name="T14" fmla="*/ 297 w 1510"/>
                <a:gd name="T15" fmla="*/ 1131 h 1510"/>
                <a:gd name="T16" fmla="*/ 424 w 1510"/>
                <a:gd name="T17" fmla="*/ 1246 h 1510"/>
                <a:gd name="T18" fmla="*/ 579 w 1510"/>
                <a:gd name="T19" fmla="*/ 1321 h 1510"/>
                <a:gd name="T20" fmla="*/ 755 w 1510"/>
                <a:gd name="T21" fmla="*/ 1348 h 1510"/>
                <a:gd name="T22" fmla="*/ 931 w 1510"/>
                <a:gd name="T23" fmla="*/ 1321 h 1510"/>
                <a:gd name="T24" fmla="*/ 1086 w 1510"/>
                <a:gd name="T25" fmla="*/ 1246 h 1510"/>
                <a:gd name="T26" fmla="*/ 1213 w 1510"/>
                <a:gd name="T27" fmla="*/ 1131 h 1510"/>
                <a:gd name="T28" fmla="*/ 1301 w 1510"/>
                <a:gd name="T29" fmla="*/ 986 h 1510"/>
                <a:gd name="T30" fmla="*/ 1344 w 1510"/>
                <a:gd name="T31" fmla="*/ 815 h 1510"/>
                <a:gd name="T32" fmla="*/ 1336 w 1510"/>
                <a:gd name="T33" fmla="*/ 636 h 1510"/>
                <a:gd name="T34" fmla="*/ 1276 w 1510"/>
                <a:gd name="T35" fmla="*/ 472 h 1510"/>
                <a:gd name="T36" fmla="*/ 1174 w 1510"/>
                <a:gd name="T37" fmla="*/ 336 h 1510"/>
                <a:gd name="T38" fmla="*/ 1038 w 1510"/>
                <a:gd name="T39" fmla="*/ 234 h 1510"/>
                <a:gd name="T40" fmla="*/ 874 w 1510"/>
                <a:gd name="T41" fmla="*/ 174 h 1510"/>
                <a:gd name="T42" fmla="*/ 755 w 1510"/>
                <a:gd name="T43" fmla="*/ 0 h 1510"/>
                <a:gd name="T44" fmla="*/ 955 w 1510"/>
                <a:gd name="T45" fmla="*/ 26 h 1510"/>
                <a:gd name="T46" fmla="*/ 1136 w 1510"/>
                <a:gd name="T47" fmla="*/ 103 h 1510"/>
                <a:gd name="T48" fmla="*/ 1289 w 1510"/>
                <a:gd name="T49" fmla="*/ 221 h 1510"/>
                <a:gd name="T50" fmla="*/ 1407 w 1510"/>
                <a:gd name="T51" fmla="*/ 374 h 1510"/>
                <a:gd name="T52" fmla="*/ 1484 w 1510"/>
                <a:gd name="T53" fmla="*/ 555 h 1510"/>
                <a:gd name="T54" fmla="*/ 1510 w 1510"/>
                <a:gd name="T55" fmla="*/ 755 h 1510"/>
                <a:gd name="T56" fmla="*/ 1484 w 1510"/>
                <a:gd name="T57" fmla="*/ 955 h 1510"/>
                <a:gd name="T58" fmla="*/ 1407 w 1510"/>
                <a:gd name="T59" fmla="*/ 1136 h 1510"/>
                <a:gd name="T60" fmla="*/ 1289 w 1510"/>
                <a:gd name="T61" fmla="*/ 1289 h 1510"/>
                <a:gd name="T62" fmla="*/ 1136 w 1510"/>
                <a:gd name="T63" fmla="*/ 1407 h 1510"/>
                <a:gd name="T64" fmla="*/ 955 w 1510"/>
                <a:gd name="T65" fmla="*/ 1484 h 1510"/>
                <a:gd name="T66" fmla="*/ 755 w 1510"/>
                <a:gd name="T67" fmla="*/ 1510 h 1510"/>
                <a:gd name="T68" fmla="*/ 555 w 1510"/>
                <a:gd name="T69" fmla="*/ 1484 h 1510"/>
                <a:gd name="T70" fmla="*/ 374 w 1510"/>
                <a:gd name="T71" fmla="*/ 1407 h 1510"/>
                <a:gd name="T72" fmla="*/ 221 w 1510"/>
                <a:gd name="T73" fmla="*/ 1289 h 1510"/>
                <a:gd name="T74" fmla="*/ 103 w 1510"/>
                <a:gd name="T75" fmla="*/ 1136 h 1510"/>
                <a:gd name="T76" fmla="*/ 26 w 1510"/>
                <a:gd name="T77" fmla="*/ 955 h 1510"/>
                <a:gd name="T78" fmla="*/ 0 w 1510"/>
                <a:gd name="T79" fmla="*/ 755 h 1510"/>
                <a:gd name="T80" fmla="*/ 26 w 1510"/>
                <a:gd name="T81" fmla="*/ 555 h 1510"/>
                <a:gd name="T82" fmla="*/ 103 w 1510"/>
                <a:gd name="T83" fmla="*/ 374 h 1510"/>
                <a:gd name="T84" fmla="*/ 221 w 1510"/>
                <a:gd name="T85" fmla="*/ 221 h 1510"/>
                <a:gd name="T86" fmla="*/ 374 w 1510"/>
                <a:gd name="T87" fmla="*/ 103 h 1510"/>
                <a:gd name="T88" fmla="*/ 555 w 1510"/>
                <a:gd name="T89" fmla="*/ 26 h 1510"/>
                <a:gd name="T90" fmla="*/ 755 w 1510"/>
                <a:gd name="T91" fmla="*/ 0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10" h="1510">
                  <a:moveTo>
                    <a:pt x="755" y="162"/>
                  </a:moveTo>
                  <a:lnTo>
                    <a:pt x="695" y="166"/>
                  </a:lnTo>
                  <a:lnTo>
                    <a:pt x="636" y="174"/>
                  </a:lnTo>
                  <a:lnTo>
                    <a:pt x="579" y="189"/>
                  </a:lnTo>
                  <a:lnTo>
                    <a:pt x="524" y="209"/>
                  </a:lnTo>
                  <a:lnTo>
                    <a:pt x="472" y="234"/>
                  </a:lnTo>
                  <a:lnTo>
                    <a:pt x="424" y="264"/>
                  </a:lnTo>
                  <a:lnTo>
                    <a:pt x="379" y="297"/>
                  </a:lnTo>
                  <a:lnTo>
                    <a:pt x="336" y="336"/>
                  </a:lnTo>
                  <a:lnTo>
                    <a:pt x="297" y="379"/>
                  </a:lnTo>
                  <a:lnTo>
                    <a:pt x="264" y="424"/>
                  </a:lnTo>
                  <a:lnTo>
                    <a:pt x="234" y="472"/>
                  </a:lnTo>
                  <a:lnTo>
                    <a:pt x="209" y="524"/>
                  </a:lnTo>
                  <a:lnTo>
                    <a:pt x="189" y="579"/>
                  </a:lnTo>
                  <a:lnTo>
                    <a:pt x="174" y="636"/>
                  </a:lnTo>
                  <a:lnTo>
                    <a:pt x="166" y="695"/>
                  </a:lnTo>
                  <a:lnTo>
                    <a:pt x="162" y="755"/>
                  </a:lnTo>
                  <a:lnTo>
                    <a:pt x="166" y="815"/>
                  </a:lnTo>
                  <a:lnTo>
                    <a:pt x="174" y="874"/>
                  </a:lnTo>
                  <a:lnTo>
                    <a:pt x="189" y="931"/>
                  </a:lnTo>
                  <a:lnTo>
                    <a:pt x="209" y="986"/>
                  </a:lnTo>
                  <a:lnTo>
                    <a:pt x="234" y="1038"/>
                  </a:lnTo>
                  <a:lnTo>
                    <a:pt x="264" y="1086"/>
                  </a:lnTo>
                  <a:lnTo>
                    <a:pt x="297" y="1131"/>
                  </a:lnTo>
                  <a:lnTo>
                    <a:pt x="336" y="1174"/>
                  </a:lnTo>
                  <a:lnTo>
                    <a:pt x="379" y="1213"/>
                  </a:lnTo>
                  <a:lnTo>
                    <a:pt x="424" y="1246"/>
                  </a:lnTo>
                  <a:lnTo>
                    <a:pt x="472" y="1276"/>
                  </a:lnTo>
                  <a:lnTo>
                    <a:pt x="524" y="1301"/>
                  </a:lnTo>
                  <a:lnTo>
                    <a:pt x="579" y="1321"/>
                  </a:lnTo>
                  <a:lnTo>
                    <a:pt x="636" y="1336"/>
                  </a:lnTo>
                  <a:lnTo>
                    <a:pt x="695" y="1344"/>
                  </a:lnTo>
                  <a:lnTo>
                    <a:pt x="755" y="1348"/>
                  </a:lnTo>
                  <a:lnTo>
                    <a:pt x="815" y="1344"/>
                  </a:lnTo>
                  <a:lnTo>
                    <a:pt x="874" y="1336"/>
                  </a:lnTo>
                  <a:lnTo>
                    <a:pt x="931" y="1321"/>
                  </a:lnTo>
                  <a:lnTo>
                    <a:pt x="986" y="1301"/>
                  </a:lnTo>
                  <a:lnTo>
                    <a:pt x="1038" y="1276"/>
                  </a:lnTo>
                  <a:lnTo>
                    <a:pt x="1086" y="1246"/>
                  </a:lnTo>
                  <a:lnTo>
                    <a:pt x="1131" y="1213"/>
                  </a:lnTo>
                  <a:lnTo>
                    <a:pt x="1174" y="1174"/>
                  </a:lnTo>
                  <a:lnTo>
                    <a:pt x="1213" y="1131"/>
                  </a:lnTo>
                  <a:lnTo>
                    <a:pt x="1246" y="1086"/>
                  </a:lnTo>
                  <a:lnTo>
                    <a:pt x="1276" y="1038"/>
                  </a:lnTo>
                  <a:lnTo>
                    <a:pt x="1301" y="986"/>
                  </a:lnTo>
                  <a:lnTo>
                    <a:pt x="1321" y="931"/>
                  </a:lnTo>
                  <a:lnTo>
                    <a:pt x="1336" y="874"/>
                  </a:lnTo>
                  <a:lnTo>
                    <a:pt x="1344" y="815"/>
                  </a:lnTo>
                  <a:lnTo>
                    <a:pt x="1348" y="755"/>
                  </a:lnTo>
                  <a:lnTo>
                    <a:pt x="1344" y="695"/>
                  </a:lnTo>
                  <a:lnTo>
                    <a:pt x="1336" y="636"/>
                  </a:lnTo>
                  <a:lnTo>
                    <a:pt x="1321" y="579"/>
                  </a:lnTo>
                  <a:lnTo>
                    <a:pt x="1301" y="524"/>
                  </a:lnTo>
                  <a:lnTo>
                    <a:pt x="1276" y="472"/>
                  </a:lnTo>
                  <a:lnTo>
                    <a:pt x="1246" y="424"/>
                  </a:lnTo>
                  <a:lnTo>
                    <a:pt x="1213" y="379"/>
                  </a:lnTo>
                  <a:lnTo>
                    <a:pt x="1174" y="336"/>
                  </a:lnTo>
                  <a:lnTo>
                    <a:pt x="1131" y="297"/>
                  </a:lnTo>
                  <a:lnTo>
                    <a:pt x="1086" y="264"/>
                  </a:lnTo>
                  <a:lnTo>
                    <a:pt x="1038" y="234"/>
                  </a:lnTo>
                  <a:lnTo>
                    <a:pt x="986" y="209"/>
                  </a:lnTo>
                  <a:lnTo>
                    <a:pt x="931" y="189"/>
                  </a:lnTo>
                  <a:lnTo>
                    <a:pt x="874" y="174"/>
                  </a:lnTo>
                  <a:lnTo>
                    <a:pt x="815" y="166"/>
                  </a:lnTo>
                  <a:lnTo>
                    <a:pt x="755" y="162"/>
                  </a:lnTo>
                  <a:close/>
                  <a:moveTo>
                    <a:pt x="755" y="0"/>
                  </a:moveTo>
                  <a:lnTo>
                    <a:pt x="824" y="3"/>
                  </a:lnTo>
                  <a:lnTo>
                    <a:pt x="891" y="12"/>
                  </a:lnTo>
                  <a:lnTo>
                    <a:pt x="955" y="26"/>
                  </a:lnTo>
                  <a:lnTo>
                    <a:pt x="1019" y="47"/>
                  </a:lnTo>
                  <a:lnTo>
                    <a:pt x="1079" y="73"/>
                  </a:lnTo>
                  <a:lnTo>
                    <a:pt x="1136" y="103"/>
                  </a:lnTo>
                  <a:lnTo>
                    <a:pt x="1191" y="138"/>
                  </a:lnTo>
                  <a:lnTo>
                    <a:pt x="1241" y="177"/>
                  </a:lnTo>
                  <a:lnTo>
                    <a:pt x="1289" y="221"/>
                  </a:lnTo>
                  <a:lnTo>
                    <a:pt x="1333" y="269"/>
                  </a:lnTo>
                  <a:lnTo>
                    <a:pt x="1372" y="319"/>
                  </a:lnTo>
                  <a:lnTo>
                    <a:pt x="1407" y="374"/>
                  </a:lnTo>
                  <a:lnTo>
                    <a:pt x="1437" y="431"/>
                  </a:lnTo>
                  <a:lnTo>
                    <a:pt x="1463" y="491"/>
                  </a:lnTo>
                  <a:lnTo>
                    <a:pt x="1484" y="555"/>
                  </a:lnTo>
                  <a:lnTo>
                    <a:pt x="1498" y="619"/>
                  </a:lnTo>
                  <a:lnTo>
                    <a:pt x="1507" y="686"/>
                  </a:lnTo>
                  <a:lnTo>
                    <a:pt x="1510" y="755"/>
                  </a:lnTo>
                  <a:lnTo>
                    <a:pt x="1507" y="824"/>
                  </a:lnTo>
                  <a:lnTo>
                    <a:pt x="1498" y="891"/>
                  </a:lnTo>
                  <a:lnTo>
                    <a:pt x="1484" y="955"/>
                  </a:lnTo>
                  <a:lnTo>
                    <a:pt x="1463" y="1019"/>
                  </a:lnTo>
                  <a:lnTo>
                    <a:pt x="1437" y="1079"/>
                  </a:lnTo>
                  <a:lnTo>
                    <a:pt x="1407" y="1136"/>
                  </a:lnTo>
                  <a:lnTo>
                    <a:pt x="1372" y="1191"/>
                  </a:lnTo>
                  <a:lnTo>
                    <a:pt x="1333" y="1241"/>
                  </a:lnTo>
                  <a:lnTo>
                    <a:pt x="1289" y="1289"/>
                  </a:lnTo>
                  <a:lnTo>
                    <a:pt x="1241" y="1333"/>
                  </a:lnTo>
                  <a:lnTo>
                    <a:pt x="1191" y="1372"/>
                  </a:lnTo>
                  <a:lnTo>
                    <a:pt x="1136" y="1407"/>
                  </a:lnTo>
                  <a:lnTo>
                    <a:pt x="1079" y="1437"/>
                  </a:lnTo>
                  <a:lnTo>
                    <a:pt x="1019" y="1463"/>
                  </a:lnTo>
                  <a:lnTo>
                    <a:pt x="955" y="1484"/>
                  </a:lnTo>
                  <a:lnTo>
                    <a:pt x="891" y="1498"/>
                  </a:lnTo>
                  <a:lnTo>
                    <a:pt x="824" y="1507"/>
                  </a:lnTo>
                  <a:lnTo>
                    <a:pt x="755" y="1510"/>
                  </a:lnTo>
                  <a:lnTo>
                    <a:pt x="686" y="1507"/>
                  </a:lnTo>
                  <a:lnTo>
                    <a:pt x="619" y="1498"/>
                  </a:lnTo>
                  <a:lnTo>
                    <a:pt x="555" y="1484"/>
                  </a:lnTo>
                  <a:lnTo>
                    <a:pt x="491" y="1463"/>
                  </a:lnTo>
                  <a:lnTo>
                    <a:pt x="431" y="1437"/>
                  </a:lnTo>
                  <a:lnTo>
                    <a:pt x="374" y="1407"/>
                  </a:lnTo>
                  <a:lnTo>
                    <a:pt x="319" y="1372"/>
                  </a:lnTo>
                  <a:lnTo>
                    <a:pt x="269" y="1333"/>
                  </a:lnTo>
                  <a:lnTo>
                    <a:pt x="221" y="1289"/>
                  </a:lnTo>
                  <a:lnTo>
                    <a:pt x="177" y="1241"/>
                  </a:lnTo>
                  <a:lnTo>
                    <a:pt x="138" y="1191"/>
                  </a:lnTo>
                  <a:lnTo>
                    <a:pt x="103" y="1136"/>
                  </a:lnTo>
                  <a:lnTo>
                    <a:pt x="73" y="1079"/>
                  </a:lnTo>
                  <a:lnTo>
                    <a:pt x="47" y="1019"/>
                  </a:lnTo>
                  <a:lnTo>
                    <a:pt x="26" y="955"/>
                  </a:lnTo>
                  <a:lnTo>
                    <a:pt x="12" y="891"/>
                  </a:lnTo>
                  <a:lnTo>
                    <a:pt x="3" y="824"/>
                  </a:lnTo>
                  <a:lnTo>
                    <a:pt x="0" y="755"/>
                  </a:lnTo>
                  <a:lnTo>
                    <a:pt x="3" y="686"/>
                  </a:lnTo>
                  <a:lnTo>
                    <a:pt x="12" y="619"/>
                  </a:lnTo>
                  <a:lnTo>
                    <a:pt x="26" y="555"/>
                  </a:lnTo>
                  <a:lnTo>
                    <a:pt x="47" y="491"/>
                  </a:lnTo>
                  <a:lnTo>
                    <a:pt x="73" y="431"/>
                  </a:lnTo>
                  <a:lnTo>
                    <a:pt x="103" y="374"/>
                  </a:lnTo>
                  <a:lnTo>
                    <a:pt x="138" y="319"/>
                  </a:lnTo>
                  <a:lnTo>
                    <a:pt x="177" y="269"/>
                  </a:lnTo>
                  <a:lnTo>
                    <a:pt x="221" y="221"/>
                  </a:lnTo>
                  <a:lnTo>
                    <a:pt x="269" y="177"/>
                  </a:lnTo>
                  <a:lnTo>
                    <a:pt x="319" y="138"/>
                  </a:lnTo>
                  <a:lnTo>
                    <a:pt x="374" y="103"/>
                  </a:lnTo>
                  <a:lnTo>
                    <a:pt x="431" y="73"/>
                  </a:lnTo>
                  <a:lnTo>
                    <a:pt x="491" y="47"/>
                  </a:lnTo>
                  <a:lnTo>
                    <a:pt x="555" y="26"/>
                  </a:lnTo>
                  <a:lnTo>
                    <a:pt x="619" y="12"/>
                  </a:lnTo>
                  <a:lnTo>
                    <a:pt x="686" y="3"/>
                  </a:lnTo>
                  <a:lnTo>
                    <a:pt x="75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a:extLst>
              <a:ext uri="{FF2B5EF4-FFF2-40B4-BE49-F238E27FC236}">
                <a16:creationId xmlns:a16="http://schemas.microsoft.com/office/drawing/2014/main" id="{4EB9FDD5-11CF-C460-A5BD-F0CFE0223DD6}"/>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2876470162"/>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7820" y="830929"/>
            <a:ext cx="8515098" cy="374052"/>
          </a:xfrm>
          <a:prstGeom prst="rect">
            <a:avLst/>
          </a:prstGeom>
        </p:spPr>
        <p:txBody>
          <a:bodyPr/>
          <a:lstStyle/>
          <a:p>
            <a:r>
              <a:rPr lang="en-US">
                <a:ea typeface="Roboto"/>
              </a:rPr>
              <a:t>Un </a:t>
            </a:r>
            <a:r>
              <a:rPr lang="en-US" err="1">
                <a:ea typeface="Roboto"/>
              </a:rPr>
              <a:t>détecteur</a:t>
            </a:r>
            <a:r>
              <a:rPr lang="en-US">
                <a:ea typeface="Roboto"/>
              </a:rPr>
              <a:t> de </a:t>
            </a:r>
            <a:r>
              <a:rPr lang="en-US" err="1">
                <a:ea typeface="Roboto"/>
              </a:rPr>
              <a:t>plagiat</a:t>
            </a:r>
            <a:r>
              <a:rPr lang="en-US">
                <a:ea typeface="Roboto"/>
              </a:rPr>
              <a:t>, </a:t>
            </a:r>
            <a:r>
              <a:rPr lang="en-US" err="1">
                <a:ea typeface="Roboto"/>
              </a:rPr>
              <a:t>c'est</a:t>
            </a:r>
            <a:r>
              <a:rPr lang="en-US">
                <a:ea typeface="Roboto"/>
              </a:rPr>
              <a:t> </a:t>
            </a:r>
            <a:r>
              <a:rPr lang="en-US" err="1">
                <a:ea typeface="Roboto"/>
              </a:rPr>
              <a:t>donc</a:t>
            </a:r>
            <a:r>
              <a:rPr lang="en-US">
                <a:ea typeface="Roboto"/>
              </a:rPr>
              <a:t> un tokenizer (le </a:t>
            </a:r>
            <a:r>
              <a:rPr lang="en-US" err="1">
                <a:ea typeface="Roboto"/>
              </a:rPr>
              <a:t>préprocesseur</a:t>
            </a:r>
            <a:r>
              <a:rPr lang="en-US">
                <a:ea typeface="Roboto"/>
              </a:rPr>
              <a:t>), un </a:t>
            </a:r>
            <a:r>
              <a:rPr lang="en-US" err="1">
                <a:ea typeface="Roboto"/>
              </a:rPr>
              <a:t>featurizer</a:t>
            </a:r>
            <a:r>
              <a:rPr lang="en-US">
                <a:ea typeface="Roboto"/>
              </a:rPr>
              <a:t> et un classifier </a:t>
            </a:r>
            <a:endParaRPr lang="en-US">
              <a:cs typeface="Roboto"/>
            </a:endParaRPr>
          </a:p>
        </p:txBody>
      </p:sp>
      <p:sp>
        <p:nvSpPr>
          <p:cNvPr id="3" name="Title 2"/>
          <p:cNvSpPr>
            <a:spLocks noGrp="1"/>
          </p:cNvSpPr>
          <p:nvPr>
            <p:ph type="title"/>
          </p:nvPr>
        </p:nvSpPr>
        <p:spPr>
          <a:xfrm>
            <a:off x="387819" y="282611"/>
            <a:ext cx="8368363" cy="409459"/>
          </a:xfrm>
          <a:prstGeom prst="rect">
            <a:avLst/>
          </a:prstGeom>
        </p:spPr>
        <p:txBody>
          <a:bodyPr>
            <a:normAutofit fontScale="90000"/>
          </a:bodyPr>
          <a:lstStyle/>
          <a:p>
            <a:r>
              <a:rPr lang="en-US">
                <a:ea typeface="+mj-lt"/>
                <a:cs typeface="+mj-lt"/>
              </a:rPr>
              <a:t>DETECTER DU PLAGIAT, PIPELINE</a:t>
            </a:r>
            <a:endParaRPr lang="en-US"/>
          </a:p>
        </p:txBody>
      </p:sp>
      <p:grpSp>
        <p:nvGrpSpPr>
          <p:cNvPr id="57" name="Group 56">
            <a:extLst>
              <a:ext uri="{FF2B5EF4-FFF2-40B4-BE49-F238E27FC236}">
                <a16:creationId xmlns:a16="http://schemas.microsoft.com/office/drawing/2014/main" id="{5FD1864E-6140-485F-BCB6-EF54CD1C8A0D}"/>
              </a:ext>
            </a:extLst>
          </p:cNvPr>
          <p:cNvGrpSpPr/>
          <p:nvPr/>
        </p:nvGrpSpPr>
        <p:grpSpPr>
          <a:xfrm>
            <a:off x="546760" y="1373404"/>
            <a:ext cx="1918256" cy="3206626"/>
            <a:chOff x="495491" y="1087655"/>
            <a:chExt cx="1918256" cy="3461485"/>
          </a:xfrm>
        </p:grpSpPr>
        <p:sp>
          <p:nvSpPr>
            <p:cNvPr id="58" name="Rectangle: Top Corners Rounded 57">
              <a:extLst>
                <a:ext uri="{FF2B5EF4-FFF2-40B4-BE49-F238E27FC236}">
                  <a16:creationId xmlns:a16="http://schemas.microsoft.com/office/drawing/2014/main" id="{ABAF8391-287C-4ADC-B449-330D33CAF37B}"/>
                </a:ext>
              </a:extLst>
            </p:cNvPr>
            <p:cNvSpPr/>
            <p:nvPr/>
          </p:nvSpPr>
          <p:spPr bwMode="auto">
            <a:xfrm>
              <a:off x="495491" y="1087655"/>
              <a:ext cx="1918256" cy="722095"/>
            </a:xfrm>
            <a:prstGeom prst="round2SameRect">
              <a:avLst>
                <a:gd name="adj1" fmla="val 8975"/>
                <a:gd name="adj2" fmla="val 0"/>
              </a:avLst>
            </a:prstGeom>
            <a:solidFill>
              <a:schemeClr val="accent1"/>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bg1"/>
                  </a:solidFill>
                </a:rPr>
                <a:t>Entrée</a:t>
              </a:r>
            </a:p>
          </p:txBody>
        </p:sp>
        <p:sp>
          <p:nvSpPr>
            <p:cNvPr id="59" name="Rectangle 58">
              <a:extLst>
                <a:ext uri="{FF2B5EF4-FFF2-40B4-BE49-F238E27FC236}">
                  <a16:creationId xmlns:a16="http://schemas.microsoft.com/office/drawing/2014/main" id="{D1EC6302-B836-4C46-AE7B-C3426F6C4C37}"/>
                </a:ext>
              </a:extLst>
            </p:cNvPr>
            <p:cNvSpPr/>
            <p:nvPr/>
          </p:nvSpPr>
          <p:spPr bwMode="auto">
            <a:xfrm>
              <a:off x="495491" y="1809750"/>
              <a:ext cx="1918256" cy="2739390"/>
            </a:xfrm>
            <a:prstGeom prst="rect">
              <a:avLst/>
            </a:prstGeom>
            <a:solidFill>
              <a:schemeClr val="bg1">
                <a:lumMod val="95000"/>
              </a:schemeClr>
            </a:solidFill>
            <a:ln w="9525">
              <a:noFill/>
              <a:round/>
              <a:headEnd/>
              <a:tailEnd/>
            </a:ln>
          </p:spPr>
          <p:txBody>
            <a:bodyPr vert="horz" wrap="square" lIns="91440" tIns="91440" rIns="91440" bIns="45720" numCol="1" rtlCol="0" anchor="t" anchorCtr="0" compatLnSpc="1">
              <a:prstTxWarp prst="textNoShape">
                <a:avLst/>
              </a:prstTxWarp>
            </a:bodyPr>
            <a:lstStyle/>
            <a:p>
              <a:pPr>
                <a:lnSpc>
                  <a:spcPct val="150000"/>
                </a:lnSpc>
              </a:pPr>
              <a:r>
                <a:rPr lang="en-US" sz="1100">
                  <a:solidFill>
                    <a:schemeClr val="tx1">
                      <a:lumMod val="75000"/>
                      <a:lumOff val="25000"/>
                    </a:schemeClr>
                  </a:solidFill>
                  <a:ea typeface="Roboto"/>
                  <a:cs typeface="Roboto"/>
                </a:rPr>
                <a:t>Du </a:t>
              </a:r>
              <a:r>
                <a:rPr lang="en-US" sz="1100" err="1">
                  <a:solidFill>
                    <a:schemeClr val="tx1">
                      <a:lumMod val="75000"/>
                      <a:lumOff val="25000"/>
                    </a:schemeClr>
                  </a:solidFill>
                  <a:ea typeface="Roboto"/>
                  <a:cs typeface="Roboto"/>
                </a:rPr>
                <a:t>texte</a:t>
              </a:r>
              <a:r>
                <a:rPr lang="en-US" sz="1100">
                  <a:solidFill>
                    <a:schemeClr val="tx1">
                      <a:lumMod val="75000"/>
                      <a:lumOff val="25000"/>
                    </a:schemeClr>
                  </a:solidFill>
                  <a:ea typeface="Roboto"/>
                  <a:cs typeface="Roboto"/>
                </a:rPr>
                <a:t> brut</a:t>
              </a:r>
            </a:p>
          </p:txBody>
        </p:sp>
      </p:grpSp>
      <p:grpSp>
        <p:nvGrpSpPr>
          <p:cNvPr id="62" name="Group 61">
            <a:extLst>
              <a:ext uri="{FF2B5EF4-FFF2-40B4-BE49-F238E27FC236}">
                <a16:creationId xmlns:a16="http://schemas.microsoft.com/office/drawing/2014/main" id="{03E2F723-6E9A-4ABE-9D69-B92C1FF4AAC0}"/>
              </a:ext>
            </a:extLst>
          </p:cNvPr>
          <p:cNvGrpSpPr/>
          <p:nvPr/>
        </p:nvGrpSpPr>
        <p:grpSpPr>
          <a:xfrm>
            <a:off x="2693807" y="1373404"/>
            <a:ext cx="1918256" cy="3206626"/>
            <a:chOff x="495491" y="1087655"/>
            <a:chExt cx="1918256" cy="3461485"/>
          </a:xfrm>
        </p:grpSpPr>
        <p:sp>
          <p:nvSpPr>
            <p:cNvPr id="63" name="Rectangle: Top Corners Rounded 62">
              <a:extLst>
                <a:ext uri="{FF2B5EF4-FFF2-40B4-BE49-F238E27FC236}">
                  <a16:creationId xmlns:a16="http://schemas.microsoft.com/office/drawing/2014/main" id="{C9AD295C-343A-4F1E-AF47-BAE7C4B39888}"/>
                </a:ext>
              </a:extLst>
            </p:cNvPr>
            <p:cNvSpPr/>
            <p:nvPr/>
          </p:nvSpPr>
          <p:spPr bwMode="auto">
            <a:xfrm>
              <a:off x="495491" y="1087655"/>
              <a:ext cx="1918256" cy="722095"/>
            </a:xfrm>
            <a:prstGeom prst="round2SameRect">
              <a:avLst>
                <a:gd name="adj1" fmla="val 8975"/>
                <a:gd name="adj2" fmla="val 0"/>
              </a:avLst>
            </a:prstGeom>
            <a:solidFill>
              <a:schemeClr val="accent2"/>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bg1"/>
                  </a:solidFill>
                </a:rPr>
                <a:t>Tokenization</a:t>
              </a:r>
              <a:endParaRPr lang="en-US"/>
            </a:p>
          </p:txBody>
        </p:sp>
        <p:sp>
          <p:nvSpPr>
            <p:cNvPr id="64" name="Rectangle 63">
              <a:extLst>
                <a:ext uri="{FF2B5EF4-FFF2-40B4-BE49-F238E27FC236}">
                  <a16:creationId xmlns:a16="http://schemas.microsoft.com/office/drawing/2014/main" id="{7954AE24-8510-4F68-AED8-02F7A2A05CB3}"/>
                </a:ext>
              </a:extLst>
            </p:cNvPr>
            <p:cNvSpPr/>
            <p:nvPr/>
          </p:nvSpPr>
          <p:spPr bwMode="auto">
            <a:xfrm>
              <a:off x="495491" y="1809750"/>
              <a:ext cx="1918256" cy="2739390"/>
            </a:xfrm>
            <a:prstGeom prst="rect">
              <a:avLst/>
            </a:prstGeom>
            <a:solidFill>
              <a:schemeClr val="bg1">
                <a:lumMod val="95000"/>
              </a:schemeClr>
            </a:solidFill>
            <a:ln w="9525">
              <a:noFill/>
              <a:round/>
              <a:headEnd/>
              <a:tailEnd/>
            </a:ln>
          </p:spPr>
          <p:txBody>
            <a:bodyPr vert="horz" wrap="square" lIns="91440" tIns="91440" rIns="91440" bIns="45720" numCol="1" rtlCol="0" anchor="t" anchorCtr="0" compatLnSpc="1">
              <a:prstTxWarp prst="textNoShape">
                <a:avLst/>
              </a:prstTxWarp>
            </a:bodyPr>
            <a:lstStyle/>
            <a:p>
              <a:pPr>
                <a:lnSpc>
                  <a:spcPct val="150000"/>
                </a:lnSpc>
              </a:pPr>
              <a:r>
                <a:rPr lang="en-US" sz="1100">
                  <a:solidFill>
                    <a:schemeClr val="tx1">
                      <a:lumMod val="75000"/>
                      <a:lumOff val="25000"/>
                    </a:schemeClr>
                  </a:solidFill>
                  <a:ea typeface="Roboto"/>
                  <a:cs typeface="Roboto"/>
                </a:rPr>
                <a:t>Des tokens</a:t>
              </a:r>
            </a:p>
          </p:txBody>
        </p:sp>
      </p:grpSp>
      <p:grpSp>
        <p:nvGrpSpPr>
          <p:cNvPr id="65" name="Group 64">
            <a:extLst>
              <a:ext uri="{FF2B5EF4-FFF2-40B4-BE49-F238E27FC236}">
                <a16:creationId xmlns:a16="http://schemas.microsoft.com/office/drawing/2014/main" id="{219367BB-66D2-4F9E-95B3-A95C3F70FC9E}"/>
              </a:ext>
            </a:extLst>
          </p:cNvPr>
          <p:cNvGrpSpPr/>
          <p:nvPr/>
        </p:nvGrpSpPr>
        <p:grpSpPr>
          <a:xfrm>
            <a:off x="4840854" y="1373404"/>
            <a:ext cx="1918256" cy="3206626"/>
            <a:chOff x="495491" y="1087655"/>
            <a:chExt cx="1918256" cy="3461485"/>
          </a:xfrm>
        </p:grpSpPr>
        <p:sp>
          <p:nvSpPr>
            <p:cNvPr id="66" name="Rectangle: Top Corners Rounded 65">
              <a:extLst>
                <a:ext uri="{FF2B5EF4-FFF2-40B4-BE49-F238E27FC236}">
                  <a16:creationId xmlns:a16="http://schemas.microsoft.com/office/drawing/2014/main" id="{E401EACB-2B08-4FD3-9AD2-58CBFA9367F6}"/>
                </a:ext>
              </a:extLst>
            </p:cNvPr>
            <p:cNvSpPr/>
            <p:nvPr/>
          </p:nvSpPr>
          <p:spPr bwMode="auto">
            <a:xfrm>
              <a:off x="495491" y="1087655"/>
              <a:ext cx="1918256" cy="722095"/>
            </a:xfrm>
            <a:prstGeom prst="round2SameRect">
              <a:avLst>
                <a:gd name="adj1" fmla="val 8975"/>
                <a:gd name="adj2" fmla="val 0"/>
              </a:avLst>
            </a:prstGeom>
            <a:solidFill>
              <a:schemeClr val="accent3"/>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bg1"/>
                  </a:solidFill>
                </a:rPr>
                <a:t>Featurization</a:t>
              </a:r>
            </a:p>
          </p:txBody>
        </p:sp>
        <p:sp>
          <p:nvSpPr>
            <p:cNvPr id="68" name="Rectangle 67">
              <a:extLst>
                <a:ext uri="{FF2B5EF4-FFF2-40B4-BE49-F238E27FC236}">
                  <a16:creationId xmlns:a16="http://schemas.microsoft.com/office/drawing/2014/main" id="{6BEEE91C-1966-42D0-8B62-E89486AF46E1}"/>
                </a:ext>
              </a:extLst>
            </p:cNvPr>
            <p:cNvSpPr/>
            <p:nvPr/>
          </p:nvSpPr>
          <p:spPr bwMode="auto">
            <a:xfrm>
              <a:off x="495491" y="1809750"/>
              <a:ext cx="1918256" cy="2739390"/>
            </a:xfrm>
            <a:prstGeom prst="rect">
              <a:avLst/>
            </a:prstGeom>
            <a:solidFill>
              <a:schemeClr val="bg1">
                <a:lumMod val="95000"/>
              </a:schemeClr>
            </a:solidFill>
            <a:ln w="9525">
              <a:noFill/>
              <a:round/>
              <a:headEnd/>
              <a:tailEnd/>
            </a:ln>
          </p:spPr>
          <p:txBody>
            <a:bodyPr vert="horz" wrap="square" lIns="91440" tIns="91440" rIns="91440" bIns="45720" numCol="1" rtlCol="0" anchor="t" anchorCtr="0" compatLnSpc="1">
              <a:prstTxWarp prst="textNoShape">
                <a:avLst/>
              </a:prstTxWarp>
            </a:bodyPr>
            <a:lstStyle/>
            <a:p>
              <a:pPr>
                <a:lnSpc>
                  <a:spcPct val="150000"/>
                </a:lnSpc>
              </a:pPr>
              <a:r>
                <a:rPr lang="en-US" sz="1100">
                  <a:solidFill>
                    <a:schemeClr val="tx1">
                      <a:lumMod val="75000"/>
                      <a:lumOff val="25000"/>
                    </a:schemeClr>
                  </a:solidFill>
                  <a:ea typeface="Roboto"/>
                  <a:cs typeface="Roboto"/>
                </a:rPr>
                <a:t>Des features extraits</a:t>
              </a:r>
            </a:p>
          </p:txBody>
        </p:sp>
      </p:grpSp>
      <p:grpSp>
        <p:nvGrpSpPr>
          <p:cNvPr id="69" name="Group 68">
            <a:extLst>
              <a:ext uri="{FF2B5EF4-FFF2-40B4-BE49-F238E27FC236}">
                <a16:creationId xmlns:a16="http://schemas.microsoft.com/office/drawing/2014/main" id="{C8189E2E-B9A9-4664-B547-DC0DA862A804}"/>
              </a:ext>
            </a:extLst>
          </p:cNvPr>
          <p:cNvGrpSpPr/>
          <p:nvPr/>
        </p:nvGrpSpPr>
        <p:grpSpPr>
          <a:xfrm>
            <a:off x="6987902" y="1373404"/>
            <a:ext cx="1918256" cy="3206626"/>
            <a:chOff x="495491" y="1087655"/>
            <a:chExt cx="1918256" cy="3461485"/>
          </a:xfrm>
        </p:grpSpPr>
        <p:sp>
          <p:nvSpPr>
            <p:cNvPr id="70" name="Rectangle: Top Corners Rounded 69">
              <a:extLst>
                <a:ext uri="{FF2B5EF4-FFF2-40B4-BE49-F238E27FC236}">
                  <a16:creationId xmlns:a16="http://schemas.microsoft.com/office/drawing/2014/main" id="{A0F17A75-1648-4518-AA12-754358D51385}"/>
                </a:ext>
              </a:extLst>
            </p:cNvPr>
            <p:cNvSpPr/>
            <p:nvPr/>
          </p:nvSpPr>
          <p:spPr bwMode="auto">
            <a:xfrm>
              <a:off x="495491" y="1087655"/>
              <a:ext cx="1918256" cy="722095"/>
            </a:xfrm>
            <a:prstGeom prst="round2SameRect">
              <a:avLst>
                <a:gd name="adj1" fmla="val 8975"/>
                <a:gd name="adj2" fmla="val 0"/>
              </a:avLst>
            </a:prstGeom>
            <a:solidFill>
              <a:schemeClr val="accent4"/>
            </a:solidFill>
            <a:ln w="9525">
              <a:noFill/>
              <a:round/>
              <a:headEnd/>
              <a:tailEnd/>
            </a:ln>
          </p:spPr>
          <p:txBody>
            <a:bodyPr vert="horz" wrap="square" lIns="91440" tIns="45720" rIns="91440" bIns="45720" numCol="1" rtlCol="0" anchor="ctr" anchorCtr="0" compatLnSpc="1">
              <a:prstTxWarp prst="textNoShape">
                <a:avLst/>
              </a:prstTxWarp>
            </a:bodyPr>
            <a:lstStyle/>
            <a:p>
              <a:pPr algn="ctr"/>
              <a:r>
                <a:rPr lang="en-US" sz="1600" b="1">
                  <a:solidFill>
                    <a:schemeClr val="bg1"/>
                  </a:solidFill>
                </a:rPr>
                <a:t>Classification</a:t>
              </a:r>
            </a:p>
          </p:txBody>
        </p:sp>
        <p:sp>
          <p:nvSpPr>
            <p:cNvPr id="71" name="Rectangle 70">
              <a:extLst>
                <a:ext uri="{FF2B5EF4-FFF2-40B4-BE49-F238E27FC236}">
                  <a16:creationId xmlns:a16="http://schemas.microsoft.com/office/drawing/2014/main" id="{53B11DEF-245D-42E5-92A9-9E85DAA05DE7}"/>
                </a:ext>
              </a:extLst>
            </p:cNvPr>
            <p:cNvSpPr/>
            <p:nvPr/>
          </p:nvSpPr>
          <p:spPr bwMode="auto">
            <a:xfrm>
              <a:off x="495491" y="1809750"/>
              <a:ext cx="1918256" cy="2739390"/>
            </a:xfrm>
            <a:prstGeom prst="rect">
              <a:avLst/>
            </a:prstGeom>
            <a:solidFill>
              <a:schemeClr val="bg1">
                <a:lumMod val="95000"/>
              </a:schemeClr>
            </a:solidFill>
            <a:ln w="9525">
              <a:noFill/>
              <a:round/>
              <a:headEnd/>
              <a:tailEnd/>
            </a:ln>
          </p:spPr>
          <p:txBody>
            <a:bodyPr vert="horz" wrap="square" lIns="91440" tIns="91440" rIns="91440" bIns="45720" numCol="1" rtlCol="0" anchor="t" anchorCtr="0" compatLnSpc="1">
              <a:prstTxWarp prst="textNoShape">
                <a:avLst/>
              </a:prstTxWarp>
            </a:bodyPr>
            <a:lstStyle/>
            <a:p>
              <a:pPr>
                <a:lnSpc>
                  <a:spcPct val="150000"/>
                </a:lnSpc>
              </a:pPr>
              <a:r>
                <a:rPr lang="en-US" sz="1100">
                  <a:solidFill>
                    <a:schemeClr val="tx1">
                      <a:lumMod val="75000"/>
                      <a:lumOff val="25000"/>
                    </a:schemeClr>
                  </a:solidFill>
                  <a:ea typeface="Roboto"/>
                  <a:cs typeface="Roboto"/>
                </a:rPr>
                <a:t>Une </a:t>
              </a:r>
              <a:r>
                <a:rPr lang="en-US" sz="1100" err="1">
                  <a:solidFill>
                    <a:schemeClr val="tx1">
                      <a:lumMod val="75000"/>
                      <a:lumOff val="25000"/>
                    </a:schemeClr>
                  </a:solidFill>
                  <a:ea typeface="Roboto"/>
                  <a:cs typeface="Roboto"/>
                </a:rPr>
                <a:t>classe</a:t>
              </a:r>
              <a:r>
                <a:rPr lang="en-US" sz="1100">
                  <a:solidFill>
                    <a:schemeClr val="tx1">
                      <a:lumMod val="75000"/>
                      <a:lumOff val="25000"/>
                    </a:schemeClr>
                  </a:solidFill>
                  <a:ea typeface="Roboto"/>
                  <a:cs typeface="Roboto"/>
                </a:rPr>
                <a:t> </a:t>
              </a:r>
              <a:r>
                <a:rPr lang="en-US" sz="1100" err="1">
                  <a:solidFill>
                    <a:schemeClr val="tx1">
                      <a:lumMod val="75000"/>
                      <a:lumOff val="25000"/>
                    </a:schemeClr>
                  </a:solidFill>
                  <a:ea typeface="Roboto"/>
                  <a:cs typeface="Roboto"/>
                </a:rPr>
                <a:t>prédite</a:t>
              </a:r>
            </a:p>
          </p:txBody>
        </p:sp>
      </p:grpSp>
      <p:sp>
        <p:nvSpPr>
          <p:cNvPr id="9" name="Arrow: Right 8">
            <a:extLst>
              <a:ext uri="{FF2B5EF4-FFF2-40B4-BE49-F238E27FC236}">
                <a16:creationId xmlns:a16="http://schemas.microsoft.com/office/drawing/2014/main" id="{D279AC40-C82C-4D52-9B36-A1549C41844F}"/>
              </a:ext>
            </a:extLst>
          </p:cNvPr>
          <p:cNvSpPr/>
          <p:nvPr/>
        </p:nvSpPr>
        <p:spPr bwMode="auto">
          <a:xfrm>
            <a:off x="1983289" y="2944203"/>
            <a:ext cx="862854" cy="369770"/>
          </a:xfrm>
          <a:prstGeom prst="rightArrow">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74" name="Arrow: Right 73">
            <a:extLst>
              <a:ext uri="{FF2B5EF4-FFF2-40B4-BE49-F238E27FC236}">
                <a16:creationId xmlns:a16="http://schemas.microsoft.com/office/drawing/2014/main" id="{9CF1FA94-A70D-46E2-A8CA-9A718F5E237B}"/>
              </a:ext>
            </a:extLst>
          </p:cNvPr>
          <p:cNvSpPr/>
          <p:nvPr/>
        </p:nvSpPr>
        <p:spPr bwMode="auto">
          <a:xfrm>
            <a:off x="4104562" y="2944203"/>
            <a:ext cx="862854" cy="369770"/>
          </a:xfrm>
          <a:prstGeom prst="rightArrow">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75" name="Arrow: Right 74">
            <a:extLst>
              <a:ext uri="{FF2B5EF4-FFF2-40B4-BE49-F238E27FC236}">
                <a16:creationId xmlns:a16="http://schemas.microsoft.com/office/drawing/2014/main" id="{A2593EFB-A9CB-4E08-A23D-C14F1CA7DC7D}"/>
              </a:ext>
            </a:extLst>
          </p:cNvPr>
          <p:cNvSpPr/>
          <p:nvPr/>
        </p:nvSpPr>
        <p:spPr bwMode="auto">
          <a:xfrm>
            <a:off x="6225836" y="2944203"/>
            <a:ext cx="862854" cy="369770"/>
          </a:xfrm>
          <a:prstGeom prst="rightArrow">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5" name="Rectangle 4">
            <a:extLst>
              <a:ext uri="{FF2B5EF4-FFF2-40B4-BE49-F238E27FC236}">
                <a16:creationId xmlns:a16="http://schemas.microsoft.com/office/drawing/2014/main" id="{D38F7D86-5997-AE30-4747-91AD061A6EE8}"/>
              </a:ext>
            </a:extLst>
          </p:cNvPr>
          <p:cNvSpPr/>
          <p:nvPr/>
        </p:nvSpPr>
        <p:spPr bwMode="auto">
          <a:xfrm>
            <a:off x="-3362" y="4688116"/>
            <a:ext cx="9147088" cy="458746"/>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24160753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accel="20000" decel="60000" fill="hold" nodeType="afterEffect">
                                  <p:stCondLst>
                                    <p:cond delay="0"/>
                                  </p:stCondLst>
                                  <p:childTnLst>
                                    <p:set>
                                      <p:cBhvr>
                                        <p:cTn id="11" dur="1" fill="hold">
                                          <p:stCondLst>
                                            <p:cond delay="0"/>
                                          </p:stCondLst>
                                        </p:cTn>
                                        <p:tgtEl>
                                          <p:spTgt spid="62"/>
                                        </p:tgtEl>
                                        <p:attrNameLst>
                                          <p:attrName>style.visibility</p:attrName>
                                        </p:attrNameLst>
                                      </p:cBhvr>
                                      <p:to>
                                        <p:strVal val="visible"/>
                                      </p:to>
                                    </p:set>
                                    <p:anim calcmode="lin" valueType="num">
                                      <p:cBhvr additive="base">
                                        <p:cTn id="12" dur="500" fill="hold"/>
                                        <p:tgtEl>
                                          <p:spTgt spid="62"/>
                                        </p:tgtEl>
                                        <p:attrNameLst>
                                          <p:attrName>ppt_x</p:attrName>
                                        </p:attrNameLst>
                                      </p:cBhvr>
                                      <p:tavLst>
                                        <p:tav tm="0">
                                          <p:val>
                                            <p:strVal val="#ppt_x"/>
                                          </p:val>
                                        </p:tav>
                                        <p:tav tm="100000">
                                          <p:val>
                                            <p:strVal val="#ppt_x"/>
                                          </p:val>
                                        </p:tav>
                                      </p:tavLst>
                                    </p:anim>
                                    <p:anim calcmode="lin" valueType="num">
                                      <p:cBhvr additive="base">
                                        <p:cTn id="13" dur="500" fill="hold"/>
                                        <p:tgtEl>
                                          <p:spTgt spid="6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accel="20000" decel="60000" fill="hold" nodeType="afterEffect">
                                  <p:stCondLst>
                                    <p:cond delay="0"/>
                                  </p:stCondLst>
                                  <p:childTnLst>
                                    <p:set>
                                      <p:cBhvr>
                                        <p:cTn id="16" dur="1" fill="hold">
                                          <p:stCondLst>
                                            <p:cond delay="0"/>
                                          </p:stCondLst>
                                        </p:cTn>
                                        <p:tgtEl>
                                          <p:spTgt spid="65"/>
                                        </p:tgtEl>
                                        <p:attrNameLst>
                                          <p:attrName>style.visibility</p:attrName>
                                        </p:attrNameLst>
                                      </p:cBhvr>
                                      <p:to>
                                        <p:strVal val="visible"/>
                                      </p:to>
                                    </p:set>
                                    <p:anim calcmode="lin" valueType="num">
                                      <p:cBhvr additive="base">
                                        <p:cTn id="17" dur="500" fill="hold"/>
                                        <p:tgtEl>
                                          <p:spTgt spid="65"/>
                                        </p:tgtEl>
                                        <p:attrNameLst>
                                          <p:attrName>ppt_x</p:attrName>
                                        </p:attrNameLst>
                                      </p:cBhvr>
                                      <p:tavLst>
                                        <p:tav tm="0">
                                          <p:val>
                                            <p:strVal val="#ppt_x"/>
                                          </p:val>
                                        </p:tav>
                                        <p:tav tm="100000">
                                          <p:val>
                                            <p:strVal val="#ppt_x"/>
                                          </p:val>
                                        </p:tav>
                                      </p:tavLst>
                                    </p:anim>
                                    <p:anim calcmode="lin" valueType="num">
                                      <p:cBhvr additive="base">
                                        <p:cTn id="18" dur="500" fill="hold"/>
                                        <p:tgtEl>
                                          <p:spTgt spid="6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accel="20000" decel="60000" fill="hold" nodeType="afterEffect">
                                  <p:stCondLst>
                                    <p:cond delay="0"/>
                                  </p:stCondLst>
                                  <p:childTnLst>
                                    <p:set>
                                      <p:cBhvr>
                                        <p:cTn id="21" dur="1" fill="hold">
                                          <p:stCondLst>
                                            <p:cond delay="0"/>
                                          </p:stCondLst>
                                        </p:cTn>
                                        <p:tgtEl>
                                          <p:spTgt spid="69"/>
                                        </p:tgtEl>
                                        <p:attrNameLst>
                                          <p:attrName>style.visibility</p:attrName>
                                        </p:attrNameLst>
                                      </p:cBhvr>
                                      <p:to>
                                        <p:strVal val="visible"/>
                                      </p:to>
                                    </p:set>
                                    <p:anim calcmode="lin" valueType="num">
                                      <p:cBhvr additive="base">
                                        <p:cTn id="22" dur="500" fill="hold"/>
                                        <p:tgtEl>
                                          <p:spTgt spid="69"/>
                                        </p:tgtEl>
                                        <p:attrNameLst>
                                          <p:attrName>ppt_x</p:attrName>
                                        </p:attrNameLst>
                                      </p:cBhvr>
                                      <p:tavLst>
                                        <p:tav tm="0">
                                          <p:val>
                                            <p:strVal val="#ppt_x"/>
                                          </p:val>
                                        </p:tav>
                                        <p:tav tm="100000">
                                          <p:val>
                                            <p:strVal val="#ppt_x"/>
                                          </p:val>
                                        </p:tav>
                                      </p:tavLst>
                                    </p:anim>
                                    <p:anim calcmode="lin" valueType="num">
                                      <p:cBhvr additive="base">
                                        <p:cTn id="23"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8E741C-A9EE-4A74-A927-BDB98F4FF324}"/>
              </a:ext>
            </a:extLst>
          </p:cNvPr>
          <p:cNvSpPr/>
          <p:nvPr/>
        </p:nvSpPr>
        <p:spPr bwMode="auto">
          <a:xfrm>
            <a:off x="398834" y="258755"/>
            <a:ext cx="8398214" cy="4435813"/>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a:p>
        </p:txBody>
      </p:sp>
      <p:sp>
        <p:nvSpPr>
          <p:cNvPr id="4" name="Title 2">
            <a:extLst>
              <a:ext uri="{FF2B5EF4-FFF2-40B4-BE49-F238E27FC236}">
                <a16:creationId xmlns:a16="http://schemas.microsoft.com/office/drawing/2014/main" id="{031866C1-E985-4998-AD08-A2431116BA89}"/>
              </a:ext>
            </a:extLst>
          </p:cNvPr>
          <p:cNvSpPr txBox="1">
            <a:spLocks/>
          </p:cNvSpPr>
          <p:nvPr/>
        </p:nvSpPr>
        <p:spPr>
          <a:xfrm>
            <a:off x="711741" y="1245870"/>
            <a:ext cx="7772400" cy="1046440"/>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a:solidFill>
                  <a:schemeClr val="bg1"/>
                </a:solidFill>
                <a:effectLst>
                  <a:outerShdw blurRad="60007" dist="310007" dir="7680000" sy="30000" kx="1300200" algn="ctr" rotWithShape="0">
                    <a:prstClr val="black">
                      <a:alpha val="13000"/>
                    </a:prstClr>
                  </a:outerShdw>
                </a:effectLst>
              </a:rPr>
              <a:t>THE TITLE OF YOUR </a:t>
            </a:r>
            <a:br>
              <a:rPr lang="en-US" sz="3200">
                <a:solidFill>
                  <a:schemeClr val="bg1"/>
                </a:solidFill>
                <a:effectLst>
                  <a:outerShdw blurRad="60007" dist="310007" dir="7680000" sy="30000" kx="1300200" algn="ctr" rotWithShape="0">
                    <a:prstClr val="black">
                      <a:alpha val="13000"/>
                    </a:prstClr>
                  </a:outerShdw>
                </a:effectLst>
              </a:rPr>
            </a:br>
            <a:r>
              <a:rPr lang="en-US" sz="3600" b="1">
                <a:solidFill>
                  <a:schemeClr val="bg1"/>
                </a:solidFill>
                <a:effectLst>
                  <a:outerShdw blurRad="60007" dist="310007" dir="7680000" sy="30000" kx="1300200" algn="ctr" rotWithShape="0">
                    <a:prstClr val="black">
                      <a:alpha val="13000"/>
                    </a:prstClr>
                  </a:outerShdw>
                </a:effectLst>
              </a:rPr>
              <a:t>RESEARCH PAPER / THESIS</a:t>
            </a:r>
            <a:endParaRPr lang="en-US" sz="3200" b="1">
              <a:solidFill>
                <a:schemeClr val="bg1"/>
              </a:solidFill>
              <a:effectLst>
                <a:outerShdw blurRad="60007" dist="310007" dir="7680000" sy="30000" kx="1300200" algn="ctr" rotWithShape="0">
                  <a:prstClr val="black">
                    <a:alpha val="13000"/>
                  </a:prstClr>
                </a:outerShdw>
              </a:effectLst>
            </a:endParaRPr>
          </a:p>
        </p:txBody>
      </p:sp>
      <p:sp>
        <p:nvSpPr>
          <p:cNvPr id="6" name="Title 2">
            <a:extLst>
              <a:ext uri="{FF2B5EF4-FFF2-40B4-BE49-F238E27FC236}">
                <a16:creationId xmlns:a16="http://schemas.microsoft.com/office/drawing/2014/main" id="{25A98F2B-CF89-4350-9792-CFB3F3776E66}"/>
              </a:ext>
            </a:extLst>
          </p:cNvPr>
          <p:cNvSpPr txBox="1">
            <a:spLocks/>
          </p:cNvSpPr>
          <p:nvPr/>
        </p:nvSpPr>
        <p:spPr>
          <a:xfrm>
            <a:off x="711741" y="2366010"/>
            <a:ext cx="7772400" cy="246221"/>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600">
                <a:solidFill>
                  <a:schemeClr val="bg1"/>
                </a:solidFill>
              </a:rPr>
              <a:t>PowerPoint Presentation Template</a:t>
            </a:r>
            <a:endParaRPr lang="en-US" sz="1100">
              <a:solidFill>
                <a:schemeClr val="bg1"/>
              </a:solidFill>
            </a:endParaRPr>
          </a:p>
        </p:txBody>
      </p:sp>
      <p:sp>
        <p:nvSpPr>
          <p:cNvPr id="7" name="Inhaltsplatzhalter 4">
            <a:extLst>
              <a:ext uri="{FF2B5EF4-FFF2-40B4-BE49-F238E27FC236}">
                <a16:creationId xmlns:a16="http://schemas.microsoft.com/office/drawing/2014/main" id="{5B9CD528-1448-46CD-9650-F72FF5761ED2}"/>
              </a:ext>
            </a:extLst>
          </p:cNvPr>
          <p:cNvSpPr txBox="1">
            <a:spLocks/>
          </p:cNvSpPr>
          <p:nvPr/>
        </p:nvSpPr>
        <p:spPr>
          <a:xfrm>
            <a:off x="3011319" y="2891783"/>
            <a:ext cx="3121363" cy="1215717"/>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600"/>
              </a:spcAft>
              <a:buNone/>
            </a:pPr>
            <a:r>
              <a:rPr lang="en-US" sz="1600">
                <a:latin typeface="+mj-lt"/>
              </a:rPr>
              <a:t>Your Name</a:t>
            </a:r>
          </a:p>
          <a:p>
            <a:pPr marL="0" indent="0" algn="ctr">
              <a:lnSpc>
                <a:spcPct val="100000"/>
              </a:lnSpc>
              <a:spcAft>
                <a:spcPts val="600"/>
              </a:spcAft>
              <a:buNone/>
            </a:pPr>
            <a:r>
              <a:rPr lang="en-US" sz="1600">
                <a:latin typeface="+mj-lt"/>
              </a:rPr>
              <a:t>University Name</a:t>
            </a:r>
          </a:p>
          <a:p>
            <a:pPr marL="0" indent="0" algn="ctr">
              <a:lnSpc>
                <a:spcPct val="100000"/>
              </a:lnSpc>
              <a:spcAft>
                <a:spcPts val="600"/>
              </a:spcAft>
              <a:buNone/>
            </a:pPr>
            <a:r>
              <a:rPr lang="en-US" sz="1600">
                <a:latin typeface="+mj-lt"/>
              </a:rPr>
              <a:t>Program Title</a:t>
            </a:r>
          </a:p>
          <a:p>
            <a:pPr marL="0" indent="0" algn="ctr">
              <a:lnSpc>
                <a:spcPct val="100000"/>
              </a:lnSpc>
              <a:spcAft>
                <a:spcPts val="600"/>
              </a:spcAft>
              <a:buNone/>
            </a:pPr>
            <a:r>
              <a:rPr lang="en-US" sz="1600">
                <a:latin typeface="+mj-lt"/>
              </a:rPr>
              <a:t>Name Of Advisor</a:t>
            </a:r>
          </a:p>
        </p:txBody>
      </p:sp>
    </p:spTree>
    <p:extLst>
      <p:ext uri="{BB962C8B-B14F-4D97-AF65-F5344CB8AC3E}">
        <p14:creationId xmlns:p14="http://schemas.microsoft.com/office/powerpoint/2010/main" val="31830632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withEffect">
                                  <p:stCondLst>
                                    <p:cond delay="0"/>
                                  </p:stCondLst>
                                  <p:iterate type="wd">
                                    <p:tmPct val="10000"/>
                                  </p:iterate>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6" presetClass="entr" presetSubtype="37"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barn(outVertical)">
                                      <p:cBhvr>
                                        <p:cTn id="11" dur="750"/>
                                        <p:tgtEl>
                                          <p:spTgt spid="6"/>
                                        </p:tgtEl>
                                      </p:cBhvr>
                                    </p:animEffect>
                                  </p:childTnLst>
                                </p:cTn>
                              </p:par>
                              <p:par>
                                <p:cTn id="12" presetID="16" presetClass="entr" presetSubtype="37" fill="hold" grpId="0" nodeType="withEffect">
                                  <p:stCondLst>
                                    <p:cond delay="500"/>
                                  </p:stCondLst>
                                  <p:childTnLst>
                                    <p:set>
                                      <p:cBhvr>
                                        <p:cTn id="13" dur="1" fill="hold">
                                          <p:stCondLst>
                                            <p:cond delay="0"/>
                                          </p:stCondLst>
                                        </p:cTn>
                                        <p:tgtEl>
                                          <p:spTgt spid="7"/>
                                        </p:tgtEl>
                                        <p:attrNameLst>
                                          <p:attrName>style.visibility</p:attrName>
                                        </p:attrNameLst>
                                      </p:cBhvr>
                                      <p:to>
                                        <p:strVal val="visible"/>
                                      </p:to>
                                    </p:set>
                                    <p:animEffect transition="in" filter="barn(outVertic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theme/theme1.xml><?xml version="1.0" encoding="utf-8"?>
<a:theme xmlns:a="http://schemas.openxmlformats.org/drawingml/2006/main" name="Default Theme">
  <a:themeElements>
    <a:clrScheme name="08_Key">
      <a:dk1>
        <a:srgbClr val="262626"/>
      </a:dk1>
      <a:lt1>
        <a:srgbClr val="FFFFFF"/>
      </a:lt1>
      <a:dk2>
        <a:srgbClr val="262626"/>
      </a:dk2>
      <a:lt2>
        <a:srgbClr val="FFFFFF"/>
      </a:lt2>
      <a:accent1>
        <a:srgbClr val="494B69"/>
      </a:accent1>
      <a:accent2>
        <a:srgbClr val="695D7A"/>
      </a:accent2>
      <a:accent3>
        <a:srgbClr val="9F5B72"/>
      </a:accent3>
      <a:accent4>
        <a:srgbClr val="D8707C"/>
      </a:accent4>
      <a:accent5>
        <a:srgbClr val="FDA85A"/>
      </a:accent5>
      <a:accent6>
        <a:srgbClr val="FDCD5A"/>
      </a:accent6>
      <a:hlink>
        <a:srgbClr val="FFFFFF"/>
      </a:hlink>
      <a:folHlink>
        <a:srgbClr val="595959"/>
      </a:folHlink>
    </a:clrScheme>
    <a:fontScheme name="Custom 84">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1"/>
        </a:solidFill>
        <a:ln w="9525">
          <a:noFill/>
          <a:round/>
          <a:headEnd/>
          <a:tailEnd/>
        </a:ln>
      </a:spPr>
      <a:bodyPr vert="horz" wrap="square" lIns="91440" tIns="45720" rIns="91440" bIns="45720" numCol="1" anchor="t" anchorCtr="0" compatLnSpc="1">
        <a:prstTxWarp prst="textNoShape">
          <a:avLst/>
        </a:prstTxWarp>
      </a:bodyPr>
      <a:lstStyle>
        <a:defPPr>
          <a:defRPr/>
        </a:defPPr>
      </a:lstStyle>
    </a:spDef>
  </a:objectDefaults>
  <a:extraClrSchemeLst/>
</a:theme>
</file>

<file path=ppt/theme/theme2.xml><?xml version="1.0" encoding="utf-8"?>
<a:theme xmlns:a="http://schemas.openxmlformats.org/drawingml/2006/main" name="Custom Design">
  <a:themeElements>
    <a:clrScheme name="08_Key">
      <a:dk1>
        <a:srgbClr val="262626"/>
      </a:dk1>
      <a:lt1>
        <a:srgbClr val="FFFFFF"/>
      </a:lt1>
      <a:dk2>
        <a:srgbClr val="262626"/>
      </a:dk2>
      <a:lt2>
        <a:srgbClr val="FFFFFF"/>
      </a:lt2>
      <a:accent1>
        <a:srgbClr val="494B69"/>
      </a:accent1>
      <a:accent2>
        <a:srgbClr val="695D7A"/>
      </a:accent2>
      <a:accent3>
        <a:srgbClr val="9F5B72"/>
      </a:accent3>
      <a:accent4>
        <a:srgbClr val="D8707C"/>
      </a:accent4>
      <a:accent5>
        <a:srgbClr val="FDA85A"/>
      </a:accent5>
      <a:accent6>
        <a:srgbClr val="FDCD5A"/>
      </a:accent6>
      <a:hlink>
        <a:srgbClr val="FFFFFF"/>
      </a:hlink>
      <a:folHlink>
        <a:srgbClr val="595959"/>
      </a:folHlink>
    </a:clrScheme>
    <a:fontScheme name="Custom 76">
      <a:majorFont>
        <a:latin typeface="Robot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42</Slides>
  <Notes>0</Notes>
  <HiddenSlides>0</HiddenSlides>
  <ScaleCrop>false</ScaleCrop>
  <HeadingPairs>
    <vt:vector size="4" baseType="variant">
      <vt:variant>
        <vt:lpstr>Theme</vt:lpstr>
      </vt:variant>
      <vt:variant>
        <vt:i4>2</vt:i4>
      </vt:variant>
      <vt:variant>
        <vt:lpstr>Slide Titles</vt:lpstr>
      </vt:variant>
      <vt:variant>
        <vt:i4>42</vt:i4>
      </vt:variant>
    </vt:vector>
  </HeadingPairs>
  <TitlesOfParts>
    <vt:vector size="44" baseType="lpstr">
      <vt:lpstr>Default Theme</vt:lpstr>
      <vt:lpstr>Custom Design</vt:lpstr>
      <vt:lpstr>PowerPoint Presentation</vt:lpstr>
      <vt:lpstr>PowerPoint Presentation</vt:lpstr>
      <vt:lpstr>Introduction</vt:lpstr>
      <vt:lpstr>Objectifs du projet</vt:lpstr>
      <vt:lpstr>Methodologie</vt:lpstr>
      <vt:lpstr>PowerPoint Presentation</vt:lpstr>
      <vt:lpstr>Analyse</vt:lpstr>
      <vt:lpstr>PowerPoint Presentation</vt:lpstr>
      <vt:lpstr>Analyse</vt:lpstr>
      <vt:lpstr>Classifiers</vt:lpstr>
      <vt:lpstr>PowerPoint Presentation</vt:lpstr>
      <vt:lpstr>PowerPoint Presentation</vt:lpstr>
      <vt:lpstr>PowerPoint Presentation</vt:lpstr>
      <vt:lpstr>EXPÉRIMENTATIONS </vt:lpstr>
      <vt:lpstr>IMPACT DE L'APPRENTISSAGE</vt:lpstr>
      <vt:lpstr>DES CLASSES PLUS DIFFICILES À IDENTIFIER ?</vt:lpstr>
      <vt:lpstr>PREPROCESSING NECESSAIRE ?</vt:lpstr>
      <vt:lpstr>Conclusion</vt:lpstr>
      <vt:lpstr>Répartition des taches</vt:lpstr>
      <vt:lpstr>PowerPoint Presentation</vt:lpstr>
      <vt:lpstr>Statistical Analysis</vt:lpstr>
      <vt:lpstr>Research Results</vt:lpstr>
      <vt:lpstr>Research Results</vt:lpstr>
      <vt:lpstr>Research Results</vt:lpstr>
      <vt:lpstr>Conclusions / Findings</vt:lpstr>
      <vt:lpstr>Suggestions</vt:lpstr>
      <vt:lpstr>Limitations of Your Study</vt:lpstr>
      <vt:lpstr>Recommendations</vt:lpstr>
      <vt:lpstr>References</vt:lpstr>
      <vt:lpstr>PowerPoint Presentation</vt:lpstr>
      <vt:lpstr>Gn, thnx again</vt:lpstr>
      <vt:lpstr>PowerPoint Presentation</vt:lpstr>
      <vt:lpstr>PowerPoint Presentation</vt:lpstr>
      <vt:lpstr>Methodology</vt:lpstr>
      <vt:lpstr>DANS UN PREMIER TEMPS ...</vt:lpstr>
      <vt:lpstr>MAIS COMMENT ?</vt:lpstr>
      <vt:lpstr>FEATURIZATION</vt:lpstr>
      <vt:lpstr>PREPROCESSING</vt:lpstr>
      <vt:lpstr>CLASSIFICATION</vt:lpstr>
      <vt:lpstr>CONCLUSION</vt:lpstr>
      <vt:lpstr>DETECTER DU PLAGIAT, PIPELINE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High Tech</dc:creator>
  <cp:revision>46</cp:revision>
  <dcterms:created xsi:type="dcterms:W3CDTF">2015-09-08T18:46:55Z</dcterms:created>
  <dcterms:modified xsi:type="dcterms:W3CDTF">2025-02-04T14:21:48Z</dcterms:modified>
</cp:coreProperties>
</file>